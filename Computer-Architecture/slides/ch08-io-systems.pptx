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jpg" ContentType="image/jp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Default Extension="png" ContentType="image/png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</p:sldIdLst>
  <p:sldSz cx="9144000" cy="6858000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0" Type="http://schemas.openxmlformats.org/officeDocument/2006/relationships/slide" Target="slides/slide75.xml"/><Relationship Id="rId81" Type="http://schemas.openxmlformats.org/officeDocument/2006/relationships/slide" Target="slides/slide76.xml"/><Relationship Id="rId82" Type="http://schemas.openxmlformats.org/officeDocument/2006/relationships/slide" Target="slides/slide77.xml"/><Relationship Id="rId83" Type="http://schemas.openxmlformats.org/officeDocument/2006/relationships/slide" Target="slides/slide78.xml"/><Relationship Id="rId84" Type="http://schemas.openxmlformats.org/officeDocument/2006/relationships/slide" Target="slides/slide79.xml"/><Relationship Id="rId85" Type="http://schemas.openxmlformats.org/officeDocument/2006/relationships/slide" Target="slides/slide80.xml"/><Relationship Id="rId86" Type="http://schemas.openxmlformats.org/officeDocument/2006/relationships/slide" Target="slides/slide81.xml"/><Relationship Id="rId87" Type="http://schemas.openxmlformats.org/officeDocument/2006/relationships/slide" Target="slides/slide82.xml"/><Relationship Id="rId88" Type="http://schemas.openxmlformats.org/officeDocument/2006/relationships/slide" Target="slides/slide83.xml"/><Relationship Id="rId89" Type="http://schemas.openxmlformats.org/officeDocument/2006/relationships/slide" Target="slides/slide84.xml"/><Relationship Id="rId90" Type="http://schemas.openxmlformats.org/officeDocument/2006/relationships/slide" Target="slides/slide85.xml"/><Relationship Id="rId91" Type="http://schemas.openxmlformats.org/officeDocument/2006/relationships/slide" Target="slides/slide86.xml"/><Relationship Id="rId92" Type="http://schemas.openxmlformats.org/officeDocument/2006/relationships/slide" Target="slides/slide87.xml"/><Relationship Id="rId93" Type="http://schemas.openxmlformats.org/officeDocument/2006/relationships/slide" Target="slides/slide88.xml"/><Relationship Id="rId94" Type="http://schemas.openxmlformats.org/officeDocument/2006/relationships/slide" Target="slides/slide89.xml"/><Relationship Id="rId95" Type="http://schemas.openxmlformats.org/officeDocument/2006/relationships/slide" Target="slides/slide90.xml"/><Relationship Id="rId96" Type="http://schemas.openxmlformats.org/officeDocument/2006/relationships/slide" Target="slides/slide91.xml"/><Relationship Id="rId97" Type="http://schemas.openxmlformats.org/officeDocument/2006/relationships/slide" Target="slides/slide92.xml"/><Relationship Id="rId98" Type="http://schemas.openxmlformats.org/officeDocument/2006/relationships/slide" Target="slides/slide93.xml"/><Relationship Id="rId99" Type="http://schemas.openxmlformats.org/officeDocument/2006/relationships/slide" Target="slides/slide94.xml"/><Relationship Id="rId100" Type="http://schemas.openxmlformats.org/officeDocument/2006/relationships/slide" Target="slides/slide95.xml"/><Relationship Id="rId101" Type="http://schemas.openxmlformats.org/officeDocument/2006/relationships/slide" Target="slides/slide96.xml"/><Relationship Id="rId102" Type="http://schemas.openxmlformats.org/officeDocument/2006/relationships/slide" Target="slides/slide97.xml"/><Relationship Id="rId103" Type="http://schemas.openxmlformats.org/officeDocument/2006/relationships/slide" Target="slides/slide98.xml"/><Relationship Id="rId104" Type="http://schemas.openxmlformats.org/officeDocument/2006/relationships/slide" Target="slides/slide99.xml"/><Relationship Id="rId105" Type="http://schemas.openxmlformats.org/officeDocument/2006/relationships/slide" Target="slides/slide100.xml"/><Relationship Id="rId106" Type="http://schemas.openxmlformats.org/officeDocument/2006/relationships/slide" Target="slides/slide101.xml"/><Relationship Id="rId107" Type="http://schemas.openxmlformats.org/officeDocument/2006/relationships/slide" Target="slides/slide102.xml"/><Relationship Id="rId108" Type="http://schemas.openxmlformats.org/officeDocument/2006/relationships/slide" Target="slides/slide103.xml"/><Relationship Id="rId109" Type="http://schemas.openxmlformats.org/officeDocument/2006/relationships/slide" Target="slides/slide104.xml"/><Relationship Id="rId110" Type="http://schemas.openxmlformats.org/officeDocument/2006/relationships/slide" Target="slides/slide105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 u="heavy">
                <a:solidFill>
                  <a:srgbClr val="4F55AC"/>
                </a:solidFill>
                <a:latin typeface="黑体"/>
                <a:cs typeface="黑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FF0000"/>
                </a:solidFill>
                <a:latin typeface="黑体"/>
                <a:cs typeface="黑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 u="heavy">
                <a:solidFill>
                  <a:srgbClr val="4F55AC"/>
                </a:solidFill>
                <a:latin typeface="黑体"/>
                <a:cs typeface="黑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FF0000"/>
                </a:solidFill>
                <a:latin typeface="黑体"/>
                <a:cs typeface="黑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 u="heavy">
                <a:solidFill>
                  <a:srgbClr val="4F55AC"/>
                </a:solidFill>
                <a:latin typeface="黑体"/>
                <a:cs typeface="黑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 u="heavy">
                <a:solidFill>
                  <a:srgbClr val="4F55AC"/>
                </a:solidFill>
                <a:latin typeface="黑体"/>
                <a:cs typeface="黑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43050" y="113741"/>
            <a:ext cx="7613650" cy="4832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 u="heavy">
                <a:solidFill>
                  <a:srgbClr val="4F55AC"/>
                </a:solidFill>
                <a:latin typeface="黑体"/>
                <a:cs typeface="黑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66877" y="1102259"/>
            <a:ext cx="8410244" cy="27901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FF0000"/>
                </a:solidFill>
                <a:latin typeface="黑体"/>
                <a:cs typeface="黑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Relationship Id="rId3" Type="http://schemas.openxmlformats.org/officeDocument/2006/relationships/slide" Target="slide3.xml"/><Relationship Id="rId4" Type="http://schemas.openxmlformats.org/officeDocument/2006/relationships/slide" Target="slide9.xml"/><Relationship Id="rId5" Type="http://schemas.openxmlformats.org/officeDocument/2006/relationships/slide" Target="slide24.xml"/><Relationship Id="rId6" Type="http://schemas.openxmlformats.org/officeDocument/2006/relationships/slide" Target="slide49.xml"/><Relationship Id="rId7" Type="http://schemas.openxmlformats.org/officeDocument/2006/relationships/slide" Target="slide71.xml"/><Relationship Id="rId8" Type="http://schemas.openxmlformats.org/officeDocument/2006/relationships/slide" Target="slide96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Relationship Id="rId3" Type="http://schemas.openxmlformats.org/officeDocument/2006/relationships/image" Target="../media/image1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Relationship Id="rId3" Type="http://schemas.openxmlformats.org/officeDocument/2006/relationships/image" Target="../media/image2.jp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Relationship Id="rId3" Type="http://schemas.openxmlformats.org/officeDocument/2006/relationships/image" Target="../media/image3.png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Relationship Id="rId3" Type="http://schemas.openxmlformats.org/officeDocument/2006/relationships/image" Target="../media/image3.png"/></Relationships>
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1.xml"/><Relationship Id="rId3" Type="http://schemas.openxmlformats.org/officeDocument/2006/relationships/image" Target="../media/image3.png"/></Relationships>
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
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Relationship Id="rId3" Type="http://schemas.openxmlformats.org/officeDocument/2006/relationships/image" Target="../media/image3.png"/></Relationships>
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
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
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
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
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3.png"/><Relationship Id="rId13" Type="http://schemas.openxmlformats.org/officeDocument/2006/relationships/image" Target="../media/image14.png"/><Relationship Id="rId14" Type="http://schemas.openxmlformats.org/officeDocument/2006/relationships/image" Target="../media/image15.png"/><Relationship Id="rId15" Type="http://schemas.openxmlformats.org/officeDocument/2006/relationships/image" Target="../media/image16.png"/><Relationship Id="rId16" Type="http://schemas.openxmlformats.org/officeDocument/2006/relationships/image" Target="../media/image17.png"/><Relationship Id="rId17" Type="http://schemas.openxmlformats.org/officeDocument/2006/relationships/image" Target="../media/image18.png"/><Relationship Id="rId18" Type="http://schemas.openxmlformats.org/officeDocument/2006/relationships/image" Target="../media/image19.png"/><Relationship Id="rId19" Type="http://schemas.openxmlformats.org/officeDocument/2006/relationships/image" Target="../media/image20.png"/><Relationship Id="rId20" Type="http://schemas.openxmlformats.org/officeDocument/2006/relationships/image" Target="../media/image21.png"/></Relationships>
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
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
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
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Relationship Id="rId3" Type="http://schemas.openxmlformats.org/officeDocument/2006/relationships/image" Target="../media/image3.png"/></Relationships>
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Relationship Id="rId3" Type="http://schemas.openxmlformats.org/officeDocument/2006/relationships/image" Target="../media/image3.png"/></Relationships>
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
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
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1.xml"/><Relationship Id="rId3" Type="http://schemas.openxmlformats.org/officeDocument/2006/relationships/image" Target="../media/image3.png"/></Relationships>
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1.xml"/><Relationship Id="rId3" Type="http://schemas.openxmlformats.org/officeDocument/2006/relationships/image" Target="../media/image3.png"/></Relationships>
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
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
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
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
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Relationship Id="rId9" Type="http://schemas.openxmlformats.org/officeDocument/2006/relationships/image" Target="../media/image29.png"/><Relationship Id="rId10" Type="http://schemas.openxmlformats.org/officeDocument/2006/relationships/image" Target="../media/image30.png"/><Relationship Id="rId11" Type="http://schemas.openxmlformats.org/officeDocument/2006/relationships/image" Target="../media/image31.png"/><Relationship Id="rId12" Type="http://schemas.openxmlformats.org/officeDocument/2006/relationships/image" Target="../media/image32.png"/><Relationship Id="rId13" Type="http://schemas.openxmlformats.org/officeDocument/2006/relationships/image" Target="../media/image33.png"/><Relationship Id="rId14" Type="http://schemas.openxmlformats.org/officeDocument/2006/relationships/image" Target="../media/image34.png"/><Relationship Id="rId15" Type="http://schemas.openxmlformats.org/officeDocument/2006/relationships/image" Target="../media/image35.png"/><Relationship Id="rId16" Type="http://schemas.openxmlformats.org/officeDocument/2006/relationships/image" Target="../media/image36.png"/><Relationship Id="rId17" Type="http://schemas.openxmlformats.org/officeDocument/2006/relationships/image" Target="../media/image37.png"/><Relationship Id="rId18" Type="http://schemas.openxmlformats.org/officeDocument/2006/relationships/image" Target="../media/image38.png"/><Relationship Id="rId19" Type="http://schemas.openxmlformats.org/officeDocument/2006/relationships/image" Target="../media/image39.png"/><Relationship Id="rId20" Type="http://schemas.openxmlformats.org/officeDocument/2006/relationships/image" Target="../media/image40.png"/><Relationship Id="rId21" Type="http://schemas.openxmlformats.org/officeDocument/2006/relationships/image" Target="../media/image41.png"/><Relationship Id="rId22" Type="http://schemas.openxmlformats.org/officeDocument/2006/relationships/image" Target="../media/image42.png"/><Relationship Id="rId23" Type="http://schemas.openxmlformats.org/officeDocument/2006/relationships/image" Target="../media/image43.png"/><Relationship Id="rId24" Type="http://schemas.openxmlformats.org/officeDocument/2006/relationships/image" Target="../media/image44.png"/><Relationship Id="rId25" Type="http://schemas.openxmlformats.org/officeDocument/2006/relationships/image" Target="../media/image45.png"/><Relationship Id="rId26" Type="http://schemas.openxmlformats.org/officeDocument/2006/relationships/image" Target="../media/image46.png"/><Relationship Id="rId27" Type="http://schemas.openxmlformats.org/officeDocument/2006/relationships/image" Target="../media/image47.png"/><Relationship Id="rId28" Type="http://schemas.openxmlformats.org/officeDocument/2006/relationships/image" Target="../media/image48.png"/><Relationship Id="rId29" Type="http://schemas.openxmlformats.org/officeDocument/2006/relationships/image" Target="../media/image49.png"/></Relationships>
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
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Relationship Id="rId3" Type="http://schemas.openxmlformats.org/officeDocument/2006/relationships/image" Target="../media/image3.png"/></Relationships>
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
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
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
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
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
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
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
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/Relationships>
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jpg"/><Relationship Id="rId7" Type="http://schemas.openxmlformats.org/officeDocument/2006/relationships/image" Target="../media/image57.png"/><Relationship Id="rId8" Type="http://schemas.openxmlformats.org/officeDocument/2006/relationships/image" Target="../media/image58.png"/><Relationship Id="rId9" Type="http://schemas.openxmlformats.org/officeDocument/2006/relationships/image" Target="../media/image59.png"/><Relationship Id="rId10" Type="http://schemas.openxmlformats.org/officeDocument/2006/relationships/image" Target="../media/image60.png"/><Relationship Id="rId11" Type="http://schemas.openxmlformats.org/officeDocument/2006/relationships/image" Target="../media/image61.png"/></Relationships>
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Relationship Id="rId3" Type="http://schemas.openxmlformats.org/officeDocument/2006/relationships/image" Target="../media/image62.jpg"/></Relationships>
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
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Relationship Id="rId3" Type="http://schemas.openxmlformats.org/officeDocument/2006/relationships/image" Target="../media/image63.jpg"/></Relationships>
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Relationship Id="rId3" Type="http://schemas.openxmlformats.org/officeDocument/2006/relationships/image" Target="../media/image64.jpg"/></Relationships>
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
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
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
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
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
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
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
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
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
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
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Relationship Id="rId3" Type="http://schemas.openxmlformats.org/officeDocument/2006/relationships/image" Target="../media/image3.png"/></Relationships>
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Relationship Id="rId3" Type="http://schemas.openxmlformats.org/officeDocument/2006/relationships/image" Target="../media/image3.png"/></Relationships>
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Relationship Id="rId3" Type="http://schemas.openxmlformats.org/officeDocument/2006/relationships/image" Target="../media/image3.png"/></Relationships>
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
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
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
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
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5.png"/><Relationship Id="rId3" Type="http://schemas.openxmlformats.org/officeDocument/2006/relationships/image" Target="../media/image66.png"/><Relationship Id="rId4" Type="http://schemas.openxmlformats.org/officeDocument/2006/relationships/image" Target="../media/image67.png"/><Relationship Id="rId5" Type="http://schemas.openxmlformats.org/officeDocument/2006/relationships/image" Target="../media/image68.png"/><Relationship Id="rId6" Type="http://schemas.openxmlformats.org/officeDocument/2006/relationships/image" Target="../media/image69.png"/><Relationship Id="rId7" Type="http://schemas.openxmlformats.org/officeDocument/2006/relationships/image" Target="../media/image70.png"/><Relationship Id="rId8" Type="http://schemas.openxmlformats.org/officeDocument/2006/relationships/image" Target="../media/image71.png"/><Relationship Id="rId9" Type="http://schemas.openxmlformats.org/officeDocument/2006/relationships/image" Target="../media/image72.png"/><Relationship Id="rId10" Type="http://schemas.openxmlformats.org/officeDocument/2006/relationships/image" Target="../media/image73.png"/><Relationship Id="rId11" Type="http://schemas.openxmlformats.org/officeDocument/2006/relationships/image" Target="../media/image74.png"/><Relationship Id="rId12" Type="http://schemas.openxmlformats.org/officeDocument/2006/relationships/image" Target="../media/image75.png"/><Relationship Id="rId13" Type="http://schemas.openxmlformats.org/officeDocument/2006/relationships/image" Target="../media/image76.png"/><Relationship Id="rId14" Type="http://schemas.openxmlformats.org/officeDocument/2006/relationships/image" Target="../media/image77.png"/><Relationship Id="rId15" Type="http://schemas.openxmlformats.org/officeDocument/2006/relationships/image" Target="../media/image78.png"/><Relationship Id="rId16" Type="http://schemas.openxmlformats.org/officeDocument/2006/relationships/image" Target="../media/image79.png"/><Relationship Id="rId17" Type="http://schemas.openxmlformats.org/officeDocument/2006/relationships/image" Target="../media/image80.png"/><Relationship Id="rId18" Type="http://schemas.openxmlformats.org/officeDocument/2006/relationships/image" Target="../media/image81.png"/><Relationship Id="rId19" Type="http://schemas.openxmlformats.org/officeDocument/2006/relationships/image" Target="../media/image82.png"/><Relationship Id="rId20" Type="http://schemas.openxmlformats.org/officeDocument/2006/relationships/image" Target="../media/image83.png"/><Relationship Id="rId21" Type="http://schemas.openxmlformats.org/officeDocument/2006/relationships/image" Target="../media/image84.png"/><Relationship Id="rId22" Type="http://schemas.openxmlformats.org/officeDocument/2006/relationships/image" Target="../media/image85.png"/><Relationship Id="rId23" Type="http://schemas.openxmlformats.org/officeDocument/2006/relationships/image" Target="../media/image86.png"/><Relationship Id="rId24" Type="http://schemas.openxmlformats.org/officeDocument/2006/relationships/image" Target="../media/image87.png"/><Relationship Id="rId25" Type="http://schemas.openxmlformats.org/officeDocument/2006/relationships/image" Target="../media/image88.png"/><Relationship Id="rId26" Type="http://schemas.openxmlformats.org/officeDocument/2006/relationships/image" Target="../media/image89.png"/><Relationship Id="rId27" Type="http://schemas.openxmlformats.org/officeDocument/2006/relationships/image" Target="../media/image90.png"/><Relationship Id="rId28" Type="http://schemas.openxmlformats.org/officeDocument/2006/relationships/image" Target="../media/image91.png"/><Relationship Id="rId29" Type="http://schemas.openxmlformats.org/officeDocument/2006/relationships/image" Target="../media/image92.png"/><Relationship Id="rId30" Type="http://schemas.openxmlformats.org/officeDocument/2006/relationships/image" Target="../media/image93.png"/><Relationship Id="rId31" Type="http://schemas.openxmlformats.org/officeDocument/2006/relationships/image" Target="../media/image94.png"/><Relationship Id="rId32" Type="http://schemas.openxmlformats.org/officeDocument/2006/relationships/image" Target="../media/image95.png"/></Relationships>
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
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Relationship Id="rId3" Type="http://schemas.openxmlformats.org/officeDocument/2006/relationships/image" Target="../media/image96.png"/><Relationship Id="rId4" Type="http://schemas.openxmlformats.org/officeDocument/2006/relationships/image" Target="../media/image97.png"/><Relationship Id="rId5" Type="http://schemas.openxmlformats.org/officeDocument/2006/relationships/image" Target="../media/image98.png"/><Relationship Id="rId6" Type="http://schemas.openxmlformats.org/officeDocument/2006/relationships/image" Target="../media/image99.png"/><Relationship Id="rId7" Type="http://schemas.openxmlformats.org/officeDocument/2006/relationships/image" Target="../media/image100.png"/><Relationship Id="rId8" Type="http://schemas.openxmlformats.org/officeDocument/2006/relationships/image" Target="../media/image101.png"/><Relationship Id="rId9" Type="http://schemas.openxmlformats.org/officeDocument/2006/relationships/image" Target="../media/image102.png"/><Relationship Id="rId10" Type="http://schemas.openxmlformats.org/officeDocument/2006/relationships/image" Target="../media/image103.png"/><Relationship Id="rId11" Type="http://schemas.openxmlformats.org/officeDocument/2006/relationships/image" Target="../media/image104.png"/></Relationships>
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
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
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02170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86245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30" b="1">
                <a:solidFill>
                  <a:srgbClr val="40458B"/>
                </a:solidFill>
                <a:latin typeface="宋体"/>
                <a:cs typeface="宋体"/>
              </a:rPr>
              <a:t>1/81</a:t>
            </a:r>
            <a:endParaRPr baseline="1736" sz="2400">
              <a:latin typeface="宋体"/>
              <a:cs typeface="宋体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1555750" y="549275"/>
            <a:ext cx="7588250" cy="0"/>
          </a:xfrm>
          <a:custGeom>
            <a:avLst/>
            <a:gdLst/>
            <a:ahLst/>
            <a:cxnLst/>
            <a:rect l="l" t="t" r="r" b="b"/>
            <a:pathLst>
              <a:path w="7588250" h="0">
                <a:moveTo>
                  <a:pt x="0" y="0"/>
                </a:moveTo>
                <a:lnTo>
                  <a:pt x="7588250" y="0"/>
                </a:lnTo>
              </a:path>
            </a:pathLst>
          </a:custGeom>
          <a:ln w="38100">
            <a:solidFill>
              <a:srgbClr val="2C44A3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119062" y="188976"/>
            <a:ext cx="1437005" cy="274955"/>
            <a:chOff x="119062" y="188976"/>
            <a:chExt cx="1437005" cy="274955"/>
          </a:xfrm>
        </p:grpSpPr>
        <p:sp>
          <p:nvSpPr>
            <p:cNvPr id="5" name="object 5" descr=""/>
            <p:cNvSpPr/>
            <p:nvPr/>
          </p:nvSpPr>
          <p:spPr>
            <a:xfrm>
              <a:off x="119062" y="188976"/>
              <a:ext cx="499745" cy="274955"/>
            </a:xfrm>
            <a:custGeom>
              <a:avLst/>
              <a:gdLst/>
              <a:ahLst/>
              <a:cxnLst/>
              <a:rect l="l" t="t" r="r" b="b"/>
              <a:pathLst>
                <a:path w="499745" h="274955">
                  <a:moveTo>
                    <a:pt x="119837" y="0"/>
                  </a:moveTo>
                  <a:lnTo>
                    <a:pt x="4993" y="41528"/>
                  </a:lnTo>
                  <a:lnTo>
                    <a:pt x="264655" y="135508"/>
                  </a:lnTo>
                  <a:lnTo>
                    <a:pt x="0" y="231266"/>
                  </a:lnTo>
                  <a:lnTo>
                    <a:pt x="119837" y="274574"/>
                  </a:lnTo>
                  <a:lnTo>
                    <a:pt x="499338" y="137287"/>
                  </a:lnTo>
                  <a:lnTo>
                    <a:pt x="119837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85546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9621" y="0"/>
                  </a:moveTo>
                  <a:lnTo>
                    <a:pt x="4991" y="41528"/>
                  </a:lnTo>
                  <a:lnTo>
                    <a:pt x="264147" y="135508"/>
                  </a:lnTo>
                  <a:lnTo>
                    <a:pt x="0" y="231266"/>
                  </a:lnTo>
                  <a:lnTo>
                    <a:pt x="119621" y="274574"/>
                  </a:lnTo>
                  <a:lnTo>
                    <a:pt x="497141" y="137287"/>
                  </a:lnTo>
                  <a:lnTo>
                    <a:pt x="119621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058608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8363" y="0"/>
                  </a:moveTo>
                  <a:lnTo>
                    <a:pt x="4978" y="41528"/>
                  </a:lnTo>
                  <a:lnTo>
                    <a:pt x="264096" y="135508"/>
                  </a:lnTo>
                  <a:lnTo>
                    <a:pt x="0" y="231266"/>
                  </a:lnTo>
                  <a:lnTo>
                    <a:pt x="118363" y="274574"/>
                  </a:lnTo>
                  <a:lnTo>
                    <a:pt x="497141" y="137287"/>
                  </a:lnTo>
                  <a:lnTo>
                    <a:pt x="118363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1831594" y="1912780"/>
            <a:ext cx="5664835" cy="2879090"/>
          </a:xfrm>
          <a:prstGeom prst="rect">
            <a:avLst/>
          </a:prstGeom>
        </p:spPr>
        <p:txBody>
          <a:bodyPr wrap="square" lIns="0" tIns="121920" rIns="0" bIns="0" rtlCol="0" vert="horz">
            <a:spAutoFit/>
          </a:bodyPr>
          <a:lstStyle/>
          <a:p>
            <a:pPr lvl="1" marL="926465" indent="-913765">
              <a:lnSpc>
                <a:spcPct val="100000"/>
              </a:lnSpc>
              <a:spcBef>
                <a:spcPts val="960"/>
              </a:spcBef>
              <a:buClr>
                <a:srgbClr val="40458B"/>
              </a:buClr>
              <a:buAutoNum type="arabicPeriod"/>
              <a:tabLst>
                <a:tab pos="926465" algn="l"/>
              </a:tabLst>
            </a:pPr>
            <a:r>
              <a:rPr dirty="0" u="sng" sz="2400" spc="-10">
                <a:solidFill>
                  <a:srgbClr val="4668F5"/>
                </a:solidFill>
                <a:uFill>
                  <a:solidFill>
                    <a:srgbClr val="4668F5"/>
                  </a:solidFill>
                </a:uFill>
                <a:latin typeface="黑体"/>
                <a:cs typeface="黑体"/>
                <a:hlinkClick r:id="rId3" action="ppaction://hlinksldjump"/>
              </a:rPr>
              <a:t>I/O</a:t>
            </a:r>
            <a:r>
              <a:rPr dirty="0" u="sng" sz="2400" spc="-10">
                <a:solidFill>
                  <a:srgbClr val="4668F5"/>
                </a:solidFill>
                <a:uFill>
                  <a:solidFill>
                    <a:srgbClr val="4668F5"/>
                  </a:solidFill>
                </a:uFill>
                <a:latin typeface="黑体"/>
                <a:cs typeface="黑体"/>
                <a:hlinkClick r:id="rId3" action="ppaction://hlinksldjump"/>
              </a:rPr>
              <a:t>系统的性能</a:t>
            </a:r>
            <a:endParaRPr sz="2400">
              <a:latin typeface="黑体"/>
              <a:cs typeface="黑体"/>
            </a:endParaRPr>
          </a:p>
          <a:p>
            <a:pPr lvl="1" marL="926465" indent="-913765">
              <a:lnSpc>
                <a:spcPct val="100000"/>
              </a:lnSpc>
              <a:spcBef>
                <a:spcPts val="865"/>
              </a:spcBef>
              <a:buClr>
                <a:srgbClr val="40458B"/>
              </a:buClr>
              <a:buAutoNum type="arabicPeriod"/>
              <a:tabLst>
                <a:tab pos="926465" algn="l"/>
              </a:tabLst>
            </a:pPr>
            <a:r>
              <a:rPr dirty="0" u="sng" sz="2400" spc="-10">
                <a:solidFill>
                  <a:srgbClr val="4668F5"/>
                </a:solidFill>
                <a:uFill>
                  <a:solidFill>
                    <a:srgbClr val="4668F5"/>
                  </a:solidFill>
                </a:uFill>
                <a:latin typeface="黑体"/>
                <a:cs typeface="黑体"/>
                <a:hlinkClick r:id="rId4" action="ppaction://hlinksldjump"/>
              </a:rPr>
              <a:t>I/O</a:t>
            </a:r>
            <a:r>
              <a:rPr dirty="0" u="sng" sz="2400" spc="-10">
                <a:solidFill>
                  <a:srgbClr val="4668F5"/>
                </a:solidFill>
                <a:uFill>
                  <a:solidFill>
                    <a:srgbClr val="4668F5"/>
                  </a:solidFill>
                </a:uFill>
                <a:latin typeface="黑体"/>
                <a:cs typeface="黑体"/>
                <a:hlinkClick r:id="rId4" action="ppaction://hlinksldjump"/>
              </a:rPr>
              <a:t>系统的可靠性</a:t>
            </a:r>
            <a:r>
              <a:rPr dirty="0" u="sng" sz="2400" spc="-10">
                <a:solidFill>
                  <a:srgbClr val="4668F5"/>
                </a:solidFill>
                <a:uFill>
                  <a:solidFill>
                    <a:srgbClr val="4668F5"/>
                  </a:solidFill>
                </a:uFill>
                <a:latin typeface="黑体"/>
                <a:cs typeface="黑体"/>
                <a:hlinkClick r:id="rId4" action="ppaction://hlinksldjump"/>
              </a:rPr>
              <a:t>、</a:t>
            </a:r>
            <a:r>
              <a:rPr dirty="0" u="sng" sz="2400" spc="-20">
                <a:solidFill>
                  <a:srgbClr val="4668F5"/>
                </a:solidFill>
                <a:uFill>
                  <a:solidFill>
                    <a:srgbClr val="4668F5"/>
                  </a:solidFill>
                </a:uFill>
                <a:latin typeface="黑体"/>
                <a:cs typeface="黑体"/>
                <a:hlinkClick r:id="rId4" action="ppaction://hlinksldjump"/>
              </a:rPr>
              <a:t>可用性和可信性</a:t>
            </a:r>
            <a:endParaRPr sz="2400">
              <a:latin typeface="黑体"/>
              <a:cs typeface="黑体"/>
            </a:endParaRPr>
          </a:p>
          <a:p>
            <a:pPr lvl="1" marL="926465" indent="-913765">
              <a:lnSpc>
                <a:spcPct val="100000"/>
              </a:lnSpc>
              <a:spcBef>
                <a:spcPts val="865"/>
              </a:spcBef>
              <a:buClr>
                <a:srgbClr val="40458B"/>
              </a:buClr>
              <a:buAutoNum type="arabicPeriod"/>
              <a:tabLst>
                <a:tab pos="926465" algn="l"/>
              </a:tabLst>
            </a:pPr>
            <a:r>
              <a:rPr dirty="0" u="sng" sz="2400" spc="-5">
                <a:solidFill>
                  <a:srgbClr val="4668F5"/>
                </a:solidFill>
                <a:uFill>
                  <a:solidFill>
                    <a:srgbClr val="4668F5"/>
                  </a:solidFill>
                </a:uFill>
                <a:latin typeface="黑体"/>
                <a:cs typeface="黑体"/>
                <a:hlinkClick r:id="rId5" action="ppaction://hlinksldjump"/>
              </a:rPr>
              <a:t>廉价磁盘冗余阵列</a:t>
            </a:r>
            <a:r>
              <a:rPr dirty="0" u="sng" sz="2400" spc="-20">
                <a:solidFill>
                  <a:srgbClr val="4668F5"/>
                </a:solidFill>
                <a:uFill>
                  <a:solidFill>
                    <a:srgbClr val="4668F5"/>
                  </a:solidFill>
                </a:uFill>
                <a:latin typeface="黑体"/>
                <a:cs typeface="黑体"/>
                <a:hlinkClick r:id="rId5" action="ppaction://hlinksldjump"/>
              </a:rPr>
              <a:t>RAID</a:t>
            </a:r>
            <a:endParaRPr sz="2400">
              <a:latin typeface="黑体"/>
              <a:cs typeface="黑体"/>
            </a:endParaRPr>
          </a:p>
          <a:p>
            <a:pPr lvl="1" marL="926465" indent="-913765">
              <a:lnSpc>
                <a:spcPct val="100000"/>
              </a:lnSpc>
              <a:spcBef>
                <a:spcPts val="865"/>
              </a:spcBef>
              <a:buClr>
                <a:srgbClr val="40458B"/>
              </a:buClr>
              <a:buAutoNum type="arabicPeriod"/>
              <a:tabLst>
                <a:tab pos="926465" algn="l"/>
              </a:tabLst>
            </a:pPr>
            <a:r>
              <a:rPr dirty="0" u="sng" sz="2400" spc="-25">
                <a:solidFill>
                  <a:srgbClr val="4668F5"/>
                </a:solidFill>
                <a:uFill>
                  <a:solidFill>
                    <a:srgbClr val="4668F5"/>
                  </a:solidFill>
                </a:uFill>
                <a:latin typeface="黑体"/>
                <a:cs typeface="黑体"/>
                <a:hlinkClick r:id="rId6" action="ppaction://hlinksldjump"/>
              </a:rPr>
              <a:t>总线</a:t>
            </a:r>
            <a:endParaRPr sz="2400">
              <a:latin typeface="黑体"/>
              <a:cs typeface="黑体"/>
            </a:endParaRPr>
          </a:p>
          <a:p>
            <a:pPr lvl="1" marL="926465" indent="-913765">
              <a:lnSpc>
                <a:spcPct val="100000"/>
              </a:lnSpc>
              <a:spcBef>
                <a:spcPts val="865"/>
              </a:spcBef>
              <a:buClr>
                <a:srgbClr val="40458B"/>
              </a:buClr>
              <a:buAutoNum type="arabicPeriod"/>
              <a:tabLst>
                <a:tab pos="926465" algn="l"/>
              </a:tabLst>
            </a:pPr>
            <a:r>
              <a:rPr dirty="0" u="sng" sz="2400" spc="-10">
                <a:solidFill>
                  <a:srgbClr val="4668F5"/>
                </a:solidFill>
                <a:uFill>
                  <a:solidFill>
                    <a:srgbClr val="4668F5"/>
                  </a:solidFill>
                </a:uFill>
                <a:latin typeface="黑体"/>
                <a:cs typeface="黑体"/>
                <a:hlinkClick r:id="rId7" action="ppaction://hlinksldjump"/>
              </a:rPr>
              <a:t>通道处理机</a:t>
            </a:r>
            <a:endParaRPr sz="2400">
              <a:latin typeface="黑体"/>
              <a:cs typeface="黑体"/>
            </a:endParaRPr>
          </a:p>
          <a:p>
            <a:pPr lvl="1" marL="926465" indent="-913765">
              <a:lnSpc>
                <a:spcPct val="100000"/>
              </a:lnSpc>
              <a:spcBef>
                <a:spcPts val="865"/>
              </a:spcBef>
              <a:buClr>
                <a:srgbClr val="40458B"/>
              </a:buClr>
              <a:buAutoNum type="arabicPeriod"/>
              <a:tabLst>
                <a:tab pos="926465" algn="l"/>
              </a:tabLst>
            </a:pPr>
            <a:r>
              <a:rPr dirty="0" u="sng" sz="2400" spc="-10">
                <a:solidFill>
                  <a:srgbClr val="4668F5"/>
                </a:solidFill>
                <a:uFill>
                  <a:solidFill>
                    <a:srgbClr val="4668F5"/>
                  </a:solidFill>
                </a:uFill>
                <a:latin typeface="黑体"/>
                <a:cs typeface="黑体"/>
                <a:hlinkClick r:id="rId8" action="ppaction://hlinksldjump"/>
              </a:rPr>
              <a:t>I/O</a:t>
            </a:r>
            <a:r>
              <a:rPr dirty="0" u="sng" sz="2400" spc="-10">
                <a:solidFill>
                  <a:srgbClr val="4668F5"/>
                </a:solidFill>
                <a:uFill>
                  <a:solidFill>
                    <a:srgbClr val="4668F5"/>
                  </a:solidFill>
                </a:uFill>
                <a:latin typeface="黑体"/>
                <a:cs typeface="黑体"/>
                <a:hlinkClick r:id="rId8" action="ppaction://hlinksldjump"/>
              </a:rPr>
              <a:t>与操作系统</a:t>
            </a:r>
            <a:endParaRPr sz="2400">
              <a:latin typeface="黑体"/>
              <a:cs typeface="黑体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2367533" y="1165047"/>
            <a:ext cx="3686810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none" sz="3200" spc="-10">
                <a:solidFill>
                  <a:srgbClr val="D50092"/>
                </a:solidFill>
              </a:rPr>
              <a:t>第8</a:t>
            </a:r>
            <a:r>
              <a:rPr dirty="0" u="none" sz="3200" spc="-15">
                <a:solidFill>
                  <a:srgbClr val="D50092"/>
                </a:solidFill>
              </a:rPr>
              <a:t>章 输入输出系统</a:t>
            </a:r>
            <a:endParaRPr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02170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86245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30" b="1">
                <a:solidFill>
                  <a:srgbClr val="40458B"/>
                </a:solidFill>
                <a:latin typeface="宋体"/>
                <a:cs typeface="宋体"/>
              </a:rPr>
              <a:t>2/81</a:t>
            </a:r>
            <a:endParaRPr baseline="1736" sz="2400">
              <a:latin typeface="宋体"/>
              <a:cs typeface="宋体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19062" y="188976"/>
            <a:ext cx="1437005" cy="274955"/>
            <a:chOff x="119062" y="188976"/>
            <a:chExt cx="1437005" cy="274955"/>
          </a:xfrm>
        </p:grpSpPr>
        <p:sp>
          <p:nvSpPr>
            <p:cNvPr id="4" name="object 4" descr=""/>
            <p:cNvSpPr/>
            <p:nvPr/>
          </p:nvSpPr>
          <p:spPr>
            <a:xfrm>
              <a:off x="119062" y="188976"/>
              <a:ext cx="499745" cy="274955"/>
            </a:xfrm>
            <a:custGeom>
              <a:avLst/>
              <a:gdLst/>
              <a:ahLst/>
              <a:cxnLst/>
              <a:rect l="l" t="t" r="r" b="b"/>
              <a:pathLst>
                <a:path w="499745" h="274955">
                  <a:moveTo>
                    <a:pt x="119837" y="0"/>
                  </a:moveTo>
                  <a:lnTo>
                    <a:pt x="4993" y="41528"/>
                  </a:lnTo>
                  <a:lnTo>
                    <a:pt x="264655" y="135508"/>
                  </a:lnTo>
                  <a:lnTo>
                    <a:pt x="0" y="231266"/>
                  </a:lnTo>
                  <a:lnTo>
                    <a:pt x="119837" y="274574"/>
                  </a:lnTo>
                  <a:lnTo>
                    <a:pt x="499338" y="137287"/>
                  </a:lnTo>
                  <a:lnTo>
                    <a:pt x="119837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85546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9621" y="0"/>
                  </a:moveTo>
                  <a:lnTo>
                    <a:pt x="4991" y="41528"/>
                  </a:lnTo>
                  <a:lnTo>
                    <a:pt x="264147" y="135508"/>
                  </a:lnTo>
                  <a:lnTo>
                    <a:pt x="0" y="231266"/>
                  </a:lnTo>
                  <a:lnTo>
                    <a:pt x="119621" y="274574"/>
                  </a:lnTo>
                  <a:lnTo>
                    <a:pt x="497141" y="137287"/>
                  </a:lnTo>
                  <a:lnTo>
                    <a:pt x="119621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058608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8363" y="0"/>
                  </a:moveTo>
                  <a:lnTo>
                    <a:pt x="4978" y="41528"/>
                  </a:lnTo>
                  <a:lnTo>
                    <a:pt x="264096" y="135508"/>
                  </a:lnTo>
                  <a:lnTo>
                    <a:pt x="0" y="231266"/>
                  </a:lnTo>
                  <a:lnTo>
                    <a:pt x="118363" y="274574"/>
                  </a:lnTo>
                  <a:lnTo>
                    <a:pt x="497141" y="137287"/>
                  </a:lnTo>
                  <a:lnTo>
                    <a:pt x="118363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600315" algn="l"/>
              </a:tabLst>
            </a:pPr>
            <a:r>
              <a:rPr dirty="0" spc="35"/>
              <a:t>  </a:t>
            </a:r>
            <a:r>
              <a:rPr dirty="0"/>
              <a:t>与《组成原理》</a:t>
            </a:r>
            <a:r>
              <a:rPr dirty="0" spc="-20">
                <a:latin typeface="Tahoma"/>
                <a:cs typeface="Tahoma"/>
              </a:rPr>
              <a:t>I/O</a:t>
            </a:r>
            <a:r>
              <a:rPr dirty="0"/>
              <a:t>系统的区</a:t>
            </a:r>
            <a:r>
              <a:rPr dirty="0" spc="-50"/>
              <a:t>别</a:t>
            </a:r>
            <a:r>
              <a:rPr dirty="0"/>
              <a:t>	</a:t>
            </a:r>
          </a:p>
        </p:txBody>
      </p:sp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5372" y="1360130"/>
            <a:ext cx="8077902" cy="3188942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825804" y="4973192"/>
            <a:ext cx="6884670" cy="1128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40458B"/>
                </a:solidFill>
                <a:latin typeface="黑体"/>
                <a:cs typeface="黑体"/>
              </a:rPr>
              <a:t>组成：侧重端口、芯片等工作原理---建立硬件基础</a:t>
            </a:r>
            <a:endParaRPr sz="2400">
              <a:latin typeface="黑体"/>
              <a:cs typeface="黑体"/>
            </a:endParaRPr>
          </a:p>
          <a:p>
            <a:pPr marL="12700">
              <a:lnSpc>
                <a:spcPct val="100000"/>
              </a:lnSpc>
              <a:spcBef>
                <a:spcPts val="2920"/>
              </a:spcBef>
            </a:pPr>
            <a:r>
              <a:rPr dirty="0" sz="2400" spc="-5">
                <a:solidFill>
                  <a:srgbClr val="40458B"/>
                </a:solidFill>
                <a:latin typeface="黑体"/>
                <a:cs typeface="黑体"/>
              </a:rPr>
              <a:t>系统结构：侧重系统设计权衡----建立系统思维</a:t>
            </a:r>
            <a:endParaRPr sz="24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02170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86245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30" b="1">
                <a:solidFill>
                  <a:srgbClr val="40458B"/>
                </a:solidFill>
                <a:latin typeface="宋体"/>
                <a:cs typeface="宋体"/>
              </a:rPr>
              <a:t>3/81</a:t>
            </a:r>
            <a:endParaRPr baseline="1736" sz="2400">
              <a:latin typeface="宋体"/>
              <a:cs typeface="宋体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1555750" y="549275"/>
            <a:ext cx="7588250" cy="0"/>
          </a:xfrm>
          <a:custGeom>
            <a:avLst/>
            <a:gdLst/>
            <a:ahLst/>
            <a:cxnLst/>
            <a:rect l="l" t="t" r="r" b="b"/>
            <a:pathLst>
              <a:path w="7588250" h="0">
                <a:moveTo>
                  <a:pt x="0" y="0"/>
                </a:moveTo>
                <a:lnTo>
                  <a:pt x="7588250" y="0"/>
                </a:lnTo>
              </a:path>
            </a:pathLst>
          </a:custGeom>
          <a:ln w="38100">
            <a:solidFill>
              <a:srgbClr val="2C44A3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119062" y="188976"/>
            <a:ext cx="1437005" cy="274955"/>
            <a:chOff x="119062" y="188976"/>
            <a:chExt cx="1437005" cy="274955"/>
          </a:xfrm>
        </p:grpSpPr>
        <p:sp>
          <p:nvSpPr>
            <p:cNvPr id="5" name="object 5" descr=""/>
            <p:cNvSpPr/>
            <p:nvPr/>
          </p:nvSpPr>
          <p:spPr>
            <a:xfrm>
              <a:off x="119062" y="188976"/>
              <a:ext cx="499745" cy="274955"/>
            </a:xfrm>
            <a:custGeom>
              <a:avLst/>
              <a:gdLst/>
              <a:ahLst/>
              <a:cxnLst/>
              <a:rect l="l" t="t" r="r" b="b"/>
              <a:pathLst>
                <a:path w="499745" h="274955">
                  <a:moveTo>
                    <a:pt x="119837" y="0"/>
                  </a:moveTo>
                  <a:lnTo>
                    <a:pt x="4993" y="41528"/>
                  </a:lnTo>
                  <a:lnTo>
                    <a:pt x="264655" y="135508"/>
                  </a:lnTo>
                  <a:lnTo>
                    <a:pt x="0" y="231266"/>
                  </a:lnTo>
                  <a:lnTo>
                    <a:pt x="119837" y="274574"/>
                  </a:lnTo>
                  <a:lnTo>
                    <a:pt x="499338" y="137287"/>
                  </a:lnTo>
                  <a:lnTo>
                    <a:pt x="119837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85546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9621" y="0"/>
                  </a:moveTo>
                  <a:lnTo>
                    <a:pt x="4991" y="41528"/>
                  </a:lnTo>
                  <a:lnTo>
                    <a:pt x="264147" y="135508"/>
                  </a:lnTo>
                  <a:lnTo>
                    <a:pt x="0" y="231266"/>
                  </a:lnTo>
                  <a:lnTo>
                    <a:pt x="119621" y="274574"/>
                  </a:lnTo>
                  <a:lnTo>
                    <a:pt x="497141" y="137287"/>
                  </a:lnTo>
                  <a:lnTo>
                    <a:pt x="119621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058608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8363" y="0"/>
                  </a:moveTo>
                  <a:lnTo>
                    <a:pt x="4978" y="41528"/>
                  </a:lnTo>
                  <a:lnTo>
                    <a:pt x="264096" y="135508"/>
                  </a:lnTo>
                  <a:lnTo>
                    <a:pt x="0" y="231266"/>
                  </a:lnTo>
                  <a:lnTo>
                    <a:pt x="118363" y="274574"/>
                  </a:lnTo>
                  <a:lnTo>
                    <a:pt x="497141" y="137287"/>
                  </a:lnTo>
                  <a:lnTo>
                    <a:pt x="118363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1050442" y="982559"/>
            <a:ext cx="6426835" cy="4357370"/>
          </a:xfrm>
          <a:prstGeom prst="rect">
            <a:avLst/>
          </a:prstGeom>
        </p:spPr>
        <p:txBody>
          <a:bodyPr wrap="square" lIns="0" tIns="127000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0"/>
              </a:spcBef>
              <a:buClr>
                <a:srgbClr val="40458B"/>
              </a:buClr>
              <a:buAutoNum type="arabicPeriod"/>
              <a:tabLst>
                <a:tab pos="469265" algn="l"/>
              </a:tabLst>
            </a:pPr>
            <a:r>
              <a:rPr dirty="0" sz="2400">
                <a:solidFill>
                  <a:srgbClr val="E14B04"/>
                </a:solidFill>
                <a:latin typeface="黑体"/>
                <a:cs typeface="黑体"/>
              </a:rPr>
              <a:t>输入/输出系统简称</a:t>
            </a:r>
            <a:r>
              <a:rPr dirty="0" sz="2400">
                <a:solidFill>
                  <a:srgbClr val="D50092"/>
                </a:solidFill>
                <a:latin typeface="黑体"/>
                <a:cs typeface="黑体"/>
              </a:rPr>
              <a:t>I/O</a:t>
            </a:r>
            <a:r>
              <a:rPr dirty="0" sz="2400" spc="-25">
                <a:solidFill>
                  <a:srgbClr val="D50092"/>
                </a:solidFill>
                <a:latin typeface="黑体"/>
                <a:cs typeface="黑体"/>
              </a:rPr>
              <a:t>系统</a:t>
            </a:r>
            <a:endParaRPr sz="2400">
              <a:latin typeface="黑体"/>
              <a:cs typeface="黑体"/>
            </a:endParaRPr>
          </a:p>
          <a:p>
            <a:pPr marL="641985">
              <a:lnSpc>
                <a:spcPct val="100000"/>
              </a:lnSpc>
              <a:spcBef>
                <a:spcPts val="825"/>
              </a:spcBef>
            </a:pP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它包括：</a:t>
            </a:r>
            <a:endParaRPr sz="2200">
              <a:latin typeface="黑体"/>
              <a:cs typeface="黑体"/>
            </a:endParaRPr>
          </a:p>
          <a:p>
            <a:pPr lvl="1" marL="948690" indent="-360045">
              <a:lnSpc>
                <a:spcPct val="100000"/>
              </a:lnSpc>
              <a:spcBef>
                <a:spcPts val="740"/>
              </a:spcBef>
              <a:buClr>
                <a:srgbClr val="4668F5"/>
              </a:buClr>
              <a:buSzPct val="60000"/>
              <a:buFont typeface="Wingdings"/>
              <a:buChar char=""/>
              <a:tabLst>
                <a:tab pos="948690" algn="l"/>
              </a:tabLst>
            </a:pPr>
            <a:r>
              <a:rPr dirty="0" sz="2000" spc="-10" b="1">
                <a:solidFill>
                  <a:srgbClr val="9933FF"/>
                </a:solidFill>
                <a:latin typeface="宋体"/>
                <a:cs typeface="宋体"/>
              </a:rPr>
              <a:t>I/O</a:t>
            </a:r>
            <a:r>
              <a:rPr dirty="0" sz="2000" spc="-30" b="1">
                <a:solidFill>
                  <a:srgbClr val="FF5CFF"/>
                </a:solidFill>
                <a:latin typeface="宋体"/>
                <a:cs typeface="宋体"/>
              </a:rPr>
              <a:t>设备</a:t>
            </a:r>
            <a:endParaRPr sz="2000">
              <a:latin typeface="宋体"/>
              <a:cs typeface="宋体"/>
            </a:endParaRPr>
          </a:p>
          <a:p>
            <a:pPr lvl="1" marL="948690" indent="-360045">
              <a:lnSpc>
                <a:spcPct val="100000"/>
              </a:lnSpc>
              <a:spcBef>
                <a:spcPts val="720"/>
              </a:spcBef>
              <a:buClr>
                <a:srgbClr val="4668F5"/>
              </a:buClr>
              <a:buSzPct val="60000"/>
              <a:buFont typeface="Wingdings"/>
              <a:buChar char=""/>
              <a:tabLst>
                <a:tab pos="948690" algn="l"/>
              </a:tabLst>
            </a:pPr>
            <a:r>
              <a:rPr dirty="0" sz="2000" spc="-10" b="1">
                <a:solidFill>
                  <a:srgbClr val="9933FF"/>
                </a:solidFill>
                <a:latin typeface="宋体"/>
                <a:cs typeface="宋体"/>
              </a:rPr>
              <a:t>I/O</a:t>
            </a:r>
            <a:r>
              <a:rPr dirty="0" sz="2000" spc="-20" b="1">
                <a:solidFill>
                  <a:srgbClr val="FF5CFF"/>
                </a:solidFill>
                <a:latin typeface="宋体"/>
                <a:cs typeface="宋体"/>
              </a:rPr>
              <a:t>设备与处理机的连接</a:t>
            </a:r>
            <a:endParaRPr sz="2000">
              <a:latin typeface="宋体"/>
              <a:cs typeface="宋体"/>
            </a:endParaRPr>
          </a:p>
          <a:p>
            <a:pPr marL="468630" indent="-455930">
              <a:lnSpc>
                <a:spcPct val="100000"/>
              </a:lnSpc>
              <a:spcBef>
                <a:spcPts val="815"/>
              </a:spcBef>
              <a:buClr>
                <a:srgbClr val="40458B"/>
              </a:buClr>
              <a:buAutoNum type="arabicPeriod" startAt="2"/>
              <a:tabLst>
                <a:tab pos="468630" algn="l"/>
              </a:tabLst>
            </a:pPr>
            <a:r>
              <a:rPr dirty="0" sz="2400" spc="-10">
                <a:solidFill>
                  <a:srgbClr val="E14B04"/>
                </a:solidFill>
                <a:latin typeface="黑体"/>
                <a:cs typeface="黑体"/>
              </a:rPr>
              <a:t>I/O</a:t>
            </a:r>
            <a:r>
              <a:rPr dirty="0" sz="2400" spc="-15">
                <a:solidFill>
                  <a:srgbClr val="E14B04"/>
                </a:solidFill>
                <a:latin typeface="黑体"/>
                <a:cs typeface="黑体"/>
              </a:rPr>
              <a:t>系统是计算机系统中的一个重要组成部分</a:t>
            </a:r>
            <a:endParaRPr sz="2400">
              <a:latin typeface="黑体"/>
              <a:cs typeface="黑体"/>
            </a:endParaRPr>
          </a:p>
          <a:p>
            <a:pPr marL="1099185" indent="-457200">
              <a:lnSpc>
                <a:spcPct val="100000"/>
              </a:lnSpc>
              <a:spcBef>
                <a:spcPts val="825"/>
              </a:spcBef>
              <a:buSzPct val="88636"/>
              <a:buFont typeface="Wingdings"/>
              <a:buChar char=""/>
              <a:tabLst>
                <a:tab pos="1099185" algn="l"/>
              </a:tabLst>
            </a:pP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完成计算机与外界的信息交换</a:t>
            </a:r>
            <a:endParaRPr sz="2200">
              <a:latin typeface="黑体"/>
              <a:cs typeface="黑体"/>
            </a:endParaRPr>
          </a:p>
          <a:p>
            <a:pPr marL="1099185" indent="-457200">
              <a:lnSpc>
                <a:spcPct val="100000"/>
              </a:lnSpc>
              <a:spcBef>
                <a:spcPts val="790"/>
              </a:spcBef>
              <a:buSzPct val="88636"/>
              <a:buFont typeface="Wingdings"/>
              <a:buChar char=""/>
              <a:tabLst>
                <a:tab pos="1099185" algn="l"/>
              </a:tabLst>
            </a:pP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给计算机提供大容量的外部存储器</a:t>
            </a:r>
            <a:endParaRPr sz="2200">
              <a:latin typeface="黑体"/>
              <a:cs typeface="黑体"/>
            </a:endParaRPr>
          </a:p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dirty="0" sz="2400">
                <a:solidFill>
                  <a:srgbClr val="40458B"/>
                </a:solidFill>
                <a:latin typeface="黑体"/>
                <a:cs typeface="黑体"/>
              </a:rPr>
              <a:t>3</a:t>
            </a:r>
            <a:r>
              <a:rPr dirty="0" sz="2400" spc="-5">
                <a:solidFill>
                  <a:srgbClr val="40458B"/>
                </a:solidFill>
                <a:latin typeface="黑体"/>
                <a:cs typeface="黑体"/>
              </a:rPr>
              <a:t>. </a:t>
            </a:r>
            <a:r>
              <a:rPr dirty="0" sz="2400" spc="-5">
                <a:solidFill>
                  <a:srgbClr val="E14B04"/>
                </a:solidFill>
                <a:latin typeface="黑体"/>
                <a:cs typeface="黑体"/>
              </a:rPr>
              <a:t>按照主要完成的工作进行分类：</a:t>
            </a:r>
            <a:endParaRPr sz="2400">
              <a:latin typeface="黑体"/>
              <a:cs typeface="黑体"/>
            </a:endParaRPr>
          </a:p>
          <a:p>
            <a:pPr marL="948690" indent="-360045">
              <a:lnSpc>
                <a:spcPct val="100000"/>
              </a:lnSpc>
              <a:spcBef>
                <a:spcPts val="775"/>
              </a:spcBef>
              <a:buClr>
                <a:srgbClr val="4668F5"/>
              </a:buClr>
              <a:buSzPct val="60000"/>
              <a:buFont typeface="Wingdings"/>
              <a:buChar char=""/>
              <a:tabLst>
                <a:tab pos="948690" algn="l"/>
              </a:tabLst>
            </a:pPr>
            <a:r>
              <a:rPr dirty="0" sz="2000" spc="-10" b="1">
                <a:solidFill>
                  <a:srgbClr val="D50092"/>
                </a:solidFill>
                <a:latin typeface="宋体"/>
                <a:cs typeface="宋体"/>
              </a:rPr>
              <a:t>存储I/O系统</a:t>
            </a:r>
            <a:r>
              <a:rPr dirty="0" sz="2000" spc="-10" b="1">
                <a:solidFill>
                  <a:srgbClr val="FF5CFF"/>
                </a:solidFill>
                <a:latin typeface="宋体"/>
                <a:cs typeface="宋体"/>
              </a:rPr>
              <a:t>（</a:t>
            </a:r>
            <a:r>
              <a:rPr dirty="0" sz="2000" spc="-20" b="1">
                <a:solidFill>
                  <a:srgbClr val="FF5CFF"/>
                </a:solidFill>
                <a:latin typeface="宋体"/>
                <a:cs typeface="宋体"/>
              </a:rPr>
              <a:t>本章内容</a:t>
            </a:r>
            <a:r>
              <a:rPr dirty="0" sz="2000" spc="-50" b="1">
                <a:solidFill>
                  <a:srgbClr val="FF5CFF"/>
                </a:solidFill>
                <a:latin typeface="宋体"/>
                <a:cs typeface="宋体"/>
              </a:rPr>
              <a:t>）</a:t>
            </a:r>
            <a:endParaRPr sz="2000">
              <a:latin typeface="宋体"/>
              <a:cs typeface="宋体"/>
            </a:endParaRPr>
          </a:p>
          <a:p>
            <a:pPr marL="948690" indent="-360045">
              <a:lnSpc>
                <a:spcPct val="100000"/>
              </a:lnSpc>
              <a:spcBef>
                <a:spcPts val="720"/>
              </a:spcBef>
              <a:buClr>
                <a:srgbClr val="4668F5"/>
              </a:buClr>
              <a:buSzPct val="60000"/>
              <a:buFont typeface="Wingdings"/>
              <a:buChar char=""/>
              <a:tabLst>
                <a:tab pos="948690" algn="l"/>
              </a:tabLst>
            </a:pPr>
            <a:r>
              <a:rPr dirty="0" sz="2000" spc="-10" b="1">
                <a:solidFill>
                  <a:srgbClr val="FF5CFF"/>
                </a:solidFill>
                <a:latin typeface="宋体"/>
                <a:cs typeface="宋体"/>
              </a:rPr>
              <a:t>通信I/O</a:t>
            </a:r>
            <a:r>
              <a:rPr dirty="0" sz="2000" spc="-30" b="1">
                <a:solidFill>
                  <a:srgbClr val="FF5CFF"/>
                </a:solidFill>
                <a:latin typeface="宋体"/>
                <a:cs typeface="宋体"/>
              </a:rPr>
              <a:t>系统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755139" y="83261"/>
            <a:ext cx="3684270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28700" algn="l"/>
              </a:tabLst>
            </a:pPr>
            <a:r>
              <a:rPr dirty="0" u="none" sz="3200" spc="-25">
                <a:solidFill>
                  <a:srgbClr val="000000"/>
                </a:solidFill>
              </a:rPr>
              <a:t>8.1</a:t>
            </a:r>
            <a:r>
              <a:rPr dirty="0" u="none" sz="3200">
                <a:solidFill>
                  <a:srgbClr val="000000"/>
                </a:solidFill>
              </a:rPr>
              <a:t>	</a:t>
            </a:r>
            <a:r>
              <a:rPr dirty="0" u="none" sz="3200" spc="-10">
                <a:solidFill>
                  <a:srgbClr val="000000"/>
                </a:solidFill>
              </a:rPr>
              <a:t>I/O</a:t>
            </a:r>
            <a:r>
              <a:rPr dirty="0" u="none" sz="3200" spc="-20">
                <a:solidFill>
                  <a:srgbClr val="000000"/>
                </a:solidFill>
              </a:rPr>
              <a:t>系统的性能</a:t>
            </a:r>
            <a:endParaRPr sz="3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02170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86245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30" b="1">
                <a:solidFill>
                  <a:srgbClr val="40458B"/>
                </a:solidFill>
                <a:latin typeface="宋体"/>
                <a:cs typeface="宋体"/>
              </a:rPr>
              <a:t>4/81</a:t>
            </a:r>
            <a:endParaRPr baseline="1736" sz="2400">
              <a:latin typeface="宋体"/>
              <a:cs typeface="宋体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19062" y="188976"/>
            <a:ext cx="1437005" cy="274955"/>
            <a:chOff x="119062" y="188976"/>
            <a:chExt cx="1437005" cy="274955"/>
          </a:xfrm>
        </p:grpSpPr>
        <p:sp>
          <p:nvSpPr>
            <p:cNvPr id="4" name="object 4" descr=""/>
            <p:cNvSpPr/>
            <p:nvPr/>
          </p:nvSpPr>
          <p:spPr>
            <a:xfrm>
              <a:off x="119062" y="188976"/>
              <a:ext cx="499745" cy="274955"/>
            </a:xfrm>
            <a:custGeom>
              <a:avLst/>
              <a:gdLst/>
              <a:ahLst/>
              <a:cxnLst/>
              <a:rect l="l" t="t" r="r" b="b"/>
              <a:pathLst>
                <a:path w="499745" h="274955">
                  <a:moveTo>
                    <a:pt x="119837" y="0"/>
                  </a:moveTo>
                  <a:lnTo>
                    <a:pt x="4993" y="41528"/>
                  </a:lnTo>
                  <a:lnTo>
                    <a:pt x="264655" y="135508"/>
                  </a:lnTo>
                  <a:lnTo>
                    <a:pt x="0" y="231266"/>
                  </a:lnTo>
                  <a:lnTo>
                    <a:pt x="119837" y="274574"/>
                  </a:lnTo>
                  <a:lnTo>
                    <a:pt x="499338" y="137287"/>
                  </a:lnTo>
                  <a:lnTo>
                    <a:pt x="119837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85546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9621" y="0"/>
                  </a:moveTo>
                  <a:lnTo>
                    <a:pt x="4991" y="41528"/>
                  </a:lnTo>
                  <a:lnTo>
                    <a:pt x="264147" y="135508"/>
                  </a:lnTo>
                  <a:lnTo>
                    <a:pt x="0" y="231266"/>
                  </a:lnTo>
                  <a:lnTo>
                    <a:pt x="119621" y="274574"/>
                  </a:lnTo>
                  <a:lnTo>
                    <a:pt x="497141" y="137287"/>
                  </a:lnTo>
                  <a:lnTo>
                    <a:pt x="119621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058608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8363" y="0"/>
                  </a:moveTo>
                  <a:lnTo>
                    <a:pt x="4978" y="41528"/>
                  </a:lnTo>
                  <a:lnTo>
                    <a:pt x="264096" y="135508"/>
                  </a:lnTo>
                  <a:lnTo>
                    <a:pt x="0" y="231266"/>
                  </a:lnTo>
                  <a:lnTo>
                    <a:pt x="118363" y="274574"/>
                  </a:lnTo>
                  <a:lnTo>
                    <a:pt x="497141" y="137287"/>
                  </a:lnTo>
                  <a:lnTo>
                    <a:pt x="118363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38200" algn="l"/>
                <a:tab pos="7600315" algn="l"/>
              </a:tabLst>
            </a:pPr>
            <a:r>
              <a:rPr dirty="0"/>
              <a:t>	8.1</a:t>
            </a:r>
            <a:r>
              <a:rPr dirty="0" spc="15"/>
              <a:t> </a:t>
            </a:r>
            <a:r>
              <a:rPr dirty="0" spc="-10"/>
              <a:t>I/O</a:t>
            </a:r>
            <a:r>
              <a:rPr dirty="0"/>
              <a:t>系统的性</a:t>
            </a:r>
            <a:r>
              <a:rPr dirty="0" spc="-50"/>
              <a:t>能</a:t>
            </a:r>
            <a:r>
              <a:rPr dirty="0"/>
              <a:t>	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258267" y="1127883"/>
            <a:ext cx="8802370" cy="42913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69900" marR="5080" indent="-457200">
              <a:lnSpc>
                <a:spcPct val="120000"/>
              </a:lnSpc>
              <a:spcBef>
                <a:spcPts val="95"/>
              </a:spcBef>
              <a:buClr>
                <a:srgbClr val="40458B"/>
              </a:buClr>
              <a:buAutoNum type="arabicPeriod" startAt="4"/>
              <a:tabLst>
                <a:tab pos="469900" algn="l"/>
              </a:tabLst>
            </a:pPr>
            <a:r>
              <a:rPr dirty="0" sz="2400" spc="-20">
                <a:solidFill>
                  <a:srgbClr val="E14B04"/>
                </a:solidFill>
                <a:latin typeface="Times New Roman"/>
                <a:cs typeface="Times New Roman"/>
              </a:rPr>
              <a:t>I/O</a:t>
            </a:r>
            <a:r>
              <a:rPr dirty="0" sz="2400">
                <a:solidFill>
                  <a:srgbClr val="E14B04"/>
                </a:solidFill>
                <a:latin typeface="黑体"/>
                <a:cs typeface="黑体"/>
              </a:rPr>
              <a:t>系统的性能对</a:t>
            </a:r>
            <a:r>
              <a:rPr dirty="0" sz="2400" spc="-30">
                <a:solidFill>
                  <a:srgbClr val="E14B04"/>
                </a:solidFill>
                <a:latin typeface="Times New Roman"/>
                <a:cs typeface="Times New Roman"/>
              </a:rPr>
              <a:t>CPU</a:t>
            </a:r>
            <a:r>
              <a:rPr dirty="0" sz="2400" spc="-5">
                <a:solidFill>
                  <a:srgbClr val="E14B04"/>
                </a:solidFill>
                <a:latin typeface="黑体"/>
                <a:cs typeface="黑体"/>
              </a:rPr>
              <a:t>的性能有很大的影响，若两者的性能不匹</a:t>
            </a:r>
            <a:r>
              <a:rPr dirty="0" sz="2400" spc="-10">
                <a:solidFill>
                  <a:srgbClr val="E14B04"/>
                </a:solidFill>
                <a:latin typeface="黑体"/>
                <a:cs typeface="黑体"/>
              </a:rPr>
              <a:t>配，</a:t>
            </a:r>
            <a:r>
              <a:rPr dirty="0" sz="2400" spc="-10">
                <a:solidFill>
                  <a:srgbClr val="E14B04"/>
                </a:solidFill>
                <a:latin typeface="Times New Roman"/>
                <a:cs typeface="Times New Roman"/>
              </a:rPr>
              <a:t>I/O</a:t>
            </a:r>
            <a:r>
              <a:rPr dirty="0" sz="2400" spc="-5">
                <a:solidFill>
                  <a:srgbClr val="E14B04"/>
                </a:solidFill>
                <a:latin typeface="黑体"/>
                <a:cs typeface="黑体"/>
              </a:rPr>
              <a:t>系统就有可能成为整个系统的瓶颈。</a:t>
            </a:r>
            <a:endParaRPr sz="2400">
              <a:latin typeface="黑体"/>
              <a:cs typeface="黑体"/>
            </a:endParaRPr>
          </a:p>
          <a:p>
            <a:pPr lvl="1" marL="355600" marR="203200" indent="-342900">
              <a:lnSpc>
                <a:spcPct val="120000"/>
              </a:lnSpc>
              <a:spcBef>
                <a:spcPts val="580"/>
              </a:spcBef>
              <a:buFont typeface="Wingdings"/>
              <a:buChar char=""/>
              <a:tabLst>
                <a:tab pos="355600" algn="l"/>
                <a:tab pos="812165" algn="l"/>
              </a:tabLst>
            </a:pPr>
            <a:r>
              <a:rPr dirty="0" sz="2400">
                <a:solidFill>
                  <a:srgbClr val="40458B"/>
                </a:solidFill>
                <a:latin typeface="Times New Roman"/>
                <a:cs typeface="Times New Roman"/>
              </a:rPr>
              <a:t>	</a:t>
            </a:r>
            <a:r>
              <a:rPr dirty="0" sz="2400">
                <a:solidFill>
                  <a:srgbClr val="E14B04"/>
                </a:solidFill>
                <a:latin typeface="黑体"/>
                <a:cs typeface="黑体"/>
              </a:rPr>
              <a:t>I/O</a:t>
            </a:r>
            <a:r>
              <a:rPr dirty="0" sz="2400" spc="-5">
                <a:solidFill>
                  <a:srgbClr val="E14B04"/>
                </a:solidFill>
                <a:latin typeface="黑体"/>
                <a:cs typeface="黑体"/>
              </a:rPr>
              <a:t>系统的范围：</a:t>
            </a:r>
            <a:r>
              <a:rPr dirty="0" sz="2400" spc="-5">
                <a:solidFill>
                  <a:srgbClr val="001F5F"/>
                </a:solidFill>
                <a:latin typeface="黑体"/>
                <a:cs typeface="黑体"/>
              </a:rPr>
              <a:t>外存系统、网络、人机接口、打印机、传</a:t>
            </a:r>
            <a:r>
              <a:rPr dirty="0" sz="2400" spc="-10">
                <a:solidFill>
                  <a:srgbClr val="001F5F"/>
                </a:solidFill>
                <a:latin typeface="黑体"/>
                <a:cs typeface="黑体"/>
              </a:rPr>
              <a:t>感器、显示器等</a:t>
            </a:r>
            <a:endParaRPr sz="2400">
              <a:latin typeface="黑体"/>
              <a:cs typeface="黑体"/>
            </a:endParaRPr>
          </a:p>
          <a:p>
            <a:pPr lvl="1" marL="469265" indent="-456565">
              <a:lnSpc>
                <a:spcPct val="100000"/>
              </a:lnSpc>
              <a:spcBef>
                <a:spcPts val="1155"/>
              </a:spcBef>
              <a:buClr>
                <a:srgbClr val="40458B"/>
              </a:buClr>
              <a:buFont typeface="Wingdings"/>
              <a:buChar char=""/>
              <a:tabLst>
                <a:tab pos="469265" algn="l"/>
              </a:tabLst>
            </a:pPr>
            <a:r>
              <a:rPr dirty="0" sz="2400" spc="-20">
                <a:solidFill>
                  <a:srgbClr val="E14B04"/>
                </a:solidFill>
                <a:latin typeface="Times New Roman"/>
                <a:cs typeface="Times New Roman"/>
              </a:rPr>
              <a:t>I/O</a:t>
            </a:r>
            <a:r>
              <a:rPr dirty="0" sz="2400" spc="-10">
                <a:solidFill>
                  <a:srgbClr val="E14B04"/>
                </a:solidFill>
                <a:latin typeface="黑体"/>
                <a:cs typeface="黑体"/>
              </a:rPr>
              <a:t>系统交互方式</a:t>
            </a:r>
            <a:endParaRPr sz="2400">
              <a:latin typeface="黑体"/>
              <a:cs typeface="黑体"/>
            </a:endParaRPr>
          </a:p>
          <a:p>
            <a:pPr lvl="2" marL="588010" indent="-270510">
              <a:lnSpc>
                <a:spcPct val="100000"/>
              </a:lnSpc>
              <a:spcBef>
                <a:spcPts val="1085"/>
              </a:spcBef>
              <a:buClr>
                <a:srgbClr val="40458B"/>
              </a:buClr>
              <a:buSzPct val="88636"/>
              <a:buFont typeface="Wingdings"/>
              <a:buChar char=""/>
              <a:tabLst>
                <a:tab pos="588010" algn="l"/>
              </a:tabLst>
            </a:pPr>
            <a:r>
              <a:rPr dirty="0" sz="2200" spc="-20">
                <a:solidFill>
                  <a:srgbClr val="9933FF"/>
                </a:solidFill>
                <a:latin typeface="黑体"/>
                <a:cs typeface="黑体"/>
              </a:rPr>
              <a:t>人</a:t>
            </a:r>
            <a:r>
              <a:rPr dirty="0" sz="2200" spc="-10">
                <a:solidFill>
                  <a:srgbClr val="9933FF"/>
                </a:solidFill>
                <a:latin typeface="宋体"/>
                <a:cs typeface="宋体"/>
              </a:rPr>
              <a:t>-</a:t>
            </a:r>
            <a:r>
              <a:rPr dirty="0" sz="2200" spc="-35">
                <a:solidFill>
                  <a:srgbClr val="9933FF"/>
                </a:solidFill>
                <a:latin typeface="黑体"/>
                <a:cs typeface="黑体"/>
              </a:rPr>
              <a:t>机交互：键盘、鼠标、显示器等</a:t>
            </a:r>
            <a:endParaRPr sz="2200">
              <a:latin typeface="黑体"/>
              <a:cs typeface="黑体"/>
            </a:endParaRPr>
          </a:p>
          <a:p>
            <a:pPr lvl="2" marL="588010" indent="-270510">
              <a:lnSpc>
                <a:spcPct val="100000"/>
              </a:lnSpc>
              <a:spcBef>
                <a:spcPts val="1060"/>
              </a:spcBef>
              <a:buClr>
                <a:srgbClr val="40458B"/>
              </a:buClr>
              <a:buSzPct val="88636"/>
              <a:buFont typeface="Wingdings"/>
              <a:buChar char=""/>
              <a:tabLst>
                <a:tab pos="588010" algn="l"/>
              </a:tabLst>
            </a:pPr>
            <a:r>
              <a:rPr dirty="0" sz="2200" spc="-30">
                <a:solidFill>
                  <a:srgbClr val="9933FF"/>
                </a:solidFill>
                <a:latin typeface="黑体"/>
                <a:cs typeface="黑体"/>
              </a:rPr>
              <a:t>机器刻度设备：网络、</a:t>
            </a:r>
            <a:r>
              <a:rPr dirty="0" sz="2200" spc="-20">
                <a:solidFill>
                  <a:srgbClr val="9933FF"/>
                </a:solidFill>
                <a:latin typeface="宋体"/>
                <a:cs typeface="宋体"/>
              </a:rPr>
              <a:t>D/A</a:t>
            </a:r>
            <a:r>
              <a:rPr dirty="0" sz="2200" spc="-20">
                <a:solidFill>
                  <a:srgbClr val="9933FF"/>
                </a:solidFill>
                <a:latin typeface="黑体"/>
                <a:cs typeface="黑体"/>
              </a:rPr>
              <a:t>、</a:t>
            </a:r>
            <a:r>
              <a:rPr dirty="0" sz="2200" spc="-10">
                <a:solidFill>
                  <a:srgbClr val="9933FF"/>
                </a:solidFill>
                <a:latin typeface="宋体"/>
                <a:cs typeface="宋体"/>
              </a:rPr>
              <a:t>A/D</a:t>
            </a:r>
            <a:r>
              <a:rPr dirty="0" sz="2200" spc="-35">
                <a:solidFill>
                  <a:srgbClr val="9933FF"/>
                </a:solidFill>
                <a:latin typeface="黑体"/>
                <a:cs typeface="黑体"/>
              </a:rPr>
              <a:t>、磁盘、声音输入设备等</a:t>
            </a:r>
            <a:endParaRPr sz="2200">
              <a:latin typeface="黑体"/>
              <a:cs typeface="黑体"/>
            </a:endParaRPr>
          </a:p>
          <a:p>
            <a:pPr lvl="1" marL="354965" indent="-342265">
              <a:lnSpc>
                <a:spcPct val="100000"/>
              </a:lnSpc>
              <a:spcBef>
                <a:spcPts val="1120"/>
              </a:spcBef>
              <a:buClr>
                <a:srgbClr val="40458B"/>
              </a:buClr>
              <a:buFont typeface="Wingdings"/>
              <a:buChar char=""/>
              <a:tabLst>
                <a:tab pos="354965" algn="l"/>
              </a:tabLst>
            </a:pPr>
            <a:r>
              <a:rPr dirty="0" sz="2400">
                <a:solidFill>
                  <a:srgbClr val="E14B04"/>
                </a:solidFill>
                <a:latin typeface="黑体"/>
                <a:cs typeface="黑体"/>
              </a:rPr>
              <a:t>I/O</a:t>
            </a:r>
            <a:r>
              <a:rPr dirty="0" sz="2400" spc="-10">
                <a:solidFill>
                  <a:srgbClr val="E14B04"/>
                </a:solidFill>
                <a:latin typeface="黑体"/>
                <a:cs typeface="黑体"/>
              </a:rPr>
              <a:t>系统从功能行为</a:t>
            </a:r>
            <a:endParaRPr sz="2400">
              <a:latin typeface="黑体"/>
              <a:cs typeface="黑体"/>
            </a:endParaRPr>
          </a:p>
          <a:p>
            <a:pPr lvl="2" marL="911225" indent="-342265">
              <a:lnSpc>
                <a:spcPct val="100000"/>
              </a:lnSpc>
              <a:spcBef>
                <a:spcPts val="1090"/>
              </a:spcBef>
              <a:buClr>
                <a:srgbClr val="40458B"/>
              </a:buClr>
              <a:buSzPct val="88636"/>
              <a:buFont typeface="Wingdings"/>
              <a:buChar char=""/>
              <a:tabLst>
                <a:tab pos="911225" algn="l"/>
              </a:tabLst>
            </a:pPr>
            <a:r>
              <a:rPr dirty="0" sz="2200" spc="-20">
                <a:solidFill>
                  <a:srgbClr val="9933FF"/>
                </a:solidFill>
                <a:latin typeface="黑体"/>
                <a:cs typeface="黑体"/>
              </a:rPr>
              <a:t>输入</a:t>
            </a:r>
            <a:r>
              <a:rPr dirty="0" sz="2200" spc="-10">
                <a:solidFill>
                  <a:srgbClr val="9933FF"/>
                </a:solidFill>
                <a:latin typeface="宋体"/>
                <a:cs typeface="宋体"/>
              </a:rPr>
              <a:t>/</a:t>
            </a:r>
            <a:r>
              <a:rPr dirty="0" sz="2200" spc="-35">
                <a:solidFill>
                  <a:srgbClr val="9933FF"/>
                </a:solidFill>
                <a:latin typeface="黑体"/>
                <a:cs typeface="黑体"/>
              </a:rPr>
              <a:t>输出设备和外部存储设备</a:t>
            </a:r>
            <a:endParaRPr sz="22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02170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86245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30" b="1">
                <a:solidFill>
                  <a:srgbClr val="40458B"/>
                </a:solidFill>
                <a:latin typeface="宋体"/>
                <a:cs typeface="宋体"/>
              </a:rPr>
              <a:t>5/81</a:t>
            </a:r>
            <a:endParaRPr baseline="1736" sz="2400">
              <a:latin typeface="宋体"/>
              <a:cs typeface="宋体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19062" y="188976"/>
            <a:ext cx="1437005" cy="274955"/>
            <a:chOff x="119062" y="188976"/>
            <a:chExt cx="1437005" cy="274955"/>
          </a:xfrm>
        </p:grpSpPr>
        <p:sp>
          <p:nvSpPr>
            <p:cNvPr id="4" name="object 4" descr=""/>
            <p:cNvSpPr/>
            <p:nvPr/>
          </p:nvSpPr>
          <p:spPr>
            <a:xfrm>
              <a:off x="119062" y="188976"/>
              <a:ext cx="499745" cy="274955"/>
            </a:xfrm>
            <a:custGeom>
              <a:avLst/>
              <a:gdLst/>
              <a:ahLst/>
              <a:cxnLst/>
              <a:rect l="l" t="t" r="r" b="b"/>
              <a:pathLst>
                <a:path w="499745" h="274955">
                  <a:moveTo>
                    <a:pt x="119837" y="0"/>
                  </a:moveTo>
                  <a:lnTo>
                    <a:pt x="4993" y="41528"/>
                  </a:lnTo>
                  <a:lnTo>
                    <a:pt x="264655" y="135508"/>
                  </a:lnTo>
                  <a:lnTo>
                    <a:pt x="0" y="231266"/>
                  </a:lnTo>
                  <a:lnTo>
                    <a:pt x="119837" y="274574"/>
                  </a:lnTo>
                  <a:lnTo>
                    <a:pt x="499338" y="137287"/>
                  </a:lnTo>
                  <a:lnTo>
                    <a:pt x="119837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85546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9621" y="0"/>
                  </a:moveTo>
                  <a:lnTo>
                    <a:pt x="4991" y="41528"/>
                  </a:lnTo>
                  <a:lnTo>
                    <a:pt x="264147" y="135508"/>
                  </a:lnTo>
                  <a:lnTo>
                    <a:pt x="0" y="231266"/>
                  </a:lnTo>
                  <a:lnTo>
                    <a:pt x="119621" y="274574"/>
                  </a:lnTo>
                  <a:lnTo>
                    <a:pt x="497141" y="137287"/>
                  </a:lnTo>
                  <a:lnTo>
                    <a:pt x="119621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058608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8363" y="0"/>
                  </a:moveTo>
                  <a:lnTo>
                    <a:pt x="4978" y="41528"/>
                  </a:lnTo>
                  <a:lnTo>
                    <a:pt x="264096" y="135508"/>
                  </a:lnTo>
                  <a:lnTo>
                    <a:pt x="0" y="231266"/>
                  </a:lnTo>
                  <a:lnTo>
                    <a:pt x="118363" y="274574"/>
                  </a:lnTo>
                  <a:lnTo>
                    <a:pt x="497141" y="137287"/>
                  </a:lnTo>
                  <a:lnTo>
                    <a:pt x="118363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38200" algn="l"/>
                <a:tab pos="7600315" algn="l"/>
              </a:tabLst>
            </a:pPr>
            <a:r>
              <a:rPr dirty="0"/>
              <a:t>	8.1</a:t>
            </a:r>
            <a:r>
              <a:rPr dirty="0" spc="15"/>
              <a:t> </a:t>
            </a:r>
            <a:r>
              <a:rPr dirty="0" spc="-10"/>
              <a:t>I/O</a:t>
            </a:r>
            <a:r>
              <a:rPr dirty="0"/>
              <a:t>系统的性</a:t>
            </a:r>
            <a:r>
              <a:rPr dirty="0" spc="-50"/>
              <a:t>能</a:t>
            </a:r>
            <a:r>
              <a:rPr dirty="0"/>
              <a:t>	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258267" y="1053973"/>
            <a:ext cx="8599170" cy="3964940"/>
          </a:xfrm>
          <a:prstGeom prst="rect">
            <a:avLst/>
          </a:prstGeom>
        </p:spPr>
        <p:txBody>
          <a:bodyPr wrap="square" lIns="0" tIns="159385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255"/>
              </a:spcBef>
              <a:buClr>
                <a:srgbClr val="40458B"/>
              </a:buClr>
              <a:buAutoNum type="arabicPeriod" startAt="4"/>
              <a:tabLst>
                <a:tab pos="469265" algn="l"/>
              </a:tabLst>
            </a:pPr>
            <a:r>
              <a:rPr dirty="0" sz="2400" spc="-20">
                <a:solidFill>
                  <a:srgbClr val="E14B04"/>
                </a:solidFill>
                <a:latin typeface="Times New Roman"/>
                <a:cs typeface="Times New Roman"/>
              </a:rPr>
              <a:t>I/O</a:t>
            </a:r>
            <a:r>
              <a:rPr dirty="0" sz="2400" spc="-20">
                <a:solidFill>
                  <a:srgbClr val="E14B04"/>
                </a:solidFill>
                <a:latin typeface="黑体"/>
                <a:cs typeface="黑体"/>
              </a:rPr>
              <a:t>系统。</a:t>
            </a:r>
            <a:endParaRPr sz="2400">
              <a:latin typeface="黑体"/>
              <a:cs typeface="黑体"/>
            </a:endParaRPr>
          </a:p>
          <a:p>
            <a:pPr lvl="1" marL="355600" marR="5080" indent="-342900">
              <a:lnSpc>
                <a:spcPct val="120000"/>
              </a:lnSpc>
              <a:spcBef>
                <a:spcPts val="580"/>
              </a:spcBef>
              <a:buFont typeface="Wingdings"/>
              <a:buChar char=""/>
              <a:tabLst>
                <a:tab pos="355600" algn="l"/>
                <a:tab pos="812165" algn="l"/>
              </a:tabLst>
            </a:pPr>
            <a:r>
              <a:rPr dirty="0" sz="2400">
                <a:solidFill>
                  <a:srgbClr val="40458B"/>
                </a:solidFill>
                <a:latin typeface="Times New Roman"/>
                <a:cs typeface="Times New Roman"/>
              </a:rPr>
              <a:t>	</a:t>
            </a:r>
            <a:r>
              <a:rPr dirty="0" sz="2400">
                <a:solidFill>
                  <a:srgbClr val="E14B04"/>
                </a:solidFill>
                <a:latin typeface="黑体"/>
                <a:cs typeface="黑体"/>
              </a:rPr>
              <a:t>I/O</a:t>
            </a:r>
            <a:r>
              <a:rPr dirty="0" sz="2400" spc="-5">
                <a:solidFill>
                  <a:srgbClr val="E14B04"/>
                </a:solidFill>
                <a:latin typeface="黑体"/>
                <a:cs typeface="黑体"/>
              </a:rPr>
              <a:t>系统通常包括：</a:t>
            </a:r>
            <a:r>
              <a:rPr dirty="0" sz="2400" spc="-10">
                <a:solidFill>
                  <a:srgbClr val="001F5F"/>
                </a:solidFill>
                <a:latin typeface="黑体"/>
                <a:cs typeface="黑体"/>
              </a:rPr>
              <a:t>“I/O</a:t>
            </a:r>
            <a:r>
              <a:rPr dirty="0" sz="2400">
                <a:solidFill>
                  <a:srgbClr val="001F5F"/>
                </a:solidFill>
                <a:latin typeface="黑体"/>
                <a:cs typeface="黑体"/>
              </a:rPr>
              <a:t>设备”，“I/O</a:t>
            </a:r>
            <a:r>
              <a:rPr dirty="0" sz="2400" spc="-10">
                <a:solidFill>
                  <a:srgbClr val="001F5F"/>
                </a:solidFill>
                <a:latin typeface="黑体"/>
                <a:cs typeface="黑体"/>
              </a:rPr>
              <a:t>设备与处理机的接口”两个主要部分。</a:t>
            </a:r>
            <a:endParaRPr sz="2400">
              <a:latin typeface="黑体"/>
              <a:cs typeface="黑体"/>
            </a:endParaRPr>
          </a:p>
          <a:p>
            <a:pPr lvl="1" marL="469265" indent="-456565">
              <a:lnSpc>
                <a:spcPct val="100000"/>
              </a:lnSpc>
              <a:spcBef>
                <a:spcPts val="1150"/>
              </a:spcBef>
              <a:buClr>
                <a:srgbClr val="40458B"/>
              </a:buClr>
              <a:buFont typeface="Wingdings"/>
              <a:buChar char=""/>
              <a:tabLst>
                <a:tab pos="469265" algn="l"/>
              </a:tabLst>
            </a:pPr>
            <a:r>
              <a:rPr dirty="0" sz="2400" spc="-20">
                <a:solidFill>
                  <a:srgbClr val="E14B04"/>
                </a:solidFill>
                <a:latin typeface="Times New Roman"/>
                <a:cs typeface="Times New Roman"/>
              </a:rPr>
              <a:t>I/O</a:t>
            </a:r>
            <a:r>
              <a:rPr dirty="0" sz="2400" spc="-15">
                <a:solidFill>
                  <a:srgbClr val="E14B04"/>
                </a:solidFill>
                <a:latin typeface="黑体"/>
                <a:cs typeface="黑体"/>
              </a:rPr>
              <a:t>接口传输</a:t>
            </a:r>
            <a:endParaRPr sz="2400">
              <a:latin typeface="黑体"/>
              <a:cs typeface="黑体"/>
            </a:endParaRPr>
          </a:p>
          <a:p>
            <a:pPr lvl="2" marL="588010" indent="-270510">
              <a:lnSpc>
                <a:spcPct val="100000"/>
              </a:lnSpc>
              <a:spcBef>
                <a:spcPts val="1090"/>
              </a:spcBef>
              <a:buClr>
                <a:srgbClr val="40458B"/>
              </a:buClr>
              <a:buSzPct val="88636"/>
              <a:buFont typeface="Wingdings"/>
              <a:buChar char=""/>
              <a:tabLst>
                <a:tab pos="588010" algn="l"/>
              </a:tabLst>
            </a:pPr>
            <a:r>
              <a:rPr dirty="0" sz="2200" spc="-35">
                <a:solidFill>
                  <a:srgbClr val="9933FF"/>
                </a:solidFill>
                <a:latin typeface="黑体"/>
                <a:cs typeface="黑体"/>
              </a:rPr>
              <a:t>控制信号、数据信号、状态信号</a:t>
            </a:r>
            <a:endParaRPr sz="2200">
              <a:latin typeface="黑体"/>
              <a:cs typeface="黑体"/>
            </a:endParaRPr>
          </a:p>
          <a:p>
            <a:pPr lvl="2" marL="588010" indent="-270510">
              <a:lnSpc>
                <a:spcPct val="100000"/>
              </a:lnSpc>
              <a:spcBef>
                <a:spcPts val="1055"/>
              </a:spcBef>
              <a:buClr>
                <a:srgbClr val="40458B"/>
              </a:buClr>
              <a:buSzPct val="88636"/>
              <a:buFont typeface="Wingdings"/>
              <a:buChar char=""/>
              <a:tabLst>
                <a:tab pos="588010" algn="l"/>
              </a:tabLst>
            </a:pPr>
            <a:r>
              <a:rPr dirty="0" sz="2200" spc="-30">
                <a:solidFill>
                  <a:srgbClr val="9933FF"/>
                </a:solidFill>
                <a:latin typeface="黑体"/>
                <a:cs typeface="黑体"/>
              </a:rPr>
              <a:t>机器刻度设备：网络、</a:t>
            </a:r>
            <a:r>
              <a:rPr dirty="0" sz="2200" spc="-20">
                <a:solidFill>
                  <a:srgbClr val="9933FF"/>
                </a:solidFill>
                <a:latin typeface="宋体"/>
                <a:cs typeface="宋体"/>
              </a:rPr>
              <a:t>D/A</a:t>
            </a:r>
            <a:r>
              <a:rPr dirty="0" sz="2200" spc="-20">
                <a:solidFill>
                  <a:srgbClr val="9933FF"/>
                </a:solidFill>
                <a:latin typeface="黑体"/>
                <a:cs typeface="黑体"/>
              </a:rPr>
              <a:t>、</a:t>
            </a:r>
            <a:r>
              <a:rPr dirty="0" sz="2200" spc="-10">
                <a:solidFill>
                  <a:srgbClr val="9933FF"/>
                </a:solidFill>
                <a:latin typeface="宋体"/>
                <a:cs typeface="宋体"/>
              </a:rPr>
              <a:t>A/D</a:t>
            </a:r>
            <a:r>
              <a:rPr dirty="0" sz="2200" spc="-35">
                <a:solidFill>
                  <a:srgbClr val="9933FF"/>
                </a:solidFill>
                <a:latin typeface="黑体"/>
                <a:cs typeface="黑体"/>
              </a:rPr>
              <a:t>、磁盘、声音输入设备等</a:t>
            </a:r>
            <a:endParaRPr sz="2200">
              <a:latin typeface="黑体"/>
              <a:cs typeface="黑体"/>
            </a:endParaRPr>
          </a:p>
          <a:p>
            <a:pPr lvl="1" marL="354965" indent="-342265">
              <a:lnSpc>
                <a:spcPct val="100000"/>
              </a:lnSpc>
              <a:spcBef>
                <a:spcPts val="1120"/>
              </a:spcBef>
              <a:buClr>
                <a:srgbClr val="40458B"/>
              </a:buClr>
              <a:buFont typeface="Wingdings"/>
              <a:buChar char=""/>
              <a:tabLst>
                <a:tab pos="354965" algn="l"/>
              </a:tabLst>
            </a:pPr>
            <a:r>
              <a:rPr dirty="0" sz="2400" spc="-10">
                <a:solidFill>
                  <a:srgbClr val="E14B04"/>
                </a:solidFill>
                <a:latin typeface="黑体"/>
                <a:cs typeface="黑体"/>
              </a:rPr>
              <a:t>I/O</a:t>
            </a:r>
            <a:r>
              <a:rPr dirty="0" sz="2400" spc="-20">
                <a:solidFill>
                  <a:srgbClr val="E14B04"/>
                </a:solidFill>
                <a:latin typeface="黑体"/>
                <a:cs typeface="黑体"/>
              </a:rPr>
              <a:t>系统从功能行为</a:t>
            </a:r>
            <a:endParaRPr sz="2400">
              <a:latin typeface="黑体"/>
              <a:cs typeface="黑体"/>
            </a:endParaRPr>
          </a:p>
          <a:p>
            <a:pPr lvl="2" marL="805815" indent="-342265">
              <a:lnSpc>
                <a:spcPct val="100000"/>
              </a:lnSpc>
              <a:spcBef>
                <a:spcPts val="1155"/>
              </a:spcBef>
              <a:buClr>
                <a:srgbClr val="40458B"/>
              </a:buClr>
              <a:buSzPct val="89583"/>
              <a:buFont typeface="Wingdings"/>
              <a:buChar char=""/>
              <a:tabLst>
                <a:tab pos="805815" algn="l"/>
              </a:tabLst>
            </a:pPr>
            <a:r>
              <a:rPr dirty="0" sz="2400" spc="-5">
                <a:solidFill>
                  <a:srgbClr val="E14B04"/>
                </a:solidFill>
                <a:latin typeface="黑体"/>
                <a:cs typeface="黑体"/>
              </a:rPr>
              <a:t>输入/输出设备和外部存储设备</a:t>
            </a:r>
            <a:endParaRPr sz="24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02170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86245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30" b="1">
                <a:solidFill>
                  <a:srgbClr val="40458B"/>
                </a:solidFill>
                <a:latin typeface="宋体"/>
                <a:cs typeface="宋体"/>
              </a:rPr>
              <a:t>6/81</a:t>
            </a:r>
            <a:endParaRPr baseline="1736" sz="2400">
              <a:latin typeface="宋体"/>
              <a:cs typeface="宋体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19062" y="188976"/>
            <a:ext cx="1437005" cy="274955"/>
            <a:chOff x="119062" y="188976"/>
            <a:chExt cx="1437005" cy="274955"/>
          </a:xfrm>
        </p:grpSpPr>
        <p:sp>
          <p:nvSpPr>
            <p:cNvPr id="4" name="object 4" descr=""/>
            <p:cNvSpPr/>
            <p:nvPr/>
          </p:nvSpPr>
          <p:spPr>
            <a:xfrm>
              <a:off x="119062" y="188976"/>
              <a:ext cx="499745" cy="274955"/>
            </a:xfrm>
            <a:custGeom>
              <a:avLst/>
              <a:gdLst/>
              <a:ahLst/>
              <a:cxnLst/>
              <a:rect l="l" t="t" r="r" b="b"/>
              <a:pathLst>
                <a:path w="499745" h="274955">
                  <a:moveTo>
                    <a:pt x="119837" y="0"/>
                  </a:moveTo>
                  <a:lnTo>
                    <a:pt x="4993" y="41528"/>
                  </a:lnTo>
                  <a:lnTo>
                    <a:pt x="264655" y="135508"/>
                  </a:lnTo>
                  <a:lnTo>
                    <a:pt x="0" y="231266"/>
                  </a:lnTo>
                  <a:lnTo>
                    <a:pt x="119837" y="274574"/>
                  </a:lnTo>
                  <a:lnTo>
                    <a:pt x="499338" y="137287"/>
                  </a:lnTo>
                  <a:lnTo>
                    <a:pt x="119837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85546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9621" y="0"/>
                  </a:moveTo>
                  <a:lnTo>
                    <a:pt x="4991" y="41528"/>
                  </a:lnTo>
                  <a:lnTo>
                    <a:pt x="264147" y="135508"/>
                  </a:lnTo>
                  <a:lnTo>
                    <a:pt x="0" y="231266"/>
                  </a:lnTo>
                  <a:lnTo>
                    <a:pt x="119621" y="274574"/>
                  </a:lnTo>
                  <a:lnTo>
                    <a:pt x="497141" y="137287"/>
                  </a:lnTo>
                  <a:lnTo>
                    <a:pt x="119621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058608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8363" y="0"/>
                  </a:moveTo>
                  <a:lnTo>
                    <a:pt x="4978" y="41528"/>
                  </a:lnTo>
                  <a:lnTo>
                    <a:pt x="264096" y="135508"/>
                  </a:lnTo>
                  <a:lnTo>
                    <a:pt x="0" y="231266"/>
                  </a:lnTo>
                  <a:lnTo>
                    <a:pt x="118363" y="274574"/>
                  </a:lnTo>
                  <a:lnTo>
                    <a:pt x="497141" y="137287"/>
                  </a:lnTo>
                  <a:lnTo>
                    <a:pt x="118363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38200" algn="l"/>
                <a:tab pos="7600315" algn="l"/>
              </a:tabLst>
            </a:pPr>
            <a:r>
              <a:rPr dirty="0"/>
              <a:t>	8.1</a:t>
            </a:r>
            <a:r>
              <a:rPr dirty="0" spc="15"/>
              <a:t> </a:t>
            </a:r>
            <a:r>
              <a:rPr dirty="0" spc="-10"/>
              <a:t>I/O</a:t>
            </a:r>
            <a:r>
              <a:rPr dirty="0"/>
              <a:t>系统的性</a:t>
            </a:r>
            <a:r>
              <a:rPr dirty="0" spc="-50"/>
              <a:t>能</a:t>
            </a:r>
            <a:r>
              <a:rPr dirty="0"/>
              <a:t>	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258267" y="1048674"/>
            <a:ext cx="8712200" cy="3287395"/>
          </a:xfrm>
          <a:prstGeom prst="rect">
            <a:avLst/>
          </a:prstGeom>
        </p:spPr>
        <p:txBody>
          <a:bodyPr wrap="square" lIns="0" tIns="164465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295"/>
              </a:spcBef>
              <a:buClr>
                <a:srgbClr val="40458B"/>
              </a:buClr>
              <a:buFont typeface="Times New Roman"/>
              <a:buAutoNum type="arabicPeriod" startAt="4"/>
              <a:tabLst>
                <a:tab pos="469265" algn="l"/>
              </a:tabLst>
            </a:pPr>
            <a:r>
              <a:rPr dirty="0" sz="2400" spc="-5">
                <a:solidFill>
                  <a:srgbClr val="E14B04"/>
                </a:solidFill>
                <a:latin typeface="黑体"/>
                <a:cs typeface="黑体"/>
              </a:rPr>
              <a:t>系统的响应时间(衡量计算机系统的一个更好的指标)</a:t>
            </a:r>
            <a:endParaRPr sz="2400">
              <a:latin typeface="黑体"/>
              <a:cs typeface="黑体"/>
            </a:endParaRPr>
          </a:p>
          <a:p>
            <a:pPr lvl="1" marL="1099185" indent="-457200">
              <a:lnSpc>
                <a:spcPct val="100000"/>
              </a:lnSpc>
              <a:spcBef>
                <a:spcPts val="1090"/>
              </a:spcBef>
              <a:buSzPct val="88636"/>
              <a:buFont typeface="Wingdings"/>
              <a:buChar char=""/>
              <a:tabLst>
                <a:tab pos="1099185" algn="l"/>
              </a:tabLst>
            </a:pP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从用户输入命令开始，到得到结果所花费的时间。</a:t>
            </a:r>
            <a:endParaRPr sz="2200">
              <a:latin typeface="黑体"/>
              <a:cs typeface="黑体"/>
            </a:endParaRPr>
          </a:p>
          <a:p>
            <a:pPr lvl="1" marL="1099185" indent="-457200">
              <a:lnSpc>
                <a:spcPct val="100000"/>
              </a:lnSpc>
              <a:spcBef>
                <a:spcPts val="1055"/>
              </a:spcBef>
              <a:buSzPct val="88636"/>
              <a:buFont typeface="Wingdings"/>
              <a:buChar char=""/>
              <a:tabLst>
                <a:tab pos="1099185" algn="l"/>
              </a:tabLst>
            </a:pP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由两部分构成：</a:t>
            </a:r>
            <a:endParaRPr sz="2200">
              <a:latin typeface="黑体"/>
              <a:cs typeface="黑体"/>
            </a:endParaRPr>
          </a:p>
          <a:p>
            <a:pPr marL="948055" indent="-359410">
              <a:lnSpc>
                <a:spcPct val="100000"/>
              </a:lnSpc>
              <a:spcBef>
                <a:spcPts val="994"/>
              </a:spcBef>
              <a:buClr>
                <a:srgbClr val="4668F5"/>
              </a:buClr>
              <a:buSzPct val="60000"/>
              <a:buFont typeface="Wingdings"/>
              <a:buChar char=""/>
              <a:tabLst>
                <a:tab pos="948055" algn="l"/>
              </a:tabLst>
            </a:pPr>
            <a:r>
              <a:rPr dirty="0" sz="2000" spc="-10" b="1">
                <a:solidFill>
                  <a:srgbClr val="9933FF"/>
                </a:solidFill>
                <a:latin typeface="宋体"/>
                <a:cs typeface="宋体"/>
              </a:rPr>
              <a:t>I/O</a:t>
            </a:r>
            <a:r>
              <a:rPr dirty="0" sz="2000" spc="-20" b="1">
                <a:solidFill>
                  <a:srgbClr val="FF5CFF"/>
                </a:solidFill>
                <a:latin typeface="宋体"/>
                <a:cs typeface="宋体"/>
              </a:rPr>
              <a:t>系统的响应时间</a:t>
            </a:r>
            <a:endParaRPr sz="2000">
              <a:latin typeface="宋体"/>
              <a:cs typeface="宋体"/>
            </a:endParaRPr>
          </a:p>
          <a:p>
            <a:pPr marL="948055" indent="-359410">
              <a:lnSpc>
                <a:spcPct val="100000"/>
              </a:lnSpc>
              <a:spcBef>
                <a:spcPts val="960"/>
              </a:spcBef>
              <a:buClr>
                <a:srgbClr val="4668F5"/>
              </a:buClr>
              <a:buSzPct val="60000"/>
              <a:buFont typeface="Wingdings"/>
              <a:buChar char=""/>
              <a:tabLst>
                <a:tab pos="948055" algn="l"/>
              </a:tabLst>
            </a:pPr>
            <a:r>
              <a:rPr dirty="0" sz="2000" spc="-10" b="1">
                <a:solidFill>
                  <a:srgbClr val="9933FF"/>
                </a:solidFill>
                <a:latin typeface="宋体"/>
                <a:cs typeface="宋体"/>
              </a:rPr>
              <a:t>CPU</a:t>
            </a:r>
            <a:r>
              <a:rPr dirty="0" sz="2000" spc="-20" b="1">
                <a:solidFill>
                  <a:srgbClr val="FF5CFF"/>
                </a:solidFill>
                <a:latin typeface="宋体"/>
                <a:cs typeface="宋体"/>
              </a:rPr>
              <a:t>的处理时间</a:t>
            </a:r>
            <a:endParaRPr sz="2000">
              <a:latin typeface="宋体"/>
              <a:cs typeface="宋体"/>
            </a:endParaRPr>
          </a:p>
          <a:p>
            <a:pPr marL="469900" marR="5080" indent="-457200">
              <a:lnSpc>
                <a:spcPct val="120000"/>
              </a:lnSpc>
              <a:spcBef>
                <a:spcPts val="515"/>
              </a:spcBef>
              <a:tabLst>
                <a:tab pos="469265" algn="l"/>
              </a:tabLst>
            </a:pPr>
            <a:r>
              <a:rPr dirty="0" sz="2400" spc="-25">
                <a:solidFill>
                  <a:srgbClr val="40458B"/>
                </a:solidFill>
                <a:latin typeface="黑体"/>
                <a:cs typeface="黑体"/>
              </a:rPr>
              <a:t>6.</a:t>
            </a:r>
            <a:r>
              <a:rPr dirty="0" sz="24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sz="2400" spc="-5">
                <a:solidFill>
                  <a:srgbClr val="E14B04"/>
                </a:solidFill>
                <a:latin typeface="黑体"/>
                <a:cs typeface="黑体"/>
              </a:rPr>
              <a:t>多进程技术只能够提高系统吞吐率，并不能够减少系统响应时</a:t>
            </a:r>
            <a:r>
              <a:rPr dirty="0" sz="2400" spc="-25">
                <a:solidFill>
                  <a:srgbClr val="E14B04"/>
                </a:solidFill>
                <a:latin typeface="黑体"/>
                <a:cs typeface="黑体"/>
              </a:rPr>
              <a:t>间。</a:t>
            </a:r>
            <a:endParaRPr sz="24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02170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86245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30" b="1">
                <a:solidFill>
                  <a:srgbClr val="40458B"/>
                </a:solidFill>
                <a:latin typeface="宋体"/>
                <a:cs typeface="宋体"/>
              </a:rPr>
              <a:t>7/81</a:t>
            </a:r>
            <a:endParaRPr baseline="1736" sz="2400">
              <a:latin typeface="宋体"/>
              <a:cs typeface="宋体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19062" y="188976"/>
            <a:ext cx="1437005" cy="274955"/>
            <a:chOff x="119062" y="188976"/>
            <a:chExt cx="1437005" cy="274955"/>
          </a:xfrm>
        </p:grpSpPr>
        <p:sp>
          <p:nvSpPr>
            <p:cNvPr id="4" name="object 4" descr=""/>
            <p:cNvSpPr/>
            <p:nvPr/>
          </p:nvSpPr>
          <p:spPr>
            <a:xfrm>
              <a:off x="119062" y="188976"/>
              <a:ext cx="499745" cy="274955"/>
            </a:xfrm>
            <a:custGeom>
              <a:avLst/>
              <a:gdLst/>
              <a:ahLst/>
              <a:cxnLst/>
              <a:rect l="l" t="t" r="r" b="b"/>
              <a:pathLst>
                <a:path w="499745" h="274955">
                  <a:moveTo>
                    <a:pt x="119837" y="0"/>
                  </a:moveTo>
                  <a:lnTo>
                    <a:pt x="4993" y="41528"/>
                  </a:lnTo>
                  <a:lnTo>
                    <a:pt x="264655" y="135508"/>
                  </a:lnTo>
                  <a:lnTo>
                    <a:pt x="0" y="231266"/>
                  </a:lnTo>
                  <a:lnTo>
                    <a:pt x="119837" y="274574"/>
                  </a:lnTo>
                  <a:lnTo>
                    <a:pt x="499338" y="137287"/>
                  </a:lnTo>
                  <a:lnTo>
                    <a:pt x="119837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85546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9621" y="0"/>
                  </a:moveTo>
                  <a:lnTo>
                    <a:pt x="4991" y="41528"/>
                  </a:lnTo>
                  <a:lnTo>
                    <a:pt x="264147" y="135508"/>
                  </a:lnTo>
                  <a:lnTo>
                    <a:pt x="0" y="231266"/>
                  </a:lnTo>
                  <a:lnTo>
                    <a:pt x="119621" y="274574"/>
                  </a:lnTo>
                  <a:lnTo>
                    <a:pt x="497141" y="137287"/>
                  </a:lnTo>
                  <a:lnTo>
                    <a:pt x="119621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058608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8363" y="0"/>
                  </a:moveTo>
                  <a:lnTo>
                    <a:pt x="4978" y="41528"/>
                  </a:lnTo>
                  <a:lnTo>
                    <a:pt x="264096" y="135508"/>
                  </a:lnTo>
                  <a:lnTo>
                    <a:pt x="0" y="231266"/>
                  </a:lnTo>
                  <a:lnTo>
                    <a:pt x="118363" y="274574"/>
                  </a:lnTo>
                  <a:lnTo>
                    <a:pt x="497141" y="137287"/>
                  </a:lnTo>
                  <a:lnTo>
                    <a:pt x="118363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38200" algn="l"/>
                <a:tab pos="7600315" algn="l"/>
              </a:tabLst>
            </a:pPr>
            <a:r>
              <a:rPr dirty="0"/>
              <a:t>	8.1</a:t>
            </a:r>
            <a:r>
              <a:rPr dirty="0" spc="15"/>
              <a:t> </a:t>
            </a:r>
            <a:r>
              <a:rPr dirty="0" spc="-10"/>
              <a:t>I/O</a:t>
            </a:r>
            <a:r>
              <a:rPr dirty="0"/>
              <a:t>系统的性</a:t>
            </a:r>
            <a:r>
              <a:rPr dirty="0" spc="-50"/>
              <a:t>能</a:t>
            </a:r>
            <a:r>
              <a:rPr dirty="0"/>
              <a:t>	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993444" y="1124874"/>
            <a:ext cx="6617970" cy="4649470"/>
          </a:xfrm>
          <a:prstGeom prst="rect">
            <a:avLst/>
          </a:prstGeom>
        </p:spPr>
        <p:txBody>
          <a:bodyPr wrap="square" lIns="0" tIns="164465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295"/>
              </a:spcBef>
              <a:buClr>
                <a:srgbClr val="40458B"/>
              </a:buClr>
              <a:buAutoNum type="arabicPeriod" startAt="7"/>
              <a:tabLst>
                <a:tab pos="469265" algn="l"/>
              </a:tabLst>
            </a:pPr>
            <a:r>
              <a:rPr dirty="0" sz="2400">
                <a:solidFill>
                  <a:srgbClr val="E14B04"/>
                </a:solidFill>
                <a:latin typeface="黑体"/>
                <a:cs typeface="黑体"/>
              </a:rPr>
              <a:t>评价I/O</a:t>
            </a:r>
            <a:r>
              <a:rPr dirty="0" sz="2400" spc="-5">
                <a:solidFill>
                  <a:srgbClr val="E14B04"/>
                </a:solidFill>
                <a:latin typeface="黑体"/>
                <a:cs typeface="黑体"/>
              </a:rPr>
              <a:t>系统性能的参数主要有：</a:t>
            </a:r>
            <a:endParaRPr sz="2400">
              <a:latin typeface="黑体"/>
              <a:cs typeface="黑体"/>
            </a:endParaRPr>
          </a:p>
          <a:p>
            <a:pPr lvl="1" marL="1099185" indent="-457200">
              <a:lnSpc>
                <a:spcPct val="100000"/>
              </a:lnSpc>
              <a:spcBef>
                <a:spcPts val="1090"/>
              </a:spcBef>
              <a:buSzPct val="88636"/>
              <a:buFont typeface="Wingdings"/>
              <a:buChar char=""/>
              <a:tabLst>
                <a:tab pos="1099185" algn="l"/>
              </a:tabLst>
            </a:pP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连接特性</a:t>
            </a:r>
            <a:r>
              <a:rPr dirty="0" sz="2200" spc="-25">
                <a:solidFill>
                  <a:srgbClr val="40458B"/>
                </a:solidFill>
                <a:latin typeface="黑体"/>
                <a:cs typeface="黑体"/>
              </a:rPr>
              <a:t>（）</a:t>
            </a:r>
            <a:endParaRPr sz="2200">
              <a:latin typeface="黑体"/>
              <a:cs typeface="黑体"/>
            </a:endParaRPr>
          </a:p>
          <a:p>
            <a:pPr marL="588645">
              <a:lnSpc>
                <a:spcPct val="100000"/>
              </a:lnSpc>
              <a:spcBef>
                <a:spcPts val="995"/>
              </a:spcBef>
            </a:pPr>
            <a:r>
              <a:rPr dirty="0" sz="2000" spc="-10" b="1">
                <a:solidFill>
                  <a:srgbClr val="FF5CFF"/>
                </a:solidFill>
                <a:latin typeface="宋体"/>
                <a:cs typeface="宋体"/>
              </a:rPr>
              <a:t>（哪些</a:t>
            </a:r>
            <a:r>
              <a:rPr dirty="0" sz="2000" spc="-10" b="1">
                <a:solidFill>
                  <a:srgbClr val="9933FF"/>
                </a:solidFill>
                <a:latin typeface="宋体"/>
                <a:cs typeface="宋体"/>
              </a:rPr>
              <a:t>I/O</a:t>
            </a:r>
            <a:r>
              <a:rPr dirty="0" sz="2000" spc="-20" b="1">
                <a:solidFill>
                  <a:srgbClr val="FF5CFF"/>
                </a:solidFill>
                <a:latin typeface="宋体"/>
                <a:cs typeface="宋体"/>
              </a:rPr>
              <a:t>设备可以和计算机系统相连接</a:t>
            </a:r>
            <a:r>
              <a:rPr dirty="0" sz="2000" spc="-50" b="1">
                <a:solidFill>
                  <a:srgbClr val="FF5CFF"/>
                </a:solidFill>
                <a:latin typeface="宋体"/>
                <a:cs typeface="宋体"/>
              </a:rPr>
              <a:t>）</a:t>
            </a:r>
            <a:endParaRPr sz="2000">
              <a:latin typeface="宋体"/>
              <a:cs typeface="宋体"/>
            </a:endParaRPr>
          </a:p>
          <a:p>
            <a:pPr lvl="1" marL="1099185" indent="-457200">
              <a:lnSpc>
                <a:spcPct val="100000"/>
              </a:lnSpc>
              <a:spcBef>
                <a:spcPts val="1019"/>
              </a:spcBef>
              <a:buClr>
                <a:srgbClr val="40458B"/>
              </a:buClr>
              <a:buSzPct val="88636"/>
              <a:buFont typeface="Wingdings"/>
              <a:buChar char=""/>
              <a:tabLst>
                <a:tab pos="1099185" algn="l"/>
              </a:tabLst>
            </a:pPr>
            <a:r>
              <a:rPr dirty="0" sz="2200" spc="-20">
                <a:solidFill>
                  <a:srgbClr val="9933FF"/>
                </a:solidFill>
                <a:latin typeface="黑体"/>
                <a:cs typeface="黑体"/>
              </a:rPr>
              <a:t>I/O</a:t>
            </a: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系统的容量</a:t>
            </a:r>
            <a:endParaRPr sz="2200">
              <a:latin typeface="黑体"/>
              <a:cs typeface="黑体"/>
            </a:endParaRPr>
          </a:p>
          <a:p>
            <a:pPr marL="588645">
              <a:lnSpc>
                <a:spcPct val="100000"/>
              </a:lnSpc>
              <a:spcBef>
                <a:spcPts val="994"/>
              </a:spcBef>
            </a:pPr>
            <a:r>
              <a:rPr dirty="0" sz="2000" spc="-10" b="1">
                <a:solidFill>
                  <a:srgbClr val="FF5CFF"/>
                </a:solidFill>
                <a:latin typeface="宋体"/>
                <a:cs typeface="宋体"/>
              </a:rPr>
              <a:t>（</a:t>
            </a:r>
            <a:r>
              <a:rPr dirty="0" sz="2000" spc="-10" b="1">
                <a:solidFill>
                  <a:srgbClr val="9933FF"/>
                </a:solidFill>
                <a:latin typeface="宋体"/>
                <a:cs typeface="宋体"/>
              </a:rPr>
              <a:t>I/O</a:t>
            </a:r>
            <a:r>
              <a:rPr dirty="0" sz="2000" spc="-15" b="1">
                <a:solidFill>
                  <a:srgbClr val="FF5CFF"/>
                </a:solidFill>
                <a:latin typeface="宋体"/>
                <a:cs typeface="宋体"/>
              </a:rPr>
              <a:t>系统可以容纳的</a:t>
            </a:r>
            <a:r>
              <a:rPr dirty="0" sz="2000" spc="-20" b="1">
                <a:solidFill>
                  <a:srgbClr val="9933FF"/>
                </a:solidFill>
                <a:latin typeface="宋体"/>
                <a:cs typeface="宋体"/>
              </a:rPr>
              <a:t>I/O</a:t>
            </a:r>
            <a:r>
              <a:rPr dirty="0" sz="2000" spc="-15" b="1">
                <a:solidFill>
                  <a:srgbClr val="FF5CFF"/>
                </a:solidFill>
                <a:latin typeface="宋体"/>
                <a:cs typeface="宋体"/>
              </a:rPr>
              <a:t>设备数</a:t>
            </a:r>
            <a:r>
              <a:rPr dirty="0" sz="2000" spc="-50" b="1">
                <a:solidFill>
                  <a:srgbClr val="FF5CFF"/>
                </a:solidFill>
                <a:latin typeface="宋体"/>
                <a:cs typeface="宋体"/>
              </a:rPr>
              <a:t>）</a:t>
            </a:r>
            <a:endParaRPr sz="2000">
              <a:latin typeface="宋体"/>
              <a:cs typeface="宋体"/>
            </a:endParaRPr>
          </a:p>
          <a:p>
            <a:pPr lvl="1" marL="1099185" indent="-457200">
              <a:lnSpc>
                <a:spcPct val="100000"/>
              </a:lnSpc>
              <a:spcBef>
                <a:spcPts val="1025"/>
              </a:spcBef>
              <a:buSzPct val="88636"/>
              <a:buFont typeface="Wingdings"/>
              <a:buChar char=""/>
              <a:tabLst>
                <a:tab pos="1099185" algn="l"/>
              </a:tabLst>
            </a:pP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响应时间和吞吐率等</a:t>
            </a:r>
            <a:endParaRPr sz="2200">
              <a:latin typeface="黑体"/>
              <a:cs typeface="黑体"/>
            </a:endParaRPr>
          </a:p>
          <a:p>
            <a:pPr marL="468630" indent="-455930">
              <a:lnSpc>
                <a:spcPct val="100000"/>
              </a:lnSpc>
              <a:spcBef>
                <a:spcPts val="1120"/>
              </a:spcBef>
              <a:buClr>
                <a:srgbClr val="40458B"/>
              </a:buClr>
              <a:buAutoNum type="arabicPeriod" startAt="7"/>
              <a:tabLst>
                <a:tab pos="468630" algn="l"/>
              </a:tabLst>
            </a:pPr>
            <a:r>
              <a:rPr dirty="0" sz="2400" spc="-10">
                <a:solidFill>
                  <a:srgbClr val="E14B04"/>
                </a:solidFill>
                <a:latin typeface="黑体"/>
                <a:cs typeface="黑体"/>
              </a:rPr>
              <a:t>另一种衡量I/O</a:t>
            </a:r>
            <a:r>
              <a:rPr dirty="0" sz="2400" spc="-15">
                <a:solidFill>
                  <a:srgbClr val="E14B04"/>
                </a:solidFill>
                <a:latin typeface="黑体"/>
                <a:cs typeface="黑体"/>
              </a:rPr>
              <a:t>系统性能的方法：</a:t>
            </a:r>
            <a:endParaRPr sz="2400">
              <a:latin typeface="黑体"/>
              <a:cs typeface="黑体"/>
            </a:endParaRPr>
          </a:p>
          <a:p>
            <a:pPr marL="1061085">
              <a:lnSpc>
                <a:spcPct val="100000"/>
              </a:lnSpc>
              <a:spcBef>
                <a:spcPts val="1090"/>
              </a:spcBef>
            </a:pPr>
            <a:r>
              <a:rPr dirty="0" sz="2200" spc="-25">
                <a:solidFill>
                  <a:srgbClr val="40458B"/>
                </a:solidFill>
                <a:latin typeface="黑体"/>
                <a:cs typeface="黑体"/>
              </a:rPr>
              <a:t>考虑</a:t>
            </a:r>
            <a:r>
              <a:rPr dirty="0" sz="2200" spc="-10">
                <a:solidFill>
                  <a:srgbClr val="9933FF"/>
                </a:solidFill>
                <a:latin typeface="黑体"/>
                <a:cs typeface="黑体"/>
              </a:rPr>
              <a:t>I/O</a:t>
            </a:r>
            <a:r>
              <a:rPr dirty="0" sz="2200" spc="-25">
                <a:solidFill>
                  <a:srgbClr val="40458B"/>
                </a:solidFill>
                <a:latin typeface="黑体"/>
                <a:cs typeface="黑体"/>
              </a:rPr>
              <a:t>操作对</a:t>
            </a:r>
            <a:r>
              <a:rPr dirty="0" sz="2200" spc="-20">
                <a:solidFill>
                  <a:srgbClr val="9933FF"/>
                </a:solidFill>
                <a:latin typeface="黑体"/>
                <a:cs typeface="黑体"/>
              </a:rPr>
              <a:t>CPU</a:t>
            </a: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的打扰情况。</a:t>
            </a:r>
            <a:endParaRPr sz="2200">
              <a:latin typeface="黑体"/>
              <a:cs typeface="黑体"/>
            </a:endParaRPr>
          </a:p>
          <a:p>
            <a:pPr marL="588645" marR="5080" indent="514984">
              <a:lnSpc>
                <a:spcPct val="140000"/>
              </a:lnSpc>
              <a:spcBef>
                <a:spcPts val="35"/>
              </a:spcBef>
            </a:pPr>
            <a:r>
              <a:rPr dirty="0" sz="2000" spc="-20" b="1">
                <a:solidFill>
                  <a:srgbClr val="FF5CFF"/>
                </a:solidFill>
                <a:latin typeface="宋体"/>
                <a:cs typeface="宋体"/>
              </a:rPr>
              <a:t>即考查某个进程在执行时，由于其他进程的</a:t>
            </a:r>
            <a:r>
              <a:rPr dirty="0" sz="2000" spc="-20" b="1">
                <a:solidFill>
                  <a:srgbClr val="9933FF"/>
                </a:solidFill>
                <a:latin typeface="黑体"/>
                <a:cs typeface="黑体"/>
              </a:rPr>
              <a:t>I/O</a:t>
            </a:r>
            <a:r>
              <a:rPr dirty="0" sz="2000" spc="-50" b="1">
                <a:solidFill>
                  <a:srgbClr val="FF5CFF"/>
                </a:solidFill>
                <a:latin typeface="宋体"/>
                <a:cs typeface="宋体"/>
              </a:rPr>
              <a:t>操</a:t>
            </a:r>
            <a:r>
              <a:rPr dirty="0" sz="2000" spc="-25" b="1">
                <a:solidFill>
                  <a:srgbClr val="FF5CFF"/>
                </a:solidFill>
                <a:latin typeface="宋体"/>
                <a:cs typeface="宋体"/>
              </a:rPr>
              <a:t>作，使得该进程的执行时间增加了多少。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02170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86245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30" b="1">
                <a:solidFill>
                  <a:srgbClr val="40458B"/>
                </a:solidFill>
                <a:latin typeface="宋体"/>
                <a:cs typeface="宋体"/>
              </a:rPr>
              <a:t>8/81</a:t>
            </a:r>
            <a:endParaRPr baseline="1736" sz="2400">
              <a:latin typeface="宋体"/>
              <a:cs typeface="宋体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1555750" y="549275"/>
            <a:ext cx="7588250" cy="0"/>
          </a:xfrm>
          <a:custGeom>
            <a:avLst/>
            <a:gdLst/>
            <a:ahLst/>
            <a:cxnLst/>
            <a:rect l="l" t="t" r="r" b="b"/>
            <a:pathLst>
              <a:path w="7588250" h="0">
                <a:moveTo>
                  <a:pt x="0" y="0"/>
                </a:moveTo>
                <a:lnTo>
                  <a:pt x="7588250" y="0"/>
                </a:lnTo>
              </a:path>
            </a:pathLst>
          </a:custGeom>
          <a:ln w="38100">
            <a:solidFill>
              <a:srgbClr val="2C44A3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119062" y="188976"/>
            <a:ext cx="1437005" cy="274955"/>
            <a:chOff x="119062" y="188976"/>
            <a:chExt cx="1437005" cy="274955"/>
          </a:xfrm>
        </p:grpSpPr>
        <p:sp>
          <p:nvSpPr>
            <p:cNvPr id="5" name="object 5" descr=""/>
            <p:cNvSpPr/>
            <p:nvPr/>
          </p:nvSpPr>
          <p:spPr>
            <a:xfrm>
              <a:off x="119062" y="188976"/>
              <a:ext cx="499745" cy="274955"/>
            </a:xfrm>
            <a:custGeom>
              <a:avLst/>
              <a:gdLst/>
              <a:ahLst/>
              <a:cxnLst/>
              <a:rect l="l" t="t" r="r" b="b"/>
              <a:pathLst>
                <a:path w="499745" h="274955">
                  <a:moveTo>
                    <a:pt x="119837" y="0"/>
                  </a:moveTo>
                  <a:lnTo>
                    <a:pt x="4993" y="41528"/>
                  </a:lnTo>
                  <a:lnTo>
                    <a:pt x="264655" y="135508"/>
                  </a:lnTo>
                  <a:lnTo>
                    <a:pt x="0" y="231266"/>
                  </a:lnTo>
                  <a:lnTo>
                    <a:pt x="119837" y="274574"/>
                  </a:lnTo>
                  <a:lnTo>
                    <a:pt x="499338" y="137287"/>
                  </a:lnTo>
                  <a:lnTo>
                    <a:pt x="119837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85546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9621" y="0"/>
                  </a:moveTo>
                  <a:lnTo>
                    <a:pt x="4991" y="41528"/>
                  </a:lnTo>
                  <a:lnTo>
                    <a:pt x="264147" y="135508"/>
                  </a:lnTo>
                  <a:lnTo>
                    <a:pt x="0" y="231266"/>
                  </a:lnTo>
                  <a:lnTo>
                    <a:pt x="119621" y="274574"/>
                  </a:lnTo>
                  <a:lnTo>
                    <a:pt x="497141" y="137287"/>
                  </a:lnTo>
                  <a:lnTo>
                    <a:pt x="119621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058608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8363" y="0"/>
                  </a:moveTo>
                  <a:lnTo>
                    <a:pt x="4978" y="41528"/>
                  </a:lnTo>
                  <a:lnTo>
                    <a:pt x="264096" y="135508"/>
                  </a:lnTo>
                  <a:lnTo>
                    <a:pt x="0" y="231266"/>
                  </a:lnTo>
                  <a:lnTo>
                    <a:pt x="118363" y="274574"/>
                  </a:lnTo>
                  <a:lnTo>
                    <a:pt x="497141" y="137287"/>
                  </a:lnTo>
                  <a:lnTo>
                    <a:pt x="118363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186639" y="535331"/>
            <a:ext cx="9088755" cy="5637530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300"/>
              </a:spcBef>
              <a:buAutoNum type="arabicPeriod"/>
              <a:tabLst>
                <a:tab pos="469265" algn="l"/>
              </a:tabLst>
            </a:pPr>
            <a:r>
              <a:rPr dirty="0" sz="2400" spc="-15">
                <a:solidFill>
                  <a:srgbClr val="40458B"/>
                </a:solidFill>
                <a:latin typeface="黑体"/>
                <a:cs typeface="黑体"/>
              </a:rPr>
              <a:t>反映外设可靠性能的参数有：</a:t>
            </a:r>
            <a:endParaRPr sz="2400">
              <a:latin typeface="黑体"/>
              <a:cs typeface="黑体"/>
            </a:endParaRPr>
          </a:p>
          <a:p>
            <a:pPr lvl="1" marL="1099185" indent="-457200">
              <a:lnSpc>
                <a:spcPct val="100000"/>
              </a:lnSpc>
              <a:spcBef>
                <a:spcPts val="1090"/>
              </a:spcBef>
              <a:buSzPct val="88636"/>
              <a:buFont typeface="Wingdings"/>
              <a:buChar char=""/>
              <a:tabLst>
                <a:tab pos="1099185" algn="l"/>
              </a:tabLst>
            </a:pP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可靠性</a:t>
            </a:r>
            <a:r>
              <a:rPr dirty="0" sz="2200" spc="-10">
                <a:solidFill>
                  <a:srgbClr val="9933FF"/>
                </a:solidFill>
                <a:latin typeface="黑体"/>
                <a:cs typeface="黑体"/>
              </a:rPr>
              <a:t>（Reliability）</a:t>
            </a:r>
            <a:endParaRPr sz="2200">
              <a:latin typeface="黑体"/>
              <a:cs typeface="黑体"/>
            </a:endParaRPr>
          </a:p>
          <a:p>
            <a:pPr lvl="1" marL="1099185" indent="-457200">
              <a:lnSpc>
                <a:spcPct val="100000"/>
              </a:lnSpc>
              <a:spcBef>
                <a:spcPts val="1055"/>
              </a:spcBef>
              <a:buSzPct val="88636"/>
              <a:buFont typeface="Wingdings"/>
              <a:buChar char=""/>
              <a:tabLst>
                <a:tab pos="1099185" algn="l"/>
              </a:tabLst>
            </a:pP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可用性</a:t>
            </a:r>
            <a:r>
              <a:rPr dirty="0" sz="2200" spc="-10">
                <a:solidFill>
                  <a:srgbClr val="9933FF"/>
                </a:solidFill>
                <a:latin typeface="黑体"/>
                <a:cs typeface="黑体"/>
              </a:rPr>
              <a:t>（Availability）</a:t>
            </a:r>
            <a:endParaRPr sz="2200">
              <a:latin typeface="黑体"/>
              <a:cs typeface="黑体"/>
            </a:endParaRPr>
          </a:p>
          <a:p>
            <a:pPr lvl="1" marL="1099185" indent="-457200">
              <a:lnSpc>
                <a:spcPct val="100000"/>
              </a:lnSpc>
              <a:spcBef>
                <a:spcPts val="1060"/>
              </a:spcBef>
              <a:buSzPct val="88636"/>
              <a:buFont typeface="Wingdings"/>
              <a:buChar char=""/>
              <a:tabLst>
                <a:tab pos="1099185" algn="l"/>
              </a:tabLst>
            </a:pP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可信性</a:t>
            </a:r>
            <a:r>
              <a:rPr dirty="0" sz="2200" spc="-10">
                <a:solidFill>
                  <a:srgbClr val="9933FF"/>
                </a:solidFill>
                <a:latin typeface="黑体"/>
                <a:cs typeface="黑体"/>
              </a:rPr>
              <a:t>（Dependability）</a:t>
            </a:r>
            <a:endParaRPr sz="2200">
              <a:latin typeface="黑体"/>
              <a:cs typeface="黑体"/>
            </a:endParaRPr>
          </a:p>
          <a:p>
            <a:pPr marL="469900" marR="381635" indent="-457834">
              <a:lnSpc>
                <a:spcPct val="120000"/>
              </a:lnSpc>
              <a:spcBef>
                <a:spcPts val="540"/>
              </a:spcBef>
              <a:buClr>
                <a:srgbClr val="40458B"/>
              </a:buClr>
              <a:buAutoNum type="arabicPeriod"/>
              <a:tabLst>
                <a:tab pos="469900" algn="l"/>
              </a:tabLst>
            </a:pPr>
            <a:r>
              <a:rPr dirty="0" sz="2400">
                <a:solidFill>
                  <a:srgbClr val="FF0000"/>
                </a:solidFill>
                <a:latin typeface="黑体"/>
                <a:cs typeface="黑体"/>
              </a:rPr>
              <a:t>系统的可靠性：</a:t>
            </a:r>
            <a:r>
              <a:rPr dirty="0" sz="2400" spc="-5">
                <a:solidFill>
                  <a:srgbClr val="40458B"/>
                </a:solidFill>
                <a:latin typeface="黑体"/>
                <a:cs typeface="黑体"/>
              </a:rPr>
              <a:t>系统从某个初始参考点开始一直连续提供服务</a:t>
            </a:r>
            <a:r>
              <a:rPr dirty="0" sz="2400" spc="-15">
                <a:solidFill>
                  <a:srgbClr val="40458B"/>
                </a:solidFill>
                <a:latin typeface="黑体"/>
                <a:cs typeface="黑体"/>
              </a:rPr>
              <a:t>的能力。</a:t>
            </a:r>
            <a:endParaRPr sz="2400">
              <a:latin typeface="黑体"/>
              <a:cs typeface="黑体"/>
            </a:endParaRPr>
          </a:p>
          <a:p>
            <a:pPr lvl="1" marL="1099185" marR="270510" indent="-457200">
              <a:lnSpc>
                <a:spcPct val="120000"/>
              </a:lnSpc>
              <a:spcBef>
                <a:spcPts val="565"/>
              </a:spcBef>
              <a:buSzPct val="88636"/>
              <a:buFont typeface="Wingdings"/>
              <a:buChar char=""/>
              <a:tabLst>
                <a:tab pos="1099185" algn="l"/>
              </a:tabLst>
            </a:pPr>
            <a:r>
              <a:rPr dirty="0" sz="2200" spc="-20">
                <a:solidFill>
                  <a:srgbClr val="40458B"/>
                </a:solidFill>
                <a:latin typeface="黑体"/>
                <a:cs typeface="黑体"/>
              </a:rPr>
              <a:t>用</a:t>
            </a:r>
            <a:r>
              <a:rPr dirty="0" sz="2200" spc="-30">
                <a:solidFill>
                  <a:srgbClr val="FF0000"/>
                </a:solidFill>
                <a:latin typeface="黑体"/>
                <a:cs typeface="黑体"/>
              </a:rPr>
              <a:t>平均无故障时间</a:t>
            </a:r>
            <a:r>
              <a:rPr dirty="0" sz="2200">
                <a:solidFill>
                  <a:srgbClr val="FF0000"/>
                </a:solidFill>
                <a:latin typeface="黑体"/>
                <a:cs typeface="黑体"/>
              </a:rPr>
              <a:t>MTTF（</a:t>
            </a:r>
            <a:r>
              <a:rPr dirty="0" sz="2200">
                <a:solidFill>
                  <a:srgbClr val="40458B"/>
                </a:solidFill>
                <a:latin typeface="Tahoma"/>
                <a:cs typeface="Tahoma"/>
              </a:rPr>
              <a:t>Mean</a:t>
            </a:r>
            <a:r>
              <a:rPr dirty="0" sz="2200" spc="-5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dirty="0" sz="2200">
                <a:solidFill>
                  <a:srgbClr val="40458B"/>
                </a:solidFill>
                <a:latin typeface="Tahoma"/>
                <a:cs typeface="Tahoma"/>
              </a:rPr>
              <a:t>Time To</a:t>
            </a:r>
            <a:r>
              <a:rPr dirty="0" sz="2200" spc="-20">
                <a:solidFill>
                  <a:srgbClr val="40458B"/>
                </a:solidFill>
                <a:latin typeface="Tahoma"/>
                <a:cs typeface="Tahoma"/>
              </a:rPr>
              <a:t> Failure</a:t>
            </a:r>
            <a:r>
              <a:rPr dirty="0" sz="2200" spc="-20">
                <a:solidFill>
                  <a:srgbClr val="FF0000"/>
                </a:solidFill>
                <a:latin typeface="黑体"/>
                <a:cs typeface="黑体"/>
              </a:rPr>
              <a:t>）</a:t>
            </a:r>
            <a:r>
              <a:rPr dirty="0" sz="2200" spc="-20">
                <a:solidFill>
                  <a:srgbClr val="40458B"/>
                </a:solidFill>
                <a:latin typeface="黑体"/>
                <a:cs typeface="黑体"/>
              </a:rPr>
              <a:t>来衡量（</a:t>
            </a: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设备</a:t>
            </a: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的耐用性）</a:t>
            </a:r>
            <a:r>
              <a:rPr dirty="0" sz="2200" spc="-20">
                <a:solidFill>
                  <a:srgbClr val="40458B"/>
                </a:solidFill>
                <a:latin typeface="黑体"/>
                <a:cs typeface="黑体"/>
              </a:rPr>
              <a:t>。---</a:t>
            </a:r>
            <a:r>
              <a:rPr dirty="0" sz="2200" spc="-35">
                <a:solidFill>
                  <a:srgbClr val="FF0000"/>
                </a:solidFill>
                <a:latin typeface="黑体"/>
                <a:cs typeface="黑体"/>
              </a:rPr>
              <a:t>能用多久</a:t>
            </a:r>
            <a:endParaRPr sz="2200">
              <a:latin typeface="黑体"/>
              <a:cs typeface="黑体"/>
            </a:endParaRPr>
          </a:p>
          <a:p>
            <a:pPr algn="just" lvl="2" marL="1911985" marR="31115" indent="-358775">
              <a:lnSpc>
                <a:spcPct val="120100"/>
              </a:lnSpc>
              <a:spcBef>
                <a:spcPts val="495"/>
              </a:spcBef>
              <a:buClr>
                <a:srgbClr val="4668F5"/>
              </a:buClr>
              <a:buSzPct val="58333"/>
              <a:buFont typeface="Wingdings"/>
              <a:buChar char=""/>
              <a:tabLst>
                <a:tab pos="1913255" algn="l"/>
              </a:tabLst>
            </a:pPr>
            <a:r>
              <a:rPr dirty="0" sz="1800" spc="-10" b="1">
                <a:solidFill>
                  <a:srgbClr val="001F5F"/>
                </a:solidFill>
                <a:latin typeface="宋体"/>
                <a:cs typeface="宋体"/>
              </a:rPr>
              <a:t>假设测试</a:t>
            </a:r>
            <a:r>
              <a:rPr dirty="0" sz="1800" spc="-10" b="1">
                <a:solidFill>
                  <a:srgbClr val="001F5F"/>
                </a:solidFill>
                <a:latin typeface="黑体"/>
                <a:cs typeface="黑体"/>
              </a:rPr>
              <a:t>1000</a:t>
            </a:r>
            <a:r>
              <a:rPr dirty="0" sz="1800" spc="-15" b="1">
                <a:solidFill>
                  <a:srgbClr val="001F5F"/>
                </a:solidFill>
                <a:latin typeface="宋体"/>
                <a:cs typeface="宋体"/>
              </a:rPr>
              <a:t>个全新硬盘，同时工作，记录所有硬盘发生故障的时间。</a:t>
            </a:r>
            <a:r>
              <a:rPr dirty="0" sz="1800" spc="-15" b="1">
                <a:solidFill>
                  <a:srgbClr val="001F5F"/>
                </a:solidFill>
                <a:latin typeface="宋体"/>
                <a:cs typeface="宋体"/>
              </a:rPr>
              <a:t>	</a:t>
            </a:r>
            <a:r>
              <a:rPr dirty="0" sz="1800" spc="-20" b="1">
                <a:solidFill>
                  <a:srgbClr val="001F5F"/>
                </a:solidFill>
                <a:latin typeface="宋体"/>
                <a:cs typeface="宋体"/>
              </a:rPr>
              <a:t>最终：所有硬盘累计运行</a:t>
            </a:r>
            <a:r>
              <a:rPr dirty="0" sz="1800" spc="-10" b="1">
                <a:solidFill>
                  <a:srgbClr val="001F5F"/>
                </a:solidFill>
                <a:latin typeface="黑体"/>
                <a:cs typeface="黑体"/>
              </a:rPr>
              <a:t>5000</a:t>
            </a:r>
            <a:r>
              <a:rPr dirty="0" sz="1800" spc="-20" b="1">
                <a:solidFill>
                  <a:srgbClr val="001F5F"/>
                </a:solidFill>
                <a:latin typeface="宋体"/>
                <a:cs typeface="宋体"/>
              </a:rPr>
              <a:t>小时（最后一个硬盘故障前停止计算</a:t>
            </a:r>
            <a:r>
              <a:rPr dirty="0" sz="1800" spc="-25" b="1">
                <a:solidFill>
                  <a:srgbClr val="001F5F"/>
                </a:solidFill>
                <a:latin typeface="宋体"/>
                <a:cs typeface="宋体"/>
              </a:rPr>
              <a:t>），</a:t>
            </a:r>
            <a:r>
              <a:rPr dirty="0" sz="1800" spc="-25" b="1">
                <a:solidFill>
                  <a:srgbClr val="001F5F"/>
                </a:solidFill>
                <a:latin typeface="宋体"/>
                <a:cs typeface="宋体"/>
              </a:rPr>
              <a:t>	</a:t>
            </a:r>
            <a:r>
              <a:rPr dirty="0" sz="1800" spc="-10" b="1">
                <a:solidFill>
                  <a:srgbClr val="001F5F"/>
                </a:solidFill>
                <a:latin typeface="宋体"/>
                <a:cs typeface="宋体"/>
              </a:rPr>
              <a:t>在这期间，共</a:t>
            </a:r>
            <a:r>
              <a:rPr dirty="0" sz="1800" spc="-10" b="1">
                <a:solidFill>
                  <a:srgbClr val="001F5F"/>
                </a:solidFill>
                <a:latin typeface="黑体"/>
                <a:cs typeface="黑体"/>
              </a:rPr>
              <a:t>10</a:t>
            </a:r>
            <a:r>
              <a:rPr dirty="0" sz="1800" spc="-20" b="1">
                <a:solidFill>
                  <a:srgbClr val="001F5F"/>
                </a:solidFill>
                <a:latin typeface="宋体"/>
                <a:cs typeface="宋体"/>
              </a:rPr>
              <a:t>个硬盘发生故障</a:t>
            </a:r>
            <a:endParaRPr sz="1800">
              <a:latin typeface="宋体"/>
              <a:cs typeface="宋体"/>
            </a:endParaRPr>
          </a:p>
          <a:p>
            <a:pPr lvl="2" marL="1913255" indent="-360045">
              <a:lnSpc>
                <a:spcPct val="100000"/>
              </a:lnSpc>
              <a:spcBef>
                <a:spcPts val="860"/>
              </a:spcBef>
              <a:buClr>
                <a:srgbClr val="4668F5"/>
              </a:buClr>
              <a:buSzPct val="58333"/>
              <a:buFont typeface="Wingdings"/>
              <a:buChar char=""/>
              <a:tabLst>
                <a:tab pos="1913255" algn="l"/>
              </a:tabLst>
            </a:pPr>
            <a:r>
              <a:rPr dirty="0" sz="1800" spc="-10" b="1">
                <a:solidFill>
                  <a:srgbClr val="001F5F"/>
                </a:solidFill>
                <a:latin typeface="宋体"/>
                <a:cs typeface="宋体"/>
              </a:rPr>
              <a:t>这批硬盘的</a:t>
            </a:r>
            <a:r>
              <a:rPr dirty="0" sz="1800" spc="-10" b="1">
                <a:solidFill>
                  <a:srgbClr val="001F5F"/>
                </a:solidFill>
                <a:latin typeface="黑体"/>
                <a:cs typeface="黑体"/>
              </a:rPr>
              <a:t>MTTF=5000/10=500</a:t>
            </a:r>
            <a:r>
              <a:rPr dirty="0" sz="1800" spc="-35" b="1">
                <a:solidFill>
                  <a:srgbClr val="001F5F"/>
                </a:solidFill>
                <a:latin typeface="宋体"/>
                <a:cs typeface="宋体"/>
              </a:rPr>
              <a:t>小时</a:t>
            </a:r>
            <a:endParaRPr sz="1800">
              <a:latin typeface="宋体"/>
              <a:cs typeface="宋体"/>
            </a:endParaRPr>
          </a:p>
          <a:p>
            <a:pPr lvl="2" marL="1913255" indent="-360045">
              <a:lnSpc>
                <a:spcPct val="100000"/>
              </a:lnSpc>
              <a:spcBef>
                <a:spcPts val="930"/>
              </a:spcBef>
              <a:buClr>
                <a:srgbClr val="4668F5"/>
              </a:buClr>
              <a:buSzPct val="58333"/>
              <a:buFont typeface="Wingdings"/>
              <a:buChar char=""/>
              <a:tabLst>
                <a:tab pos="1913255" algn="l"/>
              </a:tabLst>
            </a:pPr>
            <a:r>
              <a:rPr dirty="0" sz="1800" spc="-10" b="1">
                <a:solidFill>
                  <a:srgbClr val="001F5F"/>
                </a:solidFill>
                <a:latin typeface="宋体"/>
                <a:cs typeface="宋体"/>
              </a:rPr>
              <a:t>基于这个样本，统计上可以预期一个硬盘平均能无故障运行 </a:t>
            </a:r>
            <a:r>
              <a:rPr dirty="0" sz="1800" spc="-10" b="1">
                <a:solidFill>
                  <a:srgbClr val="001F5F"/>
                </a:solidFill>
                <a:latin typeface="黑体"/>
                <a:cs typeface="黑体"/>
              </a:rPr>
              <a:t>500</a:t>
            </a:r>
            <a:r>
              <a:rPr dirty="0" sz="1800" spc="-10" b="1">
                <a:solidFill>
                  <a:srgbClr val="001F5F"/>
                </a:solidFill>
                <a:latin typeface="宋体"/>
                <a:cs typeface="宋体"/>
              </a:rPr>
              <a:t>小时</a:t>
            </a:r>
            <a:r>
              <a:rPr dirty="0" sz="2000" spc="-50" b="1">
                <a:solidFill>
                  <a:srgbClr val="FF5CFF"/>
                </a:solidFill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575053" y="102235"/>
            <a:ext cx="642366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01065" algn="l"/>
              </a:tabLst>
            </a:pPr>
            <a:r>
              <a:rPr dirty="0" u="none" sz="2800" spc="-25">
                <a:solidFill>
                  <a:srgbClr val="001F5F"/>
                </a:solidFill>
              </a:rPr>
              <a:t>8.2</a:t>
            </a:r>
            <a:r>
              <a:rPr dirty="0" u="none" sz="2800">
                <a:solidFill>
                  <a:srgbClr val="001F5F"/>
                </a:solidFill>
              </a:rPr>
              <a:t>	</a:t>
            </a:r>
            <a:r>
              <a:rPr dirty="0" u="none" sz="2800" spc="-20">
                <a:solidFill>
                  <a:srgbClr val="001F5F"/>
                </a:solidFill>
              </a:rPr>
              <a:t>I/O</a:t>
            </a:r>
            <a:r>
              <a:rPr dirty="0" u="none" sz="2800" spc="-40">
                <a:solidFill>
                  <a:srgbClr val="001F5F"/>
                </a:solidFill>
              </a:rPr>
              <a:t>系统的可靠性、可用性和可信性</a:t>
            </a:r>
            <a:endParaRPr sz="2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02170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86245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30" b="1">
                <a:solidFill>
                  <a:srgbClr val="40458B"/>
                </a:solidFill>
                <a:latin typeface="宋体"/>
                <a:cs typeface="宋体"/>
              </a:rPr>
              <a:t>9/81</a:t>
            </a:r>
            <a:endParaRPr baseline="1736" sz="2400">
              <a:latin typeface="宋体"/>
              <a:cs typeface="宋体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1555750" y="549275"/>
            <a:ext cx="7588250" cy="0"/>
          </a:xfrm>
          <a:custGeom>
            <a:avLst/>
            <a:gdLst/>
            <a:ahLst/>
            <a:cxnLst/>
            <a:rect l="l" t="t" r="r" b="b"/>
            <a:pathLst>
              <a:path w="7588250" h="0">
                <a:moveTo>
                  <a:pt x="0" y="0"/>
                </a:moveTo>
                <a:lnTo>
                  <a:pt x="7588250" y="0"/>
                </a:lnTo>
              </a:path>
            </a:pathLst>
          </a:custGeom>
          <a:ln w="38100">
            <a:solidFill>
              <a:srgbClr val="2C44A3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119062" y="188976"/>
            <a:ext cx="1437005" cy="274955"/>
            <a:chOff x="119062" y="188976"/>
            <a:chExt cx="1437005" cy="274955"/>
          </a:xfrm>
        </p:grpSpPr>
        <p:sp>
          <p:nvSpPr>
            <p:cNvPr id="5" name="object 5" descr=""/>
            <p:cNvSpPr/>
            <p:nvPr/>
          </p:nvSpPr>
          <p:spPr>
            <a:xfrm>
              <a:off x="119062" y="188976"/>
              <a:ext cx="499745" cy="274955"/>
            </a:xfrm>
            <a:custGeom>
              <a:avLst/>
              <a:gdLst/>
              <a:ahLst/>
              <a:cxnLst/>
              <a:rect l="l" t="t" r="r" b="b"/>
              <a:pathLst>
                <a:path w="499745" h="274955">
                  <a:moveTo>
                    <a:pt x="119837" y="0"/>
                  </a:moveTo>
                  <a:lnTo>
                    <a:pt x="4993" y="41528"/>
                  </a:lnTo>
                  <a:lnTo>
                    <a:pt x="264655" y="135508"/>
                  </a:lnTo>
                  <a:lnTo>
                    <a:pt x="0" y="231266"/>
                  </a:lnTo>
                  <a:lnTo>
                    <a:pt x="119837" y="274574"/>
                  </a:lnTo>
                  <a:lnTo>
                    <a:pt x="499338" y="137287"/>
                  </a:lnTo>
                  <a:lnTo>
                    <a:pt x="119837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85546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9621" y="0"/>
                  </a:moveTo>
                  <a:lnTo>
                    <a:pt x="4991" y="41528"/>
                  </a:lnTo>
                  <a:lnTo>
                    <a:pt x="264147" y="135508"/>
                  </a:lnTo>
                  <a:lnTo>
                    <a:pt x="0" y="231266"/>
                  </a:lnTo>
                  <a:lnTo>
                    <a:pt x="119621" y="274574"/>
                  </a:lnTo>
                  <a:lnTo>
                    <a:pt x="497141" y="137287"/>
                  </a:lnTo>
                  <a:lnTo>
                    <a:pt x="119621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058608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8363" y="0"/>
                  </a:moveTo>
                  <a:lnTo>
                    <a:pt x="4978" y="41528"/>
                  </a:lnTo>
                  <a:lnTo>
                    <a:pt x="264096" y="135508"/>
                  </a:lnTo>
                  <a:lnTo>
                    <a:pt x="0" y="231266"/>
                  </a:lnTo>
                  <a:lnTo>
                    <a:pt x="118363" y="274574"/>
                  </a:lnTo>
                  <a:lnTo>
                    <a:pt x="497141" y="137287"/>
                  </a:lnTo>
                  <a:lnTo>
                    <a:pt x="118363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329590" y="986408"/>
            <a:ext cx="8486775" cy="52673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29870" indent="304800">
              <a:lnSpc>
                <a:spcPct val="120000"/>
              </a:lnSpc>
              <a:spcBef>
                <a:spcPts val="100"/>
              </a:spcBef>
              <a:buClr>
                <a:srgbClr val="001F5F"/>
              </a:buClr>
              <a:buSzPct val="95833"/>
              <a:buAutoNum type="arabicPeriod" startAt="2"/>
              <a:tabLst>
                <a:tab pos="317500" algn="l"/>
              </a:tabLst>
            </a:pPr>
            <a:r>
              <a:rPr dirty="0" sz="2400">
                <a:solidFill>
                  <a:srgbClr val="FF0000"/>
                </a:solidFill>
                <a:latin typeface="黑体"/>
                <a:cs typeface="黑体"/>
              </a:rPr>
              <a:t>系统的可靠性：</a:t>
            </a:r>
            <a:r>
              <a:rPr dirty="0" sz="2400" spc="-5">
                <a:solidFill>
                  <a:srgbClr val="40458B"/>
                </a:solidFill>
                <a:latin typeface="黑体"/>
                <a:cs typeface="黑体"/>
              </a:rPr>
              <a:t>系统从某个初始参考点开始一直连续提供服</a:t>
            </a:r>
            <a:r>
              <a:rPr dirty="0" sz="2400" spc="-10">
                <a:solidFill>
                  <a:srgbClr val="40458B"/>
                </a:solidFill>
                <a:latin typeface="黑体"/>
                <a:cs typeface="黑体"/>
              </a:rPr>
              <a:t>务的能力。</a:t>
            </a:r>
            <a:endParaRPr sz="2400">
              <a:latin typeface="黑体"/>
              <a:cs typeface="黑体"/>
            </a:endParaRPr>
          </a:p>
          <a:p>
            <a:pPr lvl="1" marL="1099185" indent="-457200">
              <a:lnSpc>
                <a:spcPct val="100000"/>
              </a:lnSpc>
              <a:spcBef>
                <a:spcPts val="1085"/>
              </a:spcBef>
              <a:buSzPct val="88636"/>
              <a:buFont typeface="Wingdings"/>
              <a:buChar char=""/>
              <a:tabLst>
                <a:tab pos="1099185" algn="l"/>
              </a:tabLst>
            </a:pP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系统中断服务的时间用</a:t>
            </a:r>
            <a:r>
              <a:rPr dirty="0" sz="2200" spc="-30">
                <a:solidFill>
                  <a:srgbClr val="FF0000"/>
                </a:solidFill>
                <a:latin typeface="黑体"/>
                <a:cs typeface="黑体"/>
              </a:rPr>
              <a:t>平均修复时间</a:t>
            </a:r>
            <a:r>
              <a:rPr dirty="0" sz="2200">
                <a:solidFill>
                  <a:srgbClr val="FF0000"/>
                </a:solidFill>
                <a:latin typeface="Tahoma"/>
                <a:cs typeface="Tahoma"/>
              </a:rPr>
              <a:t>MTTR(</a:t>
            </a:r>
            <a:r>
              <a:rPr dirty="0" sz="2200">
                <a:solidFill>
                  <a:srgbClr val="40458B"/>
                </a:solidFill>
                <a:latin typeface="Tahoma"/>
                <a:cs typeface="Tahoma"/>
              </a:rPr>
              <a:t>Mean</a:t>
            </a:r>
            <a:r>
              <a:rPr dirty="0" sz="2200" spc="-35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dirty="0" sz="2200">
                <a:solidFill>
                  <a:srgbClr val="40458B"/>
                </a:solidFill>
                <a:latin typeface="Tahoma"/>
                <a:cs typeface="Tahoma"/>
              </a:rPr>
              <a:t>Time</a:t>
            </a:r>
            <a:r>
              <a:rPr dirty="0" sz="2200" spc="-2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dirty="0" sz="2200" spc="-25">
                <a:solidFill>
                  <a:srgbClr val="40458B"/>
                </a:solidFill>
                <a:latin typeface="Tahoma"/>
                <a:cs typeface="Tahoma"/>
              </a:rPr>
              <a:t>To</a:t>
            </a:r>
            <a:endParaRPr sz="2200">
              <a:latin typeface="Tahoma"/>
              <a:cs typeface="Tahoma"/>
            </a:endParaRPr>
          </a:p>
          <a:p>
            <a:pPr marL="1099185">
              <a:lnSpc>
                <a:spcPct val="100000"/>
              </a:lnSpc>
              <a:spcBef>
                <a:spcPts val="530"/>
              </a:spcBef>
            </a:pPr>
            <a:r>
              <a:rPr dirty="0" sz="2200" spc="-10">
                <a:solidFill>
                  <a:srgbClr val="40458B"/>
                </a:solidFill>
                <a:latin typeface="Tahoma"/>
                <a:cs typeface="Tahoma"/>
              </a:rPr>
              <a:t>Repair</a:t>
            </a:r>
            <a:r>
              <a:rPr dirty="0" sz="2200" spc="-10" b="1">
                <a:solidFill>
                  <a:srgbClr val="40458B"/>
                </a:solidFill>
                <a:latin typeface="Tahoma"/>
                <a:cs typeface="Tahoma"/>
              </a:rPr>
              <a:t>)</a:t>
            </a:r>
            <a:r>
              <a:rPr dirty="0" sz="2200" spc="-25">
                <a:solidFill>
                  <a:srgbClr val="40458B"/>
                </a:solidFill>
                <a:latin typeface="黑体"/>
                <a:cs typeface="黑体"/>
              </a:rPr>
              <a:t>来衡量（</a:t>
            </a: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系统的可维护性）</a:t>
            </a:r>
            <a:r>
              <a:rPr dirty="0" sz="2200" spc="-25">
                <a:solidFill>
                  <a:srgbClr val="40458B"/>
                </a:solidFill>
                <a:latin typeface="黑体"/>
                <a:cs typeface="黑体"/>
              </a:rPr>
              <a:t>。---</a:t>
            </a:r>
            <a:r>
              <a:rPr dirty="0" sz="2200" spc="-35">
                <a:solidFill>
                  <a:srgbClr val="FF0000"/>
                </a:solidFill>
                <a:latin typeface="黑体"/>
                <a:cs typeface="黑体"/>
              </a:rPr>
              <a:t>坏了多久能修好</a:t>
            </a:r>
            <a:endParaRPr sz="2200">
              <a:latin typeface="黑体"/>
              <a:cs typeface="黑体"/>
            </a:endParaRPr>
          </a:p>
          <a:p>
            <a:pPr lvl="1" marL="1099185" marR="5080" indent="-457834">
              <a:lnSpc>
                <a:spcPct val="120000"/>
              </a:lnSpc>
              <a:spcBef>
                <a:spcPts val="530"/>
              </a:spcBef>
              <a:buSzPct val="88636"/>
              <a:buFont typeface="Wingdings"/>
              <a:buChar char=""/>
              <a:tabLst>
                <a:tab pos="1099185" algn="l"/>
              </a:tabLst>
            </a:pP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对于一个可修复的系统或设备，从故障发生到修复完成、系</a:t>
            </a: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统恢复正常运行所需的平均时间。</a:t>
            </a:r>
            <a:r>
              <a:rPr dirty="0" sz="2200" spc="-10">
                <a:solidFill>
                  <a:srgbClr val="40458B"/>
                </a:solidFill>
                <a:latin typeface="Tahoma"/>
                <a:cs typeface="Tahoma"/>
              </a:rPr>
              <a:t>(</a:t>
            </a: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系统从故障中恢复的速度</a:t>
            </a:r>
            <a:r>
              <a:rPr dirty="0" sz="2200" spc="-25">
                <a:solidFill>
                  <a:srgbClr val="40458B"/>
                </a:solidFill>
                <a:latin typeface="黑体"/>
                <a:cs typeface="黑体"/>
              </a:rPr>
              <a:t>和能力</a:t>
            </a:r>
            <a:r>
              <a:rPr dirty="0" sz="2200" spc="-50">
                <a:solidFill>
                  <a:srgbClr val="40458B"/>
                </a:solidFill>
                <a:latin typeface="Tahoma"/>
                <a:cs typeface="Tahoma"/>
              </a:rPr>
              <a:t>)</a:t>
            </a:r>
            <a:endParaRPr sz="2200">
              <a:latin typeface="Tahoma"/>
              <a:cs typeface="Tahoma"/>
            </a:endParaRPr>
          </a:p>
          <a:p>
            <a:pPr lvl="1" marL="1099185" indent="-457200">
              <a:lnSpc>
                <a:spcPct val="100000"/>
              </a:lnSpc>
              <a:spcBef>
                <a:spcPts val="1060"/>
              </a:spcBef>
              <a:buSzPct val="88636"/>
              <a:buFont typeface="Wingdings"/>
              <a:buChar char=""/>
              <a:tabLst>
                <a:tab pos="1099185" algn="l"/>
              </a:tabLst>
            </a:pPr>
            <a:r>
              <a:rPr dirty="0" sz="2200" spc="-20">
                <a:solidFill>
                  <a:srgbClr val="40458B"/>
                </a:solidFill>
                <a:latin typeface="黑体"/>
                <a:cs typeface="黑体"/>
              </a:rPr>
              <a:t>假设系统</a:t>
            </a:r>
            <a:r>
              <a:rPr dirty="0" sz="2200">
                <a:solidFill>
                  <a:srgbClr val="40458B"/>
                </a:solidFill>
                <a:latin typeface="Tahoma"/>
                <a:cs typeface="Tahoma"/>
              </a:rPr>
              <a:t>A</a:t>
            </a:r>
            <a:r>
              <a:rPr dirty="0" sz="2200">
                <a:solidFill>
                  <a:srgbClr val="40458B"/>
                </a:solidFill>
                <a:latin typeface="黑体"/>
                <a:cs typeface="黑体"/>
              </a:rPr>
              <a:t>：</a:t>
            </a:r>
            <a:r>
              <a:rPr dirty="0" sz="2200">
                <a:solidFill>
                  <a:srgbClr val="40458B"/>
                </a:solidFill>
                <a:latin typeface="Tahoma"/>
                <a:cs typeface="Tahoma"/>
              </a:rPr>
              <a:t>MTTF</a:t>
            </a:r>
            <a:r>
              <a:rPr dirty="0" sz="2200" spc="-25">
                <a:solidFill>
                  <a:srgbClr val="40458B"/>
                </a:solidFill>
                <a:latin typeface="Tahoma"/>
                <a:cs typeface="Tahoma"/>
              </a:rPr>
              <a:t> = </a:t>
            </a:r>
            <a:r>
              <a:rPr dirty="0" sz="2200" spc="-10">
                <a:solidFill>
                  <a:srgbClr val="40458B"/>
                </a:solidFill>
                <a:latin typeface="Tahoma"/>
                <a:cs typeface="Tahoma"/>
              </a:rPr>
              <a:t>1000</a:t>
            </a:r>
            <a:r>
              <a:rPr dirty="0" sz="2200" spc="-15">
                <a:solidFill>
                  <a:srgbClr val="40458B"/>
                </a:solidFill>
                <a:latin typeface="黑体"/>
                <a:cs typeface="黑体"/>
              </a:rPr>
              <a:t>小时，</a:t>
            </a:r>
            <a:r>
              <a:rPr dirty="0" sz="2200">
                <a:solidFill>
                  <a:srgbClr val="40458B"/>
                </a:solidFill>
                <a:latin typeface="Tahoma"/>
                <a:cs typeface="Tahoma"/>
              </a:rPr>
              <a:t>MTTR</a:t>
            </a:r>
            <a:r>
              <a:rPr dirty="0" sz="2200" spc="-25">
                <a:solidFill>
                  <a:srgbClr val="40458B"/>
                </a:solidFill>
                <a:latin typeface="Tahoma"/>
                <a:cs typeface="Tahoma"/>
              </a:rPr>
              <a:t> = </a:t>
            </a:r>
            <a:r>
              <a:rPr dirty="0" sz="2200" spc="-10">
                <a:solidFill>
                  <a:srgbClr val="40458B"/>
                </a:solidFill>
                <a:latin typeface="Tahoma"/>
                <a:cs typeface="Tahoma"/>
              </a:rPr>
              <a:t>24</a:t>
            </a: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小时。可用性</a:t>
            </a:r>
            <a:endParaRPr sz="2200">
              <a:latin typeface="黑体"/>
              <a:cs typeface="黑体"/>
            </a:endParaRPr>
          </a:p>
          <a:p>
            <a:pPr marL="1099185">
              <a:lnSpc>
                <a:spcPct val="100000"/>
              </a:lnSpc>
              <a:spcBef>
                <a:spcPts val="525"/>
              </a:spcBef>
            </a:pPr>
            <a:r>
              <a:rPr dirty="0" sz="2200">
                <a:solidFill>
                  <a:srgbClr val="40458B"/>
                </a:solidFill>
                <a:latin typeface="Tahoma"/>
                <a:cs typeface="Tahoma"/>
              </a:rPr>
              <a:t>=</a:t>
            </a:r>
            <a:r>
              <a:rPr dirty="0" sz="2200" spc="-65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dirty="0" sz="2200">
                <a:solidFill>
                  <a:srgbClr val="40458B"/>
                </a:solidFill>
                <a:latin typeface="Tahoma"/>
                <a:cs typeface="Tahoma"/>
              </a:rPr>
              <a:t>1000/(1000+24)</a:t>
            </a:r>
            <a:r>
              <a:rPr dirty="0" sz="2200" spc="-65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dirty="0" sz="2200">
                <a:solidFill>
                  <a:srgbClr val="40458B"/>
                </a:solidFill>
                <a:latin typeface="Tahoma"/>
                <a:cs typeface="Tahoma"/>
              </a:rPr>
              <a:t>≈</a:t>
            </a:r>
            <a:r>
              <a:rPr dirty="0" sz="2200" spc="-75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dirty="0" sz="2200" spc="-20">
                <a:solidFill>
                  <a:srgbClr val="40458B"/>
                </a:solidFill>
                <a:latin typeface="Tahoma"/>
                <a:cs typeface="Tahoma"/>
              </a:rPr>
              <a:t>97.7%</a:t>
            </a:r>
            <a:endParaRPr sz="2200">
              <a:latin typeface="Tahoma"/>
              <a:cs typeface="Tahoma"/>
            </a:endParaRPr>
          </a:p>
          <a:p>
            <a:pPr lvl="1" marL="1099185" indent="-457200">
              <a:lnSpc>
                <a:spcPct val="100000"/>
              </a:lnSpc>
              <a:spcBef>
                <a:spcPts val="1060"/>
              </a:spcBef>
              <a:buSzPct val="88636"/>
              <a:buFont typeface="Wingdings"/>
              <a:buChar char=""/>
              <a:tabLst>
                <a:tab pos="1099185" algn="l"/>
              </a:tabLst>
            </a:pPr>
            <a:r>
              <a:rPr dirty="0" sz="2200" spc="-25">
                <a:solidFill>
                  <a:srgbClr val="40458B"/>
                </a:solidFill>
                <a:latin typeface="Tahoma"/>
                <a:cs typeface="Tahoma"/>
              </a:rPr>
              <a:t>MTTF</a:t>
            </a:r>
            <a:r>
              <a:rPr dirty="0" sz="2200" spc="-40">
                <a:solidFill>
                  <a:srgbClr val="40458B"/>
                </a:solidFill>
                <a:latin typeface="黑体"/>
                <a:cs typeface="黑体"/>
              </a:rPr>
              <a:t>的倒数就是系统的失效率。</a:t>
            </a:r>
            <a:endParaRPr sz="2200">
              <a:latin typeface="黑体"/>
              <a:cs typeface="黑体"/>
            </a:endParaRPr>
          </a:p>
          <a:p>
            <a:pPr lvl="1" marL="1099185" marR="116205" indent="-457834">
              <a:lnSpc>
                <a:spcPct val="120000"/>
              </a:lnSpc>
              <a:spcBef>
                <a:spcPts val="530"/>
              </a:spcBef>
              <a:buSzPct val="88636"/>
              <a:buFont typeface="Wingdings"/>
              <a:buChar char=""/>
              <a:tabLst>
                <a:tab pos="1099185" algn="l"/>
              </a:tabLst>
            </a:pP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如果系统中每个模块的生存期服从指数分布，则系统整体的失效率是各部件的失效率之和。</a:t>
            </a:r>
            <a:endParaRPr sz="2200">
              <a:latin typeface="黑体"/>
              <a:cs typeface="黑体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575053" y="102235"/>
            <a:ext cx="642366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01065" algn="l"/>
              </a:tabLst>
            </a:pPr>
            <a:r>
              <a:rPr dirty="0" u="none" sz="2800" spc="-25">
                <a:solidFill>
                  <a:srgbClr val="001F5F"/>
                </a:solidFill>
              </a:rPr>
              <a:t>8.2</a:t>
            </a:r>
            <a:r>
              <a:rPr dirty="0" u="none" sz="2800">
                <a:solidFill>
                  <a:srgbClr val="001F5F"/>
                </a:solidFill>
              </a:rPr>
              <a:t>	</a:t>
            </a:r>
            <a:r>
              <a:rPr dirty="0" u="none" sz="2800" spc="-20">
                <a:solidFill>
                  <a:srgbClr val="001F5F"/>
                </a:solidFill>
              </a:rPr>
              <a:t>I/O</a:t>
            </a:r>
            <a:r>
              <a:rPr dirty="0" u="none" sz="2800" spc="-40">
                <a:solidFill>
                  <a:srgbClr val="001F5F"/>
                </a:solidFill>
              </a:rPr>
              <a:t>系统的可靠性、可用性和可信性</a:t>
            </a:r>
            <a:endParaRPr sz="2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53605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34809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15" b="1">
                <a:solidFill>
                  <a:srgbClr val="40458B"/>
                </a:solidFill>
                <a:latin typeface="宋体"/>
                <a:cs typeface="宋体"/>
              </a:rPr>
              <a:t>10/81</a:t>
            </a:r>
            <a:endParaRPr baseline="1736" sz="2400">
              <a:latin typeface="宋体"/>
              <a:cs typeface="宋体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1555750" y="549275"/>
            <a:ext cx="7588250" cy="0"/>
          </a:xfrm>
          <a:custGeom>
            <a:avLst/>
            <a:gdLst/>
            <a:ahLst/>
            <a:cxnLst/>
            <a:rect l="l" t="t" r="r" b="b"/>
            <a:pathLst>
              <a:path w="7588250" h="0">
                <a:moveTo>
                  <a:pt x="0" y="0"/>
                </a:moveTo>
                <a:lnTo>
                  <a:pt x="7588250" y="0"/>
                </a:lnTo>
              </a:path>
            </a:pathLst>
          </a:custGeom>
          <a:ln w="38100">
            <a:solidFill>
              <a:srgbClr val="2C44A3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119062" y="188976"/>
            <a:ext cx="1437005" cy="274955"/>
            <a:chOff x="119062" y="188976"/>
            <a:chExt cx="1437005" cy="274955"/>
          </a:xfrm>
        </p:grpSpPr>
        <p:sp>
          <p:nvSpPr>
            <p:cNvPr id="5" name="object 5" descr=""/>
            <p:cNvSpPr/>
            <p:nvPr/>
          </p:nvSpPr>
          <p:spPr>
            <a:xfrm>
              <a:off x="119062" y="188976"/>
              <a:ext cx="499745" cy="274955"/>
            </a:xfrm>
            <a:custGeom>
              <a:avLst/>
              <a:gdLst/>
              <a:ahLst/>
              <a:cxnLst/>
              <a:rect l="l" t="t" r="r" b="b"/>
              <a:pathLst>
                <a:path w="499745" h="274955">
                  <a:moveTo>
                    <a:pt x="119837" y="0"/>
                  </a:moveTo>
                  <a:lnTo>
                    <a:pt x="4993" y="41528"/>
                  </a:lnTo>
                  <a:lnTo>
                    <a:pt x="264655" y="135508"/>
                  </a:lnTo>
                  <a:lnTo>
                    <a:pt x="0" y="231266"/>
                  </a:lnTo>
                  <a:lnTo>
                    <a:pt x="119837" y="274574"/>
                  </a:lnTo>
                  <a:lnTo>
                    <a:pt x="499338" y="137287"/>
                  </a:lnTo>
                  <a:lnTo>
                    <a:pt x="119837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85546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9621" y="0"/>
                  </a:moveTo>
                  <a:lnTo>
                    <a:pt x="4991" y="41528"/>
                  </a:lnTo>
                  <a:lnTo>
                    <a:pt x="264147" y="135508"/>
                  </a:lnTo>
                  <a:lnTo>
                    <a:pt x="0" y="231266"/>
                  </a:lnTo>
                  <a:lnTo>
                    <a:pt x="119621" y="274574"/>
                  </a:lnTo>
                  <a:lnTo>
                    <a:pt x="497141" y="137287"/>
                  </a:lnTo>
                  <a:lnTo>
                    <a:pt x="119621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058608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8363" y="0"/>
                  </a:moveTo>
                  <a:lnTo>
                    <a:pt x="4978" y="41528"/>
                  </a:lnTo>
                  <a:lnTo>
                    <a:pt x="264096" y="135508"/>
                  </a:lnTo>
                  <a:lnTo>
                    <a:pt x="0" y="231266"/>
                  </a:lnTo>
                  <a:lnTo>
                    <a:pt x="118363" y="274574"/>
                  </a:lnTo>
                  <a:lnTo>
                    <a:pt x="497141" y="137287"/>
                  </a:lnTo>
                  <a:lnTo>
                    <a:pt x="118363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671954" y="63500"/>
            <a:ext cx="669734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065" algn="l"/>
              </a:tabLst>
            </a:pPr>
            <a:r>
              <a:rPr dirty="0" u="none" spc="-25"/>
              <a:t>8.2</a:t>
            </a:r>
            <a:r>
              <a:rPr dirty="0" u="none"/>
              <a:t>	I/O</a:t>
            </a:r>
            <a:r>
              <a:rPr dirty="0" u="none" spc="-5"/>
              <a:t>系统的可靠性、可用性和可信性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-29159" y="1262252"/>
            <a:ext cx="9017635" cy="24777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 marR="5080" indent="-457200">
              <a:lnSpc>
                <a:spcPct val="110000"/>
              </a:lnSpc>
              <a:spcBef>
                <a:spcPts val="100"/>
              </a:spcBef>
              <a:buClr>
                <a:srgbClr val="40458B"/>
              </a:buClr>
              <a:buAutoNum type="arabicPeriod" startAt="3"/>
              <a:tabLst>
                <a:tab pos="469900" algn="l"/>
              </a:tabLst>
            </a:pPr>
            <a:r>
              <a:rPr dirty="0" sz="2400">
                <a:solidFill>
                  <a:srgbClr val="FF0000"/>
                </a:solidFill>
                <a:latin typeface="黑体"/>
                <a:cs typeface="黑体"/>
              </a:rPr>
              <a:t>系统的可用性</a:t>
            </a:r>
            <a:r>
              <a:rPr dirty="0" sz="2400">
                <a:solidFill>
                  <a:srgbClr val="D50092"/>
                </a:solidFill>
                <a:latin typeface="黑体"/>
                <a:cs typeface="黑体"/>
              </a:rPr>
              <a:t>：</a:t>
            </a:r>
            <a:r>
              <a:rPr dirty="0" sz="2400" spc="-5">
                <a:solidFill>
                  <a:srgbClr val="40458B"/>
                </a:solidFill>
                <a:latin typeface="黑体"/>
                <a:cs typeface="黑体"/>
              </a:rPr>
              <a:t>系统正常工作的时间在连续两次正常服务间隔时</a:t>
            </a:r>
            <a:r>
              <a:rPr dirty="0" sz="2400">
                <a:solidFill>
                  <a:srgbClr val="40458B"/>
                </a:solidFill>
                <a:latin typeface="黑体"/>
                <a:cs typeface="黑体"/>
              </a:rPr>
              <a:t>间中所占的比率。目标通常是5个9（99.999%）</a:t>
            </a:r>
            <a:r>
              <a:rPr dirty="0" sz="2400" spc="-10">
                <a:solidFill>
                  <a:srgbClr val="40458B"/>
                </a:solidFill>
                <a:latin typeface="黑体"/>
                <a:cs typeface="黑体"/>
              </a:rPr>
              <a:t>的高可用—正常</a:t>
            </a:r>
            <a:r>
              <a:rPr dirty="0" sz="2400" spc="-15">
                <a:solidFill>
                  <a:srgbClr val="40458B"/>
                </a:solidFill>
                <a:latin typeface="黑体"/>
                <a:cs typeface="黑体"/>
              </a:rPr>
              <a:t>运行时间比例，表示可用性水平。</a:t>
            </a:r>
            <a:endParaRPr sz="2400">
              <a:latin typeface="黑体"/>
              <a:cs typeface="黑体"/>
            </a:endParaRPr>
          </a:p>
          <a:p>
            <a:pPr>
              <a:lnSpc>
                <a:spcPct val="100000"/>
              </a:lnSpc>
              <a:spcBef>
                <a:spcPts val="875"/>
              </a:spcBef>
              <a:buClr>
                <a:srgbClr val="40458B"/>
              </a:buClr>
              <a:buFont typeface=""/>
              <a:buAutoNum type="arabicPeriod" startAt="3"/>
            </a:pPr>
            <a:endParaRPr sz="2400">
              <a:latin typeface="黑体"/>
              <a:cs typeface="黑体"/>
            </a:endParaRPr>
          </a:p>
          <a:p>
            <a:pPr lvl="1" marL="1099185" marR="923290" indent="-457200">
              <a:lnSpc>
                <a:spcPct val="110000"/>
              </a:lnSpc>
              <a:buSzPct val="88636"/>
              <a:buFont typeface="Wingdings"/>
              <a:buChar char=""/>
              <a:tabLst>
                <a:tab pos="1099185" algn="l"/>
              </a:tabLst>
            </a:pPr>
            <a:r>
              <a:rPr dirty="0" sz="2200" spc="-10">
                <a:solidFill>
                  <a:srgbClr val="40458B"/>
                </a:solidFill>
                <a:latin typeface="黑体"/>
                <a:cs typeface="黑体"/>
              </a:rPr>
              <a:t>MTTF+MTTR：</a:t>
            </a:r>
            <a:r>
              <a:rPr dirty="0" sz="2200" spc="-30">
                <a:solidFill>
                  <a:srgbClr val="FF0000"/>
                </a:solidFill>
                <a:latin typeface="黑体"/>
                <a:cs typeface="黑体"/>
              </a:rPr>
              <a:t>平均失效间隔时间</a:t>
            </a:r>
            <a:r>
              <a:rPr dirty="0" sz="2200">
                <a:solidFill>
                  <a:srgbClr val="FF0000"/>
                </a:solidFill>
                <a:latin typeface="黑体"/>
                <a:cs typeface="黑体"/>
              </a:rPr>
              <a:t>MTBF</a:t>
            </a:r>
            <a:r>
              <a:rPr dirty="0" sz="2200">
                <a:solidFill>
                  <a:srgbClr val="40458B"/>
                </a:solidFill>
                <a:latin typeface="黑体"/>
                <a:cs typeface="黑体"/>
              </a:rPr>
              <a:t>（</a:t>
            </a:r>
            <a:r>
              <a:rPr dirty="0" sz="2200">
                <a:solidFill>
                  <a:srgbClr val="40458B"/>
                </a:solidFill>
                <a:latin typeface="宋体"/>
                <a:cs typeface="宋体"/>
              </a:rPr>
              <a:t>Mean</a:t>
            </a:r>
            <a:r>
              <a:rPr dirty="0" sz="2200" spc="-60">
                <a:solidFill>
                  <a:srgbClr val="40458B"/>
                </a:solidFill>
                <a:latin typeface="宋体"/>
                <a:cs typeface="宋体"/>
              </a:rPr>
              <a:t> </a:t>
            </a:r>
            <a:r>
              <a:rPr dirty="0" sz="2200">
                <a:solidFill>
                  <a:srgbClr val="40458B"/>
                </a:solidFill>
                <a:latin typeface="宋体"/>
                <a:cs typeface="宋体"/>
              </a:rPr>
              <a:t>Time</a:t>
            </a:r>
            <a:r>
              <a:rPr dirty="0" sz="2200" spc="-20">
                <a:solidFill>
                  <a:srgbClr val="40458B"/>
                </a:solidFill>
                <a:latin typeface="宋体"/>
                <a:cs typeface="宋体"/>
              </a:rPr>
              <a:t> </a:t>
            </a:r>
            <a:r>
              <a:rPr dirty="0" sz="2200" spc="-10">
                <a:solidFill>
                  <a:srgbClr val="40458B"/>
                </a:solidFill>
                <a:latin typeface="宋体"/>
                <a:cs typeface="宋体"/>
              </a:rPr>
              <a:t>Between Failure</a:t>
            </a:r>
            <a:r>
              <a:rPr dirty="0" sz="2200" spc="-10">
                <a:solidFill>
                  <a:srgbClr val="40458B"/>
                </a:solidFill>
                <a:latin typeface="黑体"/>
                <a:cs typeface="黑体"/>
              </a:rPr>
              <a:t>）</a:t>
            </a:r>
            <a:endParaRPr sz="2200">
              <a:latin typeface="黑体"/>
              <a:cs typeface="黑体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-29159" y="4971718"/>
            <a:ext cx="9017635" cy="831215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90"/>
              </a:spcBef>
              <a:tabLst>
                <a:tab pos="469265" algn="l"/>
              </a:tabLst>
            </a:pPr>
            <a:r>
              <a:rPr dirty="0" sz="2400" spc="-25">
                <a:solidFill>
                  <a:srgbClr val="40458B"/>
                </a:solidFill>
                <a:latin typeface="Times New Roman"/>
                <a:cs typeface="Times New Roman"/>
              </a:rPr>
              <a:t>4.</a:t>
            </a:r>
            <a:r>
              <a:rPr dirty="0" sz="2400">
                <a:solidFill>
                  <a:srgbClr val="40458B"/>
                </a:solidFill>
                <a:latin typeface="Times New Roman"/>
                <a:cs typeface="Times New Roman"/>
              </a:rPr>
              <a:t>	</a:t>
            </a:r>
            <a:r>
              <a:rPr dirty="0" sz="2400" spc="-10">
                <a:solidFill>
                  <a:srgbClr val="FF0000"/>
                </a:solidFill>
                <a:latin typeface="黑体"/>
                <a:cs typeface="黑体"/>
              </a:rPr>
              <a:t>系统的可信性：</a:t>
            </a:r>
            <a:r>
              <a:rPr dirty="0" sz="2400" spc="-15">
                <a:solidFill>
                  <a:srgbClr val="40458B"/>
                </a:solidFill>
                <a:latin typeface="黑体"/>
                <a:cs typeface="黑体"/>
              </a:rPr>
              <a:t>服务的质量。即在多大程度上可以合理地认为服</a:t>
            </a:r>
            <a:endParaRPr sz="2400">
              <a:latin typeface="黑体"/>
              <a:cs typeface="黑体"/>
            </a:endParaRPr>
          </a:p>
          <a:p>
            <a:pPr marL="469900">
              <a:lnSpc>
                <a:spcPct val="100000"/>
              </a:lnSpc>
              <a:spcBef>
                <a:spcPts val="290"/>
              </a:spcBef>
            </a:pPr>
            <a:r>
              <a:rPr dirty="0" sz="2400">
                <a:solidFill>
                  <a:srgbClr val="40458B"/>
                </a:solidFill>
                <a:latin typeface="黑体"/>
                <a:cs typeface="黑体"/>
              </a:rPr>
              <a:t>务是可靠的。</a:t>
            </a:r>
            <a:r>
              <a:rPr dirty="0" sz="2000" spc="-10" b="1">
                <a:latin typeface="宋体"/>
                <a:cs typeface="宋体"/>
              </a:rPr>
              <a:t>（不可以度量</a:t>
            </a:r>
            <a:r>
              <a:rPr dirty="0" sz="2000" spc="-50" b="1">
                <a:latin typeface="宋体"/>
                <a:cs typeface="宋体"/>
              </a:rPr>
              <a:t>）</a:t>
            </a:r>
            <a:endParaRPr sz="2000">
              <a:latin typeface="宋体"/>
              <a:cs typeface="宋体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3059176" y="3716401"/>
            <a:ext cx="3276600" cy="762000"/>
            <a:chOff x="3059176" y="3716401"/>
            <a:chExt cx="3276600" cy="762000"/>
          </a:xfrm>
        </p:grpSpPr>
        <p:sp>
          <p:nvSpPr>
            <p:cNvPr id="13" name="object 13" descr=""/>
            <p:cNvSpPr/>
            <p:nvPr/>
          </p:nvSpPr>
          <p:spPr>
            <a:xfrm>
              <a:off x="3059176" y="3716401"/>
              <a:ext cx="3276600" cy="762000"/>
            </a:xfrm>
            <a:custGeom>
              <a:avLst/>
              <a:gdLst/>
              <a:ahLst/>
              <a:cxnLst/>
              <a:rect l="l" t="t" r="r" b="b"/>
              <a:pathLst>
                <a:path w="3276600" h="762000">
                  <a:moveTo>
                    <a:pt x="3276600" y="0"/>
                  </a:moveTo>
                  <a:lnTo>
                    <a:pt x="0" y="0"/>
                  </a:lnTo>
                  <a:lnTo>
                    <a:pt x="0" y="762000"/>
                  </a:lnTo>
                  <a:lnTo>
                    <a:pt x="3276600" y="762000"/>
                  </a:lnTo>
                  <a:lnTo>
                    <a:pt x="3276600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303401" y="4116519"/>
              <a:ext cx="1959610" cy="0"/>
            </a:xfrm>
            <a:custGeom>
              <a:avLst/>
              <a:gdLst/>
              <a:ahLst/>
              <a:cxnLst/>
              <a:rect l="l" t="t" r="r" b="b"/>
              <a:pathLst>
                <a:path w="1959610" h="0">
                  <a:moveTo>
                    <a:pt x="0" y="0"/>
                  </a:moveTo>
                  <a:lnTo>
                    <a:pt x="1959358" y="0"/>
                  </a:lnTo>
                </a:path>
              </a:pathLst>
            </a:custGeom>
            <a:ln w="143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3059176" y="3716401"/>
            <a:ext cx="3276600" cy="762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45085">
              <a:lnSpc>
                <a:spcPts val="2735"/>
              </a:lnSpc>
              <a:tabLst>
                <a:tab pos="1832610" algn="l"/>
              </a:tabLst>
            </a:pPr>
            <a:r>
              <a:rPr dirty="0" baseline="-35024" sz="3450" spc="-67">
                <a:latin typeface="宋体"/>
                <a:cs typeface="宋体"/>
              </a:rPr>
              <a:t>可用性</a:t>
            </a:r>
            <a:r>
              <a:rPr dirty="0" baseline="-35024" sz="3450" spc="97">
                <a:latin typeface="宋体"/>
                <a:cs typeface="宋体"/>
              </a:rPr>
              <a:t>＝</a:t>
            </a:r>
            <a:r>
              <a:rPr dirty="0" baseline="-35024" sz="3450">
                <a:latin typeface="宋体"/>
                <a:cs typeface="宋体"/>
              </a:rPr>
              <a:t>	</a:t>
            </a:r>
            <a:r>
              <a:rPr dirty="0" sz="2300" spc="-20">
                <a:latin typeface="Times New Roman"/>
                <a:cs typeface="Times New Roman"/>
              </a:rPr>
              <a:t>MTTF</a:t>
            </a:r>
            <a:endParaRPr sz="2300">
              <a:latin typeface="Times New Roman"/>
              <a:cs typeface="Times New Roman"/>
            </a:endParaRPr>
          </a:p>
          <a:p>
            <a:pPr marL="1268730">
              <a:lnSpc>
                <a:spcPts val="2750"/>
              </a:lnSpc>
              <a:spcBef>
                <a:spcPts val="515"/>
              </a:spcBef>
            </a:pPr>
            <a:r>
              <a:rPr dirty="0" sz="2300">
                <a:latin typeface="Times New Roman"/>
                <a:cs typeface="Times New Roman"/>
              </a:rPr>
              <a:t>MTTF</a:t>
            </a:r>
            <a:r>
              <a:rPr dirty="0" sz="2300" spc="-114">
                <a:latin typeface="Times New Roman"/>
                <a:cs typeface="Times New Roman"/>
              </a:rPr>
              <a:t> </a:t>
            </a:r>
            <a:r>
              <a:rPr dirty="0" sz="2300" spc="60">
                <a:latin typeface="Symbol"/>
                <a:cs typeface="Symbol"/>
              </a:rPr>
              <a:t></a:t>
            </a:r>
            <a:r>
              <a:rPr dirty="0" sz="2300" spc="-90">
                <a:latin typeface="Times New Roman"/>
                <a:cs typeface="Times New Roman"/>
              </a:rPr>
              <a:t> </a:t>
            </a:r>
            <a:r>
              <a:rPr dirty="0" sz="2300" spc="-20">
                <a:latin typeface="Times New Roman"/>
                <a:cs typeface="Times New Roman"/>
              </a:rPr>
              <a:t>MTTR</a:t>
            </a:r>
            <a:endParaRPr sz="2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53605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34809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15" b="1">
                <a:solidFill>
                  <a:srgbClr val="40458B"/>
                </a:solidFill>
                <a:latin typeface="宋体"/>
                <a:cs typeface="宋体"/>
              </a:rPr>
              <a:t>11/81</a:t>
            </a:r>
            <a:endParaRPr baseline="1736" sz="2400">
              <a:latin typeface="宋体"/>
              <a:cs typeface="宋体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1555750" y="549275"/>
            <a:ext cx="7588250" cy="0"/>
          </a:xfrm>
          <a:custGeom>
            <a:avLst/>
            <a:gdLst/>
            <a:ahLst/>
            <a:cxnLst/>
            <a:rect l="l" t="t" r="r" b="b"/>
            <a:pathLst>
              <a:path w="7588250" h="0">
                <a:moveTo>
                  <a:pt x="0" y="0"/>
                </a:moveTo>
                <a:lnTo>
                  <a:pt x="7588250" y="0"/>
                </a:lnTo>
              </a:path>
            </a:pathLst>
          </a:custGeom>
          <a:ln w="38100">
            <a:solidFill>
              <a:srgbClr val="2C44A3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119062" y="188976"/>
            <a:ext cx="1437005" cy="274955"/>
            <a:chOff x="119062" y="188976"/>
            <a:chExt cx="1437005" cy="274955"/>
          </a:xfrm>
        </p:grpSpPr>
        <p:sp>
          <p:nvSpPr>
            <p:cNvPr id="5" name="object 5" descr=""/>
            <p:cNvSpPr/>
            <p:nvPr/>
          </p:nvSpPr>
          <p:spPr>
            <a:xfrm>
              <a:off x="119062" y="188976"/>
              <a:ext cx="499745" cy="274955"/>
            </a:xfrm>
            <a:custGeom>
              <a:avLst/>
              <a:gdLst/>
              <a:ahLst/>
              <a:cxnLst/>
              <a:rect l="l" t="t" r="r" b="b"/>
              <a:pathLst>
                <a:path w="499745" h="274955">
                  <a:moveTo>
                    <a:pt x="119837" y="0"/>
                  </a:moveTo>
                  <a:lnTo>
                    <a:pt x="4993" y="41528"/>
                  </a:lnTo>
                  <a:lnTo>
                    <a:pt x="264655" y="135508"/>
                  </a:lnTo>
                  <a:lnTo>
                    <a:pt x="0" y="231266"/>
                  </a:lnTo>
                  <a:lnTo>
                    <a:pt x="119837" y="274574"/>
                  </a:lnTo>
                  <a:lnTo>
                    <a:pt x="499338" y="137287"/>
                  </a:lnTo>
                  <a:lnTo>
                    <a:pt x="119837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85546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9621" y="0"/>
                  </a:moveTo>
                  <a:lnTo>
                    <a:pt x="4991" y="41528"/>
                  </a:lnTo>
                  <a:lnTo>
                    <a:pt x="264147" y="135508"/>
                  </a:lnTo>
                  <a:lnTo>
                    <a:pt x="0" y="231266"/>
                  </a:lnTo>
                  <a:lnTo>
                    <a:pt x="119621" y="274574"/>
                  </a:lnTo>
                  <a:lnTo>
                    <a:pt x="497141" y="137287"/>
                  </a:lnTo>
                  <a:lnTo>
                    <a:pt x="119621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058608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8363" y="0"/>
                  </a:moveTo>
                  <a:lnTo>
                    <a:pt x="4978" y="41528"/>
                  </a:lnTo>
                  <a:lnTo>
                    <a:pt x="264096" y="135508"/>
                  </a:lnTo>
                  <a:lnTo>
                    <a:pt x="0" y="231266"/>
                  </a:lnTo>
                  <a:lnTo>
                    <a:pt x="118363" y="274574"/>
                  </a:lnTo>
                  <a:lnTo>
                    <a:pt x="497141" y="137287"/>
                  </a:lnTo>
                  <a:lnTo>
                    <a:pt x="118363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186639" y="535331"/>
            <a:ext cx="8667115" cy="4364990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300"/>
              </a:spcBef>
              <a:buAutoNum type="arabicPeriod"/>
              <a:tabLst>
                <a:tab pos="469265" algn="l"/>
              </a:tabLst>
            </a:pPr>
            <a:r>
              <a:rPr dirty="0" sz="2400" spc="-15">
                <a:solidFill>
                  <a:srgbClr val="40458B"/>
                </a:solidFill>
                <a:latin typeface="黑体"/>
                <a:cs typeface="黑体"/>
              </a:rPr>
              <a:t>反映外设可靠性能的参数有：</a:t>
            </a:r>
            <a:endParaRPr sz="2400">
              <a:latin typeface="黑体"/>
              <a:cs typeface="黑体"/>
            </a:endParaRPr>
          </a:p>
          <a:p>
            <a:pPr lvl="1" marL="1099185" indent="-457200">
              <a:lnSpc>
                <a:spcPct val="100000"/>
              </a:lnSpc>
              <a:spcBef>
                <a:spcPts val="1090"/>
              </a:spcBef>
              <a:buSzPct val="88636"/>
              <a:buFont typeface="Wingdings"/>
              <a:buChar char=""/>
              <a:tabLst>
                <a:tab pos="1099185" algn="l"/>
              </a:tabLst>
            </a:pP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可靠性</a:t>
            </a:r>
            <a:r>
              <a:rPr dirty="0" sz="2200" spc="-10">
                <a:solidFill>
                  <a:srgbClr val="9933FF"/>
                </a:solidFill>
                <a:latin typeface="黑体"/>
                <a:cs typeface="黑体"/>
              </a:rPr>
              <a:t>（Reliability）</a:t>
            </a:r>
            <a:endParaRPr sz="2200">
              <a:latin typeface="黑体"/>
              <a:cs typeface="黑体"/>
            </a:endParaRPr>
          </a:p>
          <a:p>
            <a:pPr lvl="1" marL="1099185" indent="-457200">
              <a:lnSpc>
                <a:spcPct val="100000"/>
              </a:lnSpc>
              <a:spcBef>
                <a:spcPts val="1055"/>
              </a:spcBef>
              <a:buSzPct val="88636"/>
              <a:buFont typeface="Wingdings"/>
              <a:buChar char=""/>
              <a:tabLst>
                <a:tab pos="1099185" algn="l"/>
              </a:tabLst>
            </a:pP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可用性</a:t>
            </a:r>
            <a:r>
              <a:rPr dirty="0" sz="2200" spc="-10">
                <a:solidFill>
                  <a:srgbClr val="9933FF"/>
                </a:solidFill>
                <a:latin typeface="黑体"/>
                <a:cs typeface="黑体"/>
              </a:rPr>
              <a:t>（Availability）</a:t>
            </a:r>
            <a:endParaRPr sz="2200">
              <a:latin typeface="黑体"/>
              <a:cs typeface="黑体"/>
            </a:endParaRPr>
          </a:p>
          <a:p>
            <a:pPr marL="12700" marR="362585">
              <a:lnSpc>
                <a:spcPts val="4029"/>
              </a:lnSpc>
              <a:spcBef>
                <a:spcPts val="300"/>
              </a:spcBef>
            </a:pPr>
            <a:r>
              <a:rPr dirty="0" sz="2400" spc="-25" b="1">
                <a:solidFill>
                  <a:srgbClr val="E14B04"/>
                </a:solidFill>
                <a:latin typeface="Tahoma"/>
                <a:cs typeface="Tahoma"/>
              </a:rPr>
              <a:t>MTTF</a:t>
            </a:r>
            <a:r>
              <a:rPr dirty="0" sz="2400" spc="-50">
                <a:solidFill>
                  <a:srgbClr val="E14B04"/>
                </a:solidFill>
                <a:latin typeface="黑体"/>
                <a:cs typeface="黑体"/>
              </a:rPr>
              <a:t>： 平均无故障时间。</a:t>
            </a:r>
            <a:r>
              <a:rPr dirty="0" sz="2400" spc="-20" b="1">
                <a:solidFill>
                  <a:srgbClr val="E14B04"/>
                </a:solidFill>
                <a:latin typeface="黑体"/>
                <a:cs typeface="黑体"/>
              </a:rPr>
              <a:t>越大越好</a:t>
            </a:r>
            <a:r>
              <a:rPr dirty="0" sz="2400" spc="-10">
                <a:solidFill>
                  <a:srgbClr val="E14B04"/>
                </a:solidFill>
                <a:latin typeface="黑体"/>
                <a:cs typeface="黑体"/>
              </a:rPr>
              <a:t>，代表系统越可靠。</a:t>
            </a:r>
            <a:r>
              <a:rPr dirty="0" sz="2400" spc="-50">
                <a:solidFill>
                  <a:srgbClr val="E14B04"/>
                </a:solidFill>
                <a:latin typeface="黑体"/>
                <a:cs typeface="黑体"/>
              </a:rPr>
              <a:t> </a:t>
            </a:r>
            <a:r>
              <a:rPr dirty="0" sz="2400" spc="-10" b="1">
                <a:solidFill>
                  <a:srgbClr val="E14B04"/>
                </a:solidFill>
                <a:latin typeface="Tahoma"/>
                <a:cs typeface="Tahoma"/>
              </a:rPr>
              <a:t>MTTR</a:t>
            </a:r>
            <a:r>
              <a:rPr dirty="0" sz="2400" spc="-55">
                <a:solidFill>
                  <a:srgbClr val="E14B04"/>
                </a:solidFill>
                <a:latin typeface="黑体"/>
                <a:cs typeface="黑体"/>
              </a:rPr>
              <a:t>： 平均修复时间。</a:t>
            </a:r>
            <a:r>
              <a:rPr dirty="0" sz="2400" spc="-20" b="1">
                <a:solidFill>
                  <a:srgbClr val="E14B04"/>
                </a:solidFill>
                <a:latin typeface="黑体"/>
                <a:cs typeface="黑体"/>
              </a:rPr>
              <a:t>越小越好</a:t>
            </a:r>
            <a:r>
              <a:rPr dirty="0" sz="2400" spc="-5">
                <a:solidFill>
                  <a:srgbClr val="E14B04"/>
                </a:solidFill>
                <a:latin typeface="黑体"/>
                <a:cs typeface="黑体"/>
              </a:rPr>
              <a:t>，代表系统恢复能力越强。</a:t>
            </a:r>
            <a:r>
              <a:rPr dirty="0" sz="2400" spc="-20">
                <a:solidFill>
                  <a:srgbClr val="E14B04"/>
                </a:solidFill>
                <a:latin typeface="黑体"/>
                <a:cs typeface="黑体"/>
              </a:rPr>
              <a:t>要提高可用性：</a:t>
            </a:r>
            <a:endParaRPr sz="2400">
              <a:latin typeface="黑体"/>
              <a:cs typeface="黑体"/>
            </a:endParaRPr>
          </a:p>
          <a:p>
            <a:pPr marL="588645" indent="-271145">
              <a:lnSpc>
                <a:spcPct val="100000"/>
              </a:lnSpc>
              <a:spcBef>
                <a:spcPts val="765"/>
              </a:spcBef>
              <a:buSzPct val="88636"/>
              <a:buFont typeface="Wingdings"/>
              <a:buChar char=""/>
              <a:tabLst>
                <a:tab pos="588645" algn="l"/>
              </a:tabLst>
            </a:pPr>
            <a:r>
              <a:rPr dirty="0" sz="2200" spc="-135" b="1">
                <a:solidFill>
                  <a:srgbClr val="40458B"/>
                </a:solidFill>
                <a:latin typeface="黑体"/>
                <a:cs typeface="黑体"/>
              </a:rPr>
              <a:t>增加 </a:t>
            </a:r>
            <a:r>
              <a:rPr dirty="0" sz="2200" spc="-30" b="1">
                <a:solidFill>
                  <a:srgbClr val="40458B"/>
                </a:solidFill>
                <a:latin typeface="Tahoma"/>
                <a:cs typeface="Tahoma"/>
              </a:rPr>
              <a:t>MTTF</a:t>
            </a:r>
            <a:r>
              <a:rPr dirty="0" sz="2200" spc="-65">
                <a:solidFill>
                  <a:srgbClr val="40458B"/>
                </a:solidFill>
                <a:latin typeface="黑体"/>
                <a:cs typeface="黑体"/>
              </a:rPr>
              <a:t>： 让系统更稳定，不容易坏。</a:t>
            </a:r>
            <a:r>
              <a:rPr dirty="0" sz="2200" spc="-25">
                <a:solidFill>
                  <a:srgbClr val="40458B"/>
                </a:solidFill>
                <a:latin typeface="黑体"/>
                <a:cs typeface="黑体"/>
              </a:rPr>
              <a:t>（</a:t>
            </a: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提升可靠性</a:t>
            </a:r>
            <a:r>
              <a:rPr dirty="0" sz="2200" spc="-50">
                <a:solidFill>
                  <a:srgbClr val="40458B"/>
                </a:solidFill>
                <a:latin typeface="黑体"/>
                <a:cs typeface="黑体"/>
              </a:rPr>
              <a:t>）</a:t>
            </a:r>
            <a:endParaRPr sz="2200">
              <a:latin typeface="黑体"/>
              <a:cs typeface="黑体"/>
            </a:endParaRPr>
          </a:p>
          <a:p>
            <a:pPr marL="588645" indent="-271145">
              <a:lnSpc>
                <a:spcPct val="100000"/>
              </a:lnSpc>
              <a:spcBef>
                <a:spcPts val="1055"/>
              </a:spcBef>
              <a:buSzPct val="88636"/>
              <a:buFont typeface="Wingdings"/>
              <a:buChar char=""/>
              <a:tabLst>
                <a:tab pos="588645" algn="l"/>
              </a:tabLst>
            </a:pPr>
            <a:r>
              <a:rPr dirty="0" sz="2200" spc="-125" b="1">
                <a:solidFill>
                  <a:srgbClr val="40458B"/>
                </a:solidFill>
                <a:latin typeface="黑体"/>
                <a:cs typeface="黑体"/>
              </a:rPr>
              <a:t>减少 </a:t>
            </a:r>
            <a:r>
              <a:rPr dirty="0" sz="2200" spc="-30" b="1">
                <a:solidFill>
                  <a:srgbClr val="40458B"/>
                </a:solidFill>
                <a:latin typeface="Tahoma"/>
                <a:cs typeface="Tahoma"/>
              </a:rPr>
              <a:t>MTTR</a:t>
            </a:r>
            <a:r>
              <a:rPr dirty="0" sz="2200" spc="-65">
                <a:solidFill>
                  <a:srgbClr val="40458B"/>
                </a:solidFill>
                <a:latin typeface="黑体"/>
                <a:cs typeface="黑体"/>
              </a:rPr>
              <a:t>： 让系统故障后能更快恢复。</a:t>
            </a:r>
            <a:r>
              <a:rPr dirty="0" sz="2200" spc="-25">
                <a:solidFill>
                  <a:srgbClr val="40458B"/>
                </a:solidFill>
                <a:latin typeface="黑体"/>
                <a:cs typeface="黑体"/>
              </a:rPr>
              <a:t>（提升可维护性</a:t>
            </a:r>
            <a:r>
              <a:rPr dirty="0" sz="2200">
                <a:solidFill>
                  <a:srgbClr val="40458B"/>
                </a:solidFill>
                <a:latin typeface="Tahoma"/>
                <a:cs typeface="Tahoma"/>
              </a:rPr>
              <a:t>/</a:t>
            </a:r>
            <a:r>
              <a:rPr dirty="0" sz="2200" spc="-40">
                <a:solidFill>
                  <a:srgbClr val="40458B"/>
                </a:solidFill>
                <a:latin typeface="黑体"/>
                <a:cs typeface="黑体"/>
              </a:rPr>
              <a:t>可恢复</a:t>
            </a:r>
            <a:endParaRPr sz="2200">
              <a:latin typeface="黑体"/>
              <a:cs typeface="黑体"/>
            </a:endParaRPr>
          </a:p>
          <a:p>
            <a:pPr marL="588645">
              <a:lnSpc>
                <a:spcPct val="100000"/>
              </a:lnSpc>
              <a:spcBef>
                <a:spcPts val="530"/>
              </a:spcBef>
            </a:pPr>
            <a:r>
              <a:rPr dirty="0" sz="2200" spc="-25">
                <a:solidFill>
                  <a:srgbClr val="40458B"/>
                </a:solidFill>
                <a:latin typeface="黑体"/>
                <a:cs typeface="黑体"/>
              </a:rPr>
              <a:t>性</a:t>
            </a:r>
            <a:r>
              <a:rPr dirty="0" sz="2200" spc="-50">
                <a:solidFill>
                  <a:srgbClr val="40458B"/>
                </a:solidFill>
                <a:latin typeface="黑体"/>
                <a:cs typeface="黑体"/>
              </a:rPr>
              <a:t>）</a:t>
            </a:r>
            <a:endParaRPr sz="2200">
              <a:latin typeface="黑体"/>
              <a:cs typeface="黑体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575053" y="102235"/>
            <a:ext cx="642366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01065" algn="l"/>
              </a:tabLst>
            </a:pPr>
            <a:r>
              <a:rPr dirty="0" u="none" sz="2800" spc="-25">
                <a:solidFill>
                  <a:srgbClr val="001F5F"/>
                </a:solidFill>
              </a:rPr>
              <a:t>8.2</a:t>
            </a:r>
            <a:r>
              <a:rPr dirty="0" u="none" sz="2800">
                <a:solidFill>
                  <a:srgbClr val="001F5F"/>
                </a:solidFill>
              </a:rPr>
              <a:t>	</a:t>
            </a:r>
            <a:r>
              <a:rPr dirty="0" u="none" sz="2800" spc="-20">
                <a:solidFill>
                  <a:srgbClr val="001F5F"/>
                </a:solidFill>
              </a:rPr>
              <a:t>I/O</a:t>
            </a:r>
            <a:r>
              <a:rPr dirty="0" u="none" sz="2800" spc="-40">
                <a:solidFill>
                  <a:srgbClr val="001F5F"/>
                </a:solidFill>
              </a:rPr>
              <a:t>系统的可靠性、可用性和可信性</a:t>
            </a:r>
            <a:endParaRPr sz="2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53605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34809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15" b="1">
                <a:solidFill>
                  <a:srgbClr val="40458B"/>
                </a:solidFill>
                <a:latin typeface="宋体"/>
                <a:cs typeface="宋体"/>
              </a:rPr>
              <a:t>12/81</a:t>
            </a:r>
            <a:endParaRPr baseline="1736" sz="2400">
              <a:latin typeface="宋体"/>
              <a:cs typeface="宋体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1555750" y="549275"/>
            <a:ext cx="7588250" cy="0"/>
          </a:xfrm>
          <a:custGeom>
            <a:avLst/>
            <a:gdLst/>
            <a:ahLst/>
            <a:cxnLst/>
            <a:rect l="l" t="t" r="r" b="b"/>
            <a:pathLst>
              <a:path w="7588250" h="0">
                <a:moveTo>
                  <a:pt x="0" y="0"/>
                </a:moveTo>
                <a:lnTo>
                  <a:pt x="7588250" y="0"/>
                </a:lnTo>
              </a:path>
            </a:pathLst>
          </a:custGeom>
          <a:ln w="38100">
            <a:solidFill>
              <a:srgbClr val="2C44A3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119062" y="188976"/>
            <a:ext cx="1437005" cy="274955"/>
            <a:chOff x="119062" y="188976"/>
            <a:chExt cx="1437005" cy="274955"/>
          </a:xfrm>
        </p:grpSpPr>
        <p:sp>
          <p:nvSpPr>
            <p:cNvPr id="5" name="object 5" descr=""/>
            <p:cNvSpPr/>
            <p:nvPr/>
          </p:nvSpPr>
          <p:spPr>
            <a:xfrm>
              <a:off x="119062" y="188976"/>
              <a:ext cx="499745" cy="274955"/>
            </a:xfrm>
            <a:custGeom>
              <a:avLst/>
              <a:gdLst/>
              <a:ahLst/>
              <a:cxnLst/>
              <a:rect l="l" t="t" r="r" b="b"/>
              <a:pathLst>
                <a:path w="499745" h="274955">
                  <a:moveTo>
                    <a:pt x="119837" y="0"/>
                  </a:moveTo>
                  <a:lnTo>
                    <a:pt x="4993" y="41528"/>
                  </a:lnTo>
                  <a:lnTo>
                    <a:pt x="264655" y="135508"/>
                  </a:lnTo>
                  <a:lnTo>
                    <a:pt x="0" y="231266"/>
                  </a:lnTo>
                  <a:lnTo>
                    <a:pt x="119837" y="274574"/>
                  </a:lnTo>
                  <a:lnTo>
                    <a:pt x="499338" y="137287"/>
                  </a:lnTo>
                  <a:lnTo>
                    <a:pt x="119837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85546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9621" y="0"/>
                  </a:moveTo>
                  <a:lnTo>
                    <a:pt x="4991" y="41528"/>
                  </a:lnTo>
                  <a:lnTo>
                    <a:pt x="264147" y="135508"/>
                  </a:lnTo>
                  <a:lnTo>
                    <a:pt x="0" y="231266"/>
                  </a:lnTo>
                  <a:lnTo>
                    <a:pt x="119621" y="274574"/>
                  </a:lnTo>
                  <a:lnTo>
                    <a:pt x="497141" y="137287"/>
                  </a:lnTo>
                  <a:lnTo>
                    <a:pt x="119621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058608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8363" y="0"/>
                  </a:moveTo>
                  <a:lnTo>
                    <a:pt x="4978" y="41528"/>
                  </a:lnTo>
                  <a:lnTo>
                    <a:pt x="264096" y="135508"/>
                  </a:lnTo>
                  <a:lnTo>
                    <a:pt x="0" y="231266"/>
                  </a:lnTo>
                  <a:lnTo>
                    <a:pt x="118363" y="274574"/>
                  </a:lnTo>
                  <a:lnTo>
                    <a:pt x="497141" y="137287"/>
                  </a:lnTo>
                  <a:lnTo>
                    <a:pt x="118363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671954" y="41275"/>
            <a:ext cx="6693534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065" algn="l"/>
              </a:tabLst>
            </a:pPr>
            <a:r>
              <a:rPr dirty="0" u="none" spc="-25"/>
              <a:t>8.2</a:t>
            </a:r>
            <a:r>
              <a:rPr dirty="0" u="none"/>
              <a:t>	I/O</a:t>
            </a:r>
            <a:r>
              <a:rPr dirty="0" u="none" spc="-5"/>
              <a:t>系统的可靠性、可用性和可信性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764540" y="1080007"/>
            <a:ext cx="7791450" cy="3684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R="66040">
              <a:lnSpc>
                <a:spcPct val="100000"/>
              </a:lnSpc>
              <a:spcBef>
                <a:spcPts val="105"/>
              </a:spcBef>
            </a:pPr>
            <a:r>
              <a:rPr dirty="0" sz="2000" spc="-10" b="1">
                <a:solidFill>
                  <a:srgbClr val="E14B04"/>
                </a:solidFill>
                <a:latin typeface="宋体"/>
                <a:cs typeface="宋体"/>
              </a:rPr>
              <a:t>例</a:t>
            </a:r>
            <a:r>
              <a:rPr dirty="0" sz="2000" b="1">
                <a:solidFill>
                  <a:srgbClr val="E14B04"/>
                </a:solidFill>
                <a:latin typeface="宋体"/>
                <a:cs typeface="宋体"/>
              </a:rPr>
              <a:t>8.1</a:t>
            </a:r>
            <a:r>
              <a:rPr dirty="0" sz="2000" spc="-10" b="1">
                <a:solidFill>
                  <a:srgbClr val="E14B04"/>
                </a:solidFill>
                <a:latin typeface="宋体"/>
                <a:cs typeface="宋体"/>
              </a:rPr>
              <a:t> </a:t>
            </a:r>
            <a:r>
              <a:rPr dirty="0" sz="2000" spc="-15" b="1">
                <a:latin typeface="宋体"/>
                <a:cs typeface="宋体"/>
              </a:rPr>
              <a:t>假设磁盘子系统的组成部件和它们的</a:t>
            </a:r>
            <a:r>
              <a:rPr dirty="0" sz="2000" spc="-20" b="1">
                <a:solidFill>
                  <a:srgbClr val="9933FF"/>
                </a:solidFill>
                <a:latin typeface="宋体"/>
                <a:cs typeface="宋体"/>
              </a:rPr>
              <a:t>MTTF</a:t>
            </a:r>
            <a:r>
              <a:rPr dirty="0" sz="2000" spc="-25" b="1">
                <a:latin typeface="宋体"/>
                <a:cs typeface="宋体"/>
              </a:rPr>
              <a:t>如下：</a:t>
            </a:r>
            <a:endParaRPr sz="2000">
              <a:latin typeface="宋体"/>
              <a:cs typeface="宋体"/>
            </a:endParaRPr>
          </a:p>
          <a:p>
            <a:pPr algn="ctr" marR="72390">
              <a:lnSpc>
                <a:spcPct val="100000"/>
              </a:lnSpc>
              <a:spcBef>
                <a:spcPts val="1440"/>
              </a:spcBef>
            </a:pPr>
            <a:r>
              <a:rPr dirty="0" sz="2000" spc="-10" b="1">
                <a:latin typeface="宋体"/>
                <a:cs typeface="宋体"/>
              </a:rPr>
              <a:t>（1）磁盘子系统由</a:t>
            </a:r>
            <a:r>
              <a:rPr dirty="0" sz="2000" spc="-10" b="1">
                <a:solidFill>
                  <a:srgbClr val="9933FF"/>
                </a:solidFill>
                <a:latin typeface="宋体"/>
                <a:cs typeface="宋体"/>
              </a:rPr>
              <a:t>10</a:t>
            </a:r>
            <a:r>
              <a:rPr dirty="0" sz="2000" spc="-20" b="1">
                <a:latin typeface="宋体"/>
                <a:cs typeface="宋体"/>
              </a:rPr>
              <a:t>个磁盘构成，每个磁盘的MTTF</a:t>
            </a:r>
            <a:r>
              <a:rPr dirty="0" sz="2000" spc="-10" b="1">
                <a:latin typeface="宋体"/>
                <a:cs typeface="宋体"/>
              </a:rPr>
              <a:t>为</a:t>
            </a:r>
            <a:r>
              <a:rPr dirty="0" sz="2000" spc="-20" b="1">
                <a:solidFill>
                  <a:srgbClr val="9933FF"/>
                </a:solidFill>
                <a:latin typeface="宋体"/>
                <a:cs typeface="宋体"/>
              </a:rPr>
              <a:t>1000000</a:t>
            </a:r>
            <a:r>
              <a:rPr dirty="0" sz="2000" spc="-25" b="1">
                <a:latin typeface="宋体"/>
                <a:cs typeface="宋体"/>
              </a:rPr>
              <a:t>小时；</a:t>
            </a:r>
            <a:endParaRPr sz="20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dirty="0" sz="2000" spc="-10" b="1">
                <a:latin typeface="宋体"/>
                <a:cs typeface="宋体"/>
              </a:rPr>
              <a:t>（2）</a:t>
            </a:r>
            <a:r>
              <a:rPr dirty="0" sz="2000" spc="-10" b="1">
                <a:solidFill>
                  <a:srgbClr val="9933FF"/>
                </a:solidFill>
                <a:latin typeface="宋体"/>
                <a:cs typeface="宋体"/>
              </a:rPr>
              <a:t>1</a:t>
            </a:r>
            <a:r>
              <a:rPr dirty="0" sz="2000" spc="-10" b="1">
                <a:latin typeface="宋体"/>
                <a:cs typeface="宋体"/>
              </a:rPr>
              <a:t>个SCSI</a:t>
            </a:r>
            <a:r>
              <a:rPr dirty="0" sz="2000" spc="-15" b="1">
                <a:latin typeface="宋体"/>
                <a:cs typeface="宋体"/>
              </a:rPr>
              <a:t>控制器，其</a:t>
            </a:r>
            <a:r>
              <a:rPr dirty="0" sz="2000" spc="-20" b="1">
                <a:latin typeface="宋体"/>
                <a:cs typeface="宋体"/>
              </a:rPr>
              <a:t>MTTF</a:t>
            </a:r>
            <a:r>
              <a:rPr dirty="0" sz="2000" spc="-10" b="1">
                <a:latin typeface="宋体"/>
                <a:cs typeface="宋体"/>
              </a:rPr>
              <a:t>为</a:t>
            </a:r>
            <a:r>
              <a:rPr dirty="0" sz="2000" spc="-20" b="1">
                <a:solidFill>
                  <a:srgbClr val="9933FF"/>
                </a:solidFill>
                <a:latin typeface="宋体"/>
                <a:cs typeface="宋体"/>
              </a:rPr>
              <a:t>500000</a:t>
            </a:r>
            <a:r>
              <a:rPr dirty="0" sz="2000" spc="-25" b="1">
                <a:latin typeface="宋体"/>
                <a:cs typeface="宋体"/>
              </a:rPr>
              <a:t>小时；</a:t>
            </a:r>
            <a:endParaRPr sz="20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dirty="0" sz="2000" spc="-10" b="1">
                <a:latin typeface="宋体"/>
                <a:cs typeface="宋体"/>
              </a:rPr>
              <a:t>（3）</a:t>
            </a:r>
            <a:r>
              <a:rPr dirty="0" sz="2000" spc="-10" b="1">
                <a:solidFill>
                  <a:srgbClr val="9933FF"/>
                </a:solidFill>
                <a:latin typeface="宋体"/>
                <a:cs typeface="宋体"/>
              </a:rPr>
              <a:t>1</a:t>
            </a:r>
            <a:r>
              <a:rPr dirty="0" sz="2000" spc="-15" b="1">
                <a:latin typeface="宋体"/>
                <a:cs typeface="宋体"/>
              </a:rPr>
              <a:t>个不间断电源，其</a:t>
            </a:r>
            <a:r>
              <a:rPr dirty="0" sz="2000" spc="-20" b="1">
                <a:latin typeface="宋体"/>
                <a:cs typeface="宋体"/>
              </a:rPr>
              <a:t>MTTF</a:t>
            </a:r>
            <a:r>
              <a:rPr dirty="0" sz="2000" spc="-10" b="1">
                <a:latin typeface="宋体"/>
                <a:cs typeface="宋体"/>
              </a:rPr>
              <a:t>为</a:t>
            </a:r>
            <a:r>
              <a:rPr dirty="0" sz="2000" spc="-20" b="1">
                <a:solidFill>
                  <a:srgbClr val="9933FF"/>
                </a:solidFill>
                <a:latin typeface="宋体"/>
                <a:cs typeface="宋体"/>
              </a:rPr>
              <a:t>200000</a:t>
            </a:r>
            <a:r>
              <a:rPr dirty="0" sz="2000" spc="-25" b="1">
                <a:latin typeface="宋体"/>
                <a:cs typeface="宋体"/>
              </a:rPr>
              <a:t>小时；</a:t>
            </a:r>
            <a:endParaRPr sz="20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dirty="0" sz="2000" spc="-10" b="1">
                <a:latin typeface="宋体"/>
                <a:cs typeface="宋体"/>
              </a:rPr>
              <a:t>（4）</a:t>
            </a:r>
            <a:r>
              <a:rPr dirty="0" sz="2000" spc="-10" b="1">
                <a:solidFill>
                  <a:srgbClr val="9933FF"/>
                </a:solidFill>
                <a:latin typeface="宋体"/>
                <a:cs typeface="宋体"/>
              </a:rPr>
              <a:t>1</a:t>
            </a:r>
            <a:r>
              <a:rPr dirty="0" sz="2000" spc="-10" b="1">
                <a:latin typeface="宋体"/>
                <a:cs typeface="宋体"/>
              </a:rPr>
              <a:t>个风扇，其</a:t>
            </a:r>
            <a:r>
              <a:rPr dirty="0" sz="2000" spc="-20" b="1">
                <a:latin typeface="宋体"/>
                <a:cs typeface="宋体"/>
              </a:rPr>
              <a:t>MTTF</a:t>
            </a:r>
            <a:r>
              <a:rPr dirty="0" sz="2000" spc="-10" b="1">
                <a:latin typeface="宋体"/>
                <a:cs typeface="宋体"/>
              </a:rPr>
              <a:t>为</a:t>
            </a:r>
            <a:r>
              <a:rPr dirty="0" sz="2000" spc="-20" b="1">
                <a:solidFill>
                  <a:srgbClr val="9933FF"/>
                </a:solidFill>
                <a:latin typeface="宋体"/>
                <a:cs typeface="宋体"/>
              </a:rPr>
              <a:t>200000</a:t>
            </a:r>
            <a:r>
              <a:rPr dirty="0" sz="2000" spc="-25" b="1">
                <a:latin typeface="宋体"/>
                <a:cs typeface="宋体"/>
              </a:rPr>
              <a:t>小时；</a:t>
            </a:r>
            <a:endParaRPr sz="20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445"/>
              </a:spcBef>
            </a:pPr>
            <a:r>
              <a:rPr dirty="0" sz="2000" spc="-10" b="1">
                <a:latin typeface="宋体"/>
                <a:cs typeface="宋体"/>
              </a:rPr>
              <a:t>（5）</a:t>
            </a:r>
            <a:r>
              <a:rPr dirty="0" sz="2000" spc="-10" b="1">
                <a:solidFill>
                  <a:srgbClr val="9933FF"/>
                </a:solidFill>
                <a:latin typeface="宋体"/>
                <a:cs typeface="宋体"/>
              </a:rPr>
              <a:t>1</a:t>
            </a:r>
            <a:r>
              <a:rPr dirty="0" sz="2000" spc="-10" b="1">
                <a:latin typeface="宋体"/>
                <a:cs typeface="宋体"/>
              </a:rPr>
              <a:t>根SCSI</a:t>
            </a:r>
            <a:r>
              <a:rPr dirty="0" sz="2000" spc="-15" b="1">
                <a:latin typeface="宋体"/>
                <a:cs typeface="宋体"/>
              </a:rPr>
              <a:t>连线，其</a:t>
            </a:r>
            <a:r>
              <a:rPr dirty="0" sz="2000" spc="-10" b="1">
                <a:latin typeface="宋体"/>
                <a:cs typeface="宋体"/>
              </a:rPr>
              <a:t>MTTF</a:t>
            </a:r>
            <a:r>
              <a:rPr dirty="0" sz="2000" spc="-20" b="1">
                <a:latin typeface="宋体"/>
                <a:cs typeface="宋体"/>
              </a:rPr>
              <a:t>为</a:t>
            </a:r>
            <a:r>
              <a:rPr dirty="0" sz="2000" spc="-10" b="1">
                <a:solidFill>
                  <a:srgbClr val="9933FF"/>
                </a:solidFill>
                <a:latin typeface="宋体"/>
                <a:cs typeface="宋体"/>
              </a:rPr>
              <a:t>1000000</a:t>
            </a:r>
            <a:r>
              <a:rPr dirty="0" sz="2000" spc="-30" b="1">
                <a:latin typeface="宋体"/>
                <a:cs typeface="宋体"/>
              </a:rPr>
              <a:t>小时。</a:t>
            </a:r>
            <a:endParaRPr sz="2000">
              <a:latin typeface="宋体"/>
              <a:cs typeface="宋体"/>
            </a:endParaRPr>
          </a:p>
          <a:p>
            <a:pPr marL="469900" marR="5080" indent="572770">
              <a:lnSpc>
                <a:spcPct val="140000"/>
              </a:lnSpc>
              <a:spcBef>
                <a:spcPts val="480"/>
              </a:spcBef>
            </a:pPr>
            <a:r>
              <a:rPr dirty="0" sz="2000" spc="-5" b="1">
                <a:latin typeface="宋体"/>
                <a:cs typeface="宋体"/>
              </a:rPr>
              <a:t>假定每个部件的生存期服从指数分布，同时假定各部件的故</a:t>
            </a:r>
            <a:r>
              <a:rPr dirty="0" sz="2000" spc="-15" b="1">
                <a:latin typeface="宋体"/>
                <a:cs typeface="宋体"/>
              </a:rPr>
              <a:t>障是相互独立的，求整个系统的</a:t>
            </a:r>
            <a:r>
              <a:rPr dirty="0" sz="2000" spc="-20" b="1">
                <a:solidFill>
                  <a:srgbClr val="9933FF"/>
                </a:solidFill>
                <a:latin typeface="宋体"/>
                <a:cs typeface="宋体"/>
              </a:rPr>
              <a:t>MTTF</a:t>
            </a:r>
            <a:r>
              <a:rPr dirty="0" sz="2000" spc="-50" b="1">
                <a:solidFill>
                  <a:srgbClr val="9933FF"/>
                </a:solidFill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53605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34809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15" b="1">
                <a:solidFill>
                  <a:srgbClr val="40458B"/>
                </a:solidFill>
                <a:latin typeface="宋体"/>
                <a:cs typeface="宋体"/>
              </a:rPr>
              <a:t>13/81</a:t>
            </a:r>
            <a:endParaRPr baseline="1736" sz="2400">
              <a:latin typeface="宋体"/>
              <a:cs typeface="宋体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19062" y="188976"/>
            <a:ext cx="1437005" cy="274955"/>
            <a:chOff x="119062" y="188976"/>
            <a:chExt cx="1437005" cy="274955"/>
          </a:xfrm>
        </p:grpSpPr>
        <p:sp>
          <p:nvSpPr>
            <p:cNvPr id="4" name="object 4" descr=""/>
            <p:cNvSpPr/>
            <p:nvPr/>
          </p:nvSpPr>
          <p:spPr>
            <a:xfrm>
              <a:off x="119062" y="188976"/>
              <a:ext cx="499745" cy="274955"/>
            </a:xfrm>
            <a:custGeom>
              <a:avLst/>
              <a:gdLst/>
              <a:ahLst/>
              <a:cxnLst/>
              <a:rect l="l" t="t" r="r" b="b"/>
              <a:pathLst>
                <a:path w="499745" h="274955">
                  <a:moveTo>
                    <a:pt x="119837" y="0"/>
                  </a:moveTo>
                  <a:lnTo>
                    <a:pt x="4993" y="41528"/>
                  </a:lnTo>
                  <a:lnTo>
                    <a:pt x="264655" y="135508"/>
                  </a:lnTo>
                  <a:lnTo>
                    <a:pt x="0" y="231266"/>
                  </a:lnTo>
                  <a:lnTo>
                    <a:pt x="119837" y="274574"/>
                  </a:lnTo>
                  <a:lnTo>
                    <a:pt x="499338" y="137287"/>
                  </a:lnTo>
                  <a:lnTo>
                    <a:pt x="119837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85546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9621" y="0"/>
                  </a:moveTo>
                  <a:lnTo>
                    <a:pt x="4991" y="41528"/>
                  </a:lnTo>
                  <a:lnTo>
                    <a:pt x="264147" y="135508"/>
                  </a:lnTo>
                  <a:lnTo>
                    <a:pt x="0" y="231266"/>
                  </a:lnTo>
                  <a:lnTo>
                    <a:pt x="119621" y="274574"/>
                  </a:lnTo>
                  <a:lnTo>
                    <a:pt x="497141" y="137287"/>
                  </a:lnTo>
                  <a:lnTo>
                    <a:pt x="119621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058608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8363" y="0"/>
                  </a:moveTo>
                  <a:lnTo>
                    <a:pt x="4978" y="41528"/>
                  </a:lnTo>
                  <a:lnTo>
                    <a:pt x="264096" y="135508"/>
                  </a:lnTo>
                  <a:lnTo>
                    <a:pt x="0" y="231266"/>
                  </a:lnTo>
                  <a:lnTo>
                    <a:pt x="118363" y="274574"/>
                  </a:lnTo>
                  <a:lnTo>
                    <a:pt x="497141" y="137287"/>
                  </a:lnTo>
                  <a:lnTo>
                    <a:pt x="118363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04315" algn="l"/>
                <a:tab pos="7600315" algn="l"/>
              </a:tabLst>
            </a:pPr>
            <a:r>
              <a:rPr dirty="0">
                <a:latin typeface="Times New Roman"/>
                <a:cs typeface="Times New Roman"/>
              </a:rPr>
              <a:t>	</a:t>
            </a:r>
            <a:r>
              <a:rPr dirty="0"/>
              <a:t>性和可信</a:t>
            </a:r>
            <a:r>
              <a:rPr dirty="0" spc="-50"/>
              <a:t>性</a:t>
            </a:r>
            <a:r>
              <a:rPr dirty="0"/>
              <a:t>	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1072692" y="1784731"/>
            <a:ext cx="309943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25780" algn="l"/>
              </a:tabLst>
            </a:pPr>
            <a:r>
              <a:rPr dirty="0" sz="2000" spc="-50" b="1">
                <a:solidFill>
                  <a:srgbClr val="E14B04"/>
                </a:solidFill>
                <a:latin typeface="宋体"/>
                <a:cs typeface="宋体"/>
              </a:rPr>
              <a:t>解</a:t>
            </a:r>
            <a:r>
              <a:rPr dirty="0" sz="2000" b="1">
                <a:solidFill>
                  <a:srgbClr val="E14B04"/>
                </a:solidFill>
                <a:latin typeface="宋体"/>
                <a:cs typeface="宋体"/>
              </a:rPr>
              <a:t>	</a:t>
            </a:r>
            <a:r>
              <a:rPr dirty="0" sz="2000" spc="-10" b="1">
                <a:latin typeface="宋体"/>
                <a:cs typeface="宋体"/>
              </a:rPr>
              <a:t>整个系统的失效率为</a:t>
            </a:r>
            <a:r>
              <a:rPr dirty="0" sz="2000" spc="-50" b="1">
                <a:latin typeface="宋体"/>
                <a:cs typeface="宋体"/>
              </a:rPr>
              <a:t>：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537461" y="3083432"/>
            <a:ext cx="437515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0" b="1">
                <a:latin typeface="宋体"/>
                <a:cs typeface="宋体"/>
              </a:rPr>
              <a:t>系统的MTTF</a:t>
            </a:r>
            <a:r>
              <a:rPr dirty="0" sz="2000" spc="-25" b="1">
                <a:latin typeface="宋体"/>
                <a:cs typeface="宋体"/>
              </a:rPr>
              <a:t>为系统失效率的倒数，即：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537461" y="4378528"/>
            <a:ext cx="143510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5" b="1">
                <a:latin typeface="宋体"/>
                <a:cs typeface="宋体"/>
              </a:rPr>
              <a:t>即将近</a:t>
            </a:r>
            <a:r>
              <a:rPr dirty="0" sz="2000" b="1">
                <a:solidFill>
                  <a:srgbClr val="9933FF"/>
                </a:solidFill>
                <a:latin typeface="宋体"/>
                <a:cs typeface="宋体"/>
              </a:rPr>
              <a:t>5</a:t>
            </a:r>
            <a:r>
              <a:rPr dirty="0" sz="2000" spc="-35" b="1">
                <a:latin typeface="宋体"/>
                <a:cs typeface="宋体"/>
              </a:rPr>
              <a:t>年。</a:t>
            </a:r>
            <a:endParaRPr sz="2000">
              <a:latin typeface="宋体"/>
              <a:cs typeface="宋体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1066800" y="2286063"/>
            <a:ext cx="7609205" cy="601980"/>
            <a:chOff x="1066800" y="2286063"/>
            <a:chExt cx="7609205" cy="601980"/>
          </a:xfrm>
        </p:grpSpPr>
        <p:sp>
          <p:nvSpPr>
            <p:cNvPr id="13" name="object 13" descr=""/>
            <p:cNvSpPr/>
            <p:nvPr/>
          </p:nvSpPr>
          <p:spPr>
            <a:xfrm>
              <a:off x="1066800" y="2286063"/>
              <a:ext cx="7609205" cy="601980"/>
            </a:xfrm>
            <a:custGeom>
              <a:avLst/>
              <a:gdLst/>
              <a:ahLst/>
              <a:cxnLst/>
              <a:rect l="l" t="t" r="r" b="b"/>
              <a:pathLst>
                <a:path w="7609205" h="601980">
                  <a:moveTo>
                    <a:pt x="7608951" y="0"/>
                  </a:moveTo>
                  <a:lnTo>
                    <a:pt x="0" y="0"/>
                  </a:lnTo>
                  <a:lnTo>
                    <a:pt x="0" y="601662"/>
                  </a:lnTo>
                  <a:lnTo>
                    <a:pt x="7608951" y="601662"/>
                  </a:lnTo>
                  <a:lnTo>
                    <a:pt x="7608951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2860705" y="2601987"/>
              <a:ext cx="5756910" cy="0"/>
            </a:xfrm>
            <a:custGeom>
              <a:avLst/>
              <a:gdLst/>
              <a:ahLst/>
              <a:cxnLst/>
              <a:rect l="l" t="t" r="r" b="b"/>
              <a:pathLst>
                <a:path w="5756909" h="0">
                  <a:moveTo>
                    <a:pt x="0" y="0"/>
                  </a:moveTo>
                  <a:lnTo>
                    <a:pt x="808706" y="0"/>
                  </a:lnTo>
                </a:path>
                <a:path w="5756909" h="0">
                  <a:moveTo>
                    <a:pt x="1040861" y="0"/>
                  </a:moveTo>
                  <a:lnTo>
                    <a:pt x="1752409" y="0"/>
                  </a:lnTo>
                </a:path>
                <a:path w="5756909" h="0">
                  <a:moveTo>
                    <a:pt x="1984565" y="0"/>
                  </a:moveTo>
                  <a:lnTo>
                    <a:pt x="2703882" y="0"/>
                  </a:lnTo>
                </a:path>
                <a:path w="5756909" h="0">
                  <a:moveTo>
                    <a:pt x="2936037" y="0"/>
                  </a:moveTo>
                  <a:lnTo>
                    <a:pt x="3654669" y="0"/>
                  </a:lnTo>
                </a:path>
                <a:path w="5756909" h="0">
                  <a:moveTo>
                    <a:pt x="3887510" y="0"/>
                  </a:moveTo>
                  <a:lnTo>
                    <a:pt x="4695713" y="0"/>
                  </a:lnTo>
                </a:path>
                <a:path w="5756909" h="0">
                  <a:moveTo>
                    <a:pt x="4947748" y="0"/>
                  </a:moveTo>
                  <a:lnTo>
                    <a:pt x="5756637" y="0"/>
                  </a:lnTo>
                </a:path>
              </a:pathLst>
            </a:custGeom>
            <a:ln w="114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7621540" y="2413735"/>
            <a:ext cx="144780" cy="3060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1850" spc="-50">
                <a:latin typeface="Symbol"/>
                <a:cs typeface="Symbol"/>
              </a:rPr>
              <a:t></a:t>
            </a:r>
            <a:endParaRPr sz="1850">
              <a:latin typeface="Symbol"/>
              <a:cs typeface="Symbol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2817075" y="2220916"/>
            <a:ext cx="5763260" cy="680085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marL="390525">
              <a:lnSpc>
                <a:spcPct val="100000"/>
              </a:lnSpc>
              <a:spcBef>
                <a:spcPts val="455"/>
              </a:spcBef>
              <a:tabLst>
                <a:tab pos="905510" algn="l"/>
                <a:tab pos="1382395" algn="l"/>
                <a:tab pos="1849755" algn="l"/>
                <a:tab pos="2329815" algn="l"/>
                <a:tab pos="2800985" algn="l"/>
                <a:tab pos="3281045" algn="l"/>
                <a:tab pos="3752215" algn="l"/>
                <a:tab pos="4277360" algn="l"/>
                <a:tab pos="5288915" algn="l"/>
              </a:tabLst>
            </a:pPr>
            <a:r>
              <a:rPr dirty="0" sz="1850" spc="-50">
                <a:latin typeface="Times New Roman"/>
                <a:cs typeface="Times New Roman"/>
              </a:rPr>
              <a:t>1</a:t>
            </a:r>
            <a:r>
              <a:rPr dirty="0" sz="1850">
                <a:latin typeface="Times New Roman"/>
                <a:cs typeface="Times New Roman"/>
              </a:rPr>
              <a:t>	</a:t>
            </a:r>
            <a:r>
              <a:rPr dirty="0" baseline="-34534" sz="2775" spc="-75">
                <a:latin typeface="Symbol"/>
                <a:cs typeface="Symbol"/>
              </a:rPr>
              <a:t></a:t>
            </a:r>
            <a:r>
              <a:rPr dirty="0" baseline="-34534" sz="2775">
                <a:latin typeface="Times New Roman"/>
                <a:cs typeface="Times New Roman"/>
              </a:rPr>
              <a:t>	</a:t>
            </a:r>
            <a:r>
              <a:rPr dirty="0" sz="1850" spc="-50">
                <a:latin typeface="Times New Roman"/>
                <a:cs typeface="Times New Roman"/>
              </a:rPr>
              <a:t>1</a:t>
            </a:r>
            <a:r>
              <a:rPr dirty="0" sz="1850">
                <a:latin typeface="Times New Roman"/>
                <a:cs typeface="Times New Roman"/>
              </a:rPr>
              <a:t>	</a:t>
            </a:r>
            <a:r>
              <a:rPr dirty="0" baseline="-34534" sz="2775" spc="-75">
                <a:latin typeface="Symbol"/>
                <a:cs typeface="Symbol"/>
              </a:rPr>
              <a:t></a:t>
            </a:r>
            <a:r>
              <a:rPr dirty="0" baseline="-34534" sz="2775">
                <a:latin typeface="Times New Roman"/>
                <a:cs typeface="Times New Roman"/>
              </a:rPr>
              <a:t>	</a:t>
            </a:r>
            <a:r>
              <a:rPr dirty="0" sz="1850" spc="-50">
                <a:latin typeface="Times New Roman"/>
                <a:cs typeface="Times New Roman"/>
              </a:rPr>
              <a:t>1</a:t>
            </a:r>
            <a:r>
              <a:rPr dirty="0" sz="1850">
                <a:latin typeface="Times New Roman"/>
                <a:cs typeface="Times New Roman"/>
              </a:rPr>
              <a:t>	</a:t>
            </a:r>
            <a:r>
              <a:rPr dirty="0" baseline="-34534" sz="2775" spc="-75">
                <a:latin typeface="Symbol"/>
                <a:cs typeface="Symbol"/>
              </a:rPr>
              <a:t></a:t>
            </a:r>
            <a:r>
              <a:rPr dirty="0" baseline="-34534" sz="2775">
                <a:latin typeface="Times New Roman"/>
                <a:cs typeface="Times New Roman"/>
              </a:rPr>
              <a:t>	</a:t>
            </a:r>
            <a:r>
              <a:rPr dirty="0" sz="1850" spc="-50">
                <a:latin typeface="Times New Roman"/>
                <a:cs typeface="Times New Roman"/>
              </a:rPr>
              <a:t>1</a:t>
            </a:r>
            <a:r>
              <a:rPr dirty="0" sz="1850">
                <a:latin typeface="Times New Roman"/>
                <a:cs typeface="Times New Roman"/>
              </a:rPr>
              <a:t>	</a:t>
            </a:r>
            <a:r>
              <a:rPr dirty="0" baseline="-34534" sz="2775" spc="-75">
                <a:latin typeface="Symbol"/>
                <a:cs typeface="Symbol"/>
              </a:rPr>
              <a:t></a:t>
            </a:r>
            <a:r>
              <a:rPr dirty="0" baseline="-34534" sz="2775">
                <a:latin typeface="Times New Roman"/>
                <a:cs typeface="Times New Roman"/>
              </a:rPr>
              <a:t>	</a:t>
            </a:r>
            <a:r>
              <a:rPr dirty="0" sz="1850" spc="-50">
                <a:latin typeface="Times New Roman"/>
                <a:cs typeface="Times New Roman"/>
              </a:rPr>
              <a:t>1</a:t>
            </a:r>
            <a:r>
              <a:rPr dirty="0" sz="1850">
                <a:latin typeface="Times New Roman"/>
                <a:cs typeface="Times New Roman"/>
              </a:rPr>
              <a:t>	</a:t>
            </a:r>
            <a:r>
              <a:rPr dirty="0" sz="1850" spc="-25">
                <a:latin typeface="Times New Roman"/>
                <a:cs typeface="Times New Roman"/>
              </a:rPr>
              <a:t>23</a:t>
            </a:r>
            <a:endParaRPr sz="185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360"/>
              </a:spcBef>
              <a:tabLst>
                <a:tab pos="1096645" algn="l"/>
                <a:tab pos="2047239" algn="l"/>
                <a:tab pos="2998470" algn="l"/>
                <a:tab pos="3924300" algn="l"/>
                <a:tab pos="4985385" algn="l"/>
              </a:tabLst>
            </a:pPr>
            <a:r>
              <a:rPr dirty="0" sz="1850" spc="-10">
                <a:latin typeface="Times New Roman"/>
                <a:cs typeface="Times New Roman"/>
              </a:rPr>
              <a:t>1000000</a:t>
            </a:r>
            <a:r>
              <a:rPr dirty="0" sz="1850">
                <a:latin typeface="Times New Roman"/>
                <a:cs typeface="Times New Roman"/>
              </a:rPr>
              <a:t>	</a:t>
            </a:r>
            <a:r>
              <a:rPr dirty="0" sz="1850" spc="-10">
                <a:latin typeface="Times New Roman"/>
                <a:cs typeface="Times New Roman"/>
              </a:rPr>
              <a:t>500000</a:t>
            </a:r>
            <a:r>
              <a:rPr dirty="0" sz="1850">
                <a:latin typeface="Times New Roman"/>
                <a:cs typeface="Times New Roman"/>
              </a:rPr>
              <a:t>	</a:t>
            </a:r>
            <a:r>
              <a:rPr dirty="0" sz="1850" spc="-10">
                <a:latin typeface="Times New Roman"/>
                <a:cs typeface="Times New Roman"/>
              </a:rPr>
              <a:t>200000</a:t>
            </a:r>
            <a:r>
              <a:rPr dirty="0" sz="1850">
                <a:latin typeface="Times New Roman"/>
                <a:cs typeface="Times New Roman"/>
              </a:rPr>
              <a:t>	</a:t>
            </a:r>
            <a:r>
              <a:rPr dirty="0" sz="1850" spc="-10">
                <a:latin typeface="Times New Roman"/>
                <a:cs typeface="Times New Roman"/>
              </a:rPr>
              <a:t>200000</a:t>
            </a:r>
            <a:r>
              <a:rPr dirty="0" sz="1850">
                <a:latin typeface="Times New Roman"/>
                <a:cs typeface="Times New Roman"/>
              </a:rPr>
              <a:t>	</a:t>
            </a:r>
            <a:r>
              <a:rPr dirty="0" sz="1850" spc="-10">
                <a:latin typeface="Times New Roman"/>
                <a:cs typeface="Times New Roman"/>
              </a:rPr>
              <a:t>1000000</a:t>
            </a:r>
            <a:r>
              <a:rPr dirty="0" sz="1850">
                <a:latin typeface="Times New Roman"/>
                <a:cs typeface="Times New Roman"/>
              </a:rPr>
              <a:t>	</a:t>
            </a:r>
            <a:r>
              <a:rPr dirty="0" sz="1850" spc="-65">
                <a:latin typeface="Times New Roman"/>
                <a:cs typeface="Times New Roman"/>
              </a:rPr>
              <a:t>1000000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102180" y="2413735"/>
            <a:ext cx="1735455" cy="3060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1850" spc="-105">
                <a:latin typeface="宋体"/>
                <a:cs typeface="宋体"/>
              </a:rPr>
              <a:t>系统失效率</a:t>
            </a:r>
            <a:r>
              <a:rPr dirty="0" sz="1850" spc="-95">
                <a:latin typeface="宋体"/>
                <a:cs typeface="宋体"/>
              </a:rPr>
              <a:t>＝</a:t>
            </a:r>
            <a:r>
              <a:rPr dirty="0" sz="1850" spc="-95">
                <a:latin typeface="Times New Roman"/>
                <a:cs typeface="Times New Roman"/>
              </a:rPr>
              <a:t>10</a:t>
            </a:r>
            <a:r>
              <a:rPr dirty="0" sz="1850" spc="-140">
                <a:latin typeface="Times New Roman"/>
                <a:cs typeface="Times New Roman"/>
              </a:rPr>
              <a:t> </a:t>
            </a:r>
            <a:r>
              <a:rPr dirty="0" sz="1850" spc="-50">
                <a:latin typeface="Symbol"/>
                <a:cs typeface="Symbol"/>
              </a:rPr>
              <a:t></a:t>
            </a:r>
            <a:endParaRPr sz="1850">
              <a:latin typeface="Symbol"/>
              <a:cs typeface="Symbol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2819400" y="3581400"/>
            <a:ext cx="3276600" cy="650875"/>
            <a:chOff x="2819400" y="3581400"/>
            <a:chExt cx="3276600" cy="650875"/>
          </a:xfrm>
        </p:grpSpPr>
        <p:sp>
          <p:nvSpPr>
            <p:cNvPr id="19" name="object 19" descr=""/>
            <p:cNvSpPr/>
            <p:nvPr/>
          </p:nvSpPr>
          <p:spPr>
            <a:xfrm>
              <a:off x="2819400" y="3581400"/>
              <a:ext cx="3276600" cy="650875"/>
            </a:xfrm>
            <a:custGeom>
              <a:avLst/>
              <a:gdLst/>
              <a:ahLst/>
              <a:cxnLst/>
              <a:rect l="l" t="t" r="r" b="b"/>
              <a:pathLst>
                <a:path w="3276600" h="650875">
                  <a:moveTo>
                    <a:pt x="3276600" y="0"/>
                  </a:moveTo>
                  <a:lnTo>
                    <a:pt x="0" y="0"/>
                  </a:lnTo>
                  <a:lnTo>
                    <a:pt x="0" y="650875"/>
                  </a:lnTo>
                  <a:lnTo>
                    <a:pt x="3276600" y="650875"/>
                  </a:lnTo>
                  <a:lnTo>
                    <a:pt x="3276600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3795133" y="3923169"/>
              <a:ext cx="875665" cy="0"/>
            </a:xfrm>
            <a:custGeom>
              <a:avLst/>
              <a:gdLst/>
              <a:ahLst/>
              <a:cxnLst/>
              <a:rect l="l" t="t" r="r" b="b"/>
              <a:pathLst>
                <a:path w="875664" h="0">
                  <a:moveTo>
                    <a:pt x="0" y="0"/>
                  </a:moveTo>
                  <a:lnTo>
                    <a:pt x="875425" y="0"/>
                  </a:lnTo>
                </a:path>
              </a:pathLst>
            </a:custGeom>
            <a:ln w="122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4117605" y="3916526"/>
            <a:ext cx="241300" cy="3289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2000" spc="-75">
                <a:latin typeface="Times New Roman"/>
                <a:cs typeface="Times New Roman"/>
              </a:rPr>
              <a:t>23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3789160" y="3562515"/>
            <a:ext cx="800100" cy="3289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2000" spc="-114">
                <a:latin typeface="Times New Roman"/>
                <a:cs typeface="Times New Roman"/>
              </a:rPr>
              <a:t>1000000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2865380" y="3720560"/>
            <a:ext cx="939165" cy="3289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2000" spc="-10">
                <a:latin typeface="Times New Roman"/>
                <a:cs typeface="Times New Roman"/>
              </a:rPr>
              <a:t>MTTF</a:t>
            </a:r>
            <a:r>
              <a:rPr dirty="0" sz="2000" spc="-10">
                <a:latin typeface="宋体"/>
                <a:cs typeface="宋体"/>
              </a:rPr>
              <a:t>＝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4741026" y="3720560"/>
            <a:ext cx="1315720" cy="3289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2000">
                <a:latin typeface="Symbol"/>
                <a:cs typeface="Symbol"/>
              </a:rPr>
              <a:t>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105">
                <a:latin typeface="Times New Roman"/>
                <a:cs typeface="Times New Roman"/>
              </a:rPr>
              <a:t>43500</a:t>
            </a:r>
            <a:r>
              <a:rPr dirty="0" sz="2000" spc="-170">
                <a:latin typeface="Times New Roman"/>
                <a:cs typeface="Times New Roman"/>
              </a:rPr>
              <a:t> </a:t>
            </a:r>
            <a:r>
              <a:rPr dirty="0" sz="2000" spc="-75">
                <a:latin typeface="宋体"/>
                <a:cs typeface="宋体"/>
              </a:rPr>
              <a:t>小时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53605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34809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15" b="1">
                <a:solidFill>
                  <a:srgbClr val="40458B"/>
                </a:solidFill>
                <a:latin typeface="宋体"/>
                <a:cs typeface="宋体"/>
              </a:rPr>
              <a:t>14/81</a:t>
            </a:r>
            <a:endParaRPr baseline="1736" sz="2400">
              <a:latin typeface="宋体"/>
              <a:cs typeface="宋体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19062" y="188976"/>
            <a:ext cx="1437005" cy="274955"/>
            <a:chOff x="119062" y="188976"/>
            <a:chExt cx="1437005" cy="274955"/>
          </a:xfrm>
        </p:grpSpPr>
        <p:sp>
          <p:nvSpPr>
            <p:cNvPr id="4" name="object 4" descr=""/>
            <p:cNvSpPr/>
            <p:nvPr/>
          </p:nvSpPr>
          <p:spPr>
            <a:xfrm>
              <a:off x="119062" y="188976"/>
              <a:ext cx="499745" cy="274955"/>
            </a:xfrm>
            <a:custGeom>
              <a:avLst/>
              <a:gdLst/>
              <a:ahLst/>
              <a:cxnLst/>
              <a:rect l="l" t="t" r="r" b="b"/>
              <a:pathLst>
                <a:path w="499745" h="274955">
                  <a:moveTo>
                    <a:pt x="119837" y="0"/>
                  </a:moveTo>
                  <a:lnTo>
                    <a:pt x="4993" y="41528"/>
                  </a:lnTo>
                  <a:lnTo>
                    <a:pt x="264655" y="135508"/>
                  </a:lnTo>
                  <a:lnTo>
                    <a:pt x="0" y="231266"/>
                  </a:lnTo>
                  <a:lnTo>
                    <a:pt x="119837" y="274574"/>
                  </a:lnTo>
                  <a:lnTo>
                    <a:pt x="499338" y="137287"/>
                  </a:lnTo>
                  <a:lnTo>
                    <a:pt x="119837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85546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9621" y="0"/>
                  </a:moveTo>
                  <a:lnTo>
                    <a:pt x="4991" y="41528"/>
                  </a:lnTo>
                  <a:lnTo>
                    <a:pt x="264147" y="135508"/>
                  </a:lnTo>
                  <a:lnTo>
                    <a:pt x="0" y="231266"/>
                  </a:lnTo>
                  <a:lnTo>
                    <a:pt x="119621" y="274574"/>
                  </a:lnTo>
                  <a:lnTo>
                    <a:pt x="497141" y="137287"/>
                  </a:lnTo>
                  <a:lnTo>
                    <a:pt x="119621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058608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8363" y="0"/>
                  </a:moveTo>
                  <a:lnTo>
                    <a:pt x="4978" y="41528"/>
                  </a:lnTo>
                  <a:lnTo>
                    <a:pt x="264096" y="135508"/>
                  </a:lnTo>
                  <a:lnTo>
                    <a:pt x="0" y="231266"/>
                  </a:lnTo>
                  <a:lnTo>
                    <a:pt x="118363" y="274574"/>
                  </a:lnTo>
                  <a:lnTo>
                    <a:pt x="497141" y="137287"/>
                  </a:lnTo>
                  <a:lnTo>
                    <a:pt x="118363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563750" y="117475"/>
            <a:ext cx="759333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065" algn="l"/>
                <a:tab pos="7579995" algn="l"/>
              </a:tabLst>
            </a:pPr>
            <a:r>
              <a:rPr dirty="0" spc="-25"/>
              <a:t>8.2</a:t>
            </a:r>
            <a:r>
              <a:rPr dirty="0"/>
              <a:t>	I/O系统的可靠性、可用性和可信</a:t>
            </a:r>
            <a:r>
              <a:rPr dirty="0" spc="-50"/>
              <a:t>性</a:t>
            </a:r>
            <a:r>
              <a:rPr dirty="0"/>
              <a:t>	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186639" y="887292"/>
            <a:ext cx="8662670" cy="4660900"/>
          </a:xfrm>
          <a:prstGeom prst="rect">
            <a:avLst/>
          </a:prstGeom>
        </p:spPr>
        <p:txBody>
          <a:bodyPr wrap="square" lIns="0" tIns="163830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290"/>
              </a:spcBef>
              <a:buClr>
                <a:srgbClr val="40458B"/>
              </a:buClr>
              <a:buAutoNum type="arabicPeriod" startAt="5"/>
              <a:tabLst>
                <a:tab pos="469900" algn="l"/>
              </a:tabLst>
            </a:pPr>
            <a:r>
              <a:rPr dirty="0" sz="2400" spc="-5">
                <a:solidFill>
                  <a:srgbClr val="E14B04"/>
                </a:solidFill>
                <a:latin typeface="黑体"/>
                <a:cs typeface="黑体"/>
              </a:rPr>
              <a:t>提高系统组成部件可靠性的方法</a:t>
            </a:r>
            <a:endParaRPr sz="2400">
              <a:latin typeface="黑体"/>
              <a:cs typeface="黑体"/>
            </a:endParaRPr>
          </a:p>
          <a:p>
            <a:pPr lvl="1" marL="1099185" indent="-457200">
              <a:lnSpc>
                <a:spcPct val="100000"/>
              </a:lnSpc>
              <a:spcBef>
                <a:spcPts val="1090"/>
              </a:spcBef>
              <a:buClr>
                <a:srgbClr val="40458B"/>
              </a:buClr>
              <a:buSzPct val="88636"/>
              <a:buFont typeface="Wingdings"/>
              <a:buChar char=""/>
              <a:tabLst>
                <a:tab pos="1099185" algn="l"/>
              </a:tabLst>
            </a:pPr>
            <a:r>
              <a:rPr dirty="0" sz="2200" spc="-30">
                <a:solidFill>
                  <a:srgbClr val="D50092"/>
                </a:solidFill>
                <a:latin typeface="黑体"/>
                <a:cs typeface="黑体"/>
              </a:rPr>
              <a:t>有效构建方法</a:t>
            </a:r>
            <a:r>
              <a:rPr dirty="0" sz="2200">
                <a:solidFill>
                  <a:srgbClr val="40458B"/>
                </a:solidFill>
                <a:latin typeface="黑体"/>
                <a:cs typeface="黑体"/>
              </a:rPr>
              <a:t>（valid</a:t>
            </a: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 </a:t>
            </a:r>
            <a:r>
              <a:rPr dirty="0" sz="2200" spc="-10">
                <a:solidFill>
                  <a:srgbClr val="40458B"/>
                </a:solidFill>
                <a:latin typeface="黑体"/>
                <a:cs typeface="黑体"/>
              </a:rPr>
              <a:t>construction）</a:t>
            </a:r>
            <a:endParaRPr sz="2200">
              <a:latin typeface="黑体"/>
              <a:cs typeface="黑体"/>
            </a:endParaRPr>
          </a:p>
          <a:p>
            <a:pPr lvl="2" marL="1487805" indent="-358140">
              <a:lnSpc>
                <a:spcPct val="100000"/>
              </a:lnSpc>
              <a:spcBef>
                <a:spcPts val="990"/>
              </a:spcBef>
              <a:buClr>
                <a:srgbClr val="4668F5"/>
              </a:buClr>
              <a:buSzPct val="60000"/>
              <a:buFont typeface="Wingdings"/>
              <a:buChar char=""/>
              <a:tabLst>
                <a:tab pos="1487805" algn="l"/>
              </a:tabLst>
            </a:pPr>
            <a:r>
              <a:rPr dirty="0" sz="2000" spc="-30" b="1">
                <a:solidFill>
                  <a:srgbClr val="001F5F"/>
                </a:solidFill>
                <a:latin typeface="宋体"/>
                <a:cs typeface="宋体"/>
              </a:rPr>
              <a:t>在构建系统的过程中消除故障隐患，这样建立起来的系统就不会</a:t>
            </a:r>
            <a:endParaRPr sz="2000">
              <a:latin typeface="宋体"/>
              <a:cs typeface="宋体"/>
            </a:endParaRPr>
          </a:p>
          <a:p>
            <a:pPr marL="1487805">
              <a:lnSpc>
                <a:spcPct val="100000"/>
              </a:lnSpc>
              <a:spcBef>
                <a:spcPts val="484"/>
              </a:spcBef>
            </a:pPr>
            <a:r>
              <a:rPr dirty="0" sz="2000" spc="-20" b="1">
                <a:solidFill>
                  <a:srgbClr val="001F5F"/>
                </a:solidFill>
                <a:latin typeface="宋体"/>
                <a:cs typeface="宋体"/>
              </a:rPr>
              <a:t>出现故障。</a:t>
            </a:r>
            <a:endParaRPr sz="2000">
              <a:latin typeface="宋体"/>
              <a:cs typeface="宋体"/>
            </a:endParaRPr>
          </a:p>
          <a:p>
            <a:pPr lvl="2" marL="1487805" indent="-358140">
              <a:lnSpc>
                <a:spcPct val="100000"/>
              </a:lnSpc>
              <a:spcBef>
                <a:spcPts val="960"/>
              </a:spcBef>
              <a:buClr>
                <a:srgbClr val="4668F5"/>
              </a:buClr>
              <a:buSzPct val="60000"/>
              <a:buFont typeface="Wingdings"/>
              <a:buChar char=""/>
              <a:tabLst>
                <a:tab pos="1487805" algn="l"/>
              </a:tabLst>
            </a:pPr>
            <a:r>
              <a:rPr dirty="0" sz="2000" spc="-25" b="1">
                <a:solidFill>
                  <a:srgbClr val="001F5F"/>
                </a:solidFill>
                <a:latin typeface="宋体"/>
                <a:cs typeface="宋体"/>
              </a:rPr>
              <a:t>从初始组件筛选与设计到可靠性强化实验再到严格工艺筛选和形</a:t>
            </a:r>
            <a:endParaRPr sz="2000">
              <a:latin typeface="宋体"/>
              <a:cs typeface="宋体"/>
            </a:endParaRPr>
          </a:p>
          <a:p>
            <a:pPr marL="1487805">
              <a:lnSpc>
                <a:spcPct val="100000"/>
              </a:lnSpc>
              <a:spcBef>
                <a:spcPts val="480"/>
              </a:spcBef>
            </a:pPr>
            <a:r>
              <a:rPr dirty="0" sz="2000" spc="-25" b="1">
                <a:solidFill>
                  <a:srgbClr val="001F5F"/>
                </a:solidFill>
                <a:latin typeface="宋体"/>
                <a:cs typeface="宋体"/>
              </a:rPr>
              <a:t>式化方法</a:t>
            </a:r>
            <a:endParaRPr sz="2000">
              <a:latin typeface="宋体"/>
              <a:cs typeface="宋体"/>
            </a:endParaRPr>
          </a:p>
          <a:p>
            <a:pPr lvl="1" marL="1099185" indent="-457200">
              <a:lnSpc>
                <a:spcPct val="100000"/>
              </a:lnSpc>
              <a:spcBef>
                <a:spcPts val="1025"/>
              </a:spcBef>
              <a:buClr>
                <a:srgbClr val="40458B"/>
              </a:buClr>
              <a:buSzPct val="88636"/>
              <a:buFont typeface="Wingdings"/>
              <a:buChar char=""/>
              <a:tabLst>
                <a:tab pos="1099185" algn="l"/>
              </a:tabLst>
            </a:pPr>
            <a:r>
              <a:rPr dirty="0" sz="2200" spc="-25">
                <a:solidFill>
                  <a:srgbClr val="D50092"/>
                </a:solidFill>
                <a:latin typeface="黑体"/>
                <a:cs typeface="黑体"/>
              </a:rPr>
              <a:t>纠错方法</a:t>
            </a:r>
            <a:r>
              <a:rPr dirty="0" sz="2200">
                <a:solidFill>
                  <a:srgbClr val="40458B"/>
                </a:solidFill>
                <a:latin typeface="黑体"/>
                <a:cs typeface="黑体"/>
              </a:rPr>
              <a:t>（error</a:t>
            </a:r>
            <a:r>
              <a:rPr dirty="0" sz="2200" spc="-60">
                <a:solidFill>
                  <a:srgbClr val="40458B"/>
                </a:solidFill>
                <a:latin typeface="黑体"/>
                <a:cs typeface="黑体"/>
              </a:rPr>
              <a:t> </a:t>
            </a:r>
            <a:r>
              <a:rPr dirty="0" sz="2200" spc="-10">
                <a:solidFill>
                  <a:srgbClr val="40458B"/>
                </a:solidFill>
                <a:latin typeface="黑体"/>
                <a:cs typeface="黑体"/>
              </a:rPr>
              <a:t>correction）</a:t>
            </a:r>
            <a:endParaRPr sz="2200">
              <a:latin typeface="黑体"/>
              <a:cs typeface="黑体"/>
            </a:endParaRPr>
          </a:p>
          <a:p>
            <a:pPr lvl="2" marL="1487805" marR="5080" indent="-358140">
              <a:lnSpc>
                <a:spcPct val="120000"/>
              </a:lnSpc>
              <a:spcBef>
                <a:spcPts val="515"/>
              </a:spcBef>
              <a:buClr>
                <a:srgbClr val="4668F5"/>
              </a:buClr>
              <a:buSzPct val="60000"/>
              <a:buFont typeface="Wingdings"/>
              <a:buChar char=""/>
              <a:tabLst>
                <a:tab pos="1487805" algn="l"/>
              </a:tabLst>
            </a:pPr>
            <a:r>
              <a:rPr dirty="0" sz="2000" spc="-25" b="1">
                <a:solidFill>
                  <a:srgbClr val="001F5F"/>
                </a:solidFill>
                <a:latin typeface="宋体"/>
                <a:cs typeface="宋体"/>
              </a:rPr>
              <a:t>在系统构建中采用容错的方法。这样即使出现故障，也可以通过</a:t>
            </a:r>
            <a:r>
              <a:rPr dirty="0" sz="2000" spc="-15" b="1">
                <a:solidFill>
                  <a:srgbClr val="001F5F"/>
                </a:solidFill>
                <a:latin typeface="宋体"/>
                <a:cs typeface="宋体"/>
              </a:rPr>
              <a:t>容错信息保证系统正常工作。</a:t>
            </a:r>
            <a:endParaRPr sz="2000">
              <a:latin typeface="宋体"/>
              <a:cs typeface="宋体"/>
            </a:endParaRPr>
          </a:p>
          <a:p>
            <a:pPr lvl="2" marL="1487805" marR="5080" indent="-358140">
              <a:lnSpc>
                <a:spcPct val="120000"/>
              </a:lnSpc>
              <a:spcBef>
                <a:spcPts val="480"/>
              </a:spcBef>
              <a:buClr>
                <a:srgbClr val="4668F5"/>
              </a:buClr>
              <a:buSzPct val="60000"/>
              <a:buFont typeface="Wingdings"/>
              <a:buChar char=""/>
              <a:tabLst>
                <a:tab pos="1487805" algn="l"/>
              </a:tabLst>
            </a:pPr>
            <a:r>
              <a:rPr dirty="0" sz="2000" spc="-10" b="1">
                <a:solidFill>
                  <a:srgbClr val="001F5F"/>
                </a:solidFill>
                <a:latin typeface="宋体"/>
                <a:cs typeface="宋体"/>
              </a:rPr>
              <a:t>例如硬件冗余（例如双网卡</a:t>
            </a:r>
            <a:r>
              <a:rPr dirty="0" sz="2000" spc="-20" b="1">
                <a:solidFill>
                  <a:srgbClr val="001F5F"/>
                </a:solidFill>
                <a:latin typeface="宋体"/>
                <a:cs typeface="宋体"/>
              </a:rPr>
              <a:t>）</a:t>
            </a:r>
            <a:r>
              <a:rPr dirty="0" sz="2000" spc="-15" b="1">
                <a:solidFill>
                  <a:srgbClr val="001F5F"/>
                </a:solidFill>
                <a:latin typeface="宋体"/>
                <a:cs typeface="宋体"/>
              </a:rPr>
              <a:t>、信息冗余</a:t>
            </a:r>
            <a:r>
              <a:rPr dirty="0" sz="2000" spc="-20" b="1">
                <a:solidFill>
                  <a:srgbClr val="001F5F"/>
                </a:solidFill>
                <a:latin typeface="宋体"/>
                <a:cs typeface="宋体"/>
              </a:rPr>
              <a:t>（</a:t>
            </a:r>
            <a:r>
              <a:rPr dirty="0" sz="2000" spc="-15" b="1">
                <a:solidFill>
                  <a:srgbClr val="001F5F"/>
                </a:solidFill>
                <a:latin typeface="宋体"/>
                <a:cs typeface="宋体"/>
              </a:rPr>
              <a:t>例如纠错码</a:t>
            </a:r>
            <a:r>
              <a:rPr dirty="0" sz="2000" spc="-10" b="1">
                <a:solidFill>
                  <a:srgbClr val="001F5F"/>
                </a:solidFill>
                <a:latin typeface="宋体"/>
                <a:cs typeface="宋体"/>
              </a:rPr>
              <a:t>）</a:t>
            </a:r>
            <a:r>
              <a:rPr dirty="0" sz="2000" spc="-30" b="1">
                <a:solidFill>
                  <a:srgbClr val="001F5F"/>
                </a:solidFill>
                <a:latin typeface="宋体"/>
                <a:cs typeface="宋体"/>
              </a:rPr>
              <a:t>、时间</a:t>
            </a:r>
            <a:r>
              <a:rPr dirty="0" sz="2000" spc="-10" b="1">
                <a:solidFill>
                  <a:srgbClr val="001F5F"/>
                </a:solidFill>
                <a:latin typeface="宋体"/>
                <a:cs typeface="宋体"/>
              </a:rPr>
              <a:t>冗余（重复执行）</a:t>
            </a:r>
            <a:r>
              <a:rPr dirty="0" sz="2000" spc="-15" b="1">
                <a:solidFill>
                  <a:srgbClr val="001F5F"/>
                </a:solidFill>
                <a:latin typeface="宋体"/>
                <a:cs typeface="宋体"/>
              </a:rPr>
              <a:t>、软件容错</a:t>
            </a:r>
            <a:r>
              <a:rPr dirty="0" sz="2000" spc="-10" b="1">
                <a:solidFill>
                  <a:srgbClr val="001F5F"/>
                </a:solidFill>
                <a:latin typeface="宋体"/>
                <a:cs typeface="宋体"/>
              </a:rPr>
              <a:t>（</a:t>
            </a:r>
            <a:r>
              <a:rPr dirty="0" sz="2000" spc="-20" b="1">
                <a:solidFill>
                  <a:srgbClr val="001F5F"/>
                </a:solidFill>
                <a:latin typeface="宋体"/>
                <a:cs typeface="宋体"/>
              </a:rPr>
              <a:t>例如多版程序设计）</a:t>
            </a:r>
            <a:r>
              <a:rPr dirty="0" sz="2000" spc="-50" b="1">
                <a:solidFill>
                  <a:srgbClr val="001F5F"/>
                </a:solidFill>
                <a:latin typeface="宋体"/>
                <a:cs typeface="宋体"/>
              </a:rPr>
              <a:t>等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53605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34809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15" b="1">
                <a:solidFill>
                  <a:srgbClr val="40458B"/>
                </a:solidFill>
                <a:latin typeface="宋体"/>
                <a:cs typeface="宋体"/>
              </a:rPr>
              <a:t>15/81</a:t>
            </a:r>
            <a:endParaRPr baseline="1736" sz="2400">
              <a:latin typeface="宋体"/>
              <a:cs typeface="宋体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1555750" y="549275"/>
            <a:ext cx="7588250" cy="0"/>
          </a:xfrm>
          <a:custGeom>
            <a:avLst/>
            <a:gdLst/>
            <a:ahLst/>
            <a:cxnLst/>
            <a:rect l="l" t="t" r="r" b="b"/>
            <a:pathLst>
              <a:path w="7588250" h="0">
                <a:moveTo>
                  <a:pt x="0" y="0"/>
                </a:moveTo>
                <a:lnTo>
                  <a:pt x="7588250" y="0"/>
                </a:lnTo>
              </a:path>
            </a:pathLst>
          </a:custGeom>
          <a:ln w="38100">
            <a:solidFill>
              <a:srgbClr val="2C44A3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119062" y="188976"/>
            <a:ext cx="1437005" cy="274955"/>
            <a:chOff x="119062" y="188976"/>
            <a:chExt cx="1437005" cy="274955"/>
          </a:xfrm>
        </p:grpSpPr>
        <p:sp>
          <p:nvSpPr>
            <p:cNvPr id="5" name="object 5" descr=""/>
            <p:cNvSpPr/>
            <p:nvPr/>
          </p:nvSpPr>
          <p:spPr>
            <a:xfrm>
              <a:off x="119062" y="188976"/>
              <a:ext cx="499745" cy="274955"/>
            </a:xfrm>
            <a:custGeom>
              <a:avLst/>
              <a:gdLst/>
              <a:ahLst/>
              <a:cxnLst/>
              <a:rect l="l" t="t" r="r" b="b"/>
              <a:pathLst>
                <a:path w="499745" h="274955">
                  <a:moveTo>
                    <a:pt x="119837" y="0"/>
                  </a:moveTo>
                  <a:lnTo>
                    <a:pt x="4993" y="41528"/>
                  </a:lnTo>
                  <a:lnTo>
                    <a:pt x="264655" y="135508"/>
                  </a:lnTo>
                  <a:lnTo>
                    <a:pt x="0" y="231266"/>
                  </a:lnTo>
                  <a:lnTo>
                    <a:pt x="119837" y="274574"/>
                  </a:lnTo>
                  <a:lnTo>
                    <a:pt x="499338" y="137287"/>
                  </a:lnTo>
                  <a:lnTo>
                    <a:pt x="119837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85546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9621" y="0"/>
                  </a:moveTo>
                  <a:lnTo>
                    <a:pt x="4991" y="41528"/>
                  </a:lnTo>
                  <a:lnTo>
                    <a:pt x="264147" y="135508"/>
                  </a:lnTo>
                  <a:lnTo>
                    <a:pt x="0" y="231266"/>
                  </a:lnTo>
                  <a:lnTo>
                    <a:pt x="119621" y="274574"/>
                  </a:lnTo>
                  <a:lnTo>
                    <a:pt x="497141" y="137287"/>
                  </a:lnTo>
                  <a:lnTo>
                    <a:pt x="119621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058608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8363" y="0"/>
                  </a:moveTo>
                  <a:lnTo>
                    <a:pt x="4978" y="41528"/>
                  </a:lnTo>
                  <a:lnTo>
                    <a:pt x="264096" y="135508"/>
                  </a:lnTo>
                  <a:lnTo>
                    <a:pt x="0" y="231266"/>
                  </a:lnTo>
                  <a:lnTo>
                    <a:pt x="118363" y="274574"/>
                  </a:lnTo>
                  <a:lnTo>
                    <a:pt x="497141" y="137287"/>
                  </a:lnTo>
                  <a:lnTo>
                    <a:pt x="118363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78739" y="813863"/>
            <a:ext cx="9077960" cy="5711825"/>
          </a:xfrm>
          <a:prstGeom prst="rect">
            <a:avLst/>
          </a:prstGeom>
        </p:spPr>
        <p:txBody>
          <a:bodyPr wrap="square" lIns="0" tIns="1644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95"/>
              </a:spcBef>
              <a:tabLst>
                <a:tab pos="2603500" algn="l"/>
              </a:tabLst>
            </a:pPr>
            <a:r>
              <a:rPr dirty="0" sz="2400">
                <a:solidFill>
                  <a:srgbClr val="FF0000"/>
                </a:solidFill>
                <a:latin typeface="黑体"/>
                <a:cs typeface="黑体"/>
              </a:rPr>
              <a:t>磁盘阵列</a:t>
            </a:r>
            <a:r>
              <a:rPr dirty="0" sz="2400" spc="-10">
                <a:solidFill>
                  <a:srgbClr val="FF0000"/>
                </a:solidFill>
                <a:latin typeface="黑体"/>
                <a:cs typeface="黑体"/>
              </a:rPr>
              <a:t>DA</a:t>
            </a:r>
            <a:r>
              <a:rPr dirty="0" sz="2400" spc="-10">
                <a:solidFill>
                  <a:srgbClr val="9933FF"/>
                </a:solidFill>
                <a:latin typeface="黑体"/>
                <a:cs typeface="黑体"/>
              </a:rPr>
              <a:t>（Disk</a:t>
            </a:r>
            <a:r>
              <a:rPr dirty="0" sz="2400">
                <a:solidFill>
                  <a:srgbClr val="9933FF"/>
                </a:solidFill>
                <a:latin typeface="黑体"/>
                <a:cs typeface="黑体"/>
              </a:rPr>
              <a:t>	Array）技术背</a:t>
            </a:r>
            <a:r>
              <a:rPr dirty="0" sz="2400" spc="-50">
                <a:solidFill>
                  <a:srgbClr val="9933FF"/>
                </a:solidFill>
                <a:latin typeface="黑体"/>
                <a:cs typeface="黑体"/>
              </a:rPr>
              <a:t>景</a:t>
            </a:r>
            <a:endParaRPr sz="2400">
              <a:latin typeface="黑体"/>
              <a:cs typeface="黑体"/>
            </a:endParaRPr>
          </a:p>
          <a:p>
            <a:pPr marL="1099185" marR="427355" indent="-457834">
              <a:lnSpc>
                <a:spcPct val="120000"/>
              </a:lnSpc>
              <a:spcBef>
                <a:spcPts val="560"/>
              </a:spcBef>
              <a:buSzPct val="88636"/>
              <a:buFont typeface="Wingdings"/>
              <a:buChar char=""/>
              <a:tabLst>
                <a:tab pos="1099185" algn="l"/>
              </a:tabLst>
            </a:pPr>
            <a:r>
              <a:rPr dirty="0" sz="2200" spc="-10">
                <a:solidFill>
                  <a:srgbClr val="40458B"/>
                </a:solidFill>
                <a:latin typeface="黑体"/>
                <a:cs typeface="黑体"/>
              </a:rPr>
              <a:t>90</a:t>
            </a: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年代，计算机存储系统经典瓶颈之一、三大矛盾：速度、容量、可靠性，除此之外还要考虑成本</a:t>
            </a:r>
            <a:endParaRPr sz="2200">
              <a:latin typeface="黑体"/>
              <a:cs typeface="黑体"/>
            </a:endParaRPr>
          </a:p>
          <a:p>
            <a:pPr marL="1099185" marR="145415" indent="-457834">
              <a:lnSpc>
                <a:spcPct val="120100"/>
              </a:lnSpc>
              <a:spcBef>
                <a:spcPts val="525"/>
              </a:spcBef>
              <a:buSzPct val="88636"/>
              <a:buFont typeface="Wingdings"/>
              <a:buChar char=""/>
              <a:tabLst>
                <a:tab pos="1099185" algn="l"/>
              </a:tabLst>
            </a:pP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单盘容量有限</a:t>
            </a:r>
            <a:r>
              <a:rPr dirty="0" sz="2200">
                <a:solidFill>
                  <a:srgbClr val="40458B"/>
                </a:solidFill>
                <a:latin typeface="黑体"/>
                <a:cs typeface="黑体"/>
              </a:rPr>
              <a:t>（MB</a:t>
            </a:r>
            <a:r>
              <a:rPr dirty="0" sz="2200" spc="-15">
                <a:solidFill>
                  <a:srgbClr val="40458B"/>
                </a:solidFill>
                <a:latin typeface="黑体"/>
                <a:cs typeface="黑体"/>
              </a:rPr>
              <a:t> 级</a:t>
            </a: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）与数据量增长的矛盾；硬盘 </a:t>
            </a:r>
            <a:r>
              <a:rPr dirty="0" sz="2200">
                <a:solidFill>
                  <a:srgbClr val="40458B"/>
                </a:solidFill>
                <a:latin typeface="黑体"/>
                <a:cs typeface="黑体"/>
              </a:rPr>
              <a:t>IO</a:t>
            </a: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 性能瓶颈与计算能力提升的矛盾；磁盘故障率高</a:t>
            </a:r>
            <a:r>
              <a:rPr dirty="0" sz="2200">
                <a:solidFill>
                  <a:srgbClr val="40458B"/>
                </a:solidFill>
                <a:latin typeface="黑体"/>
                <a:cs typeface="黑体"/>
              </a:rPr>
              <a:t>（MTBF 约 5</a:t>
            </a:r>
            <a:r>
              <a:rPr dirty="0" sz="2200" spc="-25">
                <a:solidFill>
                  <a:srgbClr val="40458B"/>
                </a:solidFill>
                <a:latin typeface="黑体"/>
                <a:cs typeface="黑体"/>
              </a:rPr>
              <a:t> 万小时</a:t>
            </a:r>
            <a:r>
              <a:rPr dirty="0" sz="2200" spc="-50">
                <a:solidFill>
                  <a:srgbClr val="40458B"/>
                </a:solidFill>
                <a:latin typeface="黑体"/>
                <a:cs typeface="黑体"/>
              </a:rPr>
              <a:t>）</a:t>
            </a: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与数据可靠性需求的矛盾</a:t>
            </a:r>
            <a:endParaRPr sz="2200">
              <a:latin typeface="黑体"/>
              <a:cs typeface="黑体"/>
            </a:endParaRPr>
          </a:p>
          <a:p>
            <a:pPr marL="1099185" indent="-457200">
              <a:lnSpc>
                <a:spcPct val="100000"/>
              </a:lnSpc>
              <a:spcBef>
                <a:spcPts val="1055"/>
              </a:spcBef>
              <a:buSzPct val="88636"/>
              <a:buFont typeface="Wingdings"/>
              <a:buChar char=""/>
              <a:tabLst>
                <a:tab pos="1099185" algn="l"/>
              </a:tabLst>
            </a:pPr>
            <a:r>
              <a:rPr dirty="0" sz="2200">
                <a:solidFill>
                  <a:srgbClr val="40458B"/>
                </a:solidFill>
                <a:latin typeface="黑体"/>
                <a:cs typeface="黑体"/>
              </a:rPr>
              <a:t>1988</a:t>
            </a: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 年，加州大学伯克利分校一篇论文中首次提出 </a:t>
            </a:r>
            <a:r>
              <a:rPr dirty="0" sz="2200">
                <a:solidFill>
                  <a:srgbClr val="40458B"/>
                </a:solidFill>
                <a:latin typeface="黑体"/>
                <a:cs typeface="黑体"/>
              </a:rPr>
              <a:t>RAID</a:t>
            </a:r>
            <a:r>
              <a:rPr dirty="0" sz="2200" spc="-20">
                <a:solidFill>
                  <a:srgbClr val="40458B"/>
                </a:solidFill>
                <a:latin typeface="黑体"/>
                <a:cs typeface="黑体"/>
              </a:rPr>
              <a:t> 概念，</a:t>
            </a:r>
            <a:endParaRPr sz="2200">
              <a:latin typeface="黑体"/>
              <a:cs typeface="黑体"/>
            </a:endParaRPr>
          </a:p>
          <a:p>
            <a:pPr marL="1099185">
              <a:lnSpc>
                <a:spcPct val="100000"/>
              </a:lnSpc>
              <a:spcBef>
                <a:spcPts val="530"/>
              </a:spcBef>
            </a:pPr>
            <a:r>
              <a:rPr dirty="0" sz="2200" spc="-40">
                <a:solidFill>
                  <a:srgbClr val="40458B"/>
                </a:solidFill>
                <a:latin typeface="黑体"/>
                <a:cs typeface="黑体"/>
              </a:rPr>
              <a:t>其核心创新在于用 “廉价磁盘阵列” 替代昂贵的大型磁盘</a:t>
            </a:r>
            <a:endParaRPr sz="2200">
              <a:latin typeface="黑体"/>
              <a:cs typeface="黑体"/>
            </a:endParaRPr>
          </a:p>
          <a:p>
            <a:pPr marL="1099185" marR="287020">
              <a:lnSpc>
                <a:spcPct val="120000"/>
              </a:lnSpc>
            </a:pPr>
            <a:r>
              <a:rPr dirty="0" sz="2200" spc="-20">
                <a:solidFill>
                  <a:srgbClr val="40458B"/>
                </a:solidFill>
                <a:latin typeface="黑体"/>
                <a:cs typeface="黑体"/>
              </a:rPr>
              <a:t>（SLED）</a:t>
            </a: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，通过软件 / 硬件层的逻辑组合，同时解决容量、性能与可靠性问题。</a:t>
            </a:r>
            <a:endParaRPr sz="2200">
              <a:latin typeface="黑体"/>
              <a:cs typeface="黑体"/>
            </a:endParaRPr>
          </a:p>
          <a:p>
            <a:pPr marL="1099185" indent="-457200">
              <a:lnSpc>
                <a:spcPct val="100000"/>
              </a:lnSpc>
              <a:spcBef>
                <a:spcPts val="1060"/>
              </a:spcBef>
              <a:buSzPct val="88636"/>
              <a:buFont typeface="Wingdings"/>
              <a:buChar char=""/>
              <a:tabLst>
                <a:tab pos="1099185" algn="l"/>
              </a:tabLst>
            </a:pP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三个维度的技术超越单块昂贵的高端硬盘</a:t>
            </a:r>
            <a:r>
              <a:rPr dirty="0" sz="2200" spc="-20">
                <a:solidFill>
                  <a:srgbClr val="40458B"/>
                </a:solidFill>
                <a:latin typeface="黑体"/>
                <a:cs typeface="黑体"/>
              </a:rPr>
              <a:t>（RAID</a:t>
            </a: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使用的初衷</a:t>
            </a:r>
            <a:r>
              <a:rPr dirty="0" sz="2200" spc="-50">
                <a:solidFill>
                  <a:srgbClr val="40458B"/>
                </a:solidFill>
                <a:latin typeface="黑体"/>
                <a:cs typeface="黑体"/>
              </a:rPr>
              <a:t>）</a:t>
            </a:r>
            <a:endParaRPr sz="2200">
              <a:latin typeface="黑体"/>
              <a:cs typeface="黑体"/>
            </a:endParaRPr>
          </a:p>
          <a:p>
            <a:pPr marL="1099185" indent="-457200">
              <a:lnSpc>
                <a:spcPct val="100000"/>
              </a:lnSpc>
              <a:spcBef>
                <a:spcPts val="1055"/>
              </a:spcBef>
              <a:buSzPct val="88636"/>
              <a:buFont typeface="Wingdings"/>
              <a:buChar char=""/>
              <a:tabLst>
                <a:tab pos="1099185" algn="l"/>
                <a:tab pos="4594225" algn="l"/>
              </a:tabLst>
            </a:pPr>
            <a:r>
              <a:rPr dirty="0" sz="2200">
                <a:solidFill>
                  <a:srgbClr val="40458B"/>
                </a:solidFill>
                <a:latin typeface="黑体"/>
                <a:cs typeface="黑体"/>
              </a:rPr>
              <a:t>RAID</a:t>
            </a:r>
            <a:r>
              <a:rPr dirty="0" sz="2200" spc="-10">
                <a:solidFill>
                  <a:srgbClr val="40458B"/>
                </a:solidFill>
                <a:latin typeface="黑体"/>
                <a:cs typeface="黑体"/>
              </a:rPr>
              <a:t> </a:t>
            </a: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通</a:t>
            </a:r>
            <a:r>
              <a:rPr dirty="0" sz="2200">
                <a:solidFill>
                  <a:srgbClr val="40458B"/>
                </a:solidFill>
                <a:latin typeface="黑体"/>
                <a:cs typeface="黑体"/>
              </a:rPr>
              <a:t>过</a:t>
            </a:r>
            <a:r>
              <a:rPr dirty="0" sz="2200" spc="-15">
                <a:solidFill>
                  <a:srgbClr val="40458B"/>
                </a:solidFill>
                <a:latin typeface="黑体"/>
                <a:cs typeface="黑体"/>
              </a:rPr>
              <a:t> </a:t>
            </a:r>
            <a:r>
              <a:rPr dirty="0" sz="2200" spc="-20">
                <a:solidFill>
                  <a:srgbClr val="40458B"/>
                </a:solidFill>
                <a:latin typeface="黑体"/>
                <a:cs typeface="黑体"/>
              </a:rPr>
              <a:t>“</a:t>
            </a: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多普</a:t>
            </a:r>
            <a:r>
              <a:rPr dirty="0" sz="2200" spc="-10">
                <a:solidFill>
                  <a:srgbClr val="40458B"/>
                </a:solidFill>
                <a:latin typeface="黑体"/>
                <a:cs typeface="黑体"/>
              </a:rPr>
              <a:t>通</a:t>
            </a: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磁</a:t>
            </a:r>
            <a:r>
              <a:rPr dirty="0" sz="2200">
                <a:solidFill>
                  <a:srgbClr val="40458B"/>
                </a:solidFill>
                <a:latin typeface="黑体"/>
                <a:cs typeface="黑体"/>
              </a:rPr>
              <a:t>盘 </a:t>
            </a:r>
            <a:r>
              <a:rPr dirty="0" sz="2200" spc="-50">
                <a:solidFill>
                  <a:srgbClr val="40458B"/>
                </a:solidFill>
                <a:latin typeface="黑体"/>
                <a:cs typeface="黑体"/>
              </a:rPr>
              <a:t>+</a:t>
            </a:r>
            <a:r>
              <a:rPr dirty="0" sz="22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冗余算</a:t>
            </a:r>
            <a:r>
              <a:rPr dirty="0" sz="2200" spc="-25">
                <a:solidFill>
                  <a:srgbClr val="40458B"/>
                </a:solidFill>
                <a:latin typeface="黑体"/>
                <a:cs typeface="黑体"/>
              </a:rPr>
              <a:t>法</a:t>
            </a:r>
            <a:r>
              <a:rPr dirty="0" sz="2200">
                <a:solidFill>
                  <a:srgbClr val="40458B"/>
                </a:solidFill>
                <a:latin typeface="黑体"/>
                <a:cs typeface="黑体"/>
              </a:rPr>
              <a:t>”</a:t>
            </a:r>
            <a:r>
              <a:rPr dirty="0" sz="2200" spc="75">
                <a:solidFill>
                  <a:srgbClr val="40458B"/>
                </a:solidFill>
                <a:latin typeface="黑体"/>
                <a:cs typeface="黑体"/>
              </a:rPr>
              <a:t> </a:t>
            </a: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的组合</a:t>
            </a:r>
            <a:r>
              <a:rPr dirty="0" sz="2200" spc="-25">
                <a:solidFill>
                  <a:srgbClr val="40458B"/>
                </a:solidFill>
                <a:latin typeface="黑体"/>
                <a:cs typeface="黑体"/>
              </a:rPr>
              <a:t>，</a:t>
            </a: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在成</a:t>
            </a:r>
            <a:r>
              <a:rPr dirty="0" sz="2200" spc="-25">
                <a:solidFill>
                  <a:srgbClr val="40458B"/>
                </a:solidFill>
                <a:latin typeface="黑体"/>
                <a:cs typeface="黑体"/>
              </a:rPr>
              <a:t>本</a:t>
            </a: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降</a:t>
            </a:r>
            <a:r>
              <a:rPr dirty="0" sz="2200" spc="-50">
                <a:solidFill>
                  <a:srgbClr val="40458B"/>
                </a:solidFill>
                <a:latin typeface="黑体"/>
                <a:cs typeface="黑体"/>
              </a:rPr>
              <a:t>低</a:t>
            </a:r>
            <a:endParaRPr sz="2200">
              <a:latin typeface="黑体"/>
              <a:cs typeface="黑体"/>
            </a:endParaRPr>
          </a:p>
          <a:p>
            <a:pPr marL="1099185">
              <a:lnSpc>
                <a:spcPct val="100000"/>
              </a:lnSpc>
              <a:spcBef>
                <a:spcPts val="530"/>
              </a:spcBef>
            </a:pPr>
            <a:r>
              <a:rPr dirty="0" sz="2200">
                <a:solidFill>
                  <a:srgbClr val="40458B"/>
                </a:solidFill>
                <a:latin typeface="黑体"/>
                <a:cs typeface="黑体"/>
              </a:rPr>
              <a:t>60</a:t>
            </a:r>
            <a:r>
              <a:rPr dirty="0" sz="2200" spc="-25">
                <a:solidFill>
                  <a:srgbClr val="40458B"/>
                </a:solidFill>
                <a:latin typeface="黑体"/>
                <a:cs typeface="黑体"/>
              </a:rPr>
              <a:t>% 的同时，将可靠性提升 </a:t>
            </a:r>
            <a:r>
              <a:rPr dirty="0" sz="2200" spc="-20">
                <a:solidFill>
                  <a:srgbClr val="40458B"/>
                </a:solidFill>
                <a:latin typeface="黑体"/>
                <a:cs typeface="黑体"/>
              </a:rPr>
              <a:t>2-</a:t>
            </a:r>
            <a:r>
              <a:rPr dirty="0" sz="2200">
                <a:solidFill>
                  <a:srgbClr val="40458B"/>
                </a:solidFill>
                <a:latin typeface="黑体"/>
                <a:cs typeface="黑体"/>
              </a:rPr>
              <a:t>3</a:t>
            </a: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 个数量级。</a:t>
            </a:r>
            <a:endParaRPr sz="2200">
              <a:latin typeface="黑体"/>
              <a:cs typeface="黑体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499109">
              <a:lnSpc>
                <a:spcPct val="100000"/>
              </a:lnSpc>
              <a:spcBef>
                <a:spcPts val="95"/>
              </a:spcBef>
            </a:pPr>
            <a:r>
              <a:rPr dirty="0" u="none" sz="2800">
                <a:solidFill>
                  <a:srgbClr val="000000"/>
                </a:solidFill>
              </a:rPr>
              <a:t>8.3</a:t>
            </a:r>
            <a:r>
              <a:rPr dirty="0" u="none" sz="2800" spc="-40">
                <a:solidFill>
                  <a:srgbClr val="000000"/>
                </a:solidFill>
              </a:rPr>
              <a:t> 廉价磁盘冗余阵列</a:t>
            </a:r>
            <a:r>
              <a:rPr dirty="0" u="none" sz="2800" spc="-20">
                <a:solidFill>
                  <a:srgbClr val="000000"/>
                </a:solidFill>
              </a:rPr>
              <a:t>RAID</a:t>
            </a:r>
            <a:endParaRPr sz="2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53605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34809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15" b="1">
                <a:solidFill>
                  <a:srgbClr val="40458B"/>
                </a:solidFill>
                <a:latin typeface="宋体"/>
                <a:cs typeface="宋体"/>
              </a:rPr>
              <a:t>16/81</a:t>
            </a:r>
            <a:endParaRPr baseline="1736" sz="2400">
              <a:latin typeface="宋体"/>
              <a:cs typeface="宋体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1555750" y="549275"/>
            <a:ext cx="7588250" cy="0"/>
          </a:xfrm>
          <a:custGeom>
            <a:avLst/>
            <a:gdLst/>
            <a:ahLst/>
            <a:cxnLst/>
            <a:rect l="l" t="t" r="r" b="b"/>
            <a:pathLst>
              <a:path w="7588250" h="0">
                <a:moveTo>
                  <a:pt x="0" y="0"/>
                </a:moveTo>
                <a:lnTo>
                  <a:pt x="7588250" y="0"/>
                </a:lnTo>
              </a:path>
            </a:pathLst>
          </a:custGeom>
          <a:ln w="38100">
            <a:solidFill>
              <a:srgbClr val="2C44A3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119062" y="188976"/>
            <a:ext cx="1437005" cy="274955"/>
            <a:chOff x="119062" y="188976"/>
            <a:chExt cx="1437005" cy="274955"/>
          </a:xfrm>
        </p:grpSpPr>
        <p:sp>
          <p:nvSpPr>
            <p:cNvPr id="5" name="object 5" descr=""/>
            <p:cNvSpPr/>
            <p:nvPr/>
          </p:nvSpPr>
          <p:spPr>
            <a:xfrm>
              <a:off x="119062" y="188976"/>
              <a:ext cx="499745" cy="274955"/>
            </a:xfrm>
            <a:custGeom>
              <a:avLst/>
              <a:gdLst/>
              <a:ahLst/>
              <a:cxnLst/>
              <a:rect l="l" t="t" r="r" b="b"/>
              <a:pathLst>
                <a:path w="499745" h="274955">
                  <a:moveTo>
                    <a:pt x="119837" y="0"/>
                  </a:moveTo>
                  <a:lnTo>
                    <a:pt x="4993" y="41528"/>
                  </a:lnTo>
                  <a:lnTo>
                    <a:pt x="264655" y="135508"/>
                  </a:lnTo>
                  <a:lnTo>
                    <a:pt x="0" y="231266"/>
                  </a:lnTo>
                  <a:lnTo>
                    <a:pt x="119837" y="274574"/>
                  </a:lnTo>
                  <a:lnTo>
                    <a:pt x="499338" y="137287"/>
                  </a:lnTo>
                  <a:lnTo>
                    <a:pt x="119837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85546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9621" y="0"/>
                  </a:moveTo>
                  <a:lnTo>
                    <a:pt x="4991" y="41528"/>
                  </a:lnTo>
                  <a:lnTo>
                    <a:pt x="264147" y="135508"/>
                  </a:lnTo>
                  <a:lnTo>
                    <a:pt x="0" y="231266"/>
                  </a:lnTo>
                  <a:lnTo>
                    <a:pt x="119621" y="274574"/>
                  </a:lnTo>
                  <a:lnTo>
                    <a:pt x="497141" y="137287"/>
                  </a:lnTo>
                  <a:lnTo>
                    <a:pt x="119621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058608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8363" y="0"/>
                  </a:moveTo>
                  <a:lnTo>
                    <a:pt x="4978" y="41528"/>
                  </a:lnTo>
                  <a:lnTo>
                    <a:pt x="264096" y="135508"/>
                  </a:lnTo>
                  <a:lnTo>
                    <a:pt x="0" y="231266"/>
                  </a:lnTo>
                  <a:lnTo>
                    <a:pt x="118363" y="274574"/>
                  </a:lnTo>
                  <a:lnTo>
                    <a:pt x="497141" y="137287"/>
                  </a:lnTo>
                  <a:lnTo>
                    <a:pt x="118363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329590" y="1099045"/>
            <a:ext cx="8516620" cy="3113405"/>
          </a:xfrm>
          <a:prstGeom prst="rect">
            <a:avLst/>
          </a:prstGeom>
        </p:spPr>
        <p:txBody>
          <a:bodyPr wrap="square" lIns="0" tIns="90170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710"/>
              </a:spcBef>
              <a:buClr>
                <a:srgbClr val="40458B"/>
              </a:buClr>
              <a:buAutoNum type="arabicPeriod"/>
              <a:tabLst>
                <a:tab pos="469265" algn="l"/>
                <a:tab pos="3060700" algn="l"/>
              </a:tabLst>
            </a:pPr>
            <a:r>
              <a:rPr dirty="0" sz="2400">
                <a:solidFill>
                  <a:srgbClr val="E14B04"/>
                </a:solidFill>
                <a:latin typeface="黑体"/>
                <a:cs typeface="黑体"/>
              </a:rPr>
              <a:t>磁盘阵</a:t>
            </a:r>
            <a:r>
              <a:rPr dirty="0" sz="2400" spc="-10">
                <a:solidFill>
                  <a:srgbClr val="E14B04"/>
                </a:solidFill>
                <a:latin typeface="黑体"/>
                <a:cs typeface="黑体"/>
              </a:rPr>
              <a:t>列DA（Disk</a:t>
            </a:r>
            <a:r>
              <a:rPr dirty="0" sz="2400">
                <a:solidFill>
                  <a:srgbClr val="E14B04"/>
                </a:solidFill>
                <a:latin typeface="黑体"/>
                <a:cs typeface="黑体"/>
              </a:rPr>
              <a:t>	Array）：</a:t>
            </a:r>
            <a:r>
              <a:rPr dirty="0" sz="2200" spc="-20">
                <a:solidFill>
                  <a:srgbClr val="40458B"/>
                </a:solidFill>
                <a:latin typeface="黑体"/>
                <a:cs typeface="黑体"/>
              </a:rPr>
              <a:t>使</a:t>
            </a: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用</a:t>
            </a:r>
            <a:r>
              <a:rPr dirty="0" sz="2200" spc="-10">
                <a:solidFill>
                  <a:srgbClr val="40458B"/>
                </a:solidFill>
                <a:latin typeface="黑体"/>
                <a:cs typeface="黑体"/>
              </a:rPr>
              <a:t>多</a:t>
            </a: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个磁</a:t>
            </a:r>
            <a:r>
              <a:rPr dirty="0" sz="2200" spc="-10">
                <a:solidFill>
                  <a:srgbClr val="40458B"/>
                </a:solidFill>
                <a:latin typeface="黑体"/>
                <a:cs typeface="黑体"/>
              </a:rPr>
              <a:t>盘</a:t>
            </a: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（</a:t>
            </a:r>
            <a:r>
              <a:rPr dirty="0" sz="2200" spc="-10">
                <a:solidFill>
                  <a:srgbClr val="40458B"/>
                </a:solidFill>
                <a:latin typeface="黑体"/>
                <a:cs typeface="黑体"/>
              </a:rPr>
              <a:t>包</a:t>
            </a: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括驱</a:t>
            </a:r>
            <a:r>
              <a:rPr dirty="0" sz="2200" spc="-10">
                <a:solidFill>
                  <a:srgbClr val="40458B"/>
                </a:solidFill>
                <a:latin typeface="黑体"/>
                <a:cs typeface="黑体"/>
              </a:rPr>
              <a:t>动</a:t>
            </a: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器</a:t>
            </a:r>
            <a:r>
              <a:rPr dirty="0" sz="2200" spc="-10">
                <a:solidFill>
                  <a:srgbClr val="40458B"/>
                </a:solidFill>
                <a:latin typeface="黑体"/>
                <a:cs typeface="黑体"/>
              </a:rPr>
              <a:t>）</a:t>
            </a:r>
            <a:r>
              <a:rPr dirty="0" sz="2200" spc="-50">
                <a:solidFill>
                  <a:srgbClr val="40458B"/>
                </a:solidFill>
                <a:latin typeface="黑体"/>
                <a:cs typeface="黑体"/>
              </a:rPr>
              <a:t>的</a:t>
            </a:r>
            <a:endParaRPr sz="2200">
              <a:latin typeface="黑体"/>
              <a:cs typeface="黑体"/>
            </a:endParaRPr>
          </a:p>
          <a:p>
            <a:pPr marL="469900">
              <a:lnSpc>
                <a:spcPct val="100000"/>
              </a:lnSpc>
              <a:spcBef>
                <a:spcPts val="560"/>
              </a:spcBef>
            </a:pP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组合来代替一个大容量的磁盘。</a:t>
            </a:r>
            <a:endParaRPr sz="2200">
              <a:latin typeface="黑体"/>
              <a:cs typeface="黑体"/>
            </a:endParaRPr>
          </a:p>
          <a:p>
            <a:pPr lvl="1" marL="1099185" indent="-457200">
              <a:lnSpc>
                <a:spcPct val="100000"/>
              </a:lnSpc>
              <a:spcBef>
                <a:spcPts val="1060"/>
              </a:spcBef>
              <a:buSzPct val="88636"/>
              <a:buFont typeface="Wingdings"/>
              <a:buChar char=""/>
              <a:tabLst>
                <a:tab pos="1099185" algn="l"/>
              </a:tabLst>
            </a:pPr>
            <a:r>
              <a:rPr dirty="0" sz="2200" spc="-25">
                <a:solidFill>
                  <a:srgbClr val="40458B"/>
                </a:solidFill>
                <a:latin typeface="黑体"/>
                <a:cs typeface="黑体"/>
              </a:rPr>
              <a:t>多个磁盘并行工作，突破单盘 </a:t>
            </a:r>
            <a:r>
              <a:rPr dirty="0" sz="2200">
                <a:solidFill>
                  <a:srgbClr val="40458B"/>
                </a:solidFill>
                <a:latin typeface="黑体"/>
                <a:cs typeface="黑体"/>
              </a:rPr>
              <a:t>I/O</a:t>
            </a:r>
            <a:r>
              <a:rPr dirty="0" sz="2200" spc="-25">
                <a:solidFill>
                  <a:srgbClr val="40458B"/>
                </a:solidFill>
                <a:latin typeface="黑体"/>
                <a:cs typeface="黑体"/>
              </a:rPr>
              <a:t> 瓶颈。</a:t>
            </a:r>
            <a:endParaRPr sz="2200">
              <a:latin typeface="黑体"/>
              <a:cs typeface="黑体"/>
            </a:endParaRPr>
          </a:p>
          <a:p>
            <a:pPr lvl="1" marL="1099185" indent="-457200">
              <a:lnSpc>
                <a:spcPct val="100000"/>
              </a:lnSpc>
              <a:spcBef>
                <a:spcPts val="1055"/>
              </a:spcBef>
              <a:buSzPct val="88636"/>
              <a:buFont typeface="Wingdings"/>
              <a:buChar char=""/>
              <a:tabLst>
                <a:tab pos="1099185" algn="l"/>
              </a:tabLst>
            </a:pP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以条带为单位把数据均匀地分布到多个磁盘上。</a:t>
            </a:r>
            <a:endParaRPr sz="2200">
              <a:latin typeface="黑体"/>
              <a:cs typeface="黑体"/>
            </a:endParaRPr>
          </a:p>
          <a:p>
            <a:pPr marL="846455">
              <a:lnSpc>
                <a:spcPct val="100000"/>
              </a:lnSpc>
              <a:spcBef>
                <a:spcPts val="994"/>
              </a:spcBef>
            </a:pPr>
            <a:r>
              <a:rPr dirty="0" sz="2000" spc="-15" b="1">
                <a:solidFill>
                  <a:srgbClr val="FF5CFF"/>
                </a:solidFill>
                <a:latin typeface="宋体"/>
                <a:cs typeface="宋体"/>
              </a:rPr>
              <a:t>（交叉存放</a:t>
            </a:r>
            <a:r>
              <a:rPr dirty="0" sz="2000" spc="-50" b="1">
                <a:solidFill>
                  <a:srgbClr val="FF5CFF"/>
                </a:solidFill>
                <a:latin typeface="宋体"/>
                <a:cs typeface="宋体"/>
              </a:rPr>
              <a:t>）</a:t>
            </a:r>
            <a:endParaRPr sz="2000">
              <a:latin typeface="宋体"/>
              <a:cs typeface="宋体"/>
            </a:endParaRPr>
          </a:p>
          <a:p>
            <a:pPr lvl="1" marL="1099185" marR="5080" indent="-457834">
              <a:lnSpc>
                <a:spcPct val="120000"/>
              </a:lnSpc>
              <a:spcBef>
                <a:spcPts val="495"/>
              </a:spcBef>
              <a:buSzPct val="88636"/>
              <a:buFont typeface="Wingdings"/>
              <a:buChar char=""/>
              <a:tabLst>
                <a:tab pos="1099185" algn="l"/>
              </a:tabLst>
            </a:pP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条带存放可以使多个数据读/写请求并行地被处理，从而提高</a:t>
            </a:r>
            <a:r>
              <a:rPr dirty="0" sz="2200" spc="-25">
                <a:solidFill>
                  <a:srgbClr val="40458B"/>
                </a:solidFill>
                <a:latin typeface="黑体"/>
                <a:cs typeface="黑体"/>
              </a:rPr>
              <a:t>总的</a:t>
            </a:r>
            <a:r>
              <a:rPr dirty="0" sz="2200" spc="-20">
                <a:solidFill>
                  <a:srgbClr val="9933FF"/>
                </a:solidFill>
                <a:latin typeface="黑体"/>
                <a:cs typeface="黑体"/>
              </a:rPr>
              <a:t>I/O</a:t>
            </a:r>
            <a:r>
              <a:rPr dirty="0" sz="2200" spc="-40">
                <a:solidFill>
                  <a:srgbClr val="40458B"/>
                </a:solidFill>
                <a:latin typeface="黑体"/>
                <a:cs typeface="黑体"/>
              </a:rPr>
              <a:t>性能。</a:t>
            </a:r>
            <a:endParaRPr sz="2200">
              <a:latin typeface="黑体"/>
              <a:cs typeface="黑体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499109">
              <a:lnSpc>
                <a:spcPct val="100000"/>
              </a:lnSpc>
              <a:spcBef>
                <a:spcPts val="95"/>
              </a:spcBef>
            </a:pPr>
            <a:r>
              <a:rPr dirty="0" u="none" sz="2800">
                <a:solidFill>
                  <a:srgbClr val="000000"/>
                </a:solidFill>
              </a:rPr>
              <a:t>8.3</a:t>
            </a:r>
            <a:r>
              <a:rPr dirty="0" u="none" sz="2800" spc="-40">
                <a:solidFill>
                  <a:srgbClr val="000000"/>
                </a:solidFill>
              </a:rPr>
              <a:t> 廉价磁盘冗余阵列</a:t>
            </a:r>
            <a:r>
              <a:rPr dirty="0" u="none" sz="2800" spc="-20">
                <a:solidFill>
                  <a:srgbClr val="000000"/>
                </a:solidFill>
              </a:rPr>
              <a:t>RAID</a:t>
            </a:r>
            <a:endParaRPr sz="2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53605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34809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15" b="1">
                <a:solidFill>
                  <a:srgbClr val="40458B"/>
                </a:solidFill>
                <a:latin typeface="宋体"/>
                <a:cs typeface="宋体"/>
              </a:rPr>
              <a:t>17/81</a:t>
            </a:r>
            <a:endParaRPr baseline="1736" sz="2400">
              <a:latin typeface="宋体"/>
              <a:cs typeface="宋体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19062" y="188976"/>
            <a:ext cx="1437005" cy="274955"/>
            <a:chOff x="119062" y="188976"/>
            <a:chExt cx="1437005" cy="274955"/>
          </a:xfrm>
        </p:grpSpPr>
        <p:sp>
          <p:nvSpPr>
            <p:cNvPr id="4" name="object 4" descr=""/>
            <p:cNvSpPr/>
            <p:nvPr/>
          </p:nvSpPr>
          <p:spPr>
            <a:xfrm>
              <a:off x="119062" y="188976"/>
              <a:ext cx="499745" cy="274955"/>
            </a:xfrm>
            <a:custGeom>
              <a:avLst/>
              <a:gdLst/>
              <a:ahLst/>
              <a:cxnLst/>
              <a:rect l="l" t="t" r="r" b="b"/>
              <a:pathLst>
                <a:path w="499745" h="274955">
                  <a:moveTo>
                    <a:pt x="119837" y="0"/>
                  </a:moveTo>
                  <a:lnTo>
                    <a:pt x="4993" y="41528"/>
                  </a:lnTo>
                  <a:lnTo>
                    <a:pt x="264655" y="135508"/>
                  </a:lnTo>
                  <a:lnTo>
                    <a:pt x="0" y="231266"/>
                  </a:lnTo>
                  <a:lnTo>
                    <a:pt x="119837" y="274574"/>
                  </a:lnTo>
                  <a:lnTo>
                    <a:pt x="499338" y="137287"/>
                  </a:lnTo>
                  <a:lnTo>
                    <a:pt x="119837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85546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9621" y="0"/>
                  </a:moveTo>
                  <a:lnTo>
                    <a:pt x="4991" y="41528"/>
                  </a:lnTo>
                  <a:lnTo>
                    <a:pt x="264147" y="135508"/>
                  </a:lnTo>
                  <a:lnTo>
                    <a:pt x="0" y="231266"/>
                  </a:lnTo>
                  <a:lnTo>
                    <a:pt x="119621" y="274574"/>
                  </a:lnTo>
                  <a:lnTo>
                    <a:pt x="497141" y="137287"/>
                  </a:lnTo>
                  <a:lnTo>
                    <a:pt x="119621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058608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8363" y="0"/>
                  </a:moveTo>
                  <a:lnTo>
                    <a:pt x="4978" y="41528"/>
                  </a:lnTo>
                  <a:lnTo>
                    <a:pt x="264096" y="135508"/>
                  </a:lnTo>
                  <a:lnTo>
                    <a:pt x="0" y="231266"/>
                  </a:lnTo>
                  <a:lnTo>
                    <a:pt x="118363" y="274574"/>
                  </a:lnTo>
                  <a:lnTo>
                    <a:pt x="497141" y="137287"/>
                  </a:lnTo>
                  <a:lnTo>
                    <a:pt x="118363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32180" algn="l"/>
                <a:tab pos="7600315" algn="l"/>
              </a:tabLst>
            </a:pPr>
            <a:r>
              <a:rPr dirty="0" spc="-254"/>
              <a:t> </a:t>
            </a:r>
            <a:r>
              <a:rPr dirty="0" spc="-25"/>
              <a:t>8.3</a:t>
            </a:r>
            <a:r>
              <a:rPr dirty="0"/>
              <a:t>	廉价磁盘冗余阵</a:t>
            </a:r>
            <a:r>
              <a:rPr dirty="0" spc="-15"/>
              <a:t>列</a:t>
            </a:r>
            <a:r>
              <a:rPr dirty="0" spc="-20"/>
              <a:t>RAID</a:t>
            </a:r>
            <a:r>
              <a:rPr dirty="0"/>
              <a:t>	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78739" y="896503"/>
            <a:ext cx="8957945" cy="4217035"/>
          </a:xfrm>
          <a:prstGeom prst="rect">
            <a:avLst/>
          </a:prstGeom>
        </p:spPr>
        <p:txBody>
          <a:bodyPr wrap="square" lIns="0" tIns="127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5"/>
              </a:spcBef>
              <a:tabLst>
                <a:tab pos="316865" algn="l"/>
              </a:tabLst>
            </a:pPr>
            <a:r>
              <a:rPr dirty="0" sz="2400" spc="-50">
                <a:solidFill>
                  <a:srgbClr val="E14B04"/>
                </a:solidFill>
                <a:latin typeface="黑体"/>
                <a:cs typeface="黑体"/>
              </a:rPr>
              <a:t>2</a:t>
            </a:r>
            <a:r>
              <a:rPr dirty="0" sz="2400">
                <a:solidFill>
                  <a:srgbClr val="E14B04"/>
                </a:solidFill>
                <a:latin typeface="黑体"/>
                <a:cs typeface="黑体"/>
              </a:rPr>
              <a:t>	</a:t>
            </a:r>
            <a:r>
              <a:rPr dirty="0" sz="2400" spc="-5">
                <a:solidFill>
                  <a:srgbClr val="E14B04"/>
                </a:solidFill>
                <a:latin typeface="黑体"/>
                <a:cs typeface="黑体"/>
              </a:rPr>
              <a:t>.这里并行性有两方面的含义：</a:t>
            </a:r>
            <a:endParaRPr sz="2400">
              <a:latin typeface="黑体"/>
              <a:cs typeface="黑体"/>
            </a:endParaRPr>
          </a:p>
          <a:p>
            <a:pPr marL="964565" indent="-304165">
              <a:lnSpc>
                <a:spcPct val="100000"/>
              </a:lnSpc>
              <a:spcBef>
                <a:spcPts val="819"/>
              </a:spcBef>
              <a:buSzPct val="88636"/>
              <a:buFont typeface="Wingdings"/>
              <a:buChar char=""/>
              <a:tabLst>
                <a:tab pos="964565" algn="l"/>
              </a:tabLst>
            </a:pP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多个独立的请求可以由多个盘来并行地处理。</a:t>
            </a:r>
            <a:endParaRPr sz="2200">
              <a:latin typeface="黑体"/>
              <a:cs typeface="黑体"/>
            </a:endParaRPr>
          </a:p>
          <a:p>
            <a:pPr marL="1541145">
              <a:lnSpc>
                <a:spcPct val="100000"/>
              </a:lnSpc>
              <a:spcBef>
                <a:spcPts val="740"/>
              </a:spcBef>
            </a:pPr>
            <a:r>
              <a:rPr dirty="0" sz="2000" spc="-15" b="1">
                <a:solidFill>
                  <a:srgbClr val="00AFEF"/>
                </a:solidFill>
                <a:latin typeface="宋体"/>
                <a:cs typeface="宋体"/>
              </a:rPr>
              <a:t>减少了</a:t>
            </a:r>
            <a:r>
              <a:rPr dirty="0" sz="2000" b="1">
                <a:solidFill>
                  <a:srgbClr val="00AFEF"/>
                </a:solidFill>
                <a:latin typeface="宋体"/>
                <a:cs typeface="宋体"/>
              </a:rPr>
              <a:t>I/O</a:t>
            </a:r>
            <a:r>
              <a:rPr dirty="0" sz="2000" spc="-65" b="1">
                <a:solidFill>
                  <a:srgbClr val="00AFEF"/>
                </a:solidFill>
                <a:latin typeface="宋体"/>
                <a:cs typeface="宋体"/>
              </a:rPr>
              <a:t>请求的排队等待时间 </a:t>
            </a:r>
            <a:r>
              <a:rPr dirty="0" sz="2000" spc="-15" b="1">
                <a:solidFill>
                  <a:srgbClr val="00AFEF"/>
                </a:solidFill>
                <a:latin typeface="宋体"/>
                <a:cs typeface="宋体"/>
              </a:rPr>
              <a:t>（只是减少等待时间</a:t>
            </a:r>
            <a:r>
              <a:rPr dirty="0" sz="2000" spc="-50" b="1">
                <a:solidFill>
                  <a:srgbClr val="00AFEF"/>
                </a:solidFill>
                <a:latin typeface="宋体"/>
                <a:cs typeface="宋体"/>
              </a:rPr>
              <a:t>）</a:t>
            </a:r>
            <a:endParaRPr sz="2000">
              <a:latin typeface="宋体"/>
              <a:cs typeface="宋体"/>
            </a:endParaRPr>
          </a:p>
          <a:p>
            <a:pPr marL="964565" indent="-304165">
              <a:lnSpc>
                <a:spcPct val="100000"/>
              </a:lnSpc>
              <a:spcBef>
                <a:spcPts val="775"/>
              </a:spcBef>
              <a:buSzPct val="88636"/>
              <a:buFont typeface="Wingdings"/>
              <a:buChar char=""/>
              <a:tabLst>
                <a:tab pos="964565" algn="l"/>
              </a:tabLst>
            </a:pP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如果一个请求访问多个块，就可以由多个盘合作来并行处理。</a:t>
            </a:r>
            <a:endParaRPr sz="2200">
              <a:latin typeface="黑体"/>
              <a:cs typeface="黑体"/>
            </a:endParaRPr>
          </a:p>
          <a:p>
            <a:pPr marL="1541145">
              <a:lnSpc>
                <a:spcPct val="100000"/>
              </a:lnSpc>
              <a:spcBef>
                <a:spcPts val="740"/>
              </a:spcBef>
            </a:pPr>
            <a:r>
              <a:rPr dirty="0" sz="2000" spc="-15" b="1">
                <a:solidFill>
                  <a:srgbClr val="00AFEF"/>
                </a:solidFill>
                <a:latin typeface="宋体"/>
                <a:cs typeface="宋体"/>
              </a:rPr>
              <a:t>提高了单个请求的数据传输率</a:t>
            </a:r>
            <a:endParaRPr sz="2000">
              <a:latin typeface="宋体"/>
              <a:cs typeface="宋体"/>
            </a:endParaRPr>
          </a:p>
          <a:p>
            <a:pPr algn="just" marL="467995" marR="250190" indent="-455930">
              <a:lnSpc>
                <a:spcPct val="118500"/>
              </a:lnSpc>
              <a:spcBef>
                <a:spcPts val="280"/>
              </a:spcBef>
              <a:buClr>
                <a:srgbClr val="40458B"/>
              </a:buClr>
              <a:buAutoNum type="arabicPeriod" startAt="3"/>
              <a:tabLst>
                <a:tab pos="1628139" algn="l"/>
              </a:tabLst>
            </a:pPr>
            <a:r>
              <a:rPr dirty="0" sz="2400" spc="-5">
                <a:solidFill>
                  <a:srgbClr val="D50092"/>
                </a:solidFill>
                <a:latin typeface="黑体"/>
                <a:cs typeface="黑体"/>
              </a:rPr>
              <a:t>问题：</a:t>
            </a:r>
            <a:r>
              <a:rPr dirty="0" sz="2400" spc="-15">
                <a:solidFill>
                  <a:srgbClr val="E14B04"/>
                </a:solidFill>
                <a:latin typeface="黑体"/>
                <a:cs typeface="黑体"/>
              </a:rPr>
              <a:t>阵列中磁盘数量的增加会导致磁盘阵列可靠性的下降。</a:t>
            </a:r>
            <a:r>
              <a:rPr dirty="0" sz="2400" spc="-15">
                <a:solidFill>
                  <a:srgbClr val="E14B04"/>
                </a:solidFill>
                <a:latin typeface="黑体"/>
                <a:cs typeface="黑体"/>
              </a:rPr>
              <a:t>	</a:t>
            </a:r>
            <a:r>
              <a:rPr dirty="0" sz="2000" spc="-10" b="1">
                <a:solidFill>
                  <a:srgbClr val="00AFEF"/>
                </a:solidFill>
                <a:latin typeface="宋体"/>
                <a:cs typeface="宋体"/>
              </a:rPr>
              <a:t>如果使用了</a:t>
            </a:r>
            <a:r>
              <a:rPr dirty="0" sz="2000" spc="-10" b="1">
                <a:solidFill>
                  <a:srgbClr val="9933FF"/>
                </a:solidFill>
                <a:latin typeface="宋体"/>
                <a:cs typeface="宋体"/>
              </a:rPr>
              <a:t>N</a:t>
            </a:r>
            <a:r>
              <a:rPr dirty="0" sz="2000" spc="-10" b="1">
                <a:solidFill>
                  <a:srgbClr val="FF5CFF"/>
                </a:solidFill>
                <a:latin typeface="宋体"/>
                <a:cs typeface="宋体"/>
              </a:rPr>
              <a:t>个</a:t>
            </a:r>
            <a:r>
              <a:rPr dirty="0" sz="2000" spc="-25" b="1">
                <a:solidFill>
                  <a:srgbClr val="00AFEF"/>
                </a:solidFill>
                <a:latin typeface="宋体"/>
                <a:cs typeface="宋体"/>
              </a:rPr>
              <a:t>磁盘构成磁盘阵列，那么整个阵列的可靠性将降</a:t>
            </a:r>
            <a:r>
              <a:rPr dirty="0" sz="2000" spc="-25" b="1">
                <a:solidFill>
                  <a:srgbClr val="00AFEF"/>
                </a:solidFill>
                <a:latin typeface="宋体"/>
                <a:cs typeface="宋体"/>
              </a:rPr>
              <a:t>	</a:t>
            </a:r>
            <a:r>
              <a:rPr dirty="0" sz="2000" spc="-10" b="1">
                <a:solidFill>
                  <a:srgbClr val="00AFEF"/>
                </a:solidFill>
                <a:latin typeface="宋体"/>
                <a:cs typeface="宋体"/>
              </a:rPr>
              <a:t>低为单个磁盘的</a:t>
            </a:r>
            <a:r>
              <a:rPr dirty="0" sz="2000" spc="-10" b="1">
                <a:solidFill>
                  <a:srgbClr val="9933FF"/>
                </a:solidFill>
                <a:latin typeface="宋体"/>
                <a:cs typeface="宋体"/>
              </a:rPr>
              <a:t>1/N</a:t>
            </a:r>
            <a:r>
              <a:rPr dirty="0" sz="2000" spc="-50" b="1">
                <a:solidFill>
                  <a:srgbClr val="FF5CFF"/>
                </a:solidFill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  <a:p>
            <a:pPr lvl="1" marL="964565" indent="-304165">
              <a:lnSpc>
                <a:spcPct val="100000"/>
              </a:lnSpc>
              <a:spcBef>
                <a:spcPts val="775"/>
              </a:spcBef>
              <a:buClr>
                <a:srgbClr val="40458B"/>
              </a:buClr>
              <a:buSzPct val="88636"/>
              <a:buFont typeface="Wingdings"/>
              <a:buChar char=""/>
              <a:tabLst>
                <a:tab pos="964565" algn="l"/>
              </a:tabLst>
            </a:pPr>
            <a:r>
              <a:rPr dirty="0" sz="2200" spc="-20">
                <a:solidFill>
                  <a:srgbClr val="D50092"/>
                </a:solidFill>
                <a:latin typeface="黑体"/>
                <a:cs typeface="黑体"/>
              </a:rPr>
              <a:t>解决方法：</a:t>
            </a: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在磁盘阵列中设置冗余信息盘</a:t>
            </a:r>
            <a:endParaRPr sz="2200">
              <a:latin typeface="黑体"/>
              <a:cs typeface="黑体"/>
            </a:endParaRPr>
          </a:p>
          <a:p>
            <a:pPr marL="1285240">
              <a:lnSpc>
                <a:spcPct val="100000"/>
              </a:lnSpc>
              <a:spcBef>
                <a:spcPts val="740"/>
              </a:spcBef>
            </a:pPr>
            <a:r>
              <a:rPr dirty="0" sz="2000" spc="-25" b="1">
                <a:solidFill>
                  <a:srgbClr val="00AFEF"/>
                </a:solidFill>
                <a:latin typeface="宋体"/>
                <a:cs typeface="宋体"/>
              </a:rPr>
              <a:t>当单个磁盘失效时，丢失的信息可以通过冗余盘中的信息重新构建。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53605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34809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15" b="1">
                <a:solidFill>
                  <a:srgbClr val="40458B"/>
                </a:solidFill>
                <a:latin typeface="宋体"/>
                <a:cs typeface="宋体"/>
              </a:rPr>
              <a:t>18/81</a:t>
            </a:r>
            <a:endParaRPr baseline="1736" sz="2400">
              <a:latin typeface="宋体"/>
              <a:cs typeface="宋体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19062" y="188976"/>
            <a:ext cx="1437005" cy="274955"/>
            <a:chOff x="119062" y="188976"/>
            <a:chExt cx="1437005" cy="274955"/>
          </a:xfrm>
        </p:grpSpPr>
        <p:sp>
          <p:nvSpPr>
            <p:cNvPr id="4" name="object 4" descr=""/>
            <p:cNvSpPr/>
            <p:nvPr/>
          </p:nvSpPr>
          <p:spPr>
            <a:xfrm>
              <a:off x="119062" y="188976"/>
              <a:ext cx="499745" cy="274955"/>
            </a:xfrm>
            <a:custGeom>
              <a:avLst/>
              <a:gdLst/>
              <a:ahLst/>
              <a:cxnLst/>
              <a:rect l="l" t="t" r="r" b="b"/>
              <a:pathLst>
                <a:path w="499745" h="274955">
                  <a:moveTo>
                    <a:pt x="119837" y="0"/>
                  </a:moveTo>
                  <a:lnTo>
                    <a:pt x="4993" y="41528"/>
                  </a:lnTo>
                  <a:lnTo>
                    <a:pt x="264655" y="135508"/>
                  </a:lnTo>
                  <a:lnTo>
                    <a:pt x="0" y="231266"/>
                  </a:lnTo>
                  <a:lnTo>
                    <a:pt x="119837" y="274574"/>
                  </a:lnTo>
                  <a:lnTo>
                    <a:pt x="499338" y="137287"/>
                  </a:lnTo>
                  <a:lnTo>
                    <a:pt x="119837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85546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9621" y="0"/>
                  </a:moveTo>
                  <a:lnTo>
                    <a:pt x="4991" y="41528"/>
                  </a:lnTo>
                  <a:lnTo>
                    <a:pt x="264147" y="135508"/>
                  </a:lnTo>
                  <a:lnTo>
                    <a:pt x="0" y="231266"/>
                  </a:lnTo>
                  <a:lnTo>
                    <a:pt x="119621" y="274574"/>
                  </a:lnTo>
                  <a:lnTo>
                    <a:pt x="497141" y="137287"/>
                  </a:lnTo>
                  <a:lnTo>
                    <a:pt x="119621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058608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8363" y="0"/>
                  </a:moveTo>
                  <a:lnTo>
                    <a:pt x="4978" y="41528"/>
                  </a:lnTo>
                  <a:lnTo>
                    <a:pt x="264096" y="135508"/>
                  </a:lnTo>
                  <a:lnTo>
                    <a:pt x="0" y="231266"/>
                  </a:lnTo>
                  <a:lnTo>
                    <a:pt x="118363" y="274574"/>
                  </a:lnTo>
                  <a:lnTo>
                    <a:pt x="497141" y="137287"/>
                  </a:lnTo>
                  <a:lnTo>
                    <a:pt x="118363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220167" y="1010158"/>
            <a:ext cx="76352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E14B04"/>
                </a:solidFill>
                <a:latin typeface="黑体"/>
                <a:cs typeface="黑体"/>
              </a:rPr>
              <a:t>廉价磁盘冗余阵列</a:t>
            </a:r>
            <a:r>
              <a:rPr dirty="0" sz="2400">
                <a:solidFill>
                  <a:srgbClr val="E14B04"/>
                </a:solidFill>
                <a:latin typeface="Tahoma"/>
                <a:cs typeface="Tahoma"/>
              </a:rPr>
              <a:t>RAID</a:t>
            </a:r>
            <a:r>
              <a:rPr dirty="0" sz="2400" spc="-35">
                <a:solidFill>
                  <a:srgbClr val="E14B04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E14B04"/>
                </a:solidFill>
                <a:latin typeface="Tahoma"/>
                <a:cs typeface="Tahoma"/>
              </a:rPr>
              <a:t>Redundant</a:t>
            </a:r>
            <a:r>
              <a:rPr dirty="0" sz="2000" spc="-50">
                <a:solidFill>
                  <a:srgbClr val="E14B04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E14B04"/>
                </a:solidFill>
                <a:latin typeface="Tahoma"/>
                <a:cs typeface="Tahoma"/>
              </a:rPr>
              <a:t>Arrays</a:t>
            </a:r>
            <a:r>
              <a:rPr dirty="0" sz="2000" spc="-40">
                <a:solidFill>
                  <a:srgbClr val="E14B04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E14B04"/>
                </a:solidFill>
                <a:latin typeface="Tahoma"/>
                <a:cs typeface="Tahoma"/>
              </a:rPr>
              <a:t>of</a:t>
            </a:r>
            <a:r>
              <a:rPr dirty="0" sz="2000" spc="-30">
                <a:solidFill>
                  <a:srgbClr val="E14B04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E14B04"/>
                </a:solidFill>
                <a:latin typeface="Tahoma"/>
                <a:cs typeface="Tahoma"/>
              </a:rPr>
              <a:t>Inexpensive</a:t>
            </a:r>
            <a:r>
              <a:rPr dirty="0" sz="2000" spc="-70">
                <a:solidFill>
                  <a:srgbClr val="E14B04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E14B04"/>
                </a:solidFill>
                <a:latin typeface="Tahoma"/>
                <a:cs typeface="Tahoma"/>
              </a:rPr>
              <a:t>Disks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24967" y="1514297"/>
            <a:ext cx="309308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83210" indent="-270510">
              <a:lnSpc>
                <a:spcPct val="100000"/>
              </a:lnSpc>
              <a:spcBef>
                <a:spcPts val="95"/>
              </a:spcBef>
              <a:buSzPct val="88636"/>
              <a:buFont typeface="Wingdings"/>
              <a:buChar char=""/>
              <a:tabLst>
                <a:tab pos="283210" algn="l"/>
              </a:tabLst>
            </a:pP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又称独立磁盘冗余阵列</a:t>
            </a:r>
            <a:endParaRPr sz="2200">
              <a:latin typeface="黑体"/>
              <a:cs typeface="黑体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876802" y="1564589"/>
            <a:ext cx="405130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40458B"/>
                </a:solidFill>
                <a:latin typeface="Tahoma"/>
                <a:cs typeface="Tahoma"/>
              </a:rPr>
              <a:t>Redundant</a:t>
            </a:r>
            <a:r>
              <a:rPr dirty="0" sz="1800" spc="-7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40458B"/>
                </a:solidFill>
                <a:latin typeface="Tahoma"/>
                <a:cs typeface="Tahoma"/>
              </a:rPr>
              <a:t>Arrays</a:t>
            </a:r>
            <a:r>
              <a:rPr dirty="0" sz="1800" spc="-4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40458B"/>
                </a:solidFill>
                <a:latin typeface="Tahoma"/>
                <a:cs typeface="Tahoma"/>
              </a:rPr>
              <a:t>of</a:t>
            </a:r>
            <a:r>
              <a:rPr dirty="0" sz="1800" spc="-45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40458B"/>
                </a:solidFill>
                <a:latin typeface="Tahoma"/>
                <a:cs typeface="Tahoma"/>
              </a:rPr>
              <a:t>Independent</a:t>
            </a:r>
            <a:r>
              <a:rPr dirty="0" sz="1800" spc="-45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40458B"/>
                </a:solidFill>
                <a:latin typeface="Tahoma"/>
                <a:cs typeface="Tahoma"/>
              </a:rPr>
              <a:t>Disks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24967" y="1912746"/>
            <a:ext cx="8360409" cy="30600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282575" marR="5080" indent="-270510">
              <a:lnSpc>
                <a:spcPct val="120000"/>
              </a:lnSpc>
              <a:spcBef>
                <a:spcPts val="100"/>
              </a:spcBef>
              <a:buSzPct val="88888"/>
              <a:buFont typeface="Wingdings"/>
              <a:buChar char=""/>
              <a:tabLst>
                <a:tab pos="283845" algn="l"/>
              </a:tabLst>
            </a:pPr>
            <a:r>
              <a:rPr dirty="0" sz="1800" spc="-10">
                <a:solidFill>
                  <a:srgbClr val="40458B"/>
                </a:solidFill>
                <a:latin typeface="Tahoma"/>
                <a:cs typeface="Tahoma"/>
              </a:rPr>
              <a:t>RAID</a:t>
            </a:r>
            <a:r>
              <a:rPr dirty="0" sz="1800" spc="-5">
                <a:solidFill>
                  <a:srgbClr val="40458B"/>
                </a:solidFill>
                <a:latin typeface="黑体"/>
                <a:cs typeface="黑体"/>
              </a:rPr>
              <a:t>的本质不在于“廉价”，而在于通过系统架构设计，用一组不可靠的元件构	建一个可靠的存储系统。这是典型的“系统级冗余”思想。</a:t>
            </a:r>
            <a:endParaRPr sz="1800">
              <a:latin typeface="黑体"/>
              <a:cs typeface="黑体"/>
            </a:endParaRPr>
          </a:p>
          <a:p>
            <a:pPr algn="just" marL="282575" marR="57785" indent="-270510">
              <a:lnSpc>
                <a:spcPct val="120000"/>
              </a:lnSpc>
              <a:spcBef>
                <a:spcPts val="430"/>
              </a:spcBef>
              <a:buClr>
                <a:srgbClr val="40458B"/>
              </a:buClr>
              <a:buSzPct val="88888"/>
              <a:buFont typeface="Wingdings"/>
              <a:buChar char=""/>
              <a:tabLst>
                <a:tab pos="283845" algn="l"/>
              </a:tabLst>
            </a:pPr>
            <a:r>
              <a:rPr dirty="0" sz="1800">
                <a:solidFill>
                  <a:srgbClr val="FF09FF"/>
                </a:solidFill>
                <a:latin typeface="黑体"/>
                <a:cs typeface="黑体"/>
              </a:rPr>
              <a:t>工作过程</a:t>
            </a:r>
            <a:r>
              <a:rPr dirty="0" sz="1800" spc="-5">
                <a:solidFill>
                  <a:srgbClr val="40458B"/>
                </a:solidFill>
                <a:latin typeface="黑体"/>
                <a:cs typeface="黑体"/>
              </a:rPr>
              <a:t>：通过冗余编码将数据和校验信息分布到多块磁盘上。当某一块硬盘发</a:t>
            </a:r>
            <a:r>
              <a:rPr dirty="0" sz="1800" spc="-5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sz="1800" spc="-15">
                <a:solidFill>
                  <a:srgbClr val="40458B"/>
                </a:solidFill>
                <a:latin typeface="黑体"/>
                <a:cs typeface="黑体"/>
              </a:rPr>
              <a:t>生故障时，系统可以利用剩余的磁盘和编码规则，在线重构出丢失的数据，保证</a:t>
            </a:r>
            <a:r>
              <a:rPr dirty="0" sz="1800" spc="-15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sz="1800">
                <a:solidFill>
                  <a:srgbClr val="40458B"/>
                </a:solidFill>
                <a:latin typeface="黑体"/>
                <a:cs typeface="黑体"/>
              </a:rPr>
              <a:t>服务不中断（区别于传统），</a:t>
            </a:r>
            <a:r>
              <a:rPr dirty="0" sz="1800" spc="-10">
                <a:solidFill>
                  <a:srgbClr val="40458B"/>
                </a:solidFill>
                <a:latin typeface="黑体"/>
                <a:cs typeface="黑体"/>
              </a:rPr>
              <a:t>实现高可用性</a:t>
            </a:r>
            <a:endParaRPr sz="1800">
              <a:latin typeface="黑体"/>
              <a:cs typeface="黑体"/>
            </a:endParaRPr>
          </a:p>
          <a:p>
            <a:pPr marL="283845" indent="-271145">
              <a:lnSpc>
                <a:spcPct val="100000"/>
              </a:lnSpc>
              <a:spcBef>
                <a:spcPts val="990"/>
              </a:spcBef>
              <a:buSzPct val="88636"/>
              <a:buFont typeface="Wingdings"/>
              <a:buChar char=""/>
              <a:tabLst>
                <a:tab pos="283845" algn="l"/>
              </a:tabLst>
            </a:pPr>
            <a:r>
              <a:rPr dirty="0" sz="2200" spc="-20">
                <a:solidFill>
                  <a:srgbClr val="40458B"/>
                </a:solidFill>
                <a:latin typeface="Tahoma"/>
                <a:cs typeface="Tahoma"/>
              </a:rPr>
              <a:t>RAID</a:t>
            </a:r>
            <a:r>
              <a:rPr dirty="0" sz="2200" spc="-20">
                <a:solidFill>
                  <a:srgbClr val="40458B"/>
                </a:solidFill>
                <a:latin typeface="黑体"/>
                <a:cs typeface="黑体"/>
              </a:rPr>
              <a:t>的核心是</a:t>
            </a:r>
            <a:r>
              <a:rPr dirty="0" sz="2200" spc="-15" b="1">
                <a:solidFill>
                  <a:srgbClr val="40458B"/>
                </a:solidFill>
                <a:latin typeface="黑体"/>
                <a:cs typeface="黑体"/>
              </a:rPr>
              <a:t>高可用</a:t>
            </a: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，解决硬件故障导致的</a:t>
            </a:r>
            <a:r>
              <a:rPr dirty="0" sz="2200" spc="-20" b="1">
                <a:solidFill>
                  <a:srgbClr val="40458B"/>
                </a:solidFill>
                <a:latin typeface="黑体"/>
                <a:cs typeface="黑体"/>
              </a:rPr>
              <a:t>服务中断</a:t>
            </a: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问题。</a:t>
            </a:r>
            <a:endParaRPr sz="2200">
              <a:latin typeface="黑体"/>
              <a:cs typeface="黑体"/>
            </a:endParaRPr>
          </a:p>
          <a:p>
            <a:pPr marL="283210" indent="-270510">
              <a:lnSpc>
                <a:spcPct val="100000"/>
              </a:lnSpc>
              <a:spcBef>
                <a:spcPts val="1060"/>
              </a:spcBef>
              <a:buClr>
                <a:srgbClr val="40458B"/>
              </a:buClr>
              <a:buSzPct val="88636"/>
              <a:buFont typeface="Wingdings"/>
              <a:buChar char=""/>
              <a:tabLst>
                <a:tab pos="283210" algn="l"/>
              </a:tabLst>
            </a:pPr>
            <a:r>
              <a:rPr dirty="0" sz="2200" spc="-25">
                <a:solidFill>
                  <a:srgbClr val="FF09FF"/>
                </a:solidFill>
                <a:latin typeface="黑体"/>
                <a:cs typeface="黑体"/>
              </a:rPr>
              <a:t>但</a:t>
            </a:r>
            <a:r>
              <a:rPr dirty="0" sz="2200" spc="-25">
                <a:solidFill>
                  <a:srgbClr val="FF09FF"/>
                </a:solidFill>
                <a:latin typeface="Tahoma"/>
                <a:cs typeface="Tahoma"/>
              </a:rPr>
              <a:t>RAID</a:t>
            </a:r>
            <a:r>
              <a:rPr dirty="0" sz="2200" spc="-25">
                <a:solidFill>
                  <a:srgbClr val="FF09FF"/>
                </a:solidFill>
                <a:latin typeface="黑体"/>
                <a:cs typeface="黑体"/>
              </a:rPr>
              <a:t>不同于备份</a:t>
            </a: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，备份的核心是</a:t>
            </a:r>
            <a:r>
              <a:rPr dirty="0" sz="2200" spc="-20" b="1">
                <a:solidFill>
                  <a:srgbClr val="40458B"/>
                </a:solidFill>
                <a:latin typeface="黑体"/>
                <a:cs typeface="黑体"/>
              </a:rPr>
              <a:t>数据恢复</a:t>
            </a: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，解决逻辑错误（</a:t>
            </a:r>
            <a:r>
              <a:rPr dirty="0" sz="2200" spc="-50">
                <a:solidFill>
                  <a:srgbClr val="40458B"/>
                </a:solidFill>
                <a:latin typeface="黑体"/>
                <a:cs typeface="黑体"/>
              </a:rPr>
              <a:t>误</a:t>
            </a:r>
            <a:endParaRPr sz="2200">
              <a:latin typeface="黑体"/>
              <a:cs typeface="黑体"/>
            </a:endParaRPr>
          </a:p>
          <a:p>
            <a:pPr marL="283845">
              <a:lnSpc>
                <a:spcPct val="100000"/>
              </a:lnSpc>
              <a:spcBef>
                <a:spcPts val="530"/>
              </a:spcBef>
            </a:pP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删、中病毒</a:t>
            </a:r>
            <a:r>
              <a:rPr dirty="0" sz="2200" spc="-25">
                <a:solidFill>
                  <a:srgbClr val="40458B"/>
                </a:solidFill>
                <a:latin typeface="黑体"/>
                <a:cs typeface="黑体"/>
              </a:rPr>
              <a:t>）</a:t>
            </a: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或灾难（火灾）</a:t>
            </a:r>
            <a:r>
              <a:rPr dirty="0" sz="2200" spc="-20">
                <a:solidFill>
                  <a:srgbClr val="40458B"/>
                </a:solidFill>
                <a:latin typeface="黑体"/>
                <a:cs typeface="黑体"/>
              </a:rPr>
              <a:t>导致的</a:t>
            </a:r>
            <a:r>
              <a:rPr dirty="0" sz="2200" spc="-20" b="1">
                <a:solidFill>
                  <a:srgbClr val="40458B"/>
                </a:solidFill>
                <a:latin typeface="黑体"/>
                <a:cs typeface="黑体"/>
              </a:rPr>
              <a:t>数据丢失</a:t>
            </a:r>
            <a:r>
              <a:rPr dirty="0" sz="2200" spc="-40">
                <a:solidFill>
                  <a:srgbClr val="40458B"/>
                </a:solidFill>
                <a:latin typeface="黑体"/>
                <a:cs typeface="黑体"/>
              </a:rPr>
              <a:t>问题。</a:t>
            </a:r>
            <a:endParaRPr sz="2200">
              <a:latin typeface="黑体"/>
              <a:cs typeface="黑体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32180" algn="l"/>
                <a:tab pos="7600315" algn="l"/>
              </a:tabLst>
            </a:pPr>
            <a:r>
              <a:rPr dirty="0" spc="-254"/>
              <a:t> </a:t>
            </a:r>
            <a:r>
              <a:rPr dirty="0" spc="-25"/>
              <a:t>8.3</a:t>
            </a:r>
            <a:r>
              <a:rPr dirty="0"/>
              <a:t>	廉价磁盘冗余阵</a:t>
            </a:r>
            <a:r>
              <a:rPr dirty="0" spc="-15"/>
              <a:t>列</a:t>
            </a:r>
            <a:r>
              <a:rPr dirty="0" spc="-20"/>
              <a:t>RAID</a:t>
            </a:r>
            <a:r>
              <a:rPr dirty="0"/>
              <a:t>	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53605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34809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15" b="1">
                <a:solidFill>
                  <a:srgbClr val="40458B"/>
                </a:solidFill>
                <a:latin typeface="宋体"/>
                <a:cs typeface="宋体"/>
              </a:rPr>
              <a:t>19/81</a:t>
            </a:r>
            <a:endParaRPr baseline="1736" sz="2400">
              <a:latin typeface="宋体"/>
              <a:cs typeface="宋体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19062" y="188976"/>
            <a:ext cx="1437005" cy="274955"/>
            <a:chOff x="119062" y="188976"/>
            <a:chExt cx="1437005" cy="274955"/>
          </a:xfrm>
        </p:grpSpPr>
        <p:sp>
          <p:nvSpPr>
            <p:cNvPr id="4" name="object 4" descr=""/>
            <p:cNvSpPr/>
            <p:nvPr/>
          </p:nvSpPr>
          <p:spPr>
            <a:xfrm>
              <a:off x="119062" y="188976"/>
              <a:ext cx="499745" cy="274955"/>
            </a:xfrm>
            <a:custGeom>
              <a:avLst/>
              <a:gdLst/>
              <a:ahLst/>
              <a:cxnLst/>
              <a:rect l="l" t="t" r="r" b="b"/>
              <a:pathLst>
                <a:path w="499745" h="274955">
                  <a:moveTo>
                    <a:pt x="119837" y="0"/>
                  </a:moveTo>
                  <a:lnTo>
                    <a:pt x="4993" y="41528"/>
                  </a:lnTo>
                  <a:lnTo>
                    <a:pt x="264655" y="135508"/>
                  </a:lnTo>
                  <a:lnTo>
                    <a:pt x="0" y="231266"/>
                  </a:lnTo>
                  <a:lnTo>
                    <a:pt x="119837" y="274574"/>
                  </a:lnTo>
                  <a:lnTo>
                    <a:pt x="499338" y="137287"/>
                  </a:lnTo>
                  <a:lnTo>
                    <a:pt x="119837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85546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9621" y="0"/>
                  </a:moveTo>
                  <a:lnTo>
                    <a:pt x="4991" y="41528"/>
                  </a:lnTo>
                  <a:lnTo>
                    <a:pt x="264147" y="135508"/>
                  </a:lnTo>
                  <a:lnTo>
                    <a:pt x="0" y="231266"/>
                  </a:lnTo>
                  <a:lnTo>
                    <a:pt x="119621" y="274574"/>
                  </a:lnTo>
                  <a:lnTo>
                    <a:pt x="497141" y="137287"/>
                  </a:lnTo>
                  <a:lnTo>
                    <a:pt x="119621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058608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8363" y="0"/>
                  </a:moveTo>
                  <a:lnTo>
                    <a:pt x="4978" y="41528"/>
                  </a:lnTo>
                  <a:lnTo>
                    <a:pt x="264096" y="135508"/>
                  </a:lnTo>
                  <a:lnTo>
                    <a:pt x="0" y="231266"/>
                  </a:lnTo>
                  <a:lnTo>
                    <a:pt x="118363" y="274574"/>
                  </a:lnTo>
                  <a:lnTo>
                    <a:pt x="497141" y="137287"/>
                  </a:lnTo>
                  <a:lnTo>
                    <a:pt x="118363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78739" y="722564"/>
            <a:ext cx="8635365" cy="4204970"/>
          </a:xfrm>
          <a:prstGeom prst="rect">
            <a:avLst/>
          </a:prstGeom>
        </p:spPr>
        <p:txBody>
          <a:bodyPr wrap="square" lIns="0" tIns="1638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90"/>
              </a:spcBef>
            </a:pPr>
            <a:r>
              <a:rPr dirty="0" sz="2400" spc="-5">
                <a:solidFill>
                  <a:srgbClr val="E14B04"/>
                </a:solidFill>
                <a:latin typeface="黑体"/>
                <a:cs typeface="黑体"/>
              </a:rPr>
              <a:t>大多数磁盘阵列的组成可以由以下两个特征来区分：</a:t>
            </a:r>
            <a:endParaRPr sz="2400">
              <a:latin typeface="黑体"/>
              <a:cs typeface="黑体"/>
            </a:endParaRPr>
          </a:p>
          <a:p>
            <a:pPr marL="588010" indent="-270510">
              <a:lnSpc>
                <a:spcPct val="100000"/>
              </a:lnSpc>
              <a:spcBef>
                <a:spcPts val="1085"/>
              </a:spcBef>
              <a:buSzPct val="88636"/>
              <a:buFont typeface="Wingdings"/>
              <a:buChar char=""/>
              <a:tabLst>
                <a:tab pos="588010" algn="l"/>
              </a:tabLst>
            </a:pP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数据交叉存放的粒度（可以是细粒度的，也可以是粗粒度的</a:t>
            </a:r>
            <a:r>
              <a:rPr dirty="0" sz="2200" spc="-50">
                <a:solidFill>
                  <a:srgbClr val="40458B"/>
                </a:solidFill>
                <a:latin typeface="黑体"/>
                <a:cs typeface="黑体"/>
              </a:rPr>
              <a:t>）</a:t>
            </a:r>
            <a:endParaRPr sz="2200">
              <a:latin typeface="黑体"/>
              <a:cs typeface="黑体"/>
            </a:endParaRPr>
          </a:p>
          <a:p>
            <a:pPr lvl="1" marL="948055" indent="-359410">
              <a:lnSpc>
                <a:spcPct val="100000"/>
              </a:lnSpc>
              <a:spcBef>
                <a:spcPts val="994"/>
              </a:spcBef>
              <a:buClr>
                <a:srgbClr val="4668F5"/>
              </a:buClr>
              <a:buSzPct val="60000"/>
              <a:buFont typeface="Wingdings"/>
              <a:buChar char=""/>
              <a:tabLst>
                <a:tab pos="948055" algn="l"/>
              </a:tabLst>
            </a:pPr>
            <a:r>
              <a:rPr dirty="0" sz="2000" spc="-25" b="1">
                <a:solidFill>
                  <a:srgbClr val="FF5CFF"/>
                </a:solidFill>
                <a:latin typeface="宋体"/>
                <a:cs typeface="宋体"/>
              </a:rPr>
              <a:t>细粒度磁盘阵列是在概念上把数据分割成相对较小的单位交叉存放。</a:t>
            </a:r>
            <a:endParaRPr sz="2000">
              <a:latin typeface="宋体"/>
              <a:cs typeface="宋体"/>
            </a:endParaRPr>
          </a:p>
          <a:p>
            <a:pPr lvl="2" marL="1164590" indent="-359410">
              <a:lnSpc>
                <a:spcPct val="100000"/>
              </a:lnSpc>
              <a:spcBef>
                <a:spcPts val="894"/>
              </a:spcBef>
              <a:buClr>
                <a:srgbClr val="006600"/>
              </a:buClr>
              <a:buSzPct val="63888"/>
              <a:buFont typeface="Wingdings"/>
              <a:buChar char=""/>
              <a:tabLst>
                <a:tab pos="1164590" algn="l"/>
              </a:tabLst>
            </a:pPr>
            <a:r>
              <a:rPr dirty="0" sz="1800" spc="-10" b="1">
                <a:solidFill>
                  <a:srgbClr val="006FC0"/>
                </a:solidFill>
                <a:latin typeface="宋体"/>
                <a:cs typeface="宋体"/>
              </a:rPr>
              <a:t>优点：所有</a:t>
            </a:r>
            <a:r>
              <a:rPr dirty="0" sz="1800" spc="-10" b="1">
                <a:solidFill>
                  <a:srgbClr val="006FC0"/>
                </a:solidFill>
                <a:latin typeface="Tahoma"/>
                <a:cs typeface="Tahoma"/>
              </a:rPr>
              <a:t>I/O</a:t>
            </a:r>
            <a:r>
              <a:rPr dirty="0" sz="1800" spc="-15" b="1">
                <a:solidFill>
                  <a:srgbClr val="006FC0"/>
                </a:solidFill>
                <a:latin typeface="宋体"/>
                <a:cs typeface="宋体"/>
              </a:rPr>
              <a:t>请求都能够获得很高的数据传输率。</a:t>
            </a:r>
            <a:endParaRPr sz="1800">
              <a:latin typeface="宋体"/>
              <a:cs typeface="宋体"/>
            </a:endParaRPr>
          </a:p>
          <a:p>
            <a:pPr lvl="2" marL="1164590" marR="136525" indent="-360045">
              <a:lnSpc>
                <a:spcPct val="120100"/>
              </a:lnSpc>
              <a:spcBef>
                <a:spcPts val="430"/>
              </a:spcBef>
              <a:buClr>
                <a:srgbClr val="006600"/>
              </a:buClr>
              <a:buSzPct val="63888"/>
              <a:buFont typeface="Wingdings"/>
              <a:buChar char=""/>
              <a:tabLst>
                <a:tab pos="1164590" algn="l"/>
              </a:tabLst>
            </a:pPr>
            <a:r>
              <a:rPr dirty="0" sz="1800" spc="-10" b="1">
                <a:solidFill>
                  <a:srgbClr val="006FC0"/>
                </a:solidFill>
                <a:latin typeface="宋体"/>
                <a:cs typeface="宋体"/>
              </a:rPr>
              <a:t>缺点：在任何时间，都只有一个逻辑上的</a:t>
            </a:r>
            <a:r>
              <a:rPr dirty="0" sz="1800" spc="-10" b="1">
                <a:solidFill>
                  <a:srgbClr val="006FC0"/>
                </a:solidFill>
                <a:latin typeface="Tahoma"/>
                <a:cs typeface="Tahoma"/>
              </a:rPr>
              <a:t>I/O</a:t>
            </a:r>
            <a:r>
              <a:rPr dirty="0" sz="1800" spc="-15" b="1">
                <a:solidFill>
                  <a:srgbClr val="006FC0"/>
                </a:solidFill>
                <a:latin typeface="宋体"/>
                <a:cs typeface="宋体"/>
              </a:rPr>
              <a:t>在处理当中，而且所有的磁盘都会因为为每个请求进行定位而浪费时间。</a:t>
            </a:r>
            <a:endParaRPr sz="1800">
              <a:latin typeface="宋体"/>
              <a:cs typeface="宋体"/>
            </a:endParaRPr>
          </a:p>
          <a:p>
            <a:pPr lvl="1" marL="948055" indent="-359410">
              <a:lnSpc>
                <a:spcPct val="100000"/>
              </a:lnSpc>
              <a:spcBef>
                <a:spcPts val="930"/>
              </a:spcBef>
              <a:buClr>
                <a:srgbClr val="4668F5"/>
              </a:buClr>
              <a:buSzPct val="60000"/>
              <a:buFont typeface="Wingdings"/>
              <a:buChar char=""/>
              <a:tabLst>
                <a:tab pos="948055" algn="l"/>
              </a:tabLst>
            </a:pPr>
            <a:r>
              <a:rPr dirty="0" sz="2000" spc="-25" b="1">
                <a:solidFill>
                  <a:srgbClr val="FF5CFF"/>
                </a:solidFill>
                <a:latin typeface="宋体"/>
                <a:cs typeface="宋体"/>
              </a:rPr>
              <a:t>粗粒度磁盘阵列是把数据以相对较大的单位交叉存放。</a:t>
            </a:r>
            <a:endParaRPr sz="2000">
              <a:latin typeface="宋体"/>
              <a:cs typeface="宋体"/>
            </a:endParaRPr>
          </a:p>
          <a:p>
            <a:pPr lvl="2" marL="1164590" indent="-359410">
              <a:lnSpc>
                <a:spcPct val="100000"/>
              </a:lnSpc>
              <a:spcBef>
                <a:spcPts val="894"/>
              </a:spcBef>
              <a:buClr>
                <a:srgbClr val="006600"/>
              </a:buClr>
              <a:buSzPct val="63888"/>
              <a:buFont typeface="Wingdings"/>
              <a:buChar char=""/>
              <a:tabLst>
                <a:tab pos="1164590" algn="l"/>
              </a:tabLst>
            </a:pPr>
            <a:r>
              <a:rPr dirty="0" sz="1800" spc="-15" b="1">
                <a:solidFill>
                  <a:srgbClr val="006FC0"/>
                </a:solidFill>
                <a:latin typeface="宋体"/>
                <a:cs typeface="宋体"/>
              </a:rPr>
              <a:t>多个较小规模的请求可以同时得到处理。</a:t>
            </a:r>
            <a:endParaRPr sz="1800">
              <a:latin typeface="宋体"/>
              <a:cs typeface="宋体"/>
            </a:endParaRPr>
          </a:p>
          <a:p>
            <a:pPr lvl="2" marL="1164590" indent="-359410">
              <a:lnSpc>
                <a:spcPct val="100000"/>
              </a:lnSpc>
              <a:spcBef>
                <a:spcPts val="865"/>
              </a:spcBef>
              <a:buClr>
                <a:srgbClr val="006600"/>
              </a:buClr>
              <a:buSzPct val="63888"/>
              <a:buFont typeface="Wingdings"/>
              <a:buChar char=""/>
              <a:tabLst>
                <a:tab pos="1164590" algn="l"/>
              </a:tabLst>
            </a:pPr>
            <a:r>
              <a:rPr dirty="0" sz="1800" spc="-25" b="1">
                <a:solidFill>
                  <a:srgbClr val="006FC0"/>
                </a:solidFill>
                <a:latin typeface="宋体"/>
                <a:cs typeface="宋体"/>
              </a:rPr>
              <a:t>对于较大规模的请求又能获得较高的传输率。</a:t>
            </a:r>
            <a:endParaRPr sz="1800">
              <a:latin typeface="宋体"/>
              <a:cs typeface="宋体"/>
            </a:endParaRPr>
          </a:p>
          <a:p>
            <a:pPr marL="588645" indent="-271145">
              <a:lnSpc>
                <a:spcPct val="100000"/>
              </a:lnSpc>
              <a:spcBef>
                <a:spcPts val="994"/>
              </a:spcBef>
              <a:buSzPct val="88636"/>
              <a:buFont typeface="Wingdings"/>
              <a:buChar char=""/>
              <a:tabLst>
                <a:tab pos="588645" algn="l"/>
              </a:tabLst>
            </a:pP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冗余数据的计算方法以及在磁盘阵列中的存放方式</a:t>
            </a:r>
            <a:endParaRPr sz="2200">
              <a:latin typeface="黑体"/>
              <a:cs typeface="黑体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32180" algn="l"/>
                <a:tab pos="7600315" algn="l"/>
              </a:tabLst>
            </a:pPr>
            <a:r>
              <a:rPr dirty="0" spc="-254"/>
              <a:t> </a:t>
            </a:r>
            <a:r>
              <a:rPr dirty="0" spc="-25"/>
              <a:t>8.3</a:t>
            </a:r>
            <a:r>
              <a:rPr dirty="0"/>
              <a:t>	廉价磁盘冗余阵</a:t>
            </a:r>
            <a:r>
              <a:rPr dirty="0" spc="-15"/>
              <a:t>列</a:t>
            </a:r>
            <a:r>
              <a:rPr dirty="0" spc="-20"/>
              <a:t>RAID</a:t>
            </a:r>
            <a:r>
              <a:rPr dirty="0"/>
              <a:t>	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53605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34809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15" b="1">
                <a:solidFill>
                  <a:srgbClr val="40458B"/>
                </a:solidFill>
                <a:latin typeface="宋体"/>
                <a:cs typeface="宋体"/>
              </a:rPr>
              <a:t>20/81</a:t>
            </a:r>
            <a:endParaRPr baseline="1736" sz="2400">
              <a:latin typeface="宋体"/>
              <a:cs typeface="宋体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19062" y="188976"/>
            <a:ext cx="1437005" cy="274955"/>
            <a:chOff x="119062" y="188976"/>
            <a:chExt cx="1437005" cy="274955"/>
          </a:xfrm>
        </p:grpSpPr>
        <p:sp>
          <p:nvSpPr>
            <p:cNvPr id="4" name="object 4" descr=""/>
            <p:cNvSpPr/>
            <p:nvPr/>
          </p:nvSpPr>
          <p:spPr>
            <a:xfrm>
              <a:off x="119062" y="188976"/>
              <a:ext cx="499745" cy="274955"/>
            </a:xfrm>
            <a:custGeom>
              <a:avLst/>
              <a:gdLst/>
              <a:ahLst/>
              <a:cxnLst/>
              <a:rect l="l" t="t" r="r" b="b"/>
              <a:pathLst>
                <a:path w="499745" h="274955">
                  <a:moveTo>
                    <a:pt x="119837" y="0"/>
                  </a:moveTo>
                  <a:lnTo>
                    <a:pt x="4993" y="41528"/>
                  </a:lnTo>
                  <a:lnTo>
                    <a:pt x="264655" y="135508"/>
                  </a:lnTo>
                  <a:lnTo>
                    <a:pt x="0" y="231266"/>
                  </a:lnTo>
                  <a:lnTo>
                    <a:pt x="119837" y="274574"/>
                  </a:lnTo>
                  <a:lnTo>
                    <a:pt x="499338" y="137287"/>
                  </a:lnTo>
                  <a:lnTo>
                    <a:pt x="119837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85546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9621" y="0"/>
                  </a:moveTo>
                  <a:lnTo>
                    <a:pt x="4991" y="41528"/>
                  </a:lnTo>
                  <a:lnTo>
                    <a:pt x="264147" y="135508"/>
                  </a:lnTo>
                  <a:lnTo>
                    <a:pt x="0" y="231266"/>
                  </a:lnTo>
                  <a:lnTo>
                    <a:pt x="119621" y="274574"/>
                  </a:lnTo>
                  <a:lnTo>
                    <a:pt x="497141" y="137287"/>
                  </a:lnTo>
                  <a:lnTo>
                    <a:pt x="119621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058608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8363" y="0"/>
                  </a:moveTo>
                  <a:lnTo>
                    <a:pt x="4978" y="41528"/>
                  </a:lnTo>
                  <a:lnTo>
                    <a:pt x="264096" y="135508"/>
                  </a:lnTo>
                  <a:lnTo>
                    <a:pt x="0" y="231266"/>
                  </a:lnTo>
                  <a:lnTo>
                    <a:pt x="118363" y="274574"/>
                  </a:lnTo>
                  <a:lnTo>
                    <a:pt x="497141" y="137287"/>
                  </a:lnTo>
                  <a:lnTo>
                    <a:pt x="118363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332943" y="1037081"/>
            <a:ext cx="6445250" cy="1485265"/>
          </a:xfrm>
          <a:prstGeom prst="rect">
            <a:avLst/>
          </a:prstGeom>
        </p:spPr>
        <p:txBody>
          <a:bodyPr wrap="square" lIns="0" tIns="1587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dirty="0" sz="2400" spc="-5">
                <a:solidFill>
                  <a:srgbClr val="E14B04"/>
                </a:solidFill>
                <a:latin typeface="黑体"/>
                <a:cs typeface="黑体"/>
              </a:rPr>
              <a:t>理解磁盘阵列的两个关键问题</a:t>
            </a:r>
            <a:endParaRPr sz="2400">
              <a:latin typeface="黑体"/>
              <a:cs typeface="黑体"/>
            </a:endParaRPr>
          </a:p>
          <a:p>
            <a:pPr marL="449580" indent="-436880">
              <a:lnSpc>
                <a:spcPct val="100000"/>
              </a:lnSpc>
              <a:spcBef>
                <a:spcPts val="1555"/>
              </a:spcBef>
              <a:buClr>
                <a:srgbClr val="40458B"/>
              </a:buClr>
              <a:buSzPct val="120000"/>
              <a:buFont typeface="Wingdings"/>
              <a:buChar char=""/>
              <a:tabLst>
                <a:tab pos="449580" algn="l"/>
              </a:tabLst>
            </a:pPr>
            <a:r>
              <a:rPr dirty="0" sz="2000" spc="-5">
                <a:solidFill>
                  <a:srgbClr val="E14B04"/>
                </a:solidFill>
                <a:latin typeface="黑体"/>
                <a:cs typeface="黑体"/>
              </a:rPr>
              <a:t>数据怎么放？</a:t>
            </a:r>
            <a:r>
              <a:rPr dirty="0" sz="2000" spc="-15">
                <a:solidFill>
                  <a:srgbClr val="40458B"/>
                </a:solidFill>
                <a:latin typeface="Tahoma"/>
                <a:cs typeface="Tahoma"/>
              </a:rPr>
              <a:t>--------</a:t>
            </a:r>
            <a:r>
              <a:rPr dirty="0" sz="2000" spc="-20">
                <a:solidFill>
                  <a:srgbClr val="40458B"/>
                </a:solidFill>
                <a:latin typeface="黑体"/>
                <a:cs typeface="黑体"/>
              </a:rPr>
              <a:t>性能模式问题，条带化粒度问题</a:t>
            </a:r>
            <a:endParaRPr sz="2000">
              <a:latin typeface="黑体"/>
              <a:cs typeface="黑体"/>
            </a:endParaRPr>
          </a:p>
          <a:p>
            <a:pPr marL="354965" indent="-342265">
              <a:lnSpc>
                <a:spcPct val="100000"/>
              </a:lnSpc>
              <a:spcBef>
                <a:spcPts val="1105"/>
              </a:spcBef>
              <a:buClr>
                <a:srgbClr val="40458B"/>
              </a:buClr>
              <a:buFont typeface="Wingdings"/>
              <a:buChar char=""/>
              <a:tabLst>
                <a:tab pos="354965" algn="l"/>
              </a:tabLst>
            </a:pPr>
            <a:r>
              <a:rPr dirty="0" sz="2000" spc="-10">
                <a:solidFill>
                  <a:srgbClr val="E14B04"/>
                </a:solidFill>
                <a:latin typeface="黑体"/>
                <a:cs typeface="黑体"/>
              </a:rPr>
              <a:t>冗余怎么处理？</a:t>
            </a:r>
            <a:r>
              <a:rPr dirty="0" sz="2000" spc="-15">
                <a:solidFill>
                  <a:srgbClr val="40458B"/>
                </a:solidFill>
                <a:latin typeface="Tahoma"/>
                <a:cs typeface="Tahoma"/>
              </a:rPr>
              <a:t>--------</a:t>
            </a:r>
            <a:r>
              <a:rPr dirty="0" sz="2000" spc="-20">
                <a:solidFill>
                  <a:srgbClr val="40458B"/>
                </a:solidFill>
                <a:latin typeface="黑体"/>
                <a:cs typeface="黑体"/>
              </a:rPr>
              <a:t>可靠性与效率，校验机制与分布</a:t>
            </a:r>
            <a:endParaRPr sz="2000">
              <a:latin typeface="黑体"/>
              <a:cs typeface="黑体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32180" algn="l"/>
                <a:tab pos="7600315" algn="l"/>
              </a:tabLst>
            </a:pPr>
            <a:r>
              <a:rPr dirty="0" spc="-254"/>
              <a:t> </a:t>
            </a:r>
            <a:r>
              <a:rPr dirty="0" spc="-25"/>
              <a:t>8.3</a:t>
            </a:r>
            <a:r>
              <a:rPr dirty="0"/>
              <a:t>	廉价磁盘冗余阵</a:t>
            </a:r>
            <a:r>
              <a:rPr dirty="0" spc="-15"/>
              <a:t>列</a:t>
            </a:r>
            <a:r>
              <a:rPr dirty="0" spc="-20"/>
              <a:t>RAID</a:t>
            </a:r>
            <a:r>
              <a:rPr dirty="0"/>
              <a:t>	</a:t>
            </a:r>
          </a:p>
        </p:txBody>
      </p:sp>
      <p:sp>
        <p:nvSpPr>
          <p:cNvPr id="10" name="object 10" descr=""/>
          <p:cNvSpPr/>
          <p:nvPr/>
        </p:nvSpPr>
        <p:spPr>
          <a:xfrm>
            <a:off x="112712" y="3457575"/>
            <a:ext cx="9031605" cy="1200150"/>
          </a:xfrm>
          <a:custGeom>
            <a:avLst/>
            <a:gdLst/>
            <a:ahLst/>
            <a:cxnLst/>
            <a:rect l="l" t="t" r="r" b="b"/>
            <a:pathLst>
              <a:path w="9031605" h="1200150">
                <a:moveTo>
                  <a:pt x="9031287" y="0"/>
                </a:moveTo>
                <a:lnTo>
                  <a:pt x="0" y="0"/>
                </a:lnTo>
                <a:lnTo>
                  <a:pt x="0" y="1200150"/>
                </a:lnTo>
                <a:lnTo>
                  <a:pt x="9031287" y="1200150"/>
                </a:lnTo>
                <a:lnTo>
                  <a:pt x="9031287" y="0"/>
                </a:lnTo>
                <a:close/>
              </a:path>
            </a:pathLst>
          </a:custGeom>
          <a:solidFill>
            <a:srgbClr val="ECDC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191515" y="3500754"/>
            <a:ext cx="8865235" cy="21755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just" marL="12700" marR="5080">
              <a:lnSpc>
                <a:spcPct val="98800"/>
              </a:lnSpc>
              <a:spcBef>
                <a:spcPts val="135"/>
              </a:spcBef>
            </a:pPr>
            <a:r>
              <a:rPr dirty="0" sz="2400">
                <a:solidFill>
                  <a:srgbClr val="CC00FF"/>
                </a:solidFill>
                <a:latin typeface="黑体"/>
                <a:cs typeface="黑体"/>
              </a:rPr>
              <a:t>“冗余机制”</a:t>
            </a:r>
            <a:r>
              <a:rPr dirty="0" sz="2400" spc="-5">
                <a:solidFill>
                  <a:srgbClr val="40458B"/>
                </a:solidFill>
                <a:latin typeface="黑体"/>
                <a:cs typeface="黑体"/>
              </a:rPr>
              <a:t>是构建可靠存储系统的核心技术，即：当系统的一部</a:t>
            </a:r>
            <a:r>
              <a:rPr dirty="0" sz="2400">
                <a:solidFill>
                  <a:srgbClr val="40458B"/>
                </a:solidFill>
                <a:latin typeface="黑体"/>
                <a:cs typeface="黑体"/>
              </a:rPr>
              <a:t>分（一块硬盘）</a:t>
            </a:r>
            <a:r>
              <a:rPr dirty="0" sz="2400" spc="-5">
                <a:solidFill>
                  <a:srgbClr val="40458B"/>
                </a:solidFill>
                <a:latin typeface="黑体"/>
                <a:cs typeface="黑体"/>
              </a:rPr>
              <a:t>坏掉时，你用什么“备用方案”或“备份方法”来保证数据不丢、服务不停。</a:t>
            </a:r>
            <a:endParaRPr sz="2400">
              <a:latin typeface="黑体"/>
              <a:cs typeface="黑体"/>
            </a:endParaRPr>
          </a:p>
          <a:p>
            <a:pPr>
              <a:lnSpc>
                <a:spcPct val="100000"/>
              </a:lnSpc>
              <a:spcBef>
                <a:spcPts val="2595"/>
              </a:spcBef>
            </a:pPr>
            <a:endParaRPr sz="2400">
              <a:latin typeface="黑体"/>
              <a:cs typeface="黑体"/>
            </a:endParaRPr>
          </a:p>
          <a:p>
            <a:pPr marL="729615" indent="-271145">
              <a:lnSpc>
                <a:spcPct val="100000"/>
              </a:lnSpc>
              <a:spcBef>
                <a:spcPts val="5"/>
              </a:spcBef>
              <a:buSzPct val="88636"/>
              <a:buFont typeface="Wingdings"/>
              <a:buChar char=""/>
              <a:tabLst>
                <a:tab pos="729615" algn="l"/>
              </a:tabLst>
            </a:pPr>
            <a:r>
              <a:rPr dirty="0" sz="2200" spc="-50">
                <a:solidFill>
                  <a:srgbClr val="40458B"/>
                </a:solidFill>
                <a:latin typeface="黑体"/>
                <a:cs typeface="黑体"/>
              </a:rPr>
              <a:t>即如何为坏掉的硬盘中的数据 “上保险”</a:t>
            </a:r>
            <a:r>
              <a:rPr dirty="0" sz="2200" spc="-25">
                <a:solidFill>
                  <a:srgbClr val="40458B"/>
                </a:solidFill>
                <a:latin typeface="Tahoma"/>
                <a:cs typeface="Tahoma"/>
              </a:rPr>
              <a:t>?</a:t>
            </a:r>
            <a:endParaRPr sz="2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53605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34809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15" b="1">
                <a:solidFill>
                  <a:srgbClr val="40458B"/>
                </a:solidFill>
                <a:latin typeface="宋体"/>
                <a:cs typeface="宋体"/>
              </a:rPr>
              <a:t>21/81</a:t>
            </a:r>
            <a:endParaRPr baseline="1736" sz="2400">
              <a:latin typeface="宋体"/>
              <a:cs typeface="宋体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19062" y="188976"/>
            <a:ext cx="1437005" cy="274955"/>
            <a:chOff x="119062" y="188976"/>
            <a:chExt cx="1437005" cy="274955"/>
          </a:xfrm>
        </p:grpSpPr>
        <p:sp>
          <p:nvSpPr>
            <p:cNvPr id="4" name="object 4" descr=""/>
            <p:cNvSpPr/>
            <p:nvPr/>
          </p:nvSpPr>
          <p:spPr>
            <a:xfrm>
              <a:off x="119062" y="188976"/>
              <a:ext cx="499745" cy="274955"/>
            </a:xfrm>
            <a:custGeom>
              <a:avLst/>
              <a:gdLst/>
              <a:ahLst/>
              <a:cxnLst/>
              <a:rect l="l" t="t" r="r" b="b"/>
              <a:pathLst>
                <a:path w="499745" h="274955">
                  <a:moveTo>
                    <a:pt x="119837" y="0"/>
                  </a:moveTo>
                  <a:lnTo>
                    <a:pt x="4993" y="41528"/>
                  </a:lnTo>
                  <a:lnTo>
                    <a:pt x="264655" y="135508"/>
                  </a:lnTo>
                  <a:lnTo>
                    <a:pt x="0" y="231266"/>
                  </a:lnTo>
                  <a:lnTo>
                    <a:pt x="119837" y="274574"/>
                  </a:lnTo>
                  <a:lnTo>
                    <a:pt x="499338" y="137287"/>
                  </a:lnTo>
                  <a:lnTo>
                    <a:pt x="119837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85546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9621" y="0"/>
                  </a:moveTo>
                  <a:lnTo>
                    <a:pt x="4991" y="41528"/>
                  </a:lnTo>
                  <a:lnTo>
                    <a:pt x="264147" y="135508"/>
                  </a:lnTo>
                  <a:lnTo>
                    <a:pt x="0" y="231266"/>
                  </a:lnTo>
                  <a:lnTo>
                    <a:pt x="119621" y="274574"/>
                  </a:lnTo>
                  <a:lnTo>
                    <a:pt x="497141" y="137287"/>
                  </a:lnTo>
                  <a:lnTo>
                    <a:pt x="119621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058608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8363" y="0"/>
                  </a:moveTo>
                  <a:lnTo>
                    <a:pt x="4978" y="41528"/>
                  </a:lnTo>
                  <a:lnTo>
                    <a:pt x="264096" y="135508"/>
                  </a:lnTo>
                  <a:lnTo>
                    <a:pt x="0" y="231266"/>
                  </a:lnTo>
                  <a:lnTo>
                    <a:pt x="118363" y="274574"/>
                  </a:lnTo>
                  <a:lnTo>
                    <a:pt x="497141" y="137287"/>
                  </a:lnTo>
                  <a:lnTo>
                    <a:pt x="118363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32180" algn="l"/>
                <a:tab pos="7600315" algn="l"/>
              </a:tabLst>
            </a:pPr>
            <a:r>
              <a:rPr dirty="0" spc="-254"/>
              <a:t> </a:t>
            </a:r>
            <a:r>
              <a:rPr dirty="0" spc="-25"/>
              <a:t>8.3</a:t>
            </a:r>
            <a:r>
              <a:rPr dirty="0"/>
              <a:t>	廉价磁盘冗余阵</a:t>
            </a:r>
            <a:r>
              <a:rPr dirty="0" spc="-15"/>
              <a:t>列</a:t>
            </a:r>
            <a:r>
              <a:rPr dirty="0" spc="-20"/>
              <a:t>RAID</a:t>
            </a:r>
            <a:r>
              <a:rPr dirty="0"/>
              <a:t>	</a:t>
            </a:r>
          </a:p>
        </p:txBody>
      </p:sp>
      <p:sp>
        <p:nvSpPr>
          <p:cNvPr id="9" name="object 9" descr=""/>
          <p:cNvSpPr/>
          <p:nvPr/>
        </p:nvSpPr>
        <p:spPr>
          <a:xfrm>
            <a:off x="0" y="4929187"/>
            <a:ext cx="9144000" cy="462280"/>
          </a:xfrm>
          <a:custGeom>
            <a:avLst/>
            <a:gdLst/>
            <a:ahLst/>
            <a:cxnLst/>
            <a:rect l="l" t="t" r="r" b="b"/>
            <a:pathLst>
              <a:path w="9144000" h="462279">
                <a:moveTo>
                  <a:pt x="9144000" y="0"/>
                </a:moveTo>
                <a:lnTo>
                  <a:pt x="0" y="0"/>
                </a:lnTo>
                <a:lnTo>
                  <a:pt x="0" y="461962"/>
                </a:lnTo>
                <a:lnTo>
                  <a:pt x="9144000" y="461962"/>
                </a:lnTo>
                <a:lnTo>
                  <a:pt x="9144000" y="0"/>
                </a:lnTo>
                <a:close/>
              </a:path>
            </a:pathLst>
          </a:custGeom>
          <a:solidFill>
            <a:srgbClr val="EBD78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0" y="5673725"/>
            <a:ext cx="9144000" cy="802005"/>
          </a:xfrm>
          <a:custGeom>
            <a:avLst/>
            <a:gdLst/>
            <a:ahLst/>
            <a:cxnLst/>
            <a:rect l="l" t="t" r="r" b="b"/>
            <a:pathLst>
              <a:path w="9144000" h="802004">
                <a:moveTo>
                  <a:pt x="0" y="0"/>
                </a:moveTo>
                <a:lnTo>
                  <a:pt x="0" y="801687"/>
                </a:lnTo>
                <a:lnTo>
                  <a:pt x="9144000" y="801687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D6E0F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72339" y="925360"/>
            <a:ext cx="8839835" cy="5508625"/>
          </a:xfrm>
          <a:prstGeom prst="rect">
            <a:avLst/>
          </a:prstGeom>
        </p:spPr>
        <p:txBody>
          <a:bodyPr wrap="square" lIns="0" tIns="1644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dirty="0" sz="2400" spc="-15">
                <a:solidFill>
                  <a:srgbClr val="FF0000"/>
                </a:solidFill>
                <a:latin typeface="黑体"/>
                <a:cs typeface="黑体"/>
              </a:rPr>
              <a:t>冗余机制两个比较重要的方法</a:t>
            </a:r>
            <a:endParaRPr sz="2400">
              <a:latin typeface="黑体"/>
              <a:cs typeface="黑体"/>
            </a:endParaRPr>
          </a:p>
          <a:p>
            <a:pPr marL="588645" indent="-271145">
              <a:lnSpc>
                <a:spcPct val="100000"/>
              </a:lnSpc>
              <a:spcBef>
                <a:spcPts val="1090"/>
              </a:spcBef>
              <a:buSzPct val="88636"/>
              <a:buFont typeface="Wingdings"/>
              <a:buChar char=""/>
              <a:tabLst>
                <a:tab pos="588645" algn="l"/>
              </a:tabLst>
            </a:pPr>
            <a:r>
              <a:rPr dirty="0" sz="2200" spc="-50">
                <a:solidFill>
                  <a:srgbClr val="40458B"/>
                </a:solidFill>
                <a:latin typeface="黑体"/>
                <a:cs typeface="黑体"/>
              </a:rPr>
              <a:t>即如何为坏掉的硬盘中的数据 “上保险”</a:t>
            </a:r>
            <a:r>
              <a:rPr dirty="0" sz="2200" spc="-25">
                <a:solidFill>
                  <a:srgbClr val="40458B"/>
                </a:solidFill>
                <a:latin typeface="Tahoma"/>
                <a:cs typeface="Tahoma"/>
              </a:rPr>
              <a:t>?</a:t>
            </a:r>
            <a:endParaRPr sz="2200">
              <a:latin typeface="Tahoma"/>
              <a:cs typeface="Tahoma"/>
            </a:endParaRPr>
          </a:p>
          <a:p>
            <a:pPr lvl="1" marL="948055" indent="-359410">
              <a:lnSpc>
                <a:spcPct val="100000"/>
              </a:lnSpc>
              <a:spcBef>
                <a:spcPts val="994"/>
              </a:spcBef>
              <a:buClr>
                <a:srgbClr val="4668F5"/>
              </a:buClr>
              <a:buSzPct val="60000"/>
              <a:buFont typeface="Wingdings"/>
              <a:buChar char=""/>
              <a:tabLst>
                <a:tab pos="948055" algn="l"/>
              </a:tabLst>
            </a:pPr>
            <a:r>
              <a:rPr dirty="0" sz="2000" spc="-10" b="1">
                <a:solidFill>
                  <a:srgbClr val="FF5CFF"/>
                </a:solidFill>
                <a:latin typeface="宋体"/>
                <a:cs typeface="宋体"/>
              </a:rPr>
              <a:t>镜像</a:t>
            </a:r>
            <a:r>
              <a:rPr dirty="0" sz="2000" b="1">
                <a:solidFill>
                  <a:srgbClr val="FF5CFF"/>
                </a:solidFill>
                <a:latin typeface="Tahoma"/>
                <a:cs typeface="Tahoma"/>
              </a:rPr>
              <a:t>--</a:t>
            </a:r>
            <a:r>
              <a:rPr dirty="0" sz="2000" spc="-10" b="1">
                <a:solidFill>
                  <a:srgbClr val="FF5CFF"/>
                </a:solidFill>
                <a:latin typeface="宋体"/>
                <a:cs typeface="宋体"/>
              </a:rPr>
              <a:t>多个“克隆”（</a:t>
            </a:r>
            <a:r>
              <a:rPr dirty="0" sz="2000" spc="-20" b="1">
                <a:solidFill>
                  <a:srgbClr val="FF5CFF"/>
                </a:solidFill>
                <a:latin typeface="宋体"/>
                <a:cs typeface="宋体"/>
              </a:rPr>
              <a:t>完整数据，数据副本），</a:t>
            </a:r>
            <a:r>
              <a:rPr dirty="0" sz="2000" spc="-15" b="1">
                <a:solidFill>
                  <a:srgbClr val="FF0000"/>
                </a:solidFill>
                <a:latin typeface="宋体"/>
                <a:cs typeface="宋体"/>
              </a:rPr>
              <a:t>思考：缺点</a:t>
            </a:r>
            <a:r>
              <a:rPr dirty="0" sz="2000" spc="-50" b="1">
                <a:solidFill>
                  <a:srgbClr val="FF5CFF"/>
                </a:solidFill>
                <a:latin typeface="宋体"/>
                <a:cs typeface="宋体"/>
              </a:rPr>
              <a:t>？</a:t>
            </a:r>
            <a:endParaRPr sz="2000">
              <a:latin typeface="宋体"/>
              <a:cs typeface="宋体"/>
            </a:endParaRPr>
          </a:p>
          <a:p>
            <a:pPr lvl="1" marL="948055" indent="-359410">
              <a:lnSpc>
                <a:spcPct val="100000"/>
              </a:lnSpc>
              <a:spcBef>
                <a:spcPts val="960"/>
              </a:spcBef>
              <a:buClr>
                <a:srgbClr val="4668F5"/>
              </a:buClr>
              <a:buSzPct val="60000"/>
              <a:buFont typeface="Wingdings"/>
              <a:buChar char=""/>
              <a:tabLst>
                <a:tab pos="948055" algn="l"/>
              </a:tabLst>
            </a:pPr>
            <a:r>
              <a:rPr dirty="0" sz="2000" spc="-15" b="1">
                <a:solidFill>
                  <a:srgbClr val="FF5CFF"/>
                </a:solidFill>
                <a:latin typeface="宋体"/>
                <a:cs typeface="宋体"/>
              </a:rPr>
              <a:t>校验</a:t>
            </a:r>
            <a:r>
              <a:rPr dirty="0" sz="2000" spc="-10" b="1">
                <a:solidFill>
                  <a:srgbClr val="FF5CFF"/>
                </a:solidFill>
                <a:latin typeface="Tahoma"/>
                <a:cs typeface="Tahoma"/>
              </a:rPr>
              <a:t>---</a:t>
            </a:r>
            <a:r>
              <a:rPr dirty="0" sz="2000" spc="-50" b="1">
                <a:solidFill>
                  <a:srgbClr val="FF5CFF"/>
                </a:solidFill>
                <a:latin typeface="宋体"/>
                <a:cs typeface="宋体"/>
              </a:rPr>
              <a:t>不是备份，只是通过算法生成可恢复数据的校验信息 。</a:t>
            </a:r>
            <a:endParaRPr sz="2000">
              <a:latin typeface="宋体"/>
              <a:cs typeface="宋体"/>
            </a:endParaRPr>
          </a:p>
          <a:p>
            <a:pPr lvl="2" marL="1164590" marR="314960" indent="-360045">
              <a:lnSpc>
                <a:spcPct val="120000"/>
              </a:lnSpc>
              <a:spcBef>
                <a:spcPts val="465"/>
              </a:spcBef>
              <a:buClr>
                <a:srgbClr val="006600"/>
              </a:buClr>
              <a:buSzPct val="63888"/>
              <a:buFont typeface="Wingdings"/>
              <a:buChar char=""/>
              <a:tabLst>
                <a:tab pos="1164590" algn="l"/>
              </a:tabLst>
            </a:pPr>
            <a:r>
              <a:rPr dirty="0" sz="1800" spc="-10" b="1">
                <a:solidFill>
                  <a:srgbClr val="006FC0"/>
                </a:solidFill>
                <a:latin typeface="宋体"/>
                <a:cs typeface="宋体"/>
              </a:rPr>
              <a:t>例如磁盘</a:t>
            </a:r>
            <a:r>
              <a:rPr dirty="0" sz="1800" spc="-25" b="1">
                <a:solidFill>
                  <a:srgbClr val="006FC0"/>
                </a:solidFill>
                <a:latin typeface="Tahoma"/>
                <a:cs typeface="Tahoma"/>
              </a:rPr>
              <a:t>A—</a:t>
            </a:r>
            <a:r>
              <a:rPr dirty="0" sz="1800" spc="-10" b="1">
                <a:solidFill>
                  <a:srgbClr val="006FC0"/>
                </a:solidFill>
                <a:latin typeface="宋体"/>
                <a:cs typeface="宋体"/>
              </a:rPr>
              <a:t>存放数据</a:t>
            </a:r>
            <a:r>
              <a:rPr dirty="0" sz="1800" spc="-10" b="1">
                <a:solidFill>
                  <a:srgbClr val="006FC0"/>
                </a:solidFill>
                <a:latin typeface="Tahoma"/>
                <a:cs typeface="Tahoma"/>
              </a:rPr>
              <a:t>4</a:t>
            </a:r>
            <a:r>
              <a:rPr dirty="0" sz="1800" spc="-10" b="1">
                <a:solidFill>
                  <a:srgbClr val="006FC0"/>
                </a:solidFill>
                <a:latin typeface="宋体"/>
                <a:cs typeface="宋体"/>
              </a:rPr>
              <a:t>，磁盘</a:t>
            </a:r>
            <a:r>
              <a:rPr dirty="0" sz="1800" spc="-25" b="1">
                <a:solidFill>
                  <a:srgbClr val="006FC0"/>
                </a:solidFill>
                <a:latin typeface="Tahoma"/>
                <a:cs typeface="Tahoma"/>
              </a:rPr>
              <a:t>B—</a:t>
            </a:r>
            <a:r>
              <a:rPr dirty="0" sz="1800" spc="-10" b="1">
                <a:solidFill>
                  <a:srgbClr val="006FC0"/>
                </a:solidFill>
                <a:latin typeface="宋体"/>
                <a:cs typeface="宋体"/>
              </a:rPr>
              <a:t>存放数据</a:t>
            </a:r>
            <a:r>
              <a:rPr dirty="0" sz="1800" spc="-10" b="1">
                <a:solidFill>
                  <a:srgbClr val="006FC0"/>
                </a:solidFill>
                <a:latin typeface="Tahoma"/>
                <a:cs typeface="Tahoma"/>
              </a:rPr>
              <a:t>6</a:t>
            </a:r>
            <a:r>
              <a:rPr dirty="0" sz="1800" spc="-10" b="1">
                <a:solidFill>
                  <a:srgbClr val="006FC0"/>
                </a:solidFill>
                <a:latin typeface="宋体"/>
                <a:cs typeface="宋体"/>
              </a:rPr>
              <a:t>，磁盘</a:t>
            </a:r>
            <a:r>
              <a:rPr dirty="0" sz="1800" spc="-20" b="1">
                <a:solidFill>
                  <a:srgbClr val="006FC0"/>
                </a:solidFill>
                <a:latin typeface="Tahoma"/>
                <a:cs typeface="Tahoma"/>
              </a:rPr>
              <a:t>C—</a:t>
            </a:r>
            <a:r>
              <a:rPr dirty="0" sz="1800" spc="-10" b="1">
                <a:solidFill>
                  <a:srgbClr val="006FC0"/>
                </a:solidFill>
                <a:latin typeface="宋体"/>
                <a:cs typeface="宋体"/>
              </a:rPr>
              <a:t>存放数据</a:t>
            </a:r>
            <a:r>
              <a:rPr dirty="0" sz="1800" spc="-20" b="1">
                <a:solidFill>
                  <a:srgbClr val="006FC0"/>
                </a:solidFill>
                <a:latin typeface="Tahoma"/>
                <a:cs typeface="Tahoma"/>
              </a:rPr>
              <a:t>9</a:t>
            </a:r>
            <a:r>
              <a:rPr dirty="0" sz="1800" spc="-80" b="1">
                <a:solidFill>
                  <a:srgbClr val="006FC0"/>
                </a:solidFill>
                <a:latin typeface="宋体"/>
                <a:cs typeface="宋体"/>
              </a:rPr>
              <a:t>， 定义</a:t>
            </a:r>
            <a:r>
              <a:rPr dirty="0" sz="1800" spc="-10" b="1">
                <a:solidFill>
                  <a:srgbClr val="006FC0"/>
                </a:solidFill>
                <a:latin typeface="宋体"/>
                <a:cs typeface="宋体"/>
              </a:rPr>
              <a:t>校验规则：校验值</a:t>
            </a:r>
            <a:r>
              <a:rPr dirty="0" sz="1800" spc="-20" b="1">
                <a:solidFill>
                  <a:srgbClr val="006FC0"/>
                </a:solidFill>
                <a:latin typeface="Tahoma"/>
                <a:cs typeface="Tahoma"/>
              </a:rPr>
              <a:t>=</a:t>
            </a:r>
            <a:r>
              <a:rPr dirty="0" sz="1800" spc="-10" b="1">
                <a:solidFill>
                  <a:srgbClr val="006FC0"/>
                </a:solidFill>
                <a:latin typeface="宋体"/>
                <a:cs typeface="宋体"/>
              </a:rPr>
              <a:t>所有数据之和</a:t>
            </a:r>
            <a:r>
              <a:rPr dirty="0" sz="1800" spc="10" b="1">
                <a:solidFill>
                  <a:srgbClr val="006FC0"/>
                </a:solidFill>
                <a:latin typeface="Tahoma"/>
                <a:cs typeface="Tahoma"/>
              </a:rPr>
              <a:t>= </a:t>
            </a:r>
            <a:r>
              <a:rPr dirty="0" sz="1800">
                <a:solidFill>
                  <a:srgbClr val="006FC0"/>
                </a:solidFill>
                <a:latin typeface="Tahoma"/>
                <a:cs typeface="Tahoma"/>
              </a:rPr>
              <a:t>4</a:t>
            </a:r>
            <a:r>
              <a:rPr dirty="0" sz="1800" spc="-5">
                <a:solidFill>
                  <a:srgbClr val="006FC0"/>
                </a:solidFill>
                <a:latin typeface="Tahoma"/>
                <a:cs typeface="Tahoma"/>
              </a:rPr>
              <a:t> + </a:t>
            </a:r>
            <a:r>
              <a:rPr dirty="0" sz="1800">
                <a:solidFill>
                  <a:srgbClr val="006FC0"/>
                </a:solidFill>
                <a:latin typeface="Tahoma"/>
                <a:cs typeface="Tahoma"/>
              </a:rPr>
              <a:t>6</a:t>
            </a:r>
            <a:r>
              <a:rPr dirty="0" sz="1800" spc="-5">
                <a:solidFill>
                  <a:srgbClr val="006FC0"/>
                </a:solidFill>
                <a:latin typeface="Tahoma"/>
                <a:cs typeface="Tahoma"/>
              </a:rPr>
              <a:t> + </a:t>
            </a:r>
            <a:r>
              <a:rPr dirty="0" sz="1800">
                <a:solidFill>
                  <a:srgbClr val="006FC0"/>
                </a:solidFill>
                <a:latin typeface="Tahoma"/>
                <a:cs typeface="Tahoma"/>
              </a:rPr>
              <a:t>9</a:t>
            </a:r>
            <a:r>
              <a:rPr dirty="0" sz="1800" spc="-5">
                <a:solidFill>
                  <a:srgbClr val="006FC0"/>
                </a:solidFill>
                <a:latin typeface="Tahoma"/>
                <a:cs typeface="Tahoma"/>
              </a:rPr>
              <a:t> = </a:t>
            </a:r>
            <a:r>
              <a:rPr dirty="0" sz="1800" spc="-25">
                <a:solidFill>
                  <a:srgbClr val="006FC0"/>
                </a:solidFill>
                <a:latin typeface="Tahoma"/>
                <a:cs typeface="Tahoma"/>
              </a:rPr>
              <a:t>19</a:t>
            </a:r>
            <a:endParaRPr sz="1800">
              <a:latin typeface="Tahoma"/>
              <a:cs typeface="Tahoma"/>
            </a:endParaRPr>
          </a:p>
          <a:p>
            <a:pPr lvl="2" marL="1164590" indent="-359410">
              <a:lnSpc>
                <a:spcPct val="100000"/>
              </a:lnSpc>
              <a:spcBef>
                <a:spcPts val="865"/>
              </a:spcBef>
              <a:buClr>
                <a:srgbClr val="006600"/>
              </a:buClr>
              <a:buSzPct val="63888"/>
              <a:buFont typeface="Wingdings"/>
              <a:buChar char=""/>
              <a:tabLst>
                <a:tab pos="1164590" algn="l"/>
              </a:tabLst>
            </a:pPr>
            <a:r>
              <a:rPr dirty="0" sz="1800">
                <a:solidFill>
                  <a:srgbClr val="006FC0"/>
                </a:solidFill>
                <a:latin typeface="宋体"/>
                <a:cs typeface="宋体"/>
              </a:rPr>
              <a:t>若磁盘</a:t>
            </a:r>
            <a:r>
              <a:rPr dirty="0" sz="1800" spc="-25">
                <a:solidFill>
                  <a:srgbClr val="006FC0"/>
                </a:solidFill>
                <a:latin typeface="Tahoma"/>
                <a:cs typeface="Tahoma"/>
              </a:rPr>
              <a:t>B</a:t>
            </a:r>
            <a:r>
              <a:rPr dirty="0" sz="1800">
                <a:solidFill>
                  <a:srgbClr val="006FC0"/>
                </a:solidFill>
                <a:latin typeface="宋体"/>
                <a:cs typeface="宋体"/>
              </a:rPr>
              <a:t>损坏，数据</a:t>
            </a:r>
            <a:r>
              <a:rPr dirty="0" sz="1800" spc="-10">
                <a:solidFill>
                  <a:srgbClr val="006FC0"/>
                </a:solidFill>
                <a:latin typeface="Tahoma"/>
                <a:cs typeface="Tahoma"/>
              </a:rPr>
              <a:t>6</a:t>
            </a:r>
            <a:r>
              <a:rPr dirty="0" sz="1800">
                <a:solidFill>
                  <a:srgbClr val="006FC0"/>
                </a:solidFill>
                <a:latin typeface="宋体"/>
                <a:cs typeface="宋体"/>
              </a:rPr>
              <a:t>丢失，实际存储的数据</a:t>
            </a:r>
            <a:r>
              <a:rPr dirty="0" sz="1800">
                <a:solidFill>
                  <a:srgbClr val="006FC0"/>
                </a:solidFill>
                <a:latin typeface="Tahoma"/>
                <a:cs typeface="Tahoma"/>
              </a:rPr>
              <a:t>(4,</a:t>
            </a:r>
            <a:r>
              <a:rPr dirty="0" sz="1800" spc="-10">
                <a:solidFill>
                  <a:srgbClr val="006FC0"/>
                </a:solidFill>
                <a:latin typeface="Tahoma"/>
                <a:cs typeface="Tahoma"/>
              </a:rPr>
              <a:t> ?, </a:t>
            </a:r>
            <a:r>
              <a:rPr dirty="0" sz="1800">
                <a:solidFill>
                  <a:srgbClr val="006FC0"/>
                </a:solidFill>
                <a:latin typeface="Tahoma"/>
                <a:cs typeface="Tahoma"/>
              </a:rPr>
              <a:t>9,</a:t>
            </a:r>
            <a:r>
              <a:rPr dirty="0" sz="1800" spc="-15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006FC0"/>
                </a:solidFill>
                <a:latin typeface="Tahoma"/>
                <a:cs typeface="Tahoma"/>
              </a:rPr>
              <a:t>19)</a:t>
            </a:r>
            <a:r>
              <a:rPr dirty="0" sz="1800" spc="-15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006FC0"/>
                </a:solidFill>
                <a:latin typeface="宋体"/>
                <a:cs typeface="宋体"/>
              </a:rPr>
              <a:t>，根据校验规则恢</a:t>
            </a:r>
            <a:endParaRPr sz="1800">
              <a:latin typeface="宋体"/>
              <a:cs typeface="宋体"/>
            </a:endParaRPr>
          </a:p>
          <a:p>
            <a:pPr marL="1164590">
              <a:lnSpc>
                <a:spcPct val="100000"/>
              </a:lnSpc>
              <a:spcBef>
                <a:spcPts val="430"/>
              </a:spcBef>
            </a:pPr>
            <a:r>
              <a:rPr dirty="0" sz="1800" spc="-25">
                <a:solidFill>
                  <a:srgbClr val="006FC0"/>
                </a:solidFill>
                <a:latin typeface="宋体"/>
                <a:cs typeface="宋体"/>
              </a:rPr>
              <a:t>复即可</a:t>
            </a:r>
            <a:endParaRPr sz="1800">
              <a:latin typeface="宋体"/>
              <a:cs typeface="宋体"/>
            </a:endParaRPr>
          </a:p>
          <a:p>
            <a:pPr lvl="2" marL="1164590" indent="-359410">
              <a:lnSpc>
                <a:spcPct val="100000"/>
              </a:lnSpc>
              <a:spcBef>
                <a:spcPts val="870"/>
              </a:spcBef>
              <a:buClr>
                <a:srgbClr val="006600"/>
              </a:buClr>
              <a:buSzPct val="63888"/>
              <a:buFont typeface="Wingdings"/>
              <a:buChar char=""/>
              <a:tabLst>
                <a:tab pos="1164590" algn="l"/>
              </a:tabLst>
            </a:pPr>
            <a:r>
              <a:rPr dirty="0" sz="1800" spc="-5">
                <a:solidFill>
                  <a:srgbClr val="006FC0"/>
                </a:solidFill>
                <a:latin typeface="宋体"/>
                <a:cs typeface="宋体"/>
              </a:rPr>
              <a:t>实际实现的校验运算可用异或来完成</a:t>
            </a:r>
            <a:endParaRPr sz="1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sz="1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dirty="0" sz="2400">
                <a:solidFill>
                  <a:srgbClr val="CC00FF"/>
                </a:solidFill>
                <a:latin typeface="黑体"/>
                <a:cs typeface="黑体"/>
              </a:rPr>
              <a:t>校验：</a:t>
            </a:r>
            <a:r>
              <a:rPr dirty="0" sz="2400">
                <a:solidFill>
                  <a:srgbClr val="40458B"/>
                </a:solidFill>
                <a:latin typeface="黑体"/>
                <a:cs typeface="黑体"/>
              </a:rPr>
              <a:t>算力换空间，复杂；</a:t>
            </a:r>
            <a:r>
              <a:rPr dirty="0" sz="2400">
                <a:solidFill>
                  <a:srgbClr val="CC00FF"/>
                </a:solidFill>
                <a:latin typeface="黑体"/>
                <a:cs typeface="黑体"/>
              </a:rPr>
              <a:t>镜像：</a:t>
            </a:r>
            <a:r>
              <a:rPr dirty="0" sz="2400" spc="-10">
                <a:solidFill>
                  <a:srgbClr val="40458B"/>
                </a:solidFill>
                <a:latin typeface="黑体"/>
                <a:cs typeface="黑体"/>
              </a:rPr>
              <a:t>空间换安全，简单</a:t>
            </a:r>
            <a:endParaRPr sz="2400">
              <a:latin typeface="黑体"/>
              <a:cs typeface="黑体"/>
            </a:endParaRPr>
          </a:p>
          <a:p>
            <a:pPr marL="12700">
              <a:lnSpc>
                <a:spcPts val="2860"/>
              </a:lnSpc>
              <a:spcBef>
                <a:spcPts val="3020"/>
              </a:spcBef>
            </a:pPr>
            <a:r>
              <a:rPr dirty="0" sz="2400">
                <a:solidFill>
                  <a:srgbClr val="CC00FF"/>
                </a:solidFill>
                <a:latin typeface="黑体"/>
                <a:cs typeface="黑体"/>
              </a:rPr>
              <a:t>如何选择：</a:t>
            </a:r>
            <a:r>
              <a:rPr dirty="0" sz="2200" spc="-20">
                <a:solidFill>
                  <a:srgbClr val="40458B"/>
                </a:solidFill>
                <a:latin typeface="黑体"/>
                <a:cs typeface="黑体"/>
              </a:rPr>
              <a:t>看场景</a:t>
            </a:r>
            <a:r>
              <a:rPr dirty="0" sz="2200" spc="-25">
                <a:solidFill>
                  <a:srgbClr val="40458B"/>
                </a:solidFill>
                <a:latin typeface="Tahoma"/>
                <a:cs typeface="Tahoma"/>
              </a:rPr>
              <a:t>---</a:t>
            </a: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例如核心数据库，选镜像，追求可靠性与快速恢复</a:t>
            </a:r>
            <a:endParaRPr sz="2200">
              <a:latin typeface="黑体"/>
              <a:cs typeface="黑体"/>
            </a:endParaRPr>
          </a:p>
          <a:p>
            <a:pPr marL="2283460">
              <a:lnSpc>
                <a:spcPts val="2620"/>
              </a:lnSpc>
            </a:pPr>
            <a:r>
              <a:rPr dirty="0" sz="2200" spc="30">
                <a:solidFill>
                  <a:srgbClr val="40458B"/>
                </a:solidFill>
                <a:latin typeface="Tahoma"/>
                <a:cs typeface="Tahoma"/>
              </a:rPr>
              <a:t>--- </a:t>
            </a: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例如文件服务器，选校验，追求大容量与性价比</a:t>
            </a:r>
            <a:endParaRPr sz="22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53605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34809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15" b="1">
                <a:solidFill>
                  <a:srgbClr val="40458B"/>
                </a:solidFill>
                <a:latin typeface="宋体"/>
                <a:cs typeface="宋体"/>
              </a:rPr>
              <a:t>22/81</a:t>
            </a:r>
            <a:endParaRPr baseline="1736" sz="2400">
              <a:latin typeface="宋体"/>
              <a:cs typeface="宋体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19062" y="188976"/>
            <a:ext cx="1437005" cy="274955"/>
            <a:chOff x="119062" y="188976"/>
            <a:chExt cx="1437005" cy="274955"/>
          </a:xfrm>
        </p:grpSpPr>
        <p:sp>
          <p:nvSpPr>
            <p:cNvPr id="4" name="object 4" descr=""/>
            <p:cNvSpPr/>
            <p:nvPr/>
          </p:nvSpPr>
          <p:spPr>
            <a:xfrm>
              <a:off x="119062" y="188976"/>
              <a:ext cx="499745" cy="274955"/>
            </a:xfrm>
            <a:custGeom>
              <a:avLst/>
              <a:gdLst/>
              <a:ahLst/>
              <a:cxnLst/>
              <a:rect l="l" t="t" r="r" b="b"/>
              <a:pathLst>
                <a:path w="499745" h="274955">
                  <a:moveTo>
                    <a:pt x="119837" y="0"/>
                  </a:moveTo>
                  <a:lnTo>
                    <a:pt x="4993" y="41528"/>
                  </a:lnTo>
                  <a:lnTo>
                    <a:pt x="264655" y="135508"/>
                  </a:lnTo>
                  <a:lnTo>
                    <a:pt x="0" y="231266"/>
                  </a:lnTo>
                  <a:lnTo>
                    <a:pt x="119837" y="274574"/>
                  </a:lnTo>
                  <a:lnTo>
                    <a:pt x="499338" y="137287"/>
                  </a:lnTo>
                  <a:lnTo>
                    <a:pt x="119837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85546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9621" y="0"/>
                  </a:moveTo>
                  <a:lnTo>
                    <a:pt x="4991" y="41528"/>
                  </a:lnTo>
                  <a:lnTo>
                    <a:pt x="264147" y="135508"/>
                  </a:lnTo>
                  <a:lnTo>
                    <a:pt x="0" y="231266"/>
                  </a:lnTo>
                  <a:lnTo>
                    <a:pt x="119621" y="274574"/>
                  </a:lnTo>
                  <a:lnTo>
                    <a:pt x="497141" y="137287"/>
                  </a:lnTo>
                  <a:lnTo>
                    <a:pt x="119621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058608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8363" y="0"/>
                  </a:moveTo>
                  <a:lnTo>
                    <a:pt x="4978" y="41528"/>
                  </a:lnTo>
                  <a:lnTo>
                    <a:pt x="264096" y="135508"/>
                  </a:lnTo>
                  <a:lnTo>
                    <a:pt x="0" y="231266"/>
                  </a:lnTo>
                  <a:lnTo>
                    <a:pt x="118363" y="274574"/>
                  </a:lnTo>
                  <a:lnTo>
                    <a:pt x="497141" y="137287"/>
                  </a:lnTo>
                  <a:lnTo>
                    <a:pt x="118363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78739" y="670332"/>
            <a:ext cx="8064500" cy="3543935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dirty="0" sz="2400" spc="-15">
                <a:solidFill>
                  <a:srgbClr val="E14B04"/>
                </a:solidFill>
                <a:latin typeface="黑体"/>
                <a:cs typeface="黑体"/>
              </a:rPr>
              <a:t>在磁盘阵列中设置冗余需要解决以下两个问题：</a:t>
            </a:r>
            <a:endParaRPr sz="2400">
              <a:latin typeface="黑体"/>
              <a:cs typeface="黑体"/>
            </a:endParaRPr>
          </a:p>
          <a:p>
            <a:pPr marL="588645" indent="-271145">
              <a:lnSpc>
                <a:spcPct val="100000"/>
              </a:lnSpc>
              <a:spcBef>
                <a:spcPts val="1090"/>
              </a:spcBef>
              <a:buSzPct val="88636"/>
              <a:buFont typeface="Wingdings"/>
              <a:buChar char=""/>
              <a:tabLst>
                <a:tab pos="588645" algn="l"/>
              </a:tabLst>
            </a:pP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如何计算冗余信息</a:t>
            </a:r>
            <a:r>
              <a:rPr dirty="0" sz="2200" spc="-50">
                <a:solidFill>
                  <a:srgbClr val="40458B"/>
                </a:solidFill>
                <a:latin typeface="Tahoma"/>
                <a:cs typeface="Tahoma"/>
              </a:rPr>
              <a:t>?</a:t>
            </a:r>
            <a:endParaRPr sz="2200">
              <a:latin typeface="Tahoma"/>
              <a:cs typeface="Tahoma"/>
            </a:endParaRPr>
          </a:p>
          <a:p>
            <a:pPr lvl="1" marL="948055" indent="-359410">
              <a:lnSpc>
                <a:spcPct val="100000"/>
              </a:lnSpc>
              <a:spcBef>
                <a:spcPts val="990"/>
              </a:spcBef>
              <a:buClr>
                <a:srgbClr val="4668F5"/>
              </a:buClr>
              <a:buSzPct val="60000"/>
              <a:buFont typeface="Wingdings"/>
              <a:buChar char=""/>
              <a:tabLst>
                <a:tab pos="948055" algn="l"/>
              </a:tabLst>
            </a:pPr>
            <a:r>
              <a:rPr dirty="0" sz="2000" spc="-15" b="1">
                <a:solidFill>
                  <a:srgbClr val="FF5CFF"/>
                </a:solidFill>
                <a:latin typeface="宋体"/>
                <a:cs typeface="宋体"/>
              </a:rPr>
              <a:t>大多都是采用奇偶校验码；</a:t>
            </a:r>
            <a:endParaRPr sz="2000">
              <a:latin typeface="宋体"/>
              <a:cs typeface="宋体"/>
            </a:endParaRPr>
          </a:p>
          <a:p>
            <a:pPr lvl="1" marL="948055" indent="-359410">
              <a:lnSpc>
                <a:spcPct val="100000"/>
              </a:lnSpc>
              <a:spcBef>
                <a:spcPts val="960"/>
              </a:spcBef>
              <a:buClr>
                <a:srgbClr val="4668F5"/>
              </a:buClr>
              <a:buSzPct val="60000"/>
              <a:buFont typeface="Wingdings"/>
              <a:buChar char=""/>
              <a:tabLst>
                <a:tab pos="948055" algn="l"/>
              </a:tabLst>
            </a:pPr>
            <a:r>
              <a:rPr dirty="0" sz="2000" spc="-10" b="1">
                <a:solidFill>
                  <a:srgbClr val="FF5CFF"/>
                </a:solidFill>
                <a:latin typeface="宋体"/>
                <a:cs typeface="宋体"/>
              </a:rPr>
              <a:t>也有采用汉明码</a:t>
            </a:r>
            <a:r>
              <a:rPr dirty="0" sz="2000" b="1">
                <a:solidFill>
                  <a:srgbClr val="FF5CFF"/>
                </a:solidFill>
                <a:latin typeface="宋体"/>
                <a:cs typeface="宋体"/>
              </a:rPr>
              <a:t>（</a:t>
            </a:r>
            <a:r>
              <a:rPr dirty="0" sz="2000" b="1">
                <a:solidFill>
                  <a:srgbClr val="FF5CFF"/>
                </a:solidFill>
                <a:latin typeface="Tahoma"/>
                <a:cs typeface="Tahoma"/>
              </a:rPr>
              <a:t>Hamming</a:t>
            </a:r>
            <a:r>
              <a:rPr dirty="0" sz="2000" spc="50" b="1">
                <a:solidFill>
                  <a:srgbClr val="FF5CFF"/>
                </a:solidFill>
                <a:latin typeface="Tahoma"/>
                <a:cs typeface="Tahoma"/>
              </a:rPr>
              <a:t> </a:t>
            </a:r>
            <a:r>
              <a:rPr dirty="0" sz="2000" spc="-10" b="1">
                <a:solidFill>
                  <a:srgbClr val="FF5CFF"/>
                </a:solidFill>
                <a:latin typeface="Tahoma"/>
                <a:cs typeface="Tahoma"/>
              </a:rPr>
              <a:t>code</a:t>
            </a:r>
            <a:r>
              <a:rPr dirty="0" sz="2000" spc="-10" b="1">
                <a:solidFill>
                  <a:srgbClr val="FF5CFF"/>
                </a:solidFill>
                <a:latin typeface="宋体"/>
                <a:cs typeface="宋体"/>
              </a:rPr>
              <a:t>）或</a:t>
            </a:r>
            <a:r>
              <a:rPr dirty="0" sz="2000" spc="-10" b="1">
                <a:solidFill>
                  <a:srgbClr val="FF5CFF"/>
                </a:solidFill>
                <a:latin typeface="Tahoma"/>
                <a:cs typeface="Tahoma"/>
              </a:rPr>
              <a:t>Reed-Solomon</a:t>
            </a:r>
            <a:r>
              <a:rPr dirty="0" sz="2000" spc="-25" b="1">
                <a:solidFill>
                  <a:srgbClr val="FF5CFF"/>
                </a:solidFill>
                <a:latin typeface="宋体"/>
                <a:cs typeface="宋体"/>
              </a:rPr>
              <a:t>码的。</a:t>
            </a:r>
            <a:endParaRPr sz="2000">
              <a:latin typeface="宋体"/>
              <a:cs typeface="宋体"/>
            </a:endParaRPr>
          </a:p>
          <a:p>
            <a:pPr marL="588645" indent="-271145">
              <a:lnSpc>
                <a:spcPct val="100000"/>
              </a:lnSpc>
              <a:spcBef>
                <a:spcPts val="1025"/>
              </a:spcBef>
              <a:buSzPct val="88636"/>
              <a:buFont typeface="Wingdings"/>
              <a:buChar char=""/>
              <a:tabLst>
                <a:tab pos="588645" algn="l"/>
              </a:tabLst>
            </a:pP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如何把冗余信息分布到磁盘阵列中的各个盘</a:t>
            </a:r>
            <a:r>
              <a:rPr dirty="0" sz="2200" spc="-50">
                <a:solidFill>
                  <a:srgbClr val="40458B"/>
                </a:solidFill>
                <a:latin typeface="Tahoma"/>
                <a:cs typeface="Tahoma"/>
              </a:rPr>
              <a:t>?</a:t>
            </a:r>
            <a:endParaRPr sz="2200">
              <a:latin typeface="Tahoma"/>
              <a:cs typeface="Tahoma"/>
            </a:endParaRPr>
          </a:p>
          <a:p>
            <a:pPr lvl="1" marL="948055" indent="-359410">
              <a:lnSpc>
                <a:spcPct val="100000"/>
              </a:lnSpc>
              <a:spcBef>
                <a:spcPts val="994"/>
              </a:spcBef>
              <a:buClr>
                <a:srgbClr val="4668F5"/>
              </a:buClr>
              <a:buSzPct val="60000"/>
              <a:buFont typeface="Wingdings"/>
              <a:buChar char=""/>
              <a:tabLst>
                <a:tab pos="948055" algn="l"/>
              </a:tabLst>
            </a:pPr>
            <a:r>
              <a:rPr dirty="0" sz="2000" spc="-20" b="1">
                <a:solidFill>
                  <a:srgbClr val="FF5CFF"/>
                </a:solidFill>
                <a:latin typeface="宋体"/>
                <a:cs typeface="宋体"/>
              </a:rPr>
              <a:t>有两种方法：</a:t>
            </a:r>
            <a:endParaRPr sz="2000">
              <a:latin typeface="宋体"/>
              <a:cs typeface="宋体"/>
            </a:endParaRPr>
          </a:p>
          <a:p>
            <a:pPr lvl="2" marL="1164590" indent="-359410">
              <a:lnSpc>
                <a:spcPct val="100000"/>
              </a:lnSpc>
              <a:spcBef>
                <a:spcPts val="894"/>
              </a:spcBef>
              <a:buClr>
                <a:srgbClr val="006600"/>
              </a:buClr>
              <a:buSzPct val="63888"/>
              <a:buFont typeface="Wingdings"/>
              <a:buChar char=""/>
              <a:tabLst>
                <a:tab pos="1164590" algn="l"/>
              </a:tabLst>
            </a:pPr>
            <a:r>
              <a:rPr dirty="0" sz="1800" spc="-15" b="1">
                <a:solidFill>
                  <a:srgbClr val="006FC0"/>
                </a:solidFill>
                <a:latin typeface="宋体"/>
                <a:cs typeface="宋体"/>
              </a:rPr>
              <a:t>把冗余信息集中存放在少数的几个盘中。</a:t>
            </a:r>
            <a:endParaRPr sz="1800">
              <a:latin typeface="宋体"/>
              <a:cs typeface="宋体"/>
            </a:endParaRPr>
          </a:p>
          <a:p>
            <a:pPr lvl="2" marL="1164590" indent="-359410">
              <a:lnSpc>
                <a:spcPct val="100000"/>
              </a:lnSpc>
              <a:spcBef>
                <a:spcPts val="865"/>
              </a:spcBef>
              <a:buClr>
                <a:srgbClr val="006600"/>
              </a:buClr>
              <a:buSzPct val="63888"/>
              <a:buFont typeface="Wingdings"/>
              <a:buChar char=""/>
              <a:tabLst>
                <a:tab pos="1164590" algn="l"/>
              </a:tabLst>
            </a:pPr>
            <a:r>
              <a:rPr dirty="0" sz="1800" spc="-10" b="1">
                <a:solidFill>
                  <a:srgbClr val="006FC0"/>
                </a:solidFill>
                <a:latin typeface="宋体"/>
                <a:cs typeface="宋体"/>
              </a:rPr>
              <a:t>把冗余信息均匀地存放到所有的盘中。（能避免出现热点问题</a:t>
            </a:r>
            <a:r>
              <a:rPr dirty="0" sz="1800" spc="-50" b="1">
                <a:solidFill>
                  <a:srgbClr val="006FC0"/>
                </a:solidFill>
                <a:latin typeface="宋体"/>
                <a:cs typeface="宋体"/>
              </a:rPr>
              <a:t>）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32180" algn="l"/>
                <a:tab pos="7600315" algn="l"/>
              </a:tabLst>
            </a:pPr>
            <a:r>
              <a:rPr dirty="0" spc="-254"/>
              <a:t> </a:t>
            </a:r>
            <a:r>
              <a:rPr dirty="0" spc="-25"/>
              <a:t>8.3</a:t>
            </a:r>
            <a:r>
              <a:rPr dirty="0"/>
              <a:t>	廉价磁盘冗余阵</a:t>
            </a:r>
            <a:r>
              <a:rPr dirty="0" spc="-15"/>
              <a:t>列</a:t>
            </a:r>
            <a:r>
              <a:rPr dirty="0" spc="-20"/>
              <a:t>RAID</a:t>
            </a:r>
            <a:r>
              <a:rPr dirty="0"/>
              <a:t>	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53605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34809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15" b="1">
                <a:solidFill>
                  <a:srgbClr val="40458B"/>
                </a:solidFill>
                <a:latin typeface="宋体"/>
                <a:cs typeface="宋体"/>
              </a:rPr>
              <a:t>23/81</a:t>
            </a:r>
            <a:endParaRPr baseline="1736" sz="2400">
              <a:latin typeface="宋体"/>
              <a:cs typeface="宋体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1555750" y="549275"/>
            <a:ext cx="7588250" cy="0"/>
          </a:xfrm>
          <a:custGeom>
            <a:avLst/>
            <a:gdLst/>
            <a:ahLst/>
            <a:cxnLst/>
            <a:rect l="l" t="t" r="r" b="b"/>
            <a:pathLst>
              <a:path w="7588250" h="0">
                <a:moveTo>
                  <a:pt x="0" y="0"/>
                </a:moveTo>
                <a:lnTo>
                  <a:pt x="7588250" y="0"/>
                </a:lnTo>
              </a:path>
            </a:pathLst>
          </a:custGeom>
          <a:ln w="38100">
            <a:solidFill>
              <a:srgbClr val="2C44A3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119062" y="188976"/>
            <a:ext cx="1437005" cy="274955"/>
            <a:chOff x="119062" y="188976"/>
            <a:chExt cx="1437005" cy="274955"/>
          </a:xfrm>
        </p:grpSpPr>
        <p:sp>
          <p:nvSpPr>
            <p:cNvPr id="5" name="object 5" descr=""/>
            <p:cNvSpPr/>
            <p:nvPr/>
          </p:nvSpPr>
          <p:spPr>
            <a:xfrm>
              <a:off x="119062" y="188976"/>
              <a:ext cx="499745" cy="274955"/>
            </a:xfrm>
            <a:custGeom>
              <a:avLst/>
              <a:gdLst/>
              <a:ahLst/>
              <a:cxnLst/>
              <a:rect l="l" t="t" r="r" b="b"/>
              <a:pathLst>
                <a:path w="499745" h="274955">
                  <a:moveTo>
                    <a:pt x="119837" y="0"/>
                  </a:moveTo>
                  <a:lnTo>
                    <a:pt x="4993" y="41528"/>
                  </a:lnTo>
                  <a:lnTo>
                    <a:pt x="264655" y="135508"/>
                  </a:lnTo>
                  <a:lnTo>
                    <a:pt x="0" y="231266"/>
                  </a:lnTo>
                  <a:lnTo>
                    <a:pt x="119837" y="274574"/>
                  </a:lnTo>
                  <a:lnTo>
                    <a:pt x="499338" y="137287"/>
                  </a:lnTo>
                  <a:lnTo>
                    <a:pt x="119837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85546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9621" y="0"/>
                  </a:moveTo>
                  <a:lnTo>
                    <a:pt x="4991" y="41528"/>
                  </a:lnTo>
                  <a:lnTo>
                    <a:pt x="264147" y="135508"/>
                  </a:lnTo>
                  <a:lnTo>
                    <a:pt x="0" y="231266"/>
                  </a:lnTo>
                  <a:lnTo>
                    <a:pt x="119621" y="274574"/>
                  </a:lnTo>
                  <a:lnTo>
                    <a:pt x="497141" y="137287"/>
                  </a:lnTo>
                  <a:lnTo>
                    <a:pt x="119621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058608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8363" y="0"/>
                  </a:moveTo>
                  <a:lnTo>
                    <a:pt x="4978" y="41528"/>
                  </a:lnTo>
                  <a:lnTo>
                    <a:pt x="264096" y="135508"/>
                  </a:lnTo>
                  <a:lnTo>
                    <a:pt x="0" y="231266"/>
                  </a:lnTo>
                  <a:lnTo>
                    <a:pt x="118363" y="274574"/>
                  </a:lnTo>
                  <a:lnTo>
                    <a:pt x="497141" y="137287"/>
                  </a:lnTo>
                  <a:lnTo>
                    <a:pt x="118363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 descr=""/>
          <p:cNvGrpSpPr/>
          <p:nvPr/>
        </p:nvGrpSpPr>
        <p:grpSpPr>
          <a:xfrm>
            <a:off x="0" y="4221162"/>
            <a:ext cx="9144000" cy="2638425"/>
            <a:chOff x="0" y="4221162"/>
            <a:chExt cx="9144000" cy="2638425"/>
          </a:xfrm>
        </p:grpSpPr>
        <p:sp>
          <p:nvSpPr>
            <p:cNvPr id="9" name="object 9" descr=""/>
            <p:cNvSpPr/>
            <p:nvPr/>
          </p:nvSpPr>
          <p:spPr>
            <a:xfrm>
              <a:off x="0" y="6526212"/>
              <a:ext cx="9144000" cy="333375"/>
            </a:xfrm>
            <a:custGeom>
              <a:avLst/>
              <a:gdLst/>
              <a:ahLst/>
              <a:cxnLst/>
              <a:rect l="l" t="t" r="r" b="b"/>
              <a:pathLst>
                <a:path w="9144000" h="333375">
                  <a:moveTo>
                    <a:pt x="9144000" y="0"/>
                  </a:moveTo>
                  <a:lnTo>
                    <a:pt x="0" y="0"/>
                  </a:lnTo>
                  <a:lnTo>
                    <a:pt x="0" y="333375"/>
                  </a:lnTo>
                  <a:lnTo>
                    <a:pt x="9144000" y="333375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4477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3850" y="4221162"/>
              <a:ext cx="8820150" cy="2352675"/>
            </a:xfrm>
            <a:prstGeom prst="rect">
              <a:avLst/>
            </a:prstGeom>
          </p:spPr>
        </p:pic>
      </p:grpSp>
      <p:sp>
        <p:nvSpPr>
          <p:cNvPr id="11" name="object 11" descr=""/>
          <p:cNvSpPr txBox="1"/>
          <p:nvPr/>
        </p:nvSpPr>
        <p:spPr>
          <a:xfrm>
            <a:off x="293014" y="401548"/>
            <a:ext cx="8610600" cy="3360420"/>
          </a:xfrm>
          <a:prstGeom prst="rect">
            <a:avLst/>
          </a:prstGeom>
        </p:spPr>
        <p:txBody>
          <a:bodyPr wrap="square" lIns="0" tIns="1682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25"/>
              </a:spcBef>
            </a:pPr>
            <a:r>
              <a:rPr dirty="0" sz="2400" spc="-15">
                <a:solidFill>
                  <a:srgbClr val="E14B04"/>
                </a:solidFill>
                <a:latin typeface="黑体"/>
                <a:cs typeface="黑体"/>
              </a:rPr>
              <a:t>概念补充 .</a:t>
            </a:r>
            <a:endParaRPr sz="2400">
              <a:latin typeface="黑体"/>
              <a:cs typeface="黑体"/>
            </a:endParaRPr>
          </a:p>
          <a:p>
            <a:pPr marL="462280" marR="10795" indent="-450215">
              <a:lnSpc>
                <a:spcPct val="120000"/>
              </a:lnSpc>
              <a:spcBef>
                <a:spcPts val="550"/>
              </a:spcBef>
              <a:buClr>
                <a:srgbClr val="40458B"/>
              </a:buClr>
              <a:buFont typeface="Tahoma"/>
              <a:buAutoNum type="arabicPeriod"/>
              <a:tabLst>
                <a:tab pos="462280" algn="l"/>
              </a:tabLst>
            </a:pPr>
            <a:r>
              <a:rPr dirty="0" sz="2000">
                <a:solidFill>
                  <a:srgbClr val="FF0000"/>
                </a:solidFill>
                <a:latin typeface="黑体"/>
                <a:cs typeface="黑体"/>
              </a:rPr>
              <a:t>条带</a:t>
            </a:r>
            <a:r>
              <a:rPr dirty="0" sz="2000" spc="-20">
                <a:solidFill>
                  <a:srgbClr val="001F5F"/>
                </a:solidFill>
                <a:latin typeface="黑体"/>
                <a:cs typeface="黑体"/>
              </a:rPr>
              <a:t>：硬盘中单个或多个连续的扇区构成一个条带，它是一块硬盘上进一次数据读写的最小单元。它是组成分条的元素。</a:t>
            </a:r>
            <a:endParaRPr sz="2000">
              <a:latin typeface="黑体"/>
              <a:cs typeface="黑体"/>
            </a:endParaRPr>
          </a:p>
          <a:p>
            <a:pPr marL="462280" marR="5080" indent="-450215">
              <a:lnSpc>
                <a:spcPct val="120100"/>
              </a:lnSpc>
              <a:spcBef>
                <a:spcPts val="475"/>
              </a:spcBef>
              <a:buClr>
                <a:srgbClr val="40458B"/>
              </a:buClr>
              <a:buFont typeface="Tahoma"/>
              <a:buAutoNum type="arabicPeriod"/>
              <a:tabLst>
                <a:tab pos="462280" algn="l"/>
              </a:tabLst>
            </a:pPr>
            <a:r>
              <a:rPr dirty="0" sz="2000" spc="-10" b="1">
                <a:solidFill>
                  <a:srgbClr val="E14B04"/>
                </a:solidFill>
                <a:latin typeface="黑体"/>
                <a:cs typeface="黑体"/>
              </a:rPr>
              <a:t>条带化</a:t>
            </a:r>
            <a:r>
              <a:rPr dirty="0" sz="2000" spc="-15">
                <a:solidFill>
                  <a:srgbClr val="E14B04"/>
                </a:solidFill>
                <a:latin typeface="黑体"/>
                <a:cs typeface="黑体"/>
              </a:rPr>
              <a:t>：</a:t>
            </a:r>
            <a:r>
              <a:rPr dirty="0" sz="2000" spc="-15">
                <a:solidFill>
                  <a:srgbClr val="001F5F"/>
                </a:solidFill>
                <a:latin typeface="黑体"/>
                <a:cs typeface="黑体"/>
              </a:rPr>
              <a:t>将数据分割成固定大小的“条带”，轮流写入多个磁盘。这是</a:t>
            </a:r>
            <a:r>
              <a:rPr dirty="0" sz="2000" spc="-50" b="1">
                <a:solidFill>
                  <a:srgbClr val="001F5F"/>
                </a:solidFill>
                <a:latin typeface="黑体"/>
                <a:cs typeface="黑体"/>
              </a:rPr>
              <a:t>提</a:t>
            </a:r>
            <a:r>
              <a:rPr dirty="0" sz="2000" spc="-5" b="1">
                <a:solidFill>
                  <a:srgbClr val="001F5F"/>
                </a:solidFill>
                <a:latin typeface="黑体"/>
                <a:cs typeface="黑体"/>
              </a:rPr>
              <a:t>升性能</a:t>
            </a:r>
            <a:r>
              <a:rPr dirty="0" sz="2000" spc="-10" b="1">
                <a:solidFill>
                  <a:srgbClr val="001F5F"/>
                </a:solidFill>
                <a:latin typeface="黑体"/>
                <a:cs typeface="黑体"/>
              </a:rPr>
              <a:t>（</a:t>
            </a:r>
            <a:r>
              <a:rPr dirty="0" sz="2000" spc="-20" b="1">
                <a:solidFill>
                  <a:srgbClr val="001F5F"/>
                </a:solidFill>
                <a:latin typeface="黑体"/>
                <a:cs typeface="黑体"/>
              </a:rPr>
              <a:t>主要是读写速度）</a:t>
            </a:r>
            <a:r>
              <a:rPr dirty="0" sz="2000" spc="-370" b="1">
                <a:solidFill>
                  <a:srgbClr val="001F5F"/>
                </a:solidFill>
                <a:latin typeface="黑体"/>
                <a:cs typeface="黑体"/>
              </a:rPr>
              <a:t> </a:t>
            </a:r>
            <a:r>
              <a:rPr dirty="0" sz="2000" spc="-15">
                <a:solidFill>
                  <a:srgbClr val="001F5F"/>
                </a:solidFill>
                <a:latin typeface="黑体"/>
                <a:cs typeface="黑体"/>
              </a:rPr>
              <a:t>的关键技术。</a:t>
            </a:r>
            <a:endParaRPr sz="2000">
              <a:latin typeface="黑体"/>
              <a:cs typeface="黑体"/>
            </a:endParaRPr>
          </a:p>
          <a:p>
            <a:pPr marL="462280" marR="7620" indent="-450215">
              <a:lnSpc>
                <a:spcPct val="120000"/>
              </a:lnSpc>
              <a:spcBef>
                <a:spcPts val="480"/>
              </a:spcBef>
              <a:buClr>
                <a:srgbClr val="40458B"/>
              </a:buClr>
              <a:buFont typeface="Tahoma"/>
              <a:buAutoNum type="arabicPeriod"/>
              <a:tabLst>
                <a:tab pos="462280" algn="l"/>
              </a:tabLst>
            </a:pPr>
            <a:r>
              <a:rPr dirty="0" sz="2000" spc="-10" b="1">
                <a:solidFill>
                  <a:srgbClr val="E14B04"/>
                </a:solidFill>
                <a:latin typeface="黑体"/>
                <a:cs typeface="黑体"/>
              </a:rPr>
              <a:t>分条</a:t>
            </a:r>
            <a:r>
              <a:rPr dirty="0" sz="2000" spc="-10">
                <a:solidFill>
                  <a:srgbClr val="E14B04"/>
                </a:solidFill>
                <a:latin typeface="黑体"/>
                <a:cs typeface="黑体"/>
              </a:rPr>
              <a:t>：</a:t>
            </a:r>
            <a:r>
              <a:rPr dirty="0" sz="2000" spc="-15">
                <a:solidFill>
                  <a:srgbClr val="001F5F"/>
                </a:solidFill>
                <a:latin typeface="黑体"/>
                <a:cs typeface="黑体"/>
              </a:rPr>
              <a:t>：同一个硬盘阵列中，多个硬盘驱动器上的相同位置的条带（</a:t>
            </a:r>
            <a:r>
              <a:rPr dirty="0" sz="2000" spc="-25">
                <a:solidFill>
                  <a:srgbClr val="001F5F"/>
                </a:solidFill>
                <a:latin typeface="黑体"/>
                <a:cs typeface="黑体"/>
              </a:rPr>
              <a:t>或者</a:t>
            </a:r>
            <a:r>
              <a:rPr dirty="0" sz="2000" spc="-5">
                <a:solidFill>
                  <a:srgbClr val="001F5F"/>
                </a:solidFill>
                <a:latin typeface="黑体"/>
                <a:cs typeface="黑体"/>
              </a:rPr>
              <a:t>说相同编号</a:t>
            </a:r>
            <a:r>
              <a:rPr dirty="0" sz="2000" spc="-15">
                <a:solidFill>
                  <a:srgbClr val="001F5F"/>
                </a:solidFill>
                <a:latin typeface="黑体"/>
                <a:cs typeface="黑体"/>
              </a:rPr>
              <a:t>）</a:t>
            </a:r>
            <a:r>
              <a:rPr dirty="0" sz="2000" spc="-50">
                <a:solidFill>
                  <a:srgbClr val="001F5F"/>
                </a:solidFill>
                <a:latin typeface="黑体"/>
                <a:cs typeface="黑体"/>
              </a:rPr>
              <a:t>。</a:t>
            </a:r>
            <a:endParaRPr sz="2000">
              <a:latin typeface="黑体"/>
              <a:cs typeface="黑体"/>
            </a:endParaRPr>
          </a:p>
          <a:p>
            <a:pPr marL="462280" indent="-449580">
              <a:lnSpc>
                <a:spcPct val="100000"/>
              </a:lnSpc>
              <a:spcBef>
                <a:spcPts val="960"/>
              </a:spcBef>
              <a:buClr>
                <a:srgbClr val="40458B"/>
              </a:buClr>
              <a:buFont typeface="Tahoma"/>
              <a:buAutoNum type="arabicPeriod"/>
              <a:tabLst>
                <a:tab pos="462280" algn="l"/>
              </a:tabLst>
            </a:pPr>
            <a:r>
              <a:rPr dirty="0" sz="2000" spc="-15">
                <a:solidFill>
                  <a:srgbClr val="FF0000"/>
                </a:solidFill>
                <a:latin typeface="黑体"/>
                <a:cs typeface="黑体"/>
              </a:rPr>
              <a:t>分条深度</a:t>
            </a:r>
            <a:r>
              <a:rPr dirty="0" sz="2000" spc="-25">
                <a:solidFill>
                  <a:srgbClr val="001F5F"/>
                </a:solidFill>
                <a:latin typeface="黑体"/>
                <a:cs typeface="黑体"/>
              </a:rPr>
              <a:t>：一个条带的大小。</a:t>
            </a:r>
            <a:endParaRPr sz="2000">
              <a:latin typeface="黑体"/>
              <a:cs typeface="黑体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2029714" y="78740"/>
            <a:ext cx="429323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none" sz="2800">
                <a:solidFill>
                  <a:srgbClr val="000000"/>
                </a:solidFill>
              </a:rPr>
              <a:t>8.3</a:t>
            </a:r>
            <a:r>
              <a:rPr dirty="0" u="none" sz="2800" spc="-40">
                <a:solidFill>
                  <a:srgbClr val="000000"/>
                </a:solidFill>
              </a:rPr>
              <a:t> 廉价磁盘冗余阵列</a:t>
            </a:r>
            <a:r>
              <a:rPr dirty="0" u="none" sz="2800" spc="-20">
                <a:solidFill>
                  <a:srgbClr val="000000"/>
                </a:solidFill>
              </a:rPr>
              <a:t>RAID</a:t>
            </a:r>
            <a:endParaRPr sz="28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53605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34809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15" b="1">
                <a:solidFill>
                  <a:srgbClr val="40458B"/>
                </a:solidFill>
                <a:latin typeface="宋体"/>
                <a:cs typeface="宋体"/>
              </a:rPr>
              <a:t>24/81</a:t>
            </a:r>
            <a:endParaRPr baseline="1736" sz="2400">
              <a:latin typeface="宋体"/>
              <a:cs typeface="宋体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1555750" y="549275"/>
            <a:ext cx="7588250" cy="0"/>
          </a:xfrm>
          <a:custGeom>
            <a:avLst/>
            <a:gdLst/>
            <a:ahLst/>
            <a:cxnLst/>
            <a:rect l="l" t="t" r="r" b="b"/>
            <a:pathLst>
              <a:path w="7588250" h="0">
                <a:moveTo>
                  <a:pt x="0" y="0"/>
                </a:moveTo>
                <a:lnTo>
                  <a:pt x="7588250" y="0"/>
                </a:lnTo>
              </a:path>
            </a:pathLst>
          </a:custGeom>
          <a:ln w="38100">
            <a:solidFill>
              <a:srgbClr val="2C44A3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119062" y="188976"/>
            <a:ext cx="1437005" cy="274955"/>
            <a:chOff x="119062" y="188976"/>
            <a:chExt cx="1437005" cy="274955"/>
          </a:xfrm>
        </p:grpSpPr>
        <p:sp>
          <p:nvSpPr>
            <p:cNvPr id="5" name="object 5" descr=""/>
            <p:cNvSpPr/>
            <p:nvPr/>
          </p:nvSpPr>
          <p:spPr>
            <a:xfrm>
              <a:off x="119062" y="188976"/>
              <a:ext cx="499745" cy="274955"/>
            </a:xfrm>
            <a:custGeom>
              <a:avLst/>
              <a:gdLst/>
              <a:ahLst/>
              <a:cxnLst/>
              <a:rect l="l" t="t" r="r" b="b"/>
              <a:pathLst>
                <a:path w="499745" h="274955">
                  <a:moveTo>
                    <a:pt x="119837" y="0"/>
                  </a:moveTo>
                  <a:lnTo>
                    <a:pt x="4993" y="41528"/>
                  </a:lnTo>
                  <a:lnTo>
                    <a:pt x="264655" y="135508"/>
                  </a:lnTo>
                  <a:lnTo>
                    <a:pt x="0" y="231266"/>
                  </a:lnTo>
                  <a:lnTo>
                    <a:pt x="119837" y="274574"/>
                  </a:lnTo>
                  <a:lnTo>
                    <a:pt x="499338" y="137287"/>
                  </a:lnTo>
                  <a:lnTo>
                    <a:pt x="119837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85546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9621" y="0"/>
                  </a:moveTo>
                  <a:lnTo>
                    <a:pt x="4991" y="41528"/>
                  </a:lnTo>
                  <a:lnTo>
                    <a:pt x="264147" y="135508"/>
                  </a:lnTo>
                  <a:lnTo>
                    <a:pt x="0" y="231266"/>
                  </a:lnTo>
                  <a:lnTo>
                    <a:pt x="119621" y="274574"/>
                  </a:lnTo>
                  <a:lnTo>
                    <a:pt x="497141" y="137287"/>
                  </a:lnTo>
                  <a:lnTo>
                    <a:pt x="119621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058608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8363" y="0"/>
                  </a:moveTo>
                  <a:lnTo>
                    <a:pt x="4978" y="41528"/>
                  </a:lnTo>
                  <a:lnTo>
                    <a:pt x="264096" y="135508"/>
                  </a:lnTo>
                  <a:lnTo>
                    <a:pt x="0" y="231266"/>
                  </a:lnTo>
                  <a:lnTo>
                    <a:pt x="118363" y="274574"/>
                  </a:lnTo>
                  <a:lnTo>
                    <a:pt x="497141" y="137287"/>
                  </a:lnTo>
                  <a:lnTo>
                    <a:pt x="118363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29714" y="78740"/>
            <a:ext cx="429323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none" sz="2800">
                <a:solidFill>
                  <a:srgbClr val="000000"/>
                </a:solidFill>
              </a:rPr>
              <a:t>8.3</a:t>
            </a:r>
            <a:r>
              <a:rPr dirty="0" u="none" sz="2800" spc="-40">
                <a:solidFill>
                  <a:srgbClr val="000000"/>
                </a:solidFill>
              </a:rPr>
              <a:t> 廉价磁盘冗余阵列</a:t>
            </a:r>
            <a:r>
              <a:rPr dirty="0" u="none" sz="2800" spc="-20">
                <a:solidFill>
                  <a:srgbClr val="000000"/>
                </a:solidFill>
              </a:rPr>
              <a:t>RAID</a:t>
            </a:r>
            <a:endParaRPr sz="2800"/>
          </a:p>
        </p:txBody>
      </p:sp>
      <p:sp>
        <p:nvSpPr>
          <p:cNvPr id="10" name="object 10" descr=""/>
          <p:cNvSpPr/>
          <p:nvPr/>
        </p:nvSpPr>
        <p:spPr>
          <a:xfrm>
            <a:off x="0" y="5041900"/>
            <a:ext cx="9036050" cy="1200150"/>
          </a:xfrm>
          <a:custGeom>
            <a:avLst/>
            <a:gdLst/>
            <a:ahLst/>
            <a:cxnLst/>
            <a:rect l="l" t="t" r="r" b="b"/>
            <a:pathLst>
              <a:path w="9036050" h="1200150">
                <a:moveTo>
                  <a:pt x="9036050" y="0"/>
                </a:moveTo>
                <a:lnTo>
                  <a:pt x="0" y="0"/>
                </a:lnTo>
                <a:lnTo>
                  <a:pt x="0" y="1200150"/>
                </a:lnTo>
                <a:lnTo>
                  <a:pt x="9036050" y="1200150"/>
                </a:lnTo>
                <a:lnTo>
                  <a:pt x="9036050" y="0"/>
                </a:lnTo>
                <a:close/>
              </a:path>
            </a:pathLst>
          </a:custGeom>
          <a:solidFill>
            <a:srgbClr val="ECDC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-29159" y="531749"/>
            <a:ext cx="8952865" cy="5301615"/>
          </a:xfrm>
          <a:prstGeom prst="rect">
            <a:avLst/>
          </a:prstGeom>
        </p:spPr>
        <p:txBody>
          <a:bodyPr wrap="square" lIns="0" tIns="158750" rIns="0" bIns="0" rtlCol="0" vert="horz">
            <a:spAutoFit/>
          </a:bodyPr>
          <a:lstStyle/>
          <a:p>
            <a:pPr marL="334645">
              <a:lnSpc>
                <a:spcPct val="100000"/>
              </a:lnSpc>
              <a:spcBef>
                <a:spcPts val="1250"/>
              </a:spcBef>
            </a:pPr>
            <a:r>
              <a:rPr dirty="0" sz="2400" spc="-10">
                <a:solidFill>
                  <a:srgbClr val="E14B04"/>
                </a:solidFill>
                <a:latin typeface="黑体"/>
                <a:cs typeface="黑体"/>
              </a:rPr>
              <a:t>概念补充---技术 .</a:t>
            </a:r>
            <a:endParaRPr sz="2400">
              <a:latin typeface="黑体"/>
              <a:cs typeface="黑体"/>
            </a:endParaRPr>
          </a:p>
          <a:p>
            <a:pPr marL="784225" marR="230504" indent="-450215">
              <a:lnSpc>
                <a:spcPct val="120000"/>
              </a:lnSpc>
              <a:spcBef>
                <a:spcPts val="580"/>
              </a:spcBef>
              <a:buClr>
                <a:srgbClr val="40458B"/>
              </a:buClr>
              <a:buFont typeface="Tahoma"/>
              <a:buAutoNum type="arabicPeriod"/>
              <a:tabLst>
                <a:tab pos="784225" algn="l"/>
              </a:tabLst>
            </a:pPr>
            <a:r>
              <a:rPr dirty="0" sz="2400" spc="-20" b="1">
                <a:solidFill>
                  <a:srgbClr val="E14B04"/>
                </a:solidFill>
                <a:latin typeface="黑体"/>
                <a:cs typeface="黑体"/>
              </a:rPr>
              <a:t>条带化</a:t>
            </a:r>
            <a:r>
              <a:rPr dirty="0" sz="2400">
                <a:solidFill>
                  <a:srgbClr val="E14B04"/>
                </a:solidFill>
                <a:latin typeface="黑体"/>
                <a:cs typeface="黑体"/>
              </a:rPr>
              <a:t>：</a:t>
            </a:r>
            <a:r>
              <a:rPr dirty="0" sz="2400" spc="-5">
                <a:solidFill>
                  <a:srgbClr val="001F5F"/>
                </a:solidFill>
                <a:latin typeface="黑体"/>
                <a:cs typeface="黑体"/>
              </a:rPr>
              <a:t>将数据分割成固定大小的“条带”，轮流写入多个</a:t>
            </a:r>
            <a:r>
              <a:rPr dirty="0" sz="2400">
                <a:solidFill>
                  <a:srgbClr val="001F5F"/>
                </a:solidFill>
                <a:latin typeface="黑体"/>
                <a:cs typeface="黑体"/>
              </a:rPr>
              <a:t>磁盘。这是</a:t>
            </a:r>
            <a:r>
              <a:rPr dirty="0" sz="2400" spc="-20" b="1">
                <a:solidFill>
                  <a:srgbClr val="001F5F"/>
                </a:solidFill>
                <a:latin typeface="黑体"/>
                <a:cs typeface="黑体"/>
              </a:rPr>
              <a:t>提升性能（主要是读写速度</a:t>
            </a:r>
            <a:r>
              <a:rPr dirty="0" sz="2400" spc="-30" b="1">
                <a:solidFill>
                  <a:srgbClr val="001F5F"/>
                </a:solidFill>
                <a:latin typeface="黑体"/>
                <a:cs typeface="黑体"/>
              </a:rPr>
              <a:t>）</a:t>
            </a:r>
            <a:r>
              <a:rPr dirty="0" sz="2400" spc="-390" b="1">
                <a:solidFill>
                  <a:srgbClr val="001F5F"/>
                </a:solidFill>
                <a:latin typeface="黑体"/>
                <a:cs typeface="黑体"/>
              </a:rPr>
              <a:t> </a:t>
            </a:r>
            <a:r>
              <a:rPr dirty="0" sz="2400" spc="-10">
                <a:solidFill>
                  <a:srgbClr val="001F5F"/>
                </a:solidFill>
                <a:latin typeface="黑体"/>
                <a:cs typeface="黑体"/>
              </a:rPr>
              <a:t>的关键技术。</a:t>
            </a:r>
            <a:endParaRPr sz="2400">
              <a:latin typeface="黑体"/>
              <a:cs typeface="黑体"/>
            </a:endParaRPr>
          </a:p>
          <a:p>
            <a:pPr marL="784225" indent="-449580">
              <a:lnSpc>
                <a:spcPct val="100000"/>
              </a:lnSpc>
              <a:spcBef>
                <a:spcPts val="1150"/>
              </a:spcBef>
              <a:buClr>
                <a:srgbClr val="40458B"/>
              </a:buClr>
              <a:buFont typeface="Tahoma"/>
              <a:buAutoNum type="arabicPeriod"/>
              <a:tabLst>
                <a:tab pos="784225" algn="l"/>
              </a:tabLst>
            </a:pPr>
            <a:r>
              <a:rPr dirty="0" sz="2400" spc="-25" b="1">
                <a:solidFill>
                  <a:srgbClr val="E14B04"/>
                </a:solidFill>
                <a:latin typeface="黑体"/>
                <a:cs typeface="黑体"/>
              </a:rPr>
              <a:t>镜像</a:t>
            </a:r>
            <a:r>
              <a:rPr dirty="0" sz="2400" spc="-10">
                <a:solidFill>
                  <a:srgbClr val="E14B04"/>
                </a:solidFill>
                <a:latin typeface="黑体"/>
                <a:cs typeface="黑体"/>
              </a:rPr>
              <a:t>：</a:t>
            </a:r>
            <a:r>
              <a:rPr dirty="0" sz="2400" spc="-10">
                <a:solidFill>
                  <a:srgbClr val="001F5F"/>
                </a:solidFill>
                <a:latin typeface="黑体"/>
                <a:cs typeface="黑体"/>
              </a:rPr>
              <a:t>将同一份数据完全复制到另一块磁盘上。这是</a:t>
            </a:r>
            <a:r>
              <a:rPr dirty="0" sz="2400" spc="-35" b="1">
                <a:solidFill>
                  <a:srgbClr val="001F5F"/>
                </a:solidFill>
                <a:latin typeface="黑体"/>
                <a:cs typeface="黑体"/>
              </a:rPr>
              <a:t>提供数</a:t>
            </a:r>
            <a:endParaRPr sz="2400">
              <a:latin typeface="黑体"/>
              <a:cs typeface="黑体"/>
            </a:endParaRPr>
          </a:p>
          <a:p>
            <a:pPr marL="784225">
              <a:lnSpc>
                <a:spcPct val="100000"/>
              </a:lnSpc>
              <a:spcBef>
                <a:spcPts val="580"/>
              </a:spcBef>
            </a:pPr>
            <a:r>
              <a:rPr dirty="0" sz="2400" spc="-20" b="1">
                <a:solidFill>
                  <a:srgbClr val="001F5F"/>
                </a:solidFill>
                <a:latin typeface="黑体"/>
                <a:cs typeface="黑体"/>
              </a:rPr>
              <a:t>据冗余、保障可靠性</a:t>
            </a:r>
            <a:r>
              <a:rPr dirty="0" sz="2400" spc="-10">
                <a:solidFill>
                  <a:srgbClr val="001F5F"/>
                </a:solidFill>
                <a:latin typeface="黑体"/>
                <a:cs typeface="黑体"/>
              </a:rPr>
              <a:t>的关键技术。</a:t>
            </a:r>
            <a:endParaRPr sz="2400">
              <a:latin typeface="黑体"/>
              <a:cs typeface="黑体"/>
            </a:endParaRPr>
          </a:p>
          <a:p>
            <a:pPr algn="just" marL="782320" marR="222250" indent="-448309">
              <a:lnSpc>
                <a:spcPct val="120000"/>
              </a:lnSpc>
              <a:spcBef>
                <a:spcPts val="580"/>
              </a:spcBef>
              <a:buClr>
                <a:srgbClr val="40458B"/>
              </a:buClr>
              <a:buFont typeface="Tahoma"/>
              <a:buAutoNum type="arabicPeriod" startAt="3"/>
              <a:tabLst>
                <a:tab pos="784225" algn="l"/>
              </a:tabLst>
            </a:pPr>
            <a:r>
              <a:rPr dirty="0" sz="2400" spc="-20" b="1">
                <a:solidFill>
                  <a:srgbClr val="E14B04"/>
                </a:solidFill>
                <a:latin typeface="黑体"/>
                <a:cs typeface="黑体"/>
              </a:rPr>
              <a:t>奇偶校验</a:t>
            </a:r>
            <a:r>
              <a:rPr dirty="0" sz="2400">
                <a:solidFill>
                  <a:srgbClr val="E14B04"/>
                </a:solidFill>
                <a:latin typeface="黑体"/>
                <a:cs typeface="黑体"/>
              </a:rPr>
              <a:t>：</a:t>
            </a:r>
            <a:r>
              <a:rPr dirty="0" sz="2400" spc="-5">
                <a:solidFill>
                  <a:srgbClr val="001F5F"/>
                </a:solidFill>
                <a:latin typeface="黑体"/>
                <a:cs typeface="黑体"/>
              </a:rPr>
              <a:t>通过算法计算出一组数据的校验信息，并单独存</a:t>
            </a:r>
            <a:r>
              <a:rPr dirty="0" sz="2400" spc="-5">
                <a:solidFill>
                  <a:srgbClr val="001F5F"/>
                </a:solidFill>
                <a:latin typeface="黑体"/>
                <a:cs typeface="黑体"/>
              </a:rPr>
              <a:t>	</a:t>
            </a:r>
            <a:r>
              <a:rPr dirty="0" sz="2400" spc="-15">
                <a:solidFill>
                  <a:srgbClr val="001F5F"/>
                </a:solidFill>
                <a:latin typeface="黑体"/>
                <a:cs typeface="黑体"/>
              </a:rPr>
              <a:t>储。当某一块数据丢失时，可以通过剩余的数据和校验信息</a:t>
            </a:r>
            <a:r>
              <a:rPr dirty="0" sz="2400" spc="-15">
                <a:solidFill>
                  <a:srgbClr val="001F5F"/>
                </a:solidFill>
                <a:latin typeface="黑体"/>
                <a:cs typeface="黑体"/>
              </a:rPr>
              <a:t>	</a:t>
            </a:r>
            <a:r>
              <a:rPr dirty="0" sz="2400">
                <a:solidFill>
                  <a:srgbClr val="001F5F"/>
                </a:solidFill>
                <a:latin typeface="黑体"/>
                <a:cs typeface="黑体"/>
              </a:rPr>
              <a:t>将其恢复。这是一种</a:t>
            </a:r>
            <a:r>
              <a:rPr dirty="0" sz="2400" spc="-20" b="1">
                <a:solidFill>
                  <a:srgbClr val="001F5F"/>
                </a:solidFill>
                <a:latin typeface="黑体"/>
                <a:cs typeface="黑体"/>
              </a:rPr>
              <a:t>用计算换取存储空间</a:t>
            </a:r>
            <a:r>
              <a:rPr dirty="0" sz="2400" spc="-10">
                <a:solidFill>
                  <a:srgbClr val="001F5F"/>
                </a:solidFill>
                <a:latin typeface="黑体"/>
                <a:cs typeface="黑体"/>
              </a:rPr>
              <a:t>的冗余方式。</a:t>
            </a:r>
            <a:endParaRPr sz="2400">
              <a:latin typeface="黑体"/>
              <a:cs typeface="黑体"/>
            </a:endParaRPr>
          </a:p>
          <a:p>
            <a:pPr>
              <a:lnSpc>
                <a:spcPct val="100000"/>
              </a:lnSpc>
              <a:spcBef>
                <a:spcPts val="2700"/>
              </a:spcBef>
            </a:pPr>
            <a:endParaRPr sz="2400">
              <a:latin typeface="黑体"/>
              <a:cs typeface="黑体"/>
            </a:endParaRPr>
          </a:p>
          <a:p>
            <a:pPr marL="12700" marR="5080">
              <a:lnSpc>
                <a:spcPct val="100000"/>
              </a:lnSpc>
            </a:pPr>
            <a:r>
              <a:rPr dirty="0" sz="2400">
                <a:solidFill>
                  <a:srgbClr val="CC00FF"/>
                </a:solidFill>
                <a:latin typeface="黑体"/>
                <a:cs typeface="黑体"/>
              </a:rPr>
              <a:t>数据条带</a:t>
            </a:r>
            <a:r>
              <a:rPr dirty="0" sz="2400" spc="-10">
                <a:solidFill>
                  <a:srgbClr val="40458B"/>
                </a:solidFill>
                <a:latin typeface="Tahoma"/>
                <a:cs typeface="Tahoma"/>
              </a:rPr>
              <a:t>-----</a:t>
            </a:r>
            <a:r>
              <a:rPr dirty="0" sz="2400">
                <a:solidFill>
                  <a:srgbClr val="40458B"/>
                </a:solidFill>
                <a:latin typeface="黑体"/>
                <a:cs typeface="黑体"/>
              </a:rPr>
              <a:t>通过并发提高性能；</a:t>
            </a:r>
            <a:r>
              <a:rPr dirty="0" sz="2400">
                <a:solidFill>
                  <a:srgbClr val="CC00FF"/>
                </a:solidFill>
                <a:latin typeface="黑体"/>
                <a:cs typeface="黑体"/>
              </a:rPr>
              <a:t>冗余机制</a:t>
            </a:r>
            <a:r>
              <a:rPr dirty="0" sz="2400" spc="-10">
                <a:solidFill>
                  <a:srgbClr val="40458B"/>
                </a:solidFill>
                <a:latin typeface="Tahoma"/>
                <a:cs typeface="Tahoma"/>
              </a:rPr>
              <a:t>----</a:t>
            </a:r>
            <a:r>
              <a:rPr dirty="0" sz="2400" spc="-10">
                <a:solidFill>
                  <a:srgbClr val="40458B"/>
                </a:solidFill>
                <a:latin typeface="黑体"/>
                <a:cs typeface="黑体"/>
              </a:rPr>
              <a:t>提供安全，发生故障</a:t>
            </a:r>
            <a:r>
              <a:rPr dirty="0" sz="2400">
                <a:solidFill>
                  <a:srgbClr val="40458B"/>
                </a:solidFill>
                <a:latin typeface="黑体"/>
                <a:cs typeface="黑体"/>
              </a:rPr>
              <a:t>时进行数据重建；</a:t>
            </a:r>
            <a:r>
              <a:rPr dirty="0" sz="2400">
                <a:solidFill>
                  <a:srgbClr val="CC00FF"/>
                </a:solidFill>
                <a:latin typeface="黑体"/>
                <a:cs typeface="黑体"/>
              </a:rPr>
              <a:t>镜像或奇偶校验</a:t>
            </a:r>
            <a:r>
              <a:rPr dirty="0" sz="2400" spc="-10">
                <a:solidFill>
                  <a:srgbClr val="CC00FF"/>
                </a:solidFill>
                <a:latin typeface="Tahoma"/>
                <a:cs typeface="Tahoma"/>
              </a:rPr>
              <a:t>---</a:t>
            </a:r>
            <a:r>
              <a:rPr dirty="0" sz="2400" spc="-10">
                <a:solidFill>
                  <a:srgbClr val="40458B"/>
                </a:solidFill>
                <a:latin typeface="黑体"/>
                <a:cs typeface="黑体"/>
              </a:rPr>
              <a:t>来提供容错。</a:t>
            </a:r>
            <a:endParaRPr sz="24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138112" y="969962"/>
          <a:ext cx="9111615" cy="54184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05000"/>
                <a:gridCol w="1828800"/>
                <a:gridCol w="1905000"/>
                <a:gridCol w="1828800"/>
                <a:gridCol w="1539240"/>
              </a:tblGrid>
              <a:tr h="11639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5397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 b="1">
                          <a:solidFill>
                            <a:srgbClr val="E14B04"/>
                          </a:solidFill>
                          <a:latin typeface="宋体"/>
                          <a:cs typeface="宋体"/>
                        </a:rPr>
                        <a:t>RAID</a:t>
                      </a:r>
                      <a:r>
                        <a:rPr dirty="0" sz="1600" spc="-40" b="1">
                          <a:solidFill>
                            <a:srgbClr val="E14B04"/>
                          </a:solidFill>
                          <a:latin typeface="宋体"/>
                          <a:cs typeface="宋体"/>
                        </a:rPr>
                        <a:t>级别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120650">
                    <a:lnL w="28575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28575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95250">
                        <a:lnSpc>
                          <a:spcPct val="110000"/>
                        </a:lnSpc>
                        <a:spcBef>
                          <a:spcPts val="150"/>
                        </a:spcBef>
                      </a:pPr>
                      <a:r>
                        <a:rPr dirty="0" sz="1600" spc="-35" b="1">
                          <a:solidFill>
                            <a:srgbClr val="E14B04"/>
                          </a:solidFill>
                          <a:latin typeface="宋体"/>
                          <a:cs typeface="宋体"/>
                        </a:rPr>
                        <a:t>可以容忍的故障个数以及当数据盘为</a:t>
                      </a:r>
                      <a:r>
                        <a:rPr dirty="0" sz="1600" spc="-50" b="1">
                          <a:solidFill>
                            <a:srgbClr val="E14B04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600" spc="-10" b="1">
                          <a:solidFill>
                            <a:srgbClr val="E14B04"/>
                          </a:solidFill>
                          <a:latin typeface="宋体"/>
                          <a:cs typeface="宋体"/>
                        </a:rPr>
                        <a:t>8</a:t>
                      </a:r>
                      <a:r>
                        <a:rPr dirty="0" sz="1600" spc="-35" b="1">
                          <a:solidFill>
                            <a:srgbClr val="E14B04"/>
                          </a:solidFill>
                          <a:latin typeface="宋体"/>
                          <a:cs typeface="宋体"/>
                        </a:rPr>
                        <a:t>个时，所需要的检测盘的个数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19050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28575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 spc="-25" b="1">
                          <a:solidFill>
                            <a:srgbClr val="E14B04"/>
                          </a:solidFill>
                          <a:latin typeface="宋体"/>
                          <a:cs typeface="宋体"/>
                        </a:rPr>
                        <a:t>优 点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120650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28575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 spc="-25" b="1">
                          <a:solidFill>
                            <a:srgbClr val="E14B04"/>
                          </a:solidFill>
                          <a:latin typeface="宋体"/>
                          <a:cs typeface="宋体"/>
                        </a:rPr>
                        <a:t>缺 点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120650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28575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5090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315595" marR="8509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 spc="-35" b="1">
                          <a:solidFill>
                            <a:srgbClr val="E14B04"/>
                          </a:solidFill>
                          <a:latin typeface="宋体"/>
                          <a:cs typeface="宋体"/>
                        </a:rPr>
                        <a:t>公司产品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120650">
                    <a:lnL w="12700">
                      <a:solidFill>
                        <a:srgbClr val="40458B"/>
                      </a:solidFill>
                      <a:prstDash val="solid"/>
                    </a:lnL>
                    <a:lnR w="28575">
                      <a:solidFill>
                        <a:srgbClr val="40458B"/>
                      </a:solidFill>
                      <a:prstDash val="solid"/>
                    </a:lnR>
                    <a:lnT w="28575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dirty="0" sz="1600" spc="-50" b="1">
                          <a:solidFill>
                            <a:srgbClr val="008000"/>
                          </a:solidFill>
                          <a:latin typeface="宋体"/>
                          <a:cs typeface="宋体"/>
                        </a:rPr>
                        <a:t>0</a:t>
                      </a:r>
                      <a:endParaRPr sz="1600">
                        <a:latin typeface="宋体"/>
                        <a:cs typeface="宋体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dirty="0" sz="1600" spc="-35" b="1">
                          <a:solidFill>
                            <a:srgbClr val="008000"/>
                          </a:solidFill>
                          <a:latin typeface="宋体"/>
                          <a:cs typeface="宋体"/>
                        </a:rPr>
                        <a:t>非冗余，条带存放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62230">
                    <a:lnL w="28575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dirty="0" sz="1600" spc="-1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0</a:t>
                      </a:r>
                      <a:r>
                        <a:rPr dirty="0" sz="1600" spc="-35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个故障；</a:t>
                      </a:r>
                      <a:endParaRPr sz="1600">
                        <a:latin typeface="宋体"/>
                        <a:cs typeface="宋体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dirty="0" sz="1600" spc="-1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0</a:t>
                      </a:r>
                      <a:r>
                        <a:rPr dirty="0" sz="1600" spc="-35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个检测盘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80645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495"/>
                        </a:spcBef>
                      </a:pPr>
                      <a:r>
                        <a:rPr dirty="0" sz="1600" spc="-35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没有空间开销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189865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495"/>
                        </a:spcBef>
                      </a:pPr>
                      <a:r>
                        <a:rPr dirty="0" sz="1600" spc="-35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没有纠错能力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189865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85090">
                        <a:lnSpc>
                          <a:spcPct val="100000"/>
                        </a:lnSpc>
                        <a:spcBef>
                          <a:spcPts val="1495"/>
                        </a:spcBef>
                      </a:pPr>
                      <a:r>
                        <a:rPr dirty="0" sz="1600" spc="-35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广泛应用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189865">
                    <a:lnL w="12700">
                      <a:solidFill>
                        <a:srgbClr val="40458B"/>
                      </a:solidFill>
                      <a:prstDash val="solid"/>
                    </a:lnL>
                    <a:lnR w="28575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</a:tr>
              <a:tr h="1432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600" spc="-50" b="1">
                          <a:solidFill>
                            <a:srgbClr val="008000"/>
                          </a:solidFill>
                          <a:latin typeface="宋体"/>
                          <a:cs typeface="宋体"/>
                        </a:rPr>
                        <a:t>1</a:t>
                      </a:r>
                      <a:endParaRPr sz="1600">
                        <a:latin typeface="宋体"/>
                        <a:cs typeface="宋体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600" spc="-35" b="1">
                          <a:solidFill>
                            <a:srgbClr val="008000"/>
                          </a:solidFill>
                          <a:latin typeface="宋体"/>
                          <a:cs typeface="宋体"/>
                        </a:rPr>
                        <a:t>镜像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136525">
                    <a:lnL w="28575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dirty="0" sz="1600" spc="-1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1</a:t>
                      </a:r>
                      <a:r>
                        <a:rPr dirty="0" sz="1600" spc="-35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个故障；</a:t>
                      </a:r>
                      <a:endParaRPr sz="1600">
                        <a:latin typeface="宋体"/>
                        <a:cs typeface="宋体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1440"/>
                        </a:spcBef>
                      </a:pPr>
                      <a:r>
                        <a:rPr dirty="0" sz="1600" spc="-1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8</a:t>
                      </a:r>
                      <a:r>
                        <a:rPr dirty="0" sz="1600" spc="-35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个检测盘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85090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 marL="92075" marR="171450">
                        <a:lnSpc>
                          <a:spcPct val="110000"/>
                        </a:lnSpc>
                        <a:spcBef>
                          <a:spcPts val="155"/>
                        </a:spcBef>
                      </a:pPr>
                      <a:r>
                        <a:rPr dirty="0" sz="1600" spc="-35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不需要计算奇偶校验，数据恢复快，</a:t>
                      </a:r>
                      <a:r>
                        <a:rPr dirty="0" sz="1600" spc="-25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读数据快。而且其</a:t>
                      </a:r>
                      <a:r>
                        <a:rPr dirty="0" sz="1600" spc="-35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小规模写操作比更</a:t>
                      </a:r>
                      <a:r>
                        <a:rPr dirty="0" sz="1600" spc="-3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高级别的</a:t>
                      </a:r>
                      <a:r>
                        <a:rPr dirty="0" sz="1600" spc="-1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RAID</a:t>
                      </a:r>
                      <a:r>
                        <a:rPr dirty="0" sz="1600" spc="-5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快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19685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dirty="0" sz="1600" spc="-35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检测空间开销最大</a:t>
                      </a:r>
                      <a:endParaRPr sz="1600">
                        <a:latin typeface="宋体"/>
                        <a:cs typeface="宋体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dirty="0" sz="1600" spc="-3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（</a:t>
                      </a:r>
                      <a:r>
                        <a:rPr dirty="0" sz="1600" spc="-35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即需要的检测盘</a:t>
                      </a:r>
                      <a:endParaRPr sz="1600">
                        <a:latin typeface="宋体"/>
                        <a:cs typeface="宋体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600" spc="-2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最多</a:t>
                      </a:r>
                      <a:r>
                        <a:rPr dirty="0" sz="1600" spc="-5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）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62865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85090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dirty="0" sz="1600" spc="-2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EMC，</a:t>
                      </a:r>
                      <a:endParaRPr sz="1600">
                        <a:latin typeface="宋体"/>
                        <a:cs typeface="宋体"/>
                      </a:endParaRPr>
                    </a:p>
                    <a:p>
                      <a:pPr marL="92075">
                        <a:lnSpc>
                          <a:spcPct val="140100"/>
                        </a:lnSpc>
                        <a:spcBef>
                          <a:spcPts val="240"/>
                        </a:spcBef>
                      </a:pPr>
                      <a:r>
                        <a:rPr dirty="0" sz="1600" spc="-1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HP（Tandem）， </a:t>
                      </a:r>
                      <a:r>
                        <a:rPr dirty="0" sz="1600" spc="-25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IBM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153670">
                    <a:lnL w="12700">
                      <a:solidFill>
                        <a:srgbClr val="40458B"/>
                      </a:solidFill>
                      <a:prstDash val="solid"/>
                    </a:lnL>
                    <a:lnR w="28575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</a:tr>
              <a:tr h="8959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dirty="0" sz="1600" spc="-50" b="1">
                          <a:solidFill>
                            <a:srgbClr val="008000"/>
                          </a:solidFill>
                          <a:latin typeface="宋体"/>
                          <a:cs typeface="宋体"/>
                        </a:rPr>
                        <a:t>2</a:t>
                      </a:r>
                      <a:endParaRPr sz="1600">
                        <a:latin typeface="宋体"/>
                        <a:cs typeface="宋体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870"/>
                        </a:spcBef>
                      </a:pPr>
                      <a:r>
                        <a:rPr dirty="0" sz="1600" spc="-30" b="1">
                          <a:solidFill>
                            <a:srgbClr val="008000"/>
                          </a:solidFill>
                          <a:latin typeface="宋体"/>
                          <a:cs typeface="宋体"/>
                        </a:rPr>
                        <a:t>存储器式</a:t>
                      </a:r>
                      <a:r>
                        <a:rPr dirty="0" sz="1600" spc="-25" b="1">
                          <a:solidFill>
                            <a:srgbClr val="008000"/>
                          </a:solidFill>
                          <a:latin typeface="宋体"/>
                          <a:cs typeface="宋体"/>
                        </a:rPr>
                        <a:t>ECC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99060">
                    <a:lnL w="28575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dirty="0" sz="1600" spc="-1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1</a:t>
                      </a:r>
                      <a:r>
                        <a:rPr dirty="0" sz="1600" spc="-3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个故障；</a:t>
                      </a:r>
                      <a:endParaRPr sz="1600">
                        <a:latin typeface="宋体"/>
                        <a:cs typeface="宋体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dirty="0" sz="1600" spc="-1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4</a:t>
                      </a:r>
                      <a:r>
                        <a:rPr dirty="0" sz="1600" spc="-35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个检测盘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135890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dirty="0" sz="1600" spc="-25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不依靠故障盘进行</a:t>
                      </a:r>
                      <a:endParaRPr sz="1600">
                        <a:latin typeface="宋体"/>
                        <a:cs typeface="宋体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600" spc="-4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自诊断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62865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 marL="92075" marR="94615">
                        <a:lnSpc>
                          <a:spcPct val="110100"/>
                        </a:lnSpc>
                        <a:spcBef>
                          <a:spcPts val="155"/>
                        </a:spcBef>
                      </a:pPr>
                      <a:r>
                        <a:rPr dirty="0" sz="1600" spc="-25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检测空间开销的级</a:t>
                      </a:r>
                      <a:r>
                        <a:rPr dirty="0" sz="1600" spc="-3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别是</a:t>
                      </a:r>
                      <a:r>
                        <a:rPr dirty="0" sz="160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log</a:t>
                      </a:r>
                      <a:r>
                        <a:rPr dirty="0" baseline="-23809" sz="1575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2</a:t>
                      </a:r>
                      <a:r>
                        <a:rPr dirty="0" sz="160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m</a:t>
                      </a:r>
                      <a:r>
                        <a:rPr dirty="0" sz="1600" spc="-3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级</a:t>
                      </a:r>
                      <a:r>
                        <a:rPr dirty="0" sz="1600" spc="-2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（m</a:t>
                      </a:r>
                      <a:r>
                        <a:rPr dirty="0" sz="1600" spc="-5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为</a:t>
                      </a:r>
                      <a:r>
                        <a:rPr dirty="0" sz="1600" spc="-3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数据盘的个数</a:t>
                      </a:r>
                      <a:r>
                        <a:rPr dirty="0" sz="1600" spc="-5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）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19685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509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2075" marR="85090">
                        <a:lnSpc>
                          <a:spcPct val="100000"/>
                        </a:lnSpc>
                      </a:pPr>
                      <a:r>
                        <a:rPr dirty="0" sz="1600" spc="-4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没有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48895">
                    <a:lnL w="12700">
                      <a:solidFill>
                        <a:srgbClr val="40458B"/>
                      </a:solidFill>
                      <a:prstDash val="solid"/>
                    </a:lnL>
                    <a:lnR w="28575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</a:tr>
              <a:tr h="11639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dirty="0" sz="1600" spc="-50" b="1">
                          <a:solidFill>
                            <a:srgbClr val="008000"/>
                          </a:solidFill>
                          <a:latin typeface="宋体"/>
                          <a:cs typeface="宋体"/>
                        </a:rPr>
                        <a:t>3</a:t>
                      </a:r>
                      <a:endParaRPr sz="1600">
                        <a:latin typeface="宋体"/>
                        <a:cs typeface="宋体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dirty="0" sz="1600" spc="-35" b="1">
                          <a:solidFill>
                            <a:srgbClr val="008000"/>
                          </a:solidFill>
                          <a:latin typeface="宋体"/>
                          <a:cs typeface="宋体"/>
                        </a:rPr>
                        <a:t>位交叉奇偶校验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136525">
                    <a:lnL w="28575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28575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789"/>
                        </a:spcBef>
                      </a:pPr>
                      <a:r>
                        <a:rPr dirty="0" sz="1600" spc="-1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1</a:t>
                      </a:r>
                      <a:r>
                        <a:rPr dirty="0" sz="1600" spc="-3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个故障；</a:t>
                      </a:r>
                      <a:endParaRPr sz="1600">
                        <a:latin typeface="宋体"/>
                        <a:cs typeface="宋体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1205"/>
                        </a:spcBef>
                      </a:pPr>
                      <a:r>
                        <a:rPr dirty="0" sz="1600" spc="-1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1</a:t>
                      </a:r>
                      <a:r>
                        <a:rPr dirty="0" sz="1600" spc="-35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个检测盘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227329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28575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600" spc="-35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检测空间开销小</a:t>
                      </a:r>
                      <a:endParaRPr sz="1600">
                        <a:latin typeface="宋体"/>
                        <a:cs typeface="宋体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600" spc="-2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（</a:t>
                      </a:r>
                      <a:r>
                        <a:rPr dirty="0" sz="1600" spc="-25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即需要的检测盘</a:t>
                      </a:r>
                      <a:endParaRPr sz="1600">
                        <a:latin typeface="宋体"/>
                        <a:cs typeface="宋体"/>
                      </a:endParaRPr>
                    </a:p>
                    <a:p>
                      <a:pPr marL="92075" marR="171450">
                        <a:lnSpc>
                          <a:spcPct val="110000"/>
                        </a:lnSpc>
                      </a:pPr>
                      <a:r>
                        <a:rPr dirty="0" sz="1600" spc="-3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少），</a:t>
                      </a:r>
                      <a:r>
                        <a:rPr dirty="0" sz="1600" spc="-35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大规模读写操作的带宽高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28575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 marL="92075" marR="94615">
                        <a:lnSpc>
                          <a:spcPct val="120100"/>
                        </a:lnSpc>
                        <a:spcBef>
                          <a:spcPts val="110"/>
                        </a:spcBef>
                      </a:pPr>
                      <a:r>
                        <a:rPr dirty="0" sz="1600" spc="-35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对小规模、随机的读写操作没有提供特别的支持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13970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28575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5090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2075" marR="8509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 spc="-35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外存概念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121920">
                    <a:lnL w="12700">
                      <a:solidFill>
                        <a:srgbClr val="40458B"/>
                      </a:solidFill>
                      <a:prstDash val="solid"/>
                    </a:lnL>
                    <a:lnR w="28575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28575">
                      <a:solidFill>
                        <a:srgbClr val="40458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2891" y="302767"/>
            <a:ext cx="322834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</a:tabLst>
            </a:pPr>
            <a:r>
              <a:rPr dirty="0" u="none" sz="2400" spc="-25">
                <a:solidFill>
                  <a:srgbClr val="40458B"/>
                </a:solidFill>
              </a:rPr>
              <a:t>4.</a:t>
            </a:r>
            <a:r>
              <a:rPr dirty="0" u="none" sz="2400">
                <a:solidFill>
                  <a:srgbClr val="40458B"/>
                </a:solidFill>
              </a:rPr>
              <a:t>	RAID</a:t>
            </a:r>
            <a:r>
              <a:rPr dirty="0" u="none" sz="2400" spc="-10">
                <a:solidFill>
                  <a:srgbClr val="40458B"/>
                </a:solidFill>
              </a:rPr>
              <a:t>的分级及其特性</a:t>
            </a:r>
            <a:endParaRPr sz="24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454025" y="1106487"/>
          <a:ext cx="8261349" cy="49720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46580"/>
                <a:gridCol w="1630045"/>
                <a:gridCol w="1511300"/>
                <a:gridCol w="1944369"/>
                <a:gridCol w="1223645"/>
              </a:tblGrid>
              <a:tr h="14319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5111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 spc="-10" b="1">
                          <a:solidFill>
                            <a:srgbClr val="E14B04"/>
                          </a:solidFill>
                          <a:latin typeface="宋体"/>
                          <a:cs typeface="宋体"/>
                        </a:rPr>
                        <a:t>RAID</a:t>
                      </a:r>
                      <a:r>
                        <a:rPr dirty="0" sz="1600" spc="-40" b="1">
                          <a:solidFill>
                            <a:srgbClr val="E14B04"/>
                          </a:solidFill>
                          <a:latin typeface="宋体"/>
                          <a:cs typeface="宋体"/>
                        </a:rPr>
                        <a:t>级别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120650">
                    <a:lnL w="28575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28575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304800">
                        <a:lnSpc>
                          <a:spcPct val="110000"/>
                        </a:lnSpc>
                        <a:spcBef>
                          <a:spcPts val="150"/>
                        </a:spcBef>
                      </a:pPr>
                      <a:r>
                        <a:rPr dirty="0" sz="1600" spc="-35" b="1">
                          <a:solidFill>
                            <a:srgbClr val="E14B04"/>
                          </a:solidFill>
                          <a:latin typeface="宋体"/>
                          <a:cs typeface="宋体"/>
                        </a:rPr>
                        <a:t>可以容忍的故障个数以及当</a:t>
                      </a:r>
                      <a:endParaRPr sz="1600">
                        <a:latin typeface="宋体"/>
                        <a:cs typeface="宋体"/>
                      </a:endParaRPr>
                    </a:p>
                    <a:p>
                      <a:pPr marL="91440">
                        <a:lnSpc>
                          <a:spcPct val="110000"/>
                        </a:lnSpc>
                        <a:spcBef>
                          <a:spcPts val="5"/>
                        </a:spcBef>
                      </a:pPr>
                      <a:r>
                        <a:rPr dirty="0" sz="1600" spc="-30" b="1">
                          <a:solidFill>
                            <a:srgbClr val="E14B04"/>
                          </a:solidFill>
                          <a:latin typeface="宋体"/>
                          <a:cs typeface="宋体"/>
                        </a:rPr>
                        <a:t>数据盘为</a:t>
                      </a:r>
                      <a:r>
                        <a:rPr dirty="0" sz="1600" b="1">
                          <a:solidFill>
                            <a:srgbClr val="E14B04"/>
                          </a:solidFill>
                          <a:latin typeface="宋体"/>
                          <a:cs typeface="宋体"/>
                        </a:rPr>
                        <a:t>8</a:t>
                      </a:r>
                      <a:r>
                        <a:rPr dirty="0" sz="1600" spc="-40" b="1">
                          <a:solidFill>
                            <a:srgbClr val="E14B04"/>
                          </a:solidFill>
                          <a:latin typeface="宋体"/>
                          <a:cs typeface="宋体"/>
                        </a:rPr>
                        <a:t>个时，</a:t>
                      </a:r>
                      <a:r>
                        <a:rPr dirty="0" sz="1600" spc="-35" b="1">
                          <a:solidFill>
                            <a:srgbClr val="E14B04"/>
                          </a:solidFill>
                          <a:latin typeface="宋体"/>
                          <a:cs typeface="宋体"/>
                        </a:rPr>
                        <a:t>所需要的检测</a:t>
                      </a:r>
                      <a:endParaRPr sz="1600">
                        <a:latin typeface="宋体"/>
                        <a:cs typeface="宋体"/>
                      </a:endParaRPr>
                    </a:p>
                    <a:p>
                      <a:pPr marL="91440" marR="8509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600" spc="-35" b="1">
                          <a:solidFill>
                            <a:srgbClr val="E14B04"/>
                          </a:solidFill>
                          <a:latin typeface="宋体"/>
                          <a:cs typeface="宋体"/>
                        </a:rPr>
                        <a:t>盘的个数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19050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28575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499109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 spc="-25" b="1">
                          <a:solidFill>
                            <a:srgbClr val="E14B04"/>
                          </a:solidFill>
                          <a:latin typeface="宋体"/>
                          <a:cs typeface="宋体"/>
                        </a:rPr>
                        <a:t>优 点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120650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28575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 spc="-25" b="1">
                          <a:solidFill>
                            <a:srgbClr val="E14B04"/>
                          </a:solidFill>
                          <a:latin typeface="宋体"/>
                          <a:cs typeface="宋体"/>
                        </a:rPr>
                        <a:t>缺 点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120650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28575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ctr" marL="127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 spc="-35" b="1">
                          <a:solidFill>
                            <a:srgbClr val="E14B04"/>
                          </a:solidFill>
                          <a:latin typeface="宋体"/>
                          <a:cs typeface="宋体"/>
                        </a:rPr>
                        <a:t>公司产品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120650">
                    <a:lnL w="12700">
                      <a:solidFill>
                        <a:srgbClr val="40458B"/>
                      </a:solidFill>
                      <a:prstDash val="solid"/>
                    </a:lnL>
                    <a:lnR w="28575">
                      <a:solidFill>
                        <a:srgbClr val="40458B"/>
                      </a:solidFill>
                      <a:prstDash val="solid"/>
                    </a:lnR>
                    <a:lnT w="28575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</a:tr>
              <a:tr h="11639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dirty="0" sz="1600" spc="-50" b="1">
                          <a:solidFill>
                            <a:srgbClr val="008000"/>
                          </a:solidFill>
                          <a:latin typeface="宋体"/>
                          <a:cs typeface="宋体"/>
                        </a:rPr>
                        <a:t>4</a:t>
                      </a:r>
                      <a:endParaRPr sz="1600">
                        <a:latin typeface="宋体"/>
                        <a:cs typeface="宋体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dirty="0" sz="1600" spc="-35" b="1">
                          <a:solidFill>
                            <a:srgbClr val="008000"/>
                          </a:solidFill>
                          <a:latin typeface="宋体"/>
                          <a:cs typeface="宋体"/>
                        </a:rPr>
                        <a:t>块交叉奇偶校验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62865">
                    <a:lnL w="28575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8509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dirty="0" sz="1600" spc="-1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1</a:t>
                      </a:r>
                      <a:r>
                        <a:rPr dirty="0" sz="1600" spc="-35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个故障；</a:t>
                      </a:r>
                      <a:endParaRPr sz="1600">
                        <a:latin typeface="宋体"/>
                        <a:cs typeface="宋体"/>
                      </a:endParaRPr>
                    </a:p>
                    <a:p>
                      <a:pPr marL="91440" marR="85090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dirty="0" sz="1600" spc="-1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1</a:t>
                      </a:r>
                      <a:r>
                        <a:rPr dirty="0" sz="1600" spc="-35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个检测盘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80645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 marL="92075" marR="186055">
                        <a:lnSpc>
                          <a:spcPct val="110000"/>
                        </a:lnSpc>
                        <a:spcBef>
                          <a:spcPts val="155"/>
                        </a:spcBef>
                      </a:pPr>
                      <a:r>
                        <a:rPr dirty="0" sz="1600" spc="-35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检测空间开销小，小规模的读操作带宽更</a:t>
                      </a:r>
                      <a:r>
                        <a:rPr dirty="0" sz="1600" spc="-5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高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19685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210820">
                        <a:lnSpc>
                          <a:spcPct val="110000"/>
                        </a:lnSpc>
                        <a:spcBef>
                          <a:spcPts val="155"/>
                        </a:spcBef>
                      </a:pPr>
                      <a:r>
                        <a:rPr dirty="0" sz="1600" spc="-35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校验盘是小规模写</a:t>
                      </a:r>
                      <a:r>
                        <a:rPr dirty="0" sz="1600" spc="-4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的瓶颈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19685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ctr" marL="1270">
                        <a:lnSpc>
                          <a:spcPct val="100000"/>
                        </a:lnSpc>
                      </a:pPr>
                      <a:r>
                        <a:rPr dirty="0" sz="1600" spc="-35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网络设备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127635">
                    <a:lnL w="12700">
                      <a:solidFill>
                        <a:srgbClr val="40458B"/>
                      </a:solidFill>
                      <a:prstDash val="solid"/>
                    </a:lnL>
                    <a:lnR w="28575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</a:tr>
              <a:tr h="12122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dirty="0" sz="1600" spc="-50" b="1">
                          <a:solidFill>
                            <a:srgbClr val="008000"/>
                          </a:solidFill>
                          <a:latin typeface="宋体"/>
                          <a:cs typeface="宋体"/>
                        </a:rPr>
                        <a:t>5</a:t>
                      </a:r>
                      <a:endParaRPr sz="1600">
                        <a:latin typeface="宋体"/>
                        <a:cs typeface="宋体"/>
                      </a:endParaRPr>
                    </a:p>
                    <a:p>
                      <a:pPr algn="ctr" marL="412115" marR="405130">
                        <a:lnSpc>
                          <a:spcPct val="140000"/>
                        </a:lnSpc>
                      </a:pPr>
                      <a:r>
                        <a:rPr dirty="0" sz="1600" spc="-35" b="1">
                          <a:solidFill>
                            <a:srgbClr val="008000"/>
                          </a:solidFill>
                          <a:latin typeface="宋体"/>
                          <a:cs typeface="宋体"/>
                        </a:rPr>
                        <a:t>块交叉分布奇偶校验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62865">
                    <a:lnL w="28575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85090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dirty="0" sz="1600" spc="-1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1</a:t>
                      </a:r>
                      <a:r>
                        <a:rPr dirty="0" sz="1600" spc="-35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个故障；</a:t>
                      </a:r>
                      <a:endParaRPr sz="1600">
                        <a:latin typeface="宋体"/>
                        <a:cs typeface="宋体"/>
                      </a:endParaRPr>
                    </a:p>
                    <a:p>
                      <a:pPr marL="91440" marR="85090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dirty="0" sz="1600" spc="-1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1</a:t>
                      </a:r>
                      <a:r>
                        <a:rPr dirty="0" sz="1600" spc="-35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个检测盘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62865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 marL="92075" marR="186055">
                        <a:lnSpc>
                          <a:spcPct val="110000"/>
                        </a:lnSpc>
                        <a:spcBef>
                          <a:spcPts val="160"/>
                        </a:spcBef>
                      </a:pPr>
                      <a:r>
                        <a:rPr dirty="0" sz="1600" spc="-35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检测空间开销</a:t>
                      </a:r>
                      <a:r>
                        <a:rPr dirty="0" sz="1600" spc="-25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小，小规模的</a:t>
                      </a:r>
                      <a:r>
                        <a:rPr dirty="0" sz="1600" spc="-35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读写操作带宽</a:t>
                      </a:r>
                      <a:r>
                        <a:rPr dirty="0" sz="1600" spc="-4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更高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20320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600" spc="9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小规模写操作需要</a:t>
                      </a:r>
                      <a:endParaRPr sz="1600">
                        <a:latin typeface="宋体"/>
                        <a:cs typeface="宋体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600" spc="-2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访问磁盘</a:t>
                      </a:r>
                      <a:r>
                        <a:rPr dirty="0" sz="1600" spc="-1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4</a:t>
                      </a:r>
                      <a:r>
                        <a:rPr dirty="0" sz="1600" spc="-5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次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ctr" marL="127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 spc="-35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广泛应用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127635">
                    <a:lnL w="12700">
                      <a:solidFill>
                        <a:srgbClr val="40458B"/>
                      </a:solidFill>
                      <a:prstDash val="solid"/>
                    </a:lnL>
                    <a:lnR w="28575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</a:tr>
              <a:tr h="11639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600" spc="-50" b="1">
                          <a:solidFill>
                            <a:srgbClr val="008000"/>
                          </a:solidFill>
                          <a:latin typeface="宋体"/>
                          <a:cs typeface="宋体"/>
                        </a:rPr>
                        <a:t>6</a:t>
                      </a:r>
                      <a:endParaRPr sz="1600">
                        <a:latin typeface="宋体"/>
                        <a:cs typeface="宋体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dirty="0" sz="1600" spc="-10" b="1">
                          <a:solidFill>
                            <a:srgbClr val="008000"/>
                          </a:solidFill>
                          <a:latin typeface="宋体"/>
                          <a:cs typeface="宋体"/>
                        </a:rPr>
                        <a:t>P＋Q</a:t>
                      </a:r>
                      <a:r>
                        <a:rPr dirty="0" sz="1600" spc="-35" b="1">
                          <a:solidFill>
                            <a:srgbClr val="008000"/>
                          </a:solidFill>
                          <a:latin typeface="宋体"/>
                          <a:cs typeface="宋体"/>
                        </a:rPr>
                        <a:t>双奇偶校验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99695">
                    <a:lnL w="28575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28575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85090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dirty="0" sz="1600" spc="-1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2</a:t>
                      </a:r>
                      <a:r>
                        <a:rPr dirty="0" sz="1600" spc="-35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个故障；</a:t>
                      </a:r>
                      <a:endParaRPr sz="1600">
                        <a:latin typeface="宋体"/>
                        <a:cs typeface="宋体"/>
                      </a:endParaRPr>
                    </a:p>
                    <a:p>
                      <a:pPr marL="91440" marR="85090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dirty="0" sz="1600" spc="-1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2</a:t>
                      </a:r>
                      <a:r>
                        <a:rPr dirty="0" sz="1600" spc="-35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个检测盘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136525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28575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288290">
                        <a:lnSpc>
                          <a:spcPct val="110000"/>
                        </a:lnSpc>
                        <a:spcBef>
                          <a:spcPts val="160"/>
                        </a:spcBef>
                      </a:pPr>
                      <a:r>
                        <a:rPr dirty="0" sz="1600" spc="-3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具有容忍</a:t>
                      </a:r>
                      <a:r>
                        <a:rPr dirty="0" sz="1600" spc="-1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2</a:t>
                      </a:r>
                      <a:r>
                        <a:rPr dirty="0" sz="1600" spc="-5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个</a:t>
                      </a:r>
                      <a:r>
                        <a:rPr dirty="0" sz="1600" spc="-35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故障的能力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20320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28575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97155">
                        <a:lnSpc>
                          <a:spcPct val="110000"/>
                        </a:lnSpc>
                        <a:spcBef>
                          <a:spcPts val="160"/>
                        </a:spcBef>
                      </a:pPr>
                      <a:r>
                        <a:rPr dirty="0" sz="1600" spc="-35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小规模写操作需要</a:t>
                      </a:r>
                      <a:r>
                        <a:rPr dirty="0" sz="1600" spc="-3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访问磁盘</a:t>
                      </a:r>
                      <a:r>
                        <a:rPr dirty="0" sz="1600" spc="-1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6</a:t>
                      </a:r>
                      <a:r>
                        <a:rPr dirty="0" sz="1600" spc="-35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次，检测</a:t>
                      </a:r>
                      <a:r>
                        <a:rPr dirty="0" sz="1600" spc="-2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空间开销加倍（</a:t>
                      </a:r>
                      <a:r>
                        <a:rPr dirty="0" sz="1600" spc="-5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与 </a:t>
                      </a:r>
                      <a:r>
                        <a:rPr dirty="0" sz="1600" spc="-1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RAID3</a:t>
                      </a:r>
                      <a:r>
                        <a:rPr dirty="0" sz="1600" spc="-3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、</a:t>
                      </a:r>
                      <a:r>
                        <a:rPr dirty="0" sz="1600" spc="-1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4</a:t>
                      </a:r>
                      <a:r>
                        <a:rPr dirty="0" sz="1600" spc="-3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、</a:t>
                      </a:r>
                      <a:r>
                        <a:rPr dirty="0" sz="1600" spc="-1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5</a:t>
                      </a:r>
                      <a:r>
                        <a:rPr dirty="0" sz="1600" spc="-3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比较</a:t>
                      </a:r>
                      <a:r>
                        <a:rPr dirty="0" sz="1600" spc="-6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）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20320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28575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ctr" marL="1270">
                        <a:lnSpc>
                          <a:spcPct val="100000"/>
                        </a:lnSpc>
                      </a:pPr>
                      <a:r>
                        <a:rPr dirty="0" sz="1600" spc="-35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网络设备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128270">
                    <a:lnL w="12700">
                      <a:solidFill>
                        <a:srgbClr val="40458B"/>
                      </a:solidFill>
                      <a:prstDash val="solid"/>
                    </a:lnL>
                    <a:lnR w="28575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28575">
                      <a:solidFill>
                        <a:srgbClr val="40458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2891" y="302767"/>
            <a:ext cx="322834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</a:tabLst>
            </a:pPr>
            <a:r>
              <a:rPr dirty="0" u="none" sz="2400" spc="-25">
                <a:solidFill>
                  <a:srgbClr val="40458B"/>
                </a:solidFill>
              </a:rPr>
              <a:t>4.</a:t>
            </a:r>
            <a:r>
              <a:rPr dirty="0" u="none" sz="2400">
                <a:solidFill>
                  <a:srgbClr val="40458B"/>
                </a:solidFill>
              </a:rPr>
              <a:t>	RAID</a:t>
            </a:r>
            <a:r>
              <a:rPr dirty="0" u="none" sz="2400" spc="-10">
                <a:solidFill>
                  <a:srgbClr val="40458B"/>
                </a:solidFill>
              </a:rPr>
              <a:t>的分级及其特性</a:t>
            </a:r>
            <a:endParaRPr sz="24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53605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34809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15" b="1">
                <a:solidFill>
                  <a:srgbClr val="40458B"/>
                </a:solidFill>
                <a:latin typeface="宋体"/>
                <a:cs typeface="宋体"/>
              </a:rPr>
              <a:t>27/81</a:t>
            </a:r>
            <a:endParaRPr baseline="1736" sz="2400">
              <a:latin typeface="宋体"/>
              <a:cs typeface="宋体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19062" y="188976"/>
            <a:ext cx="1437005" cy="274955"/>
            <a:chOff x="119062" y="188976"/>
            <a:chExt cx="1437005" cy="274955"/>
          </a:xfrm>
        </p:grpSpPr>
        <p:sp>
          <p:nvSpPr>
            <p:cNvPr id="4" name="object 4" descr=""/>
            <p:cNvSpPr/>
            <p:nvPr/>
          </p:nvSpPr>
          <p:spPr>
            <a:xfrm>
              <a:off x="119062" y="188976"/>
              <a:ext cx="499745" cy="274955"/>
            </a:xfrm>
            <a:custGeom>
              <a:avLst/>
              <a:gdLst/>
              <a:ahLst/>
              <a:cxnLst/>
              <a:rect l="l" t="t" r="r" b="b"/>
              <a:pathLst>
                <a:path w="499745" h="274955">
                  <a:moveTo>
                    <a:pt x="119837" y="0"/>
                  </a:moveTo>
                  <a:lnTo>
                    <a:pt x="4993" y="41528"/>
                  </a:lnTo>
                  <a:lnTo>
                    <a:pt x="264655" y="135508"/>
                  </a:lnTo>
                  <a:lnTo>
                    <a:pt x="0" y="231266"/>
                  </a:lnTo>
                  <a:lnTo>
                    <a:pt x="119837" y="274574"/>
                  </a:lnTo>
                  <a:lnTo>
                    <a:pt x="499338" y="137287"/>
                  </a:lnTo>
                  <a:lnTo>
                    <a:pt x="119837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85546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9621" y="0"/>
                  </a:moveTo>
                  <a:lnTo>
                    <a:pt x="4991" y="41528"/>
                  </a:lnTo>
                  <a:lnTo>
                    <a:pt x="264147" y="135508"/>
                  </a:lnTo>
                  <a:lnTo>
                    <a:pt x="0" y="231266"/>
                  </a:lnTo>
                  <a:lnTo>
                    <a:pt x="119621" y="274574"/>
                  </a:lnTo>
                  <a:lnTo>
                    <a:pt x="497141" y="137287"/>
                  </a:lnTo>
                  <a:lnTo>
                    <a:pt x="119621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058608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8363" y="0"/>
                  </a:moveTo>
                  <a:lnTo>
                    <a:pt x="4978" y="41528"/>
                  </a:lnTo>
                  <a:lnTo>
                    <a:pt x="264096" y="135508"/>
                  </a:lnTo>
                  <a:lnTo>
                    <a:pt x="0" y="231266"/>
                  </a:lnTo>
                  <a:lnTo>
                    <a:pt x="118363" y="274574"/>
                  </a:lnTo>
                  <a:lnTo>
                    <a:pt x="497141" y="137287"/>
                  </a:lnTo>
                  <a:lnTo>
                    <a:pt x="118363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32180" algn="l"/>
                <a:tab pos="7600315" algn="l"/>
              </a:tabLst>
            </a:pPr>
            <a:r>
              <a:rPr dirty="0" spc="-254"/>
              <a:t> </a:t>
            </a:r>
            <a:r>
              <a:rPr dirty="0" spc="-25"/>
              <a:t>8.3</a:t>
            </a:r>
            <a:r>
              <a:rPr dirty="0"/>
              <a:t>	廉价磁盘冗余阵</a:t>
            </a:r>
            <a:r>
              <a:rPr dirty="0" spc="-15"/>
              <a:t>列</a:t>
            </a:r>
            <a:r>
              <a:rPr dirty="0" spc="-20"/>
              <a:t>RAID</a:t>
            </a:r>
            <a:r>
              <a:rPr dirty="0"/>
              <a:t>	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78739" y="670332"/>
            <a:ext cx="8889365" cy="4034154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dirty="0" sz="2400" spc="-10">
                <a:solidFill>
                  <a:srgbClr val="E14B04"/>
                </a:solidFill>
                <a:latin typeface="黑体"/>
                <a:cs typeface="黑体"/>
              </a:rPr>
              <a:t>有关RAID</a:t>
            </a:r>
            <a:r>
              <a:rPr dirty="0" sz="2400" spc="-20">
                <a:solidFill>
                  <a:srgbClr val="E14B04"/>
                </a:solidFill>
                <a:latin typeface="黑体"/>
                <a:cs typeface="黑体"/>
              </a:rPr>
              <a:t>的几个问题</a:t>
            </a:r>
            <a:endParaRPr sz="2400">
              <a:latin typeface="黑体"/>
              <a:cs typeface="黑体"/>
            </a:endParaRPr>
          </a:p>
          <a:p>
            <a:pPr marL="840105" indent="-457200">
              <a:lnSpc>
                <a:spcPct val="100000"/>
              </a:lnSpc>
              <a:spcBef>
                <a:spcPts val="1090"/>
              </a:spcBef>
              <a:buClr>
                <a:srgbClr val="40458B"/>
              </a:buClr>
              <a:buSzPct val="88636"/>
              <a:buFont typeface="Wingdings"/>
              <a:buChar char=""/>
              <a:tabLst>
                <a:tab pos="840105" algn="l"/>
              </a:tabLst>
            </a:pPr>
            <a:r>
              <a:rPr dirty="0" sz="2200" spc="-30">
                <a:solidFill>
                  <a:srgbClr val="D50092"/>
                </a:solidFill>
                <a:latin typeface="黑体"/>
                <a:cs typeface="黑体"/>
              </a:rPr>
              <a:t>关键问题：</a:t>
            </a: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如何发现磁盘的故障</a:t>
            </a:r>
            <a:endParaRPr sz="2200">
              <a:latin typeface="黑体"/>
              <a:cs typeface="黑体"/>
            </a:endParaRPr>
          </a:p>
          <a:p>
            <a:pPr lvl="1" marL="948690" marR="6350" indent="-360045">
              <a:lnSpc>
                <a:spcPct val="120000"/>
              </a:lnSpc>
              <a:spcBef>
                <a:spcPts val="509"/>
              </a:spcBef>
              <a:buClr>
                <a:srgbClr val="4668F5"/>
              </a:buClr>
              <a:buSzPct val="60000"/>
              <a:buFont typeface="Wingdings"/>
              <a:buChar char=""/>
              <a:tabLst>
                <a:tab pos="948690" algn="l"/>
              </a:tabLst>
            </a:pPr>
            <a:r>
              <a:rPr dirty="0" sz="2000" spc="-25" b="1">
                <a:solidFill>
                  <a:srgbClr val="FF5CFF"/>
                </a:solidFill>
                <a:latin typeface="宋体"/>
                <a:cs typeface="宋体"/>
              </a:rPr>
              <a:t>在磁盘扇区中除了保存数据信息外，还保存有用于发现该扇区错误的检</a:t>
            </a:r>
            <a:r>
              <a:rPr dirty="0" sz="2000" spc="-20" b="1">
                <a:solidFill>
                  <a:srgbClr val="FF5CFF"/>
                </a:solidFill>
                <a:latin typeface="宋体"/>
                <a:cs typeface="宋体"/>
              </a:rPr>
              <a:t>测信息。</a:t>
            </a:r>
            <a:endParaRPr sz="2000">
              <a:latin typeface="宋体"/>
              <a:cs typeface="宋体"/>
            </a:endParaRPr>
          </a:p>
          <a:p>
            <a:pPr marL="840105" indent="-457200">
              <a:lnSpc>
                <a:spcPct val="100000"/>
              </a:lnSpc>
              <a:spcBef>
                <a:spcPts val="1025"/>
              </a:spcBef>
              <a:buSzPct val="88636"/>
              <a:buFont typeface="Wingdings"/>
              <a:buChar char=""/>
              <a:tabLst>
                <a:tab pos="840105" algn="l"/>
              </a:tabLst>
            </a:pP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设计的另一个问题</a:t>
            </a:r>
            <a:endParaRPr sz="2200">
              <a:latin typeface="黑体"/>
              <a:cs typeface="黑体"/>
            </a:endParaRPr>
          </a:p>
          <a:p>
            <a:pPr lvl="1" marL="948055" indent="-359410">
              <a:lnSpc>
                <a:spcPct val="100000"/>
              </a:lnSpc>
              <a:spcBef>
                <a:spcPts val="994"/>
              </a:spcBef>
              <a:buClr>
                <a:srgbClr val="4668F5"/>
              </a:buClr>
              <a:buSzPct val="60000"/>
              <a:buFont typeface="Wingdings"/>
              <a:buChar char=""/>
              <a:tabLst>
                <a:tab pos="948055" algn="l"/>
              </a:tabLst>
            </a:pPr>
            <a:r>
              <a:rPr dirty="0" sz="2000" spc="-10" b="1">
                <a:solidFill>
                  <a:srgbClr val="FF5CFF"/>
                </a:solidFill>
                <a:latin typeface="宋体"/>
                <a:cs typeface="宋体"/>
              </a:rPr>
              <a:t>如何减少平均修复时间</a:t>
            </a:r>
            <a:r>
              <a:rPr dirty="0" sz="2000" spc="-20" b="1">
                <a:solidFill>
                  <a:srgbClr val="9933FF"/>
                </a:solidFill>
                <a:latin typeface="宋体"/>
                <a:cs typeface="宋体"/>
              </a:rPr>
              <a:t>MTTR</a:t>
            </a:r>
            <a:endParaRPr sz="2000">
              <a:latin typeface="宋体"/>
              <a:cs typeface="宋体"/>
            </a:endParaRPr>
          </a:p>
          <a:p>
            <a:pPr lvl="1" marL="948055" indent="-359410">
              <a:lnSpc>
                <a:spcPct val="100000"/>
              </a:lnSpc>
              <a:spcBef>
                <a:spcPts val="960"/>
              </a:spcBef>
              <a:buClr>
                <a:srgbClr val="4668F5"/>
              </a:buClr>
              <a:buSzPct val="60000"/>
              <a:buFont typeface="Wingdings"/>
              <a:buChar char=""/>
              <a:tabLst>
                <a:tab pos="948055" algn="l"/>
              </a:tabLst>
            </a:pPr>
            <a:r>
              <a:rPr dirty="0" sz="2000" spc="-10" b="1">
                <a:solidFill>
                  <a:srgbClr val="D50092"/>
                </a:solidFill>
                <a:latin typeface="宋体"/>
                <a:cs typeface="宋体"/>
              </a:rPr>
              <a:t>典型的做法：</a:t>
            </a:r>
            <a:r>
              <a:rPr dirty="0" sz="2000" spc="-20" b="1">
                <a:solidFill>
                  <a:srgbClr val="FF5CFF"/>
                </a:solidFill>
                <a:latin typeface="宋体"/>
                <a:cs typeface="宋体"/>
              </a:rPr>
              <a:t>在系统中增加热备份盘</a:t>
            </a:r>
            <a:r>
              <a:rPr dirty="0" sz="2000" spc="-10" b="1">
                <a:solidFill>
                  <a:srgbClr val="FF5CFF"/>
                </a:solidFill>
                <a:latin typeface="宋体"/>
                <a:cs typeface="宋体"/>
              </a:rPr>
              <a:t>（</a:t>
            </a:r>
            <a:r>
              <a:rPr dirty="0" sz="2000" spc="-20" b="1">
                <a:solidFill>
                  <a:srgbClr val="FF5CFF"/>
                </a:solidFill>
                <a:latin typeface="宋体"/>
                <a:cs typeface="宋体"/>
              </a:rPr>
              <a:t>不断电，一旦出错，立即启动</a:t>
            </a:r>
            <a:r>
              <a:rPr dirty="0" sz="2000" spc="-50" b="1">
                <a:solidFill>
                  <a:srgbClr val="FF5CFF"/>
                </a:solidFill>
                <a:latin typeface="宋体"/>
                <a:cs typeface="宋体"/>
              </a:rPr>
              <a:t>）</a:t>
            </a:r>
            <a:endParaRPr sz="2000">
              <a:latin typeface="宋体"/>
              <a:cs typeface="宋体"/>
            </a:endParaRPr>
          </a:p>
          <a:p>
            <a:pPr marL="840105" indent="-457200">
              <a:lnSpc>
                <a:spcPct val="100000"/>
              </a:lnSpc>
              <a:spcBef>
                <a:spcPts val="1025"/>
              </a:spcBef>
              <a:buSzPct val="88636"/>
              <a:buFont typeface="Wingdings"/>
              <a:buChar char=""/>
              <a:tabLst>
                <a:tab pos="840105" algn="l"/>
              </a:tabLst>
            </a:pP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热交换技术</a:t>
            </a:r>
            <a:endParaRPr sz="2200">
              <a:latin typeface="黑体"/>
              <a:cs typeface="黑体"/>
            </a:endParaRPr>
          </a:p>
          <a:p>
            <a:pPr lvl="1" marL="948055" indent="-359410">
              <a:lnSpc>
                <a:spcPct val="100000"/>
              </a:lnSpc>
              <a:spcBef>
                <a:spcPts val="995"/>
              </a:spcBef>
              <a:buClr>
                <a:srgbClr val="4668F5"/>
              </a:buClr>
              <a:buSzPct val="60000"/>
              <a:buFont typeface="Wingdings"/>
              <a:buChar char=""/>
              <a:tabLst>
                <a:tab pos="948055" algn="l"/>
              </a:tabLst>
            </a:pPr>
            <a:r>
              <a:rPr dirty="0" sz="2000" spc="-15" b="1">
                <a:solidFill>
                  <a:srgbClr val="FF5CFF"/>
                </a:solidFill>
                <a:latin typeface="宋体"/>
                <a:cs typeface="宋体"/>
              </a:rPr>
              <a:t>与热备份盘相关的一种技术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53605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34809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15" b="1">
                <a:solidFill>
                  <a:srgbClr val="40458B"/>
                </a:solidFill>
                <a:latin typeface="宋体"/>
                <a:cs typeface="宋体"/>
              </a:rPr>
              <a:t>28/81</a:t>
            </a:r>
            <a:endParaRPr baseline="1736" sz="2400">
              <a:latin typeface="宋体"/>
              <a:cs typeface="宋体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1555750" y="549275"/>
            <a:ext cx="7588250" cy="0"/>
          </a:xfrm>
          <a:custGeom>
            <a:avLst/>
            <a:gdLst/>
            <a:ahLst/>
            <a:cxnLst/>
            <a:rect l="l" t="t" r="r" b="b"/>
            <a:pathLst>
              <a:path w="7588250" h="0">
                <a:moveTo>
                  <a:pt x="0" y="0"/>
                </a:moveTo>
                <a:lnTo>
                  <a:pt x="7588250" y="0"/>
                </a:lnTo>
              </a:path>
            </a:pathLst>
          </a:custGeom>
          <a:ln w="38100">
            <a:solidFill>
              <a:srgbClr val="2C44A3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119062" y="188976"/>
            <a:ext cx="1437005" cy="274955"/>
            <a:chOff x="119062" y="188976"/>
            <a:chExt cx="1437005" cy="274955"/>
          </a:xfrm>
        </p:grpSpPr>
        <p:sp>
          <p:nvSpPr>
            <p:cNvPr id="5" name="object 5" descr=""/>
            <p:cNvSpPr/>
            <p:nvPr/>
          </p:nvSpPr>
          <p:spPr>
            <a:xfrm>
              <a:off x="119062" y="188976"/>
              <a:ext cx="499745" cy="274955"/>
            </a:xfrm>
            <a:custGeom>
              <a:avLst/>
              <a:gdLst/>
              <a:ahLst/>
              <a:cxnLst/>
              <a:rect l="l" t="t" r="r" b="b"/>
              <a:pathLst>
                <a:path w="499745" h="274955">
                  <a:moveTo>
                    <a:pt x="119837" y="0"/>
                  </a:moveTo>
                  <a:lnTo>
                    <a:pt x="4993" y="41528"/>
                  </a:lnTo>
                  <a:lnTo>
                    <a:pt x="264655" y="135508"/>
                  </a:lnTo>
                  <a:lnTo>
                    <a:pt x="0" y="231266"/>
                  </a:lnTo>
                  <a:lnTo>
                    <a:pt x="119837" y="274574"/>
                  </a:lnTo>
                  <a:lnTo>
                    <a:pt x="499338" y="137287"/>
                  </a:lnTo>
                  <a:lnTo>
                    <a:pt x="119837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85546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9621" y="0"/>
                  </a:moveTo>
                  <a:lnTo>
                    <a:pt x="4991" y="41528"/>
                  </a:lnTo>
                  <a:lnTo>
                    <a:pt x="264147" y="135508"/>
                  </a:lnTo>
                  <a:lnTo>
                    <a:pt x="0" y="231266"/>
                  </a:lnTo>
                  <a:lnTo>
                    <a:pt x="119621" y="274574"/>
                  </a:lnTo>
                  <a:lnTo>
                    <a:pt x="497141" y="137287"/>
                  </a:lnTo>
                  <a:lnTo>
                    <a:pt x="119621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058608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8363" y="0"/>
                  </a:moveTo>
                  <a:lnTo>
                    <a:pt x="4978" y="41528"/>
                  </a:lnTo>
                  <a:lnTo>
                    <a:pt x="264096" y="135508"/>
                  </a:lnTo>
                  <a:lnTo>
                    <a:pt x="0" y="231266"/>
                  </a:lnTo>
                  <a:lnTo>
                    <a:pt x="118363" y="274574"/>
                  </a:lnTo>
                  <a:lnTo>
                    <a:pt x="497141" y="137287"/>
                  </a:lnTo>
                  <a:lnTo>
                    <a:pt x="118363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-29159" y="759958"/>
            <a:ext cx="9017000" cy="2887980"/>
          </a:xfrm>
          <a:prstGeom prst="rect">
            <a:avLst/>
          </a:prstGeom>
        </p:spPr>
        <p:txBody>
          <a:bodyPr wrap="square" lIns="0" tIns="159385" rIns="0" bIns="0" rtlCol="0" vert="horz">
            <a:spAutoFit/>
          </a:bodyPr>
          <a:lstStyle/>
          <a:p>
            <a:pPr marL="468630" indent="-455930">
              <a:lnSpc>
                <a:spcPct val="100000"/>
              </a:lnSpc>
              <a:spcBef>
                <a:spcPts val="1255"/>
              </a:spcBef>
              <a:buClr>
                <a:srgbClr val="40458B"/>
              </a:buClr>
              <a:buAutoNum type="arabicPeriod"/>
              <a:tabLst>
                <a:tab pos="468630" algn="l"/>
              </a:tabLst>
            </a:pPr>
            <a:r>
              <a:rPr dirty="0" sz="2400" spc="-15">
                <a:solidFill>
                  <a:srgbClr val="E14B04"/>
                </a:solidFill>
                <a:latin typeface="黑体"/>
                <a:cs typeface="黑体"/>
              </a:rPr>
              <a:t>非冗余磁盘阵列，无冗余信息。</a:t>
            </a:r>
            <a:endParaRPr sz="2400">
              <a:latin typeface="黑体"/>
              <a:cs typeface="黑体"/>
            </a:endParaRPr>
          </a:p>
          <a:p>
            <a:pPr marL="469265" indent="-456565">
              <a:lnSpc>
                <a:spcPct val="100000"/>
              </a:lnSpc>
              <a:spcBef>
                <a:spcPts val="1155"/>
              </a:spcBef>
              <a:buClr>
                <a:srgbClr val="40458B"/>
              </a:buClr>
              <a:buAutoNum type="arabicPeriod"/>
              <a:tabLst>
                <a:tab pos="469265" algn="l"/>
              </a:tabLst>
            </a:pPr>
            <a:r>
              <a:rPr dirty="0" sz="2400">
                <a:solidFill>
                  <a:srgbClr val="E14B04"/>
                </a:solidFill>
                <a:latin typeface="黑体"/>
                <a:cs typeface="黑体"/>
              </a:rPr>
              <a:t>严格地说，它不属于</a:t>
            </a:r>
            <a:r>
              <a:rPr dirty="0" sz="2400">
                <a:solidFill>
                  <a:srgbClr val="9933FF"/>
                </a:solidFill>
                <a:latin typeface="黑体"/>
                <a:cs typeface="黑体"/>
              </a:rPr>
              <a:t>RAID</a:t>
            </a:r>
            <a:r>
              <a:rPr dirty="0" sz="2400" spc="-20">
                <a:solidFill>
                  <a:srgbClr val="E14B04"/>
                </a:solidFill>
                <a:latin typeface="黑体"/>
                <a:cs typeface="黑体"/>
              </a:rPr>
              <a:t>系列。</a:t>
            </a:r>
            <a:endParaRPr sz="2400">
              <a:latin typeface="黑体"/>
              <a:cs typeface="黑体"/>
            </a:endParaRPr>
          </a:p>
          <a:p>
            <a:pPr marL="469900" marR="5080" indent="-457200">
              <a:lnSpc>
                <a:spcPct val="120000"/>
              </a:lnSpc>
              <a:spcBef>
                <a:spcPts val="575"/>
              </a:spcBef>
              <a:buAutoNum type="arabicPeriod"/>
              <a:tabLst>
                <a:tab pos="469900" algn="l"/>
              </a:tabLst>
            </a:pPr>
            <a:r>
              <a:rPr dirty="0" sz="2400" spc="-5">
                <a:solidFill>
                  <a:srgbClr val="40458B"/>
                </a:solidFill>
                <a:latin typeface="黑体"/>
                <a:cs typeface="黑体"/>
              </a:rPr>
              <a:t>首次把数据切分成条带，以条带为单位交叉地分布存放到多个磁</a:t>
            </a:r>
            <a:r>
              <a:rPr dirty="0" sz="2400" spc="-25">
                <a:solidFill>
                  <a:srgbClr val="40458B"/>
                </a:solidFill>
                <a:latin typeface="黑体"/>
                <a:cs typeface="黑体"/>
              </a:rPr>
              <a:t>盘中。</a:t>
            </a:r>
            <a:endParaRPr sz="2400">
              <a:latin typeface="黑体"/>
              <a:cs typeface="黑体"/>
            </a:endParaRPr>
          </a:p>
          <a:p>
            <a:pPr marL="12700" marR="105410" indent="762000">
              <a:lnSpc>
                <a:spcPct val="126000"/>
              </a:lnSpc>
              <a:spcBef>
                <a:spcPts val="930"/>
              </a:spcBef>
            </a:pPr>
            <a:r>
              <a:rPr dirty="0" sz="2000" spc="-20">
                <a:solidFill>
                  <a:srgbClr val="CC00FF"/>
                </a:solidFill>
                <a:latin typeface="黑体"/>
                <a:cs typeface="黑体"/>
              </a:rPr>
              <a:t>不包含冗余信息，不能纠错。，如果任何一个驱动器发生故障，所有数据</a:t>
            </a:r>
            <a:r>
              <a:rPr dirty="0" sz="2000" spc="-10">
                <a:solidFill>
                  <a:srgbClr val="CC00FF"/>
                </a:solidFill>
                <a:latin typeface="黑体"/>
                <a:cs typeface="黑体"/>
              </a:rPr>
              <a:t>都可能丢失。因此</a:t>
            </a:r>
            <a:r>
              <a:rPr dirty="0" sz="2000">
                <a:solidFill>
                  <a:srgbClr val="CC00FF"/>
                </a:solidFill>
                <a:latin typeface="黑体"/>
                <a:cs typeface="黑体"/>
              </a:rPr>
              <a:t>，RAID</a:t>
            </a:r>
            <a:r>
              <a:rPr dirty="0" sz="2000" spc="-5">
                <a:solidFill>
                  <a:srgbClr val="CC00FF"/>
                </a:solidFill>
                <a:latin typeface="黑体"/>
                <a:cs typeface="黑体"/>
              </a:rPr>
              <a:t> </a:t>
            </a:r>
            <a:r>
              <a:rPr dirty="0" sz="2000" spc="-15">
                <a:solidFill>
                  <a:srgbClr val="CC00FF"/>
                </a:solidFill>
                <a:latin typeface="黑体"/>
                <a:cs typeface="黑体"/>
              </a:rPr>
              <a:t>0不适合存储关键数据。</a:t>
            </a:r>
            <a:endParaRPr sz="2000">
              <a:latin typeface="黑体"/>
              <a:cs typeface="黑体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739508" y="74421"/>
            <a:ext cx="1842770" cy="4222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none" sz="2600">
                <a:solidFill>
                  <a:srgbClr val="0000CC"/>
                </a:solidFill>
              </a:rPr>
              <a:t>8.3.1</a:t>
            </a:r>
            <a:r>
              <a:rPr dirty="0" u="none" sz="2600" spc="-15">
                <a:solidFill>
                  <a:srgbClr val="0000CC"/>
                </a:solidFill>
              </a:rPr>
              <a:t> </a:t>
            </a:r>
            <a:r>
              <a:rPr dirty="0" u="none" sz="2600" spc="-20">
                <a:solidFill>
                  <a:srgbClr val="0000CC"/>
                </a:solidFill>
              </a:rPr>
              <a:t>RAID</a:t>
            </a:r>
            <a:r>
              <a:rPr dirty="0" u="none" sz="2600" spc="-20">
                <a:solidFill>
                  <a:srgbClr val="FF0000"/>
                </a:solidFill>
              </a:rPr>
              <a:t>0</a:t>
            </a:r>
            <a:endParaRPr sz="2600"/>
          </a:p>
        </p:txBody>
      </p:sp>
      <p:grpSp>
        <p:nvGrpSpPr>
          <p:cNvPr id="11" name="object 11" descr=""/>
          <p:cNvGrpSpPr/>
          <p:nvPr/>
        </p:nvGrpSpPr>
        <p:grpSpPr>
          <a:xfrm>
            <a:off x="2889972" y="4019269"/>
            <a:ext cx="4975225" cy="2071370"/>
            <a:chOff x="2889972" y="4019269"/>
            <a:chExt cx="4975225" cy="2071370"/>
          </a:xfrm>
        </p:grpSpPr>
        <p:sp>
          <p:nvSpPr>
            <p:cNvPr id="12" name="object 12" descr=""/>
            <p:cNvSpPr/>
            <p:nvPr/>
          </p:nvSpPr>
          <p:spPr>
            <a:xfrm>
              <a:off x="2936797" y="5553401"/>
              <a:ext cx="802005" cy="520700"/>
            </a:xfrm>
            <a:custGeom>
              <a:avLst/>
              <a:gdLst/>
              <a:ahLst/>
              <a:cxnLst/>
              <a:rect l="l" t="t" r="r" b="b"/>
              <a:pathLst>
                <a:path w="802004" h="520700">
                  <a:moveTo>
                    <a:pt x="0" y="423692"/>
                  </a:moveTo>
                  <a:lnTo>
                    <a:pt x="29600" y="377616"/>
                  </a:lnTo>
                  <a:lnTo>
                    <a:pt x="75349" y="360472"/>
                  </a:lnTo>
                  <a:lnTo>
                    <a:pt x="129166" y="348151"/>
                  </a:lnTo>
                  <a:lnTo>
                    <a:pt x="200220" y="334769"/>
                  </a:lnTo>
                  <a:lnTo>
                    <a:pt x="276634" y="325655"/>
                  </a:lnTo>
                  <a:lnTo>
                    <a:pt x="356831" y="321364"/>
                  </a:lnTo>
                  <a:lnTo>
                    <a:pt x="441321" y="321364"/>
                  </a:lnTo>
                  <a:lnTo>
                    <a:pt x="520450" y="325655"/>
                  </a:lnTo>
                  <a:lnTo>
                    <a:pt x="601180" y="334769"/>
                  </a:lnTo>
                  <a:lnTo>
                    <a:pt x="667918" y="348151"/>
                  </a:lnTo>
                  <a:lnTo>
                    <a:pt x="721731" y="360472"/>
                  </a:lnTo>
                  <a:lnTo>
                    <a:pt x="767491" y="377616"/>
                  </a:lnTo>
                  <a:lnTo>
                    <a:pt x="801928" y="423692"/>
                  </a:lnTo>
                  <a:lnTo>
                    <a:pt x="793852" y="440813"/>
                  </a:lnTo>
                  <a:lnTo>
                    <a:pt x="721731" y="480995"/>
                  </a:lnTo>
                  <a:lnTo>
                    <a:pt x="667918" y="493314"/>
                  </a:lnTo>
                  <a:lnTo>
                    <a:pt x="601180" y="506706"/>
                  </a:lnTo>
                  <a:lnTo>
                    <a:pt x="520450" y="515810"/>
                  </a:lnTo>
                  <a:lnTo>
                    <a:pt x="441321" y="520097"/>
                  </a:lnTo>
                  <a:lnTo>
                    <a:pt x="356831" y="520097"/>
                  </a:lnTo>
                  <a:lnTo>
                    <a:pt x="276634" y="515810"/>
                  </a:lnTo>
                  <a:lnTo>
                    <a:pt x="200220" y="506706"/>
                  </a:lnTo>
                  <a:lnTo>
                    <a:pt x="129166" y="493314"/>
                  </a:lnTo>
                  <a:lnTo>
                    <a:pt x="75349" y="480995"/>
                  </a:lnTo>
                  <a:lnTo>
                    <a:pt x="29600" y="463854"/>
                  </a:lnTo>
                  <a:lnTo>
                    <a:pt x="0" y="423692"/>
                  </a:lnTo>
                  <a:close/>
                </a:path>
                <a:path w="802004" h="520700">
                  <a:moveTo>
                    <a:pt x="0" y="101753"/>
                  </a:moveTo>
                  <a:lnTo>
                    <a:pt x="29600" y="56229"/>
                  </a:lnTo>
                  <a:lnTo>
                    <a:pt x="75349" y="39086"/>
                  </a:lnTo>
                  <a:lnTo>
                    <a:pt x="129166" y="26765"/>
                  </a:lnTo>
                  <a:lnTo>
                    <a:pt x="200220" y="13382"/>
                  </a:lnTo>
                  <a:lnTo>
                    <a:pt x="276634" y="4269"/>
                  </a:lnTo>
                  <a:lnTo>
                    <a:pt x="356831" y="0"/>
                  </a:lnTo>
                  <a:lnTo>
                    <a:pt x="441321" y="0"/>
                  </a:lnTo>
                  <a:lnTo>
                    <a:pt x="520450" y="4269"/>
                  </a:lnTo>
                  <a:lnTo>
                    <a:pt x="601180" y="13382"/>
                  </a:lnTo>
                  <a:lnTo>
                    <a:pt x="667918" y="26765"/>
                  </a:lnTo>
                  <a:lnTo>
                    <a:pt x="721731" y="39086"/>
                  </a:lnTo>
                  <a:lnTo>
                    <a:pt x="767491" y="56229"/>
                  </a:lnTo>
                  <a:lnTo>
                    <a:pt x="801928" y="101753"/>
                  </a:lnTo>
                  <a:lnTo>
                    <a:pt x="793852" y="119449"/>
                  </a:lnTo>
                  <a:lnTo>
                    <a:pt x="721731" y="159620"/>
                  </a:lnTo>
                  <a:lnTo>
                    <a:pt x="667918" y="171388"/>
                  </a:lnTo>
                  <a:lnTo>
                    <a:pt x="601180" y="184793"/>
                  </a:lnTo>
                  <a:lnTo>
                    <a:pt x="520450" y="194437"/>
                  </a:lnTo>
                  <a:lnTo>
                    <a:pt x="441321" y="198176"/>
                  </a:lnTo>
                  <a:lnTo>
                    <a:pt x="356831" y="198176"/>
                  </a:lnTo>
                  <a:lnTo>
                    <a:pt x="276634" y="194437"/>
                  </a:lnTo>
                  <a:lnTo>
                    <a:pt x="200220" y="184793"/>
                  </a:lnTo>
                  <a:lnTo>
                    <a:pt x="129166" y="171388"/>
                  </a:lnTo>
                  <a:lnTo>
                    <a:pt x="75349" y="159620"/>
                  </a:lnTo>
                  <a:lnTo>
                    <a:pt x="29600" y="141946"/>
                  </a:lnTo>
                  <a:lnTo>
                    <a:pt x="0" y="101753"/>
                  </a:lnTo>
                  <a:close/>
                </a:path>
              </a:pathLst>
            </a:custGeom>
            <a:ln w="16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2889972" y="5831934"/>
              <a:ext cx="892175" cy="147955"/>
            </a:xfrm>
            <a:custGeom>
              <a:avLst/>
              <a:gdLst/>
              <a:ahLst/>
              <a:cxnLst/>
              <a:rect l="l" t="t" r="r" b="b"/>
              <a:pathLst>
                <a:path w="892175" h="147954">
                  <a:moveTo>
                    <a:pt x="891817" y="0"/>
                  </a:moveTo>
                  <a:lnTo>
                    <a:pt x="0" y="0"/>
                  </a:lnTo>
                  <a:lnTo>
                    <a:pt x="0" y="147836"/>
                  </a:lnTo>
                  <a:lnTo>
                    <a:pt x="891817" y="147836"/>
                  </a:lnTo>
                  <a:lnTo>
                    <a:pt x="8918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2936797" y="5640710"/>
              <a:ext cx="807720" cy="346075"/>
            </a:xfrm>
            <a:custGeom>
              <a:avLst/>
              <a:gdLst/>
              <a:ahLst/>
              <a:cxnLst/>
              <a:rect l="l" t="t" r="r" b="b"/>
              <a:pathLst>
                <a:path w="807720" h="346075">
                  <a:moveTo>
                    <a:pt x="0" y="0"/>
                  </a:moveTo>
                  <a:lnTo>
                    <a:pt x="0" y="345475"/>
                  </a:lnTo>
                </a:path>
                <a:path w="807720" h="346075">
                  <a:moveTo>
                    <a:pt x="807311" y="0"/>
                  </a:moveTo>
                  <a:lnTo>
                    <a:pt x="807311" y="345475"/>
                  </a:lnTo>
                </a:path>
              </a:pathLst>
            </a:custGeom>
            <a:ln w="16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2936797" y="5504117"/>
              <a:ext cx="802005" cy="199390"/>
            </a:xfrm>
            <a:custGeom>
              <a:avLst/>
              <a:gdLst/>
              <a:ahLst/>
              <a:cxnLst/>
              <a:rect l="l" t="t" r="r" b="b"/>
              <a:pathLst>
                <a:path w="802004" h="199389">
                  <a:moveTo>
                    <a:pt x="441321" y="0"/>
                  </a:moveTo>
                  <a:lnTo>
                    <a:pt x="356831" y="0"/>
                  </a:lnTo>
                  <a:lnTo>
                    <a:pt x="276634" y="5353"/>
                  </a:lnTo>
                  <a:lnTo>
                    <a:pt x="200220" y="13382"/>
                  </a:lnTo>
                  <a:lnTo>
                    <a:pt x="129166" y="26787"/>
                  </a:lnTo>
                  <a:lnTo>
                    <a:pt x="75349" y="38555"/>
                  </a:lnTo>
                  <a:lnTo>
                    <a:pt x="29600" y="57313"/>
                  </a:lnTo>
                  <a:lnTo>
                    <a:pt x="0" y="101775"/>
                  </a:lnTo>
                  <a:lnTo>
                    <a:pt x="9688" y="118918"/>
                  </a:lnTo>
                  <a:lnTo>
                    <a:pt x="75349" y="159089"/>
                  </a:lnTo>
                  <a:lnTo>
                    <a:pt x="129166" y="172472"/>
                  </a:lnTo>
                  <a:lnTo>
                    <a:pt x="200220" y="185855"/>
                  </a:lnTo>
                  <a:lnTo>
                    <a:pt x="276634" y="193906"/>
                  </a:lnTo>
                  <a:lnTo>
                    <a:pt x="356831" y="199259"/>
                  </a:lnTo>
                  <a:lnTo>
                    <a:pt x="441321" y="199259"/>
                  </a:lnTo>
                  <a:lnTo>
                    <a:pt x="520450" y="193906"/>
                  </a:lnTo>
                  <a:lnTo>
                    <a:pt x="601180" y="185855"/>
                  </a:lnTo>
                  <a:lnTo>
                    <a:pt x="667918" y="172472"/>
                  </a:lnTo>
                  <a:lnTo>
                    <a:pt x="721731" y="159089"/>
                  </a:lnTo>
                  <a:lnTo>
                    <a:pt x="767491" y="141946"/>
                  </a:lnTo>
                  <a:lnTo>
                    <a:pt x="801928" y="101775"/>
                  </a:lnTo>
                  <a:lnTo>
                    <a:pt x="793852" y="78726"/>
                  </a:lnTo>
                  <a:lnTo>
                    <a:pt x="721731" y="38555"/>
                  </a:lnTo>
                  <a:lnTo>
                    <a:pt x="667918" y="26787"/>
                  </a:lnTo>
                  <a:lnTo>
                    <a:pt x="601180" y="13382"/>
                  </a:lnTo>
                  <a:lnTo>
                    <a:pt x="520450" y="5353"/>
                  </a:lnTo>
                  <a:lnTo>
                    <a:pt x="44132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2936797" y="5182731"/>
              <a:ext cx="802005" cy="520700"/>
            </a:xfrm>
            <a:custGeom>
              <a:avLst/>
              <a:gdLst/>
              <a:ahLst/>
              <a:cxnLst/>
              <a:rect l="l" t="t" r="r" b="b"/>
              <a:pathLst>
                <a:path w="802004" h="520700">
                  <a:moveTo>
                    <a:pt x="0" y="423161"/>
                  </a:moveTo>
                  <a:lnTo>
                    <a:pt x="29600" y="378700"/>
                  </a:lnTo>
                  <a:lnTo>
                    <a:pt x="75349" y="359942"/>
                  </a:lnTo>
                  <a:lnTo>
                    <a:pt x="129166" y="348174"/>
                  </a:lnTo>
                  <a:lnTo>
                    <a:pt x="200220" y="334769"/>
                  </a:lnTo>
                  <a:lnTo>
                    <a:pt x="276634" y="326739"/>
                  </a:lnTo>
                  <a:lnTo>
                    <a:pt x="356831" y="321386"/>
                  </a:lnTo>
                  <a:lnTo>
                    <a:pt x="441321" y="321386"/>
                  </a:lnTo>
                  <a:lnTo>
                    <a:pt x="520450" y="326739"/>
                  </a:lnTo>
                  <a:lnTo>
                    <a:pt x="601180" y="334769"/>
                  </a:lnTo>
                  <a:lnTo>
                    <a:pt x="667918" y="348174"/>
                  </a:lnTo>
                  <a:lnTo>
                    <a:pt x="721731" y="359942"/>
                  </a:lnTo>
                  <a:lnTo>
                    <a:pt x="767491" y="378700"/>
                  </a:lnTo>
                  <a:lnTo>
                    <a:pt x="801928" y="423161"/>
                  </a:lnTo>
                  <a:lnTo>
                    <a:pt x="793852" y="440305"/>
                  </a:lnTo>
                  <a:lnTo>
                    <a:pt x="721731" y="480475"/>
                  </a:lnTo>
                  <a:lnTo>
                    <a:pt x="667918" y="493858"/>
                  </a:lnTo>
                  <a:lnTo>
                    <a:pt x="601180" y="507241"/>
                  </a:lnTo>
                  <a:lnTo>
                    <a:pt x="520450" y="515293"/>
                  </a:lnTo>
                  <a:lnTo>
                    <a:pt x="441321" y="520646"/>
                  </a:lnTo>
                  <a:lnTo>
                    <a:pt x="356831" y="520646"/>
                  </a:lnTo>
                  <a:lnTo>
                    <a:pt x="276634" y="515293"/>
                  </a:lnTo>
                  <a:lnTo>
                    <a:pt x="200220" y="507241"/>
                  </a:lnTo>
                  <a:lnTo>
                    <a:pt x="129166" y="493858"/>
                  </a:lnTo>
                  <a:lnTo>
                    <a:pt x="75349" y="480475"/>
                  </a:lnTo>
                  <a:lnTo>
                    <a:pt x="29600" y="463332"/>
                  </a:lnTo>
                  <a:lnTo>
                    <a:pt x="0" y="423161"/>
                  </a:lnTo>
                  <a:close/>
                </a:path>
                <a:path w="802004" h="520700">
                  <a:moveTo>
                    <a:pt x="0" y="101775"/>
                  </a:moveTo>
                  <a:lnTo>
                    <a:pt x="29600" y="57313"/>
                  </a:lnTo>
                  <a:lnTo>
                    <a:pt x="75349" y="38577"/>
                  </a:lnTo>
                  <a:lnTo>
                    <a:pt x="129166" y="26787"/>
                  </a:lnTo>
                  <a:lnTo>
                    <a:pt x="200220" y="13382"/>
                  </a:lnTo>
                  <a:lnTo>
                    <a:pt x="276634" y="5353"/>
                  </a:lnTo>
                  <a:lnTo>
                    <a:pt x="356831" y="0"/>
                  </a:lnTo>
                  <a:lnTo>
                    <a:pt x="441321" y="0"/>
                  </a:lnTo>
                  <a:lnTo>
                    <a:pt x="520450" y="5353"/>
                  </a:lnTo>
                  <a:lnTo>
                    <a:pt x="601180" y="13382"/>
                  </a:lnTo>
                  <a:lnTo>
                    <a:pt x="667918" y="26787"/>
                  </a:lnTo>
                  <a:lnTo>
                    <a:pt x="721731" y="38577"/>
                  </a:lnTo>
                  <a:lnTo>
                    <a:pt x="767491" y="57313"/>
                  </a:lnTo>
                  <a:lnTo>
                    <a:pt x="801928" y="101775"/>
                  </a:lnTo>
                  <a:lnTo>
                    <a:pt x="793852" y="118918"/>
                  </a:lnTo>
                  <a:lnTo>
                    <a:pt x="721731" y="159089"/>
                  </a:lnTo>
                  <a:lnTo>
                    <a:pt x="667918" y="172472"/>
                  </a:lnTo>
                  <a:lnTo>
                    <a:pt x="601180" y="185877"/>
                  </a:lnTo>
                  <a:lnTo>
                    <a:pt x="520450" y="193906"/>
                  </a:lnTo>
                  <a:lnTo>
                    <a:pt x="441321" y="199259"/>
                  </a:lnTo>
                  <a:lnTo>
                    <a:pt x="356831" y="199259"/>
                  </a:lnTo>
                  <a:lnTo>
                    <a:pt x="276634" y="193906"/>
                  </a:lnTo>
                  <a:lnTo>
                    <a:pt x="200220" y="185877"/>
                  </a:lnTo>
                  <a:lnTo>
                    <a:pt x="129166" y="172472"/>
                  </a:lnTo>
                  <a:lnTo>
                    <a:pt x="75349" y="159089"/>
                  </a:lnTo>
                  <a:lnTo>
                    <a:pt x="29600" y="141946"/>
                  </a:lnTo>
                  <a:lnTo>
                    <a:pt x="0" y="101775"/>
                  </a:lnTo>
                  <a:close/>
                </a:path>
              </a:pathLst>
            </a:custGeom>
            <a:ln w="16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2889972" y="5462330"/>
              <a:ext cx="892175" cy="147320"/>
            </a:xfrm>
            <a:custGeom>
              <a:avLst/>
              <a:gdLst/>
              <a:ahLst/>
              <a:cxnLst/>
              <a:rect l="l" t="t" r="r" b="b"/>
              <a:pathLst>
                <a:path w="892175" h="147320">
                  <a:moveTo>
                    <a:pt x="891817" y="0"/>
                  </a:moveTo>
                  <a:lnTo>
                    <a:pt x="0" y="0"/>
                  </a:lnTo>
                  <a:lnTo>
                    <a:pt x="0" y="147301"/>
                  </a:lnTo>
                  <a:lnTo>
                    <a:pt x="891817" y="147301"/>
                  </a:lnTo>
                  <a:lnTo>
                    <a:pt x="8918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2936797" y="5269509"/>
              <a:ext cx="807720" cy="347345"/>
            </a:xfrm>
            <a:custGeom>
              <a:avLst/>
              <a:gdLst/>
              <a:ahLst/>
              <a:cxnLst/>
              <a:rect l="l" t="t" r="r" b="b"/>
              <a:pathLst>
                <a:path w="807720" h="347345">
                  <a:moveTo>
                    <a:pt x="0" y="0"/>
                  </a:moveTo>
                  <a:lnTo>
                    <a:pt x="0" y="347090"/>
                  </a:lnTo>
                </a:path>
                <a:path w="807720" h="347345">
                  <a:moveTo>
                    <a:pt x="807311" y="0"/>
                  </a:moveTo>
                  <a:lnTo>
                    <a:pt x="807311" y="347090"/>
                  </a:lnTo>
                </a:path>
              </a:pathLst>
            </a:custGeom>
            <a:ln w="16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2936797" y="5129178"/>
              <a:ext cx="802005" cy="199390"/>
            </a:xfrm>
            <a:custGeom>
              <a:avLst/>
              <a:gdLst/>
              <a:ahLst/>
              <a:cxnLst/>
              <a:rect l="l" t="t" r="r" b="b"/>
              <a:pathLst>
                <a:path w="802004" h="199389">
                  <a:moveTo>
                    <a:pt x="441321" y="0"/>
                  </a:moveTo>
                  <a:lnTo>
                    <a:pt x="356831" y="0"/>
                  </a:lnTo>
                  <a:lnTo>
                    <a:pt x="276634" y="5353"/>
                  </a:lnTo>
                  <a:lnTo>
                    <a:pt x="200220" y="13382"/>
                  </a:lnTo>
                  <a:lnTo>
                    <a:pt x="129166" y="26765"/>
                  </a:lnTo>
                  <a:lnTo>
                    <a:pt x="75349" y="38555"/>
                  </a:lnTo>
                  <a:lnTo>
                    <a:pt x="29600" y="57313"/>
                  </a:lnTo>
                  <a:lnTo>
                    <a:pt x="0" y="101753"/>
                  </a:lnTo>
                  <a:lnTo>
                    <a:pt x="9688" y="118896"/>
                  </a:lnTo>
                  <a:lnTo>
                    <a:pt x="75349" y="159067"/>
                  </a:lnTo>
                  <a:lnTo>
                    <a:pt x="129166" y="172472"/>
                  </a:lnTo>
                  <a:lnTo>
                    <a:pt x="200220" y="185855"/>
                  </a:lnTo>
                  <a:lnTo>
                    <a:pt x="276634" y="193884"/>
                  </a:lnTo>
                  <a:lnTo>
                    <a:pt x="356831" y="199237"/>
                  </a:lnTo>
                  <a:lnTo>
                    <a:pt x="441321" y="199237"/>
                  </a:lnTo>
                  <a:lnTo>
                    <a:pt x="520450" y="193884"/>
                  </a:lnTo>
                  <a:lnTo>
                    <a:pt x="601180" y="185855"/>
                  </a:lnTo>
                  <a:lnTo>
                    <a:pt x="667918" y="172472"/>
                  </a:lnTo>
                  <a:lnTo>
                    <a:pt x="721731" y="159067"/>
                  </a:lnTo>
                  <a:lnTo>
                    <a:pt x="767491" y="141946"/>
                  </a:lnTo>
                  <a:lnTo>
                    <a:pt x="801928" y="101753"/>
                  </a:lnTo>
                  <a:lnTo>
                    <a:pt x="793852" y="78726"/>
                  </a:lnTo>
                  <a:lnTo>
                    <a:pt x="721731" y="38555"/>
                  </a:lnTo>
                  <a:lnTo>
                    <a:pt x="667918" y="26765"/>
                  </a:lnTo>
                  <a:lnTo>
                    <a:pt x="601180" y="13382"/>
                  </a:lnTo>
                  <a:lnTo>
                    <a:pt x="520450" y="5353"/>
                  </a:lnTo>
                  <a:lnTo>
                    <a:pt x="44132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2936797" y="4807260"/>
              <a:ext cx="802005" cy="521334"/>
            </a:xfrm>
            <a:custGeom>
              <a:avLst/>
              <a:gdLst/>
              <a:ahLst/>
              <a:cxnLst/>
              <a:rect l="l" t="t" r="r" b="b"/>
              <a:pathLst>
                <a:path w="802004" h="521335">
                  <a:moveTo>
                    <a:pt x="0" y="423670"/>
                  </a:moveTo>
                  <a:lnTo>
                    <a:pt x="29600" y="379230"/>
                  </a:lnTo>
                  <a:lnTo>
                    <a:pt x="75349" y="360472"/>
                  </a:lnTo>
                  <a:lnTo>
                    <a:pt x="129166" y="348682"/>
                  </a:lnTo>
                  <a:lnTo>
                    <a:pt x="200220" y="335300"/>
                  </a:lnTo>
                  <a:lnTo>
                    <a:pt x="276634" y="327270"/>
                  </a:lnTo>
                  <a:lnTo>
                    <a:pt x="356831" y="321917"/>
                  </a:lnTo>
                  <a:lnTo>
                    <a:pt x="441321" y="321917"/>
                  </a:lnTo>
                  <a:lnTo>
                    <a:pt x="520450" y="327270"/>
                  </a:lnTo>
                  <a:lnTo>
                    <a:pt x="601180" y="335300"/>
                  </a:lnTo>
                  <a:lnTo>
                    <a:pt x="667918" y="348682"/>
                  </a:lnTo>
                  <a:lnTo>
                    <a:pt x="721731" y="360472"/>
                  </a:lnTo>
                  <a:lnTo>
                    <a:pt x="767491" y="379230"/>
                  </a:lnTo>
                  <a:lnTo>
                    <a:pt x="801928" y="423670"/>
                  </a:lnTo>
                  <a:lnTo>
                    <a:pt x="793852" y="440813"/>
                  </a:lnTo>
                  <a:lnTo>
                    <a:pt x="721731" y="480984"/>
                  </a:lnTo>
                  <a:lnTo>
                    <a:pt x="667918" y="494389"/>
                  </a:lnTo>
                  <a:lnTo>
                    <a:pt x="601180" y="507772"/>
                  </a:lnTo>
                  <a:lnTo>
                    <a:pt x="520450" y="515801"/>
                  </a:lnTo>
                  <a:lnTo>
                    <a:pt x="441321" y="521155"/>
                  </a:lnTo>
                  <a:lnTo>
                    <a:pt x="356831" y="521155"/>
                  </a:lnTo>
                  <a:lnTo>
                    <a:pt x="276634" y="515801"/>
                  </a:lnTo>
                  <a:lnTo>
                    <a:pt x="200220" y="507772"/>
                  </a:lnTo>
                  <a:lnTo>
                    <a:pt x="129166" y="494389"/>
                  </a:lnTo>
                  <a:lnTo>
                    <a:pt x="75349" y="480984"/>
                  </a:lnTo>
                  <a:lnTo>
                    <a:pt x="29600" y="463863"/>
                  </a:lnTo>
                  <a:lnTo>
                    <a:pt x="0" y="423670"/>
                  </a:lnTo>
                  <a:close/>
                </a:path>
                <a:path w="802004" h="521335">
                  <a:moveTo>
                    <a:pt x="0" y="101753"/>
                  </a:moveTo>
                  <a:lnTo>
                    <a:pt x="29600" y="57844"/>
                  </a:lnTo>
                  <a:lnTo>
                    <a:pt x="75349" y="39086"/>
                  </a:lnTo>
                  <a:lnTo>
                    <a:pt x="129166" y="26765"/>
                  </a:lnTo>
                  <a:lnTo>
                    <a:pt x="200220" y="13382"/>
                  </a:lnTo>
                  <a:lnTo>
                    <a:pt x="276634" y="5353"/>
                  </a:lnTo>
                  <a:lnTo>
                    <a:pt x="356831" y="0"/>
                  </a:lnTo>
                  <a:lnTo>
                    <a:pt x="441321" y="0"/>
                  </a:lnTo>
                  <a:lnTo>
                    <a:pt x="520450" y="5353"/>
                  </a:lnTo>
                  <a:lnTo>
                    <a:pt x="601180" y="13382"/>
                  </a:lnTo>
                  <a:lnTo>
                    <a:pt x="667918" y="26765"/>
                  </a:lnTo>
                  <a:lnTo>
                    <a:pt x="721731" y="39086"/>
                  </a:lnTo>
                  <a:lnTo>
                    <a:pt x="767491" y="57844"/>
                  </a:lnTo>
                  <a:lnTo>
                    <a:pt x="801928" y="101753"/>
                  </a:lnTo>
                  <a:lnTo>
                    <a:pt x="793852" y="119427"/>
                  </a:lnTo>
                  <a:lnTo>
                    <a:pt x="721731" y="159620"/>
                  </a:lnTo>
                  <a:lnTo>
                    <a:pt x="667918" y="173003"/>
                  </a:lnTo>
                  <a:lnTo>
                    <a:pt x="601180" y="186385"/>
                  </a:lnTo>
                  <a:lnTo>
                    <a:pt x="520450" y="194437"/>
                  </a:lnTo>
                  <a:lnTo>
                    <a:pt x="441321" y="199790"/>
                  </a:lnTo>
                  <a:lnTo>
                    <a:pt x="356831" y="199790"/>
                  </a:lnTo>
                  <a:lnTo>
                    <a:pt x="276634" y="194437"/>
                  </a:lnTo>
                  <a:lnTo>
                    <a:pt x="200220" y="186385"/>
                  </a:lnTo>
                  <a:lnTo>
                    <a:pt x="129166" y="173003"/>
                  </a:lnTo>
                  <a:lnTo>
                    <a:pt x="75349" y="159620"/>
                  </a:lnTo>
                  <a:lnTo>
                    <a:pt x="29600" y="142477"/>
                  </a:lnTo>
                  <a:lnTo>
                    <a:pt x="0" y="101753"/>
                  </a:lnTo>
                  <a:close/>
                </a:path>
              </a:pathLst>
            </a:custGeom>
            <a:ln w="16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2889972" y="5087392"/>
              <a:ext cx="892175" cy="147320"/>
            </a:xfrm>
            <a:custGeom>
              <a:avLst/>
              <a:gdLst/>
              <a:ahLst/>
              <a:cxnLst/>
              <a:rect l="l" t="t" r="r" b="b"/>
              <a:pathLst>
                <a:path w="892175" h="147320">
                  <a:moveTo>
                    <a:pt x="891817" y="0"/>
                  </a:moveTo>
                  <a:lnTo>
                    <a:pt x="0" y="0"/>
                  </a:lnTo>
                  <a:lnTo>
                    <a:pt x="0" y="147299"/>
                  </a:lnTo>
                  <a:lnTo>
                    <a:pt x="891817" y="147299"/>
                  </a:lnTo>
                  <a:lnTo>
                    <a:pt x="8918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2936797" y="4894569"/>
              <a:ext cx="807720" cy="347345"/>
            </a:xfrm>
            <a:custGeom>
              <a:avLst/>
              <a:gdLst/>
              <a:ahLst/>
              <a:cxnLst/>
              <a:rect l="l" t="t" r="r" b="b"/>
              <a:pathLst>
                <a:path w="807720" h="347345">
                  <a:moveTo>
                    <a:pt x="0" y="0"/>
                  </a:moveTo>
                  <a:lnTo>
                    <a:pt x="0" y="347090"/>
                  </a:lnTo>
                </a:path>
                <a:path w="807720" h="347345">
                  <a:moveTo>
                    <a:pt x="807311" y="0"/>
                  </a:moveTo>
                  <a:lnTo>
                    <a:pt x="807311" y="347090"/>
                  </a:lnTo>
                </a:path>
              </a:pathLst>
            </a:custGeom>
            <a:ln w="16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2936797" y="4759038"/>
              <a:ext cx="802005" cy="198755"/>
            </a:xfrm>
            <a:custGeom>
              <a:avLst/>
              <a:gdLst/>
              <a:ahLst/>
              <a:cxnLst/>
              <a:rect l="l" t="t" r="r" b="b"/>
              <a:pathLst>
                <a:path w="802004" h="198754">
                  <a:moveTo>
                    <a:pt x="441321" y="0"/>
                  </a:moveTo>
                  <a:lnTo>
                    <a:pt x="356831" y="0"/>
                  </a:lnTo>
                  <a:lnTo>
                    <a:pt x="276634" y="4291"/>
                  </a:lnTo>
                  <a:lnTo>
                    <a:pt x="200220" y="13404"/>
                  </a:lnTo>
                  <a:lnTo>
                    <a:pt x="129166" y="26787"/>
                  </a:lnTo>
                  <a:lnTo>
                    <a:pt x="75349" y="39108"/>
                  </a:lnTo>
                  <a:lnTo>
                    <a:pt x="29600" y="56252"/>
                  </a:lnTo>
                  <a:lnTo>
                    <a:pt x="0" y="100713"/>
                  </a:lnTo>
                  <a:lnTo>
                    <a:pt x="9688" y="119449"/>
                  </a:lnTo>
                  <a:lnTo>
                    <a:pt x="75349" y="159620"/>
                  </a:lnTo>
                  <a:lnTo>
                    <a:pt x="129166" y="171941"/>
                  </a:lnTo>
                  <a:lnTo>
                    <a:pt x="200220" y="185346"/>
                  </a:lnTo>
                  <a:lnTo>
                    <a:pt x="276634" y="194437"/>
                  </a:lnTo>
                  <a:lnTo>
                    <a:pt x="356831" y="198729"/>
                  </a:lnTo>
                  <a:lnTo>
                    <a:pt x="441321" y="198729"/>
                  </a:lnTo>
                  <a:lnTo>
                    <a:pt x="520450" y="194437"/>
                  </a:lnTo>
                  <a:lnTo>
                    <a:pt x="601180" y="185346"/>
                  </a:lnTo>
                  <a:lnTo>
                    <a:pt x="667918" y="171941"/>
                  </a:lnTo>
                  <a:lnTo>
                    <a:pt x="721731" y="159620"/>
                  </a:lnTo>
                  <a:lnTo>
                    <a:pt x="767491" y="140884"/>
                  </a:lnTo>
                  <a:lnTo>
                    <a:pt x="801928" y="100713"/>
                  </a:lnTo>
                  <a:lnTo>
                    <a:pt x="793852" y="79279"/>
                  </a:lnTo>
                  <a:lnTo>
                    <a:pt x="721731" y="39108"/>
                  </a:lnTo>
                  <a:lnTo>
                    <a:pt x="667918" y="26787"/>
                  </a:lnTo>
                  <a:lnTo>
                    <a:pt x="601180" y="13404"/>
                  </a:lnTo>
                  <a:lnTo>
                    <a:pt x="520450" y="4291"/>
                  </a:lnTo>
                  <a:lnTo>
                    <a:pt x="44132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2936797" y="4437652"/>
              <a:ext cx="802005" cy="520700"/>
            </a:xfrm>
            <a:custGeom>
              <a:avLst/>
              <a:gdLst/>
              <a:ahLst/>
              <a:cxnLst/>
              <a:rect l="l" t="t" r="r" b="b"/>
              <a:pathLst>
                <a:path w="802004" h="520700">
                  <a:moveTo>
                    <a:pt x="0" y="422100"/>
                  </a:moveTo>
                  <a:lnTo>
                    <a:pt x="29600" y="377638"/>
                  </a:lnTo>
                  <a:lnTo>
                    <a:pt x="75349" y="360495"/>
                  </a:lnTo>
                  <a:lnTo>
                    <a:pt x="129166" y="348174"/>
                  </a:lnTo>
                  <a:lnTo>
                    <a:pt x="200220" y="334791"/>
                  </a:lnTo>
                  <a:lnTo>
                    <a:pt x="276634" y="325677"/>
                  </a:lnTo>
                  <a:lnTo>
                    <a:pt x="356831" y="321386"/>
                  </a:lnTo>
                  <a:lnTo>
                    <a:pt x="441321" y="321386"/>
                  </a:lnTo>
                  <a:lnTo>
                    <a:pt x="520450" y="325677"/>
                  </a:lnTo>
                  <a:lnTo>
                    <a:pt x="601180" y="334791"/>
                  </a:lnTo>
                  <a:lnTo>
                    <a:pt x="667918" y="348174"/>
                  </a:lnTo>
                  <a:lnTo>
                    <a:pt x="721731" y="360495"/>
                  </a:lnTo>
                  <a:lnTo>
                    <a:pt x="767491" y="377638"/>
                  </a:lnTo>
                  <a:lnTo>
                    <a:pt x="801928" y="422100"/>
                  </a:lnTo>
                  <a:lnTo>
                    <a:pt x="793852" y="440836"/>
                  </a:lnTo>
                  <a:lnTo>
                    <a:pt x="721731" y="481006"/>
                  </a:lnTo>
                  <a:lnTo>
                    <a:pt x="667918" y="493327"/>
                  </a:lnTo>
                  <a:lnTo>
                    <a:pt x="601180" y="506732"/>
                  </a:lnTo>
                  <a:lnTo>
                    <a:pt x="520450" y="515824"/>
                  </a:lnTo>
                  <a:lnTo>
                    <a:pt x="441321" y="520115"/>
                  </a:lnTo>
                  <a:lnTo>
                    <a:pt x="356831" y="520115"/>
                  </a:lnTo>
                  <a:lnTo>
                    <a:pt x="276634" y="515824"/>
                  </a:lnTo>
                  <a:lnTo>
                    <a:pt x="200220" y="506732"/>
                  </a:lnTo>
                  <a:lnTo>
                    <a:pt x="129166" y="493327"/>
                  </a:lnTo>
                  <a:lnTo>
                    <a:pt x="75349" y="481006"/>
                  </a:lnTo>
                  <a:lnTo>
                    <a:pt x="29600" y="462270"/>
                  </a:lnTo>
                  <a:lnTo>
                    <a:pt x="0" y="422100"/>
                  </a:lnTo>
                  <a:close/>
                </a:path>
                <a:path w="802004" h="520700">
                  <a:moveTo>
                    <a:pt x="0" y="100713"/>
                  </a:moveTo>
                  <a:lnTo>
                    <a:pt x="29600" y="56252"/>
                  </a:lnTo>
                  <a:lnTo>
                    <a:pt x="75349" y="39108"/>
                  </a:lnTo>
                  <a:lnTo>
                    <a:pt x="129166" y="26787"/>
                  </a:lnTo>
                  <a:lnTo>
                    <a:pt x="200220" y="13404"/>
                  </a:lnTo>
                  <a:lnTo>
                    <a:pt x="276634" y="4291"/>
                  </a:lnTo>
                  <a:lnTo>
                    <a:pt x="356831" y="0"/>
                  </a:lnTo>
                  <a:lnTo>
                    <a:pt x="441321" y="0"/>
                  </a:lnTo>
                  <a:lnTo>
                    <a:pt x="520450" y="4291"/>
                  </a:lnTo>
                  <a:lnTo>
                    <a:pt x="601180" y="13404"/>
                  </a:lnTo>
                  <a:lnTo>
                    <a:pt x="667918" y="26787"/>
                  </a:lnTo>
                  <a:lnTo>
                    <a:pt x="721731" y="39108"/>
                  </a:lnTo>
                  <a:lnTo>
                    <a:pt x="767491" y="56252"/>
                  </a:lnTo>
                  <a:lnTo>
                    <a:pt x="801928" y="100713"/>
                  </a:lnTo>
                  <a:lnTo>
                    <a:pt x="793852" y="119449"/>
                  </a:lnTo>
                  <a:lnTo>
                    <a:pt x="721731" y="159620"/>
                  </a:lnTo>
                  <a:lnTo>
                    <a:pt x="667918" y="171410"/>
                  </a:lnTo>
                  <a:lnTo>
                    <a:pt x="601180" y="184793"/>
                  </a:lnTo>
                  <a:lnTo>
                    <a:pt x="520450" y="194437"/>
                  </a:lnTo>
                  <a:lnTo>
                    <a:pt x="441321" y="198198"/>
                  </a:lnTo>
                  <a:lnTo>
                    <a:pt x="356831" y="198198"/>
                  </a:lnTo>
                  <a:lnTo>
                    <a:pt x="276634" y="194437"/>
                  </a:lnTo>
                  <a:lnTo>
                    <a:pt x="200220" y="184793"/>
                  </a:lnTo>
                  <a:lnTo>
                    <a:pt x="129166" y="171410"/>
                  </a:lnTo>
                  <a:lnTo>
                    <a:pt x="75349" y="159620"/>
                  </a:lnTo>
                  <a:lnTo>
                    <a:pt x="29600" y="140884"/>
                  </a:lnTo>
                  <a:lnTo>
                    <a:pt x="0" y="100713"/>
                  </a:lnTo>
                  <a:close/>
                </a:path>
              </a:pathLst>
            </a:custGeom>
            <a:ln w="16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2889972" y="4716189"/>
              <a:ext cx="892175" cy="147320"/>
            </a:xfrm>
            <a:custGeom>
              <a:avLst/>
              <a:gdLst/>
              <a:ahLst/>
              <a:cxnLst/>
              <a:rect l="l" t="t" r="r" b="b"/>
              <a:pathLst>
                <a:path w="892175" h="147320">
                  <a:moveTo>
                    <a:pt x="891817" y="0"/>
                  </a:moveTo>
                  <a:lnTo>
                    <a:pt x="0" y="0"/>
                  </a:lnTo>
                  <a:lnTo>
                    <a:pt x="0" y="147301"/>
                  </a:lnTo>
                  <a:lnTo>
                    <a:pt x="891817" y="147301"/>
                  </a:lnTo>
                  <a:lnTo>
                    <a:pt x="8918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2936797" y="4524961"/>
              <a:ext cx="2163445" cy="1557655"/>
            </a:xfrm>
            <a:custGeom>
              <a:avLst/>
              <a:gdLst/>
              <a:ahLst/>
              <a:cxnLst/>
              <a:rect l="l" t="t" r="r" b="b"/>
              <a:pathLst>
                <a:path w="2163445" h="1557654">
                  <a:moveTo>
                    <a:pt x="0" y="0"/>
                  </a:moveTo>
                  <a:lnTo>
                    <a:pt x="0" y="345497"/>
                  </a:lnTo>
                </a:path>
                <a:path w="2163445" h="1557654">
                  <a:moveTo>
                    <a:pt x="807311" y="0"/>
                  </a:moveTo>
                  <a:lnTo>
                    <a:pt x="807311" y="345497"/>
                  </a:lnTo>
                </a:path>
                <a:path w="2163445" h="1557654">
                  <a:moveTo>
                    <a:pt x="1361124" y="1460163"/>
                  </a:moveTo>
                  <a:lnTo>
                    <a:pt x="1390733" y="1415701"/>
                  </a:lnTo>
                  <a:lnTo>
                    <a:pt x="1436471" y="1398027"/>
                  </a:lnTo>
                  <a:lnTo>
                    <a:pt x="1490306" y="1386236"/>
                  </a:lnTo>
                  <a:lnTo>
                    <a:pt x="1561337" y="1372854"/>
                  </a:lnTo>
                  <a:lnTo>
                    <a:pt x="1637774" y="1363209"/>
                  </a:lnTo>
                  <a:lnTo>
                    <a:pt x="1717949" y="1359449"/>
                  </a:lnTo>
                  <a:lnTo>
                    <a:pt x="1802461" y="1359449"/>
                  </a:lnTo>
                  <a:lnTo>
                    <a:pt x="1881568" y="1363209"/>
                  </a:lnTo>
                  <a:lnTo>
                    <a:pt x="1962298" y="1372854"/>
                  </a:lnTo>
                  <a:lnTo>
                    <a:pt x="2029036" y="1386236"/>
                  </a:lnTo>
                  <a:lnTo>
                    <a:pt x="2082871" y="1398027"/>
                  </a:lnTo>
                  <a:lnTo>
                    <a:pt x="2128609" y="1415701"/>
                  </a:lnTo>
                  <a:lnTo>
                    <a:pt x="2162979" y="1460163"/>
                  </a:lnTo>
                  <a:lnTo>
                    <a:pt x="2154970" y="1478899"/>
                  </a:lnTo>
                  <a:lnTo>
                    <a:pt x="2082871" y="1519078"/>
                  </a:lnTo>
                  <a:lnTo>
                    <a:pt x="2029036" y="1530861"/>
                  </a:lnTo>
                  <a:lnTo>
                    <a:pt x="1962298" y="1544251"/>
                  </a:lnTo>
                  <a:lnTo>
                    <a:pt x="1881568" y="1553893"/>
                  </a:lnTo>
                  <a:lnTo>
                    <a:pt x="1802461" y="1557643"/>
                  </a:lnTo>
                  <a:lnTo>
                    <a:pt x="1717949" y="1557643"/>
                  </a:lnTo>
                  <a:lnTo>
                    <a:pt x="1637774" y="1553893"/>
                  </a:lnTo>
                  <a:lnTo>
                    <a:pt x="1561337" y="1544251"/>
                  </a:lnTo>
                  <a:lnTo>
                    <a:pt x="1490306" y="1530861"/>
                  </a:lnTo>
                  <a:lnTo>
                    <a:pt x="1436471" y="1519078"/>
                  </a:lnTo>
                  <a:lnTo>
                    <a:pt x="1390733" y="1500329"/>
                  </a:lnTo>
                  <a:lnTo>
                    <a:pt x="1361124" y="1460163"/>
                  </a:lnTo>
                  <a:close/>
                </a:path>
                <a:path w="2163445" h="1557654">
                  <a:moveTo>
                    <a:pt x="1361124" y="1138245"/>
                  </a:moveTo>
                  <a:lnTo>
                    <a:pt x="1390733" y="1094314"/>
                  </a:lnTo>
                  <a:lnTo>
                    <a:pt x="1436471" y="1076640"/>
                  </a:lnTo>
                  <a:lnTo>
                    <a:pt x="1490306" y="1064850"/>
                  </a:lnTo>
                  <a:lnTo>
                    <a:pt x="1561337" y="1051467"/>
                  </a:lnTo>
                  <a:lnTo>
                    <a:pt x="1637774" y="1041823"/>
                  </a:lnTo>
                  <a:lnTo>
                    <a:pt x="1717949" y="1038085"/>
                  </a:lnTo>
                  <a:lnTo>
                    <a:pt x="1802461" y="1038085"/>
                  </a:lnTo>
                  <a:lnTo>
                    <a:pt x="1881568" y="1041823"/>
                  </a:lnTo>
                  <a:lnTo>
                    <a:pt x="1962298" y="1051467"/>
                  </a:lnTo>
                  <a:lnTo>
                    <a:pt x="2029036" y="1064850"/>
                  </a:lnTo>
                  <a:lnTo>
                    <a:pt x="2082871" y="1076640"/>
                  </a:lnTo>
                  <a:lnTo>
                    <a:pt x="2128609" y="1094314"/>
                  </a:lnTo>
                  <a:lnTo>
                    <a:pt x="2162979" y="1138245"/>
                  </a:lnTo>
                  <a:lnTo>
                    <a:pt x="2154970" y="1156981"/>
                  </a:lnTo>
                  <a:lnTo>
                    <a:pt x="2082871" y="1197152"/>
                  </a:lnTo>
                  <a:lnTo>
                    <a:pt x="2029036" y="1209473"/>
                  </a:lnTo>
                  <a:lnTo>
                    <a:pt x="1962298" y="1222878"/>
                  </a:lnTo>
                  <a:lnTo>
                    <a:pt x="1881568" y="1231969"/>
                  </a:lnTo>
                  <a:lnTo>
                    <a:pt x="1802461" y="1236261"/>
                  </a:lnTo>
                  <a:lnTo>
                    <a:pt x="1717949" y="1236261"/>
                  </a:lnTo>
                  <a:lnTo>
                    <a:pt x="1637774" y="1231969"/>
                  </a:lnTo>
                  <a:lnTo>
                    <a:pt x="1561337" y="1222878"/>
                  </a:lnTo>
                  <a:lnTo>
                    <a:pt x="1490306" y="1209473"/>
                  </a:lnTo>
                  <a:lnTo>
                    <a:pt x="1436471" y="1197152"/>
                  </a:lnTo>
                  <a:lnTo>
                    <a:pt x="1390733" y="1178416"/>
                  </a:lnTo>
                  <a:lnTo>
                    <a:pt x="1361124" y="1138245"/>
                  </a:lnTo>
                  <a:close/>
                </a:path>
              </a:pathLst>
            </a:custGeom>
            <a:ln w="16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4251094" y="5841561"/>
              <a:ext cx="892175" cy="147320"/>
            </a:xfrm>
            <a:custGeom>
              <a:avLst/>
              <a:gdLst/>
              <a:ahLst/>
              <a:cxnLst/>
              <a:rect l="l" t="t" r="r" b="b"/>
              <a:pathLst>
                <a:path w="892175" h="147320">
                  <a:moveTo>
                    <a:pt x="891817" y="0"/>
                  </a:moveTo>
                  <a:lnTo>
                    <a:pt x="0" y="0"/>
                  </a:lnTo>
                  <a:lnTo>
                    <a:pt x="0" y="147301"/>
                  </a:lnTo>
                  <a:lnTo>
                    <a:pt x="891817" y="147301"/>
                  </a:lnTo>
                  <a:lnTo>
                    <a:pt x="8918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4297921" y="5649802"/>
              <a:ext cx="807720" cy="346075"/>
            </a:xfrm>
            <a:custGeom>
              <a:avLst/>
              <a:gdLst/>
              <a:ahLst/>
              <a:cxnLst/>
              <a:rect l="l" t="t" r="r" b="b"/>
              <a:pathLst>
                <a:path w="807720" h="346075">
                  <a:moveTo>
                    <a:pt x="0" y="0"/>
                  </a:moveTo>
                  <a:lnTo>
                    <a:pt x="0" y="346028"/>
                  </a:lnTo>
                </a:path>
                <a:path w="807720" h="346075">
                  <a:moveTo>
                    <a:pt x="807416" y="0"/>
                  </a:moveTo>
                  <a:lnTo>
                    <a:pt x="807416" y="346028"/>
                  </a:lnTo>
                </a:path>
              </a:pathLst>
            </a:custGeom>
            <a:ln w="16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4297921" y="5513231"/>
              <a:ext cx="802005" cy="198755"/>
            </a:xfrm>
            <a:custGeom>
              <a:avLst/>
              <a:gdLst/>
              <a:ahLst/>
              <a:cxnLst/>
              <a:rect l="l" t="t" r="r" b="b"/>
              <a:pathLst>
                <a:path w="802004" h="198754">
                  <a:moveTo>
                    <a:pt x="441337" y="0"/>
                  </a:moveTo>
                  <a:lnTo>
                    <a:pt x="356824" y="0"/>
                  </a:lnTo>
                  <a:lnTo>
                    <a:pt x="276650" y="4269"/>
                  </a:lnTo>
                  <a:lnTo>
                    <a:pt x="200213" y="13382"/>
                  </a:lnTo>
                  <a:lnTo>
                    <a:pt x="129182" y="26765"/>
                  </a:lnTo>
                  <a:lnTo>
                    <a:pt x="75346" y="39086"/>
                  </a:lnTo>
                  <a:lnTo>
                    <a:pt x="29609" y="56229"/>
                  </a:lnTo>
                  <a:lnTo>
                    <a:pt x="0" y="101753"/>
                  </a:lnTo>
                  <a:lnTo>
                    <a:pt x="9699" y="119427"/>
                  </a:lnTo>
                  <a:lnTo>
                    <a:pt x="75346" y="159620"/>
                  </a:lnTo>
                  <a:lnTo>
                    <a:pt x="129182" y="171388"/>
                  </a:lnTo>
                  <a:lnTo>
                    <a:pt x="200213" y="184793"/>
                  </a:lnTo>
                  <a:lnTo>
                    <a:pt x="276650" y="194437"/>
                  </a:lnTo>
                  <a:lnTo>
                    <a:pt x="356824" y="198176"/>
                  </a:lnTo>
                  <a:lnTo>
                    <a:pt x="441337" y="198176"/>
                  </a:lnTo>
                  <a:lnTo>
                    <a:pt x="520443" y="194437"/>
                  </a:lnTo>
                  <a:lnTo>
                    <a:pt x="601174" y="184793"/>
                  </a:lnTo>
                  <a:lnTo>
                    <a:pt x="667912" y="171388"/>
                  </a:lnTo>
                  <a:lnTo>
                    <a:pt x="721747" y="159620"/>
                  </a:lnTo>
                  <a:lnTo>
                    <a:pt x="767484" y="141924"/>
                  </a:lnTo>
                  <a:lnTo>
                    <a:pt x="801854" y="101753"/>
                  </a:lnTo>
                  <a:lnTo>
                    <a:pt x="793846" y="79257"/>
                  </a:lnTo>
                  <a:lnTo>
                    <a:pt x="721747" y="39086"/>
                  </a:lnTo>
                  <a:lnTo>
                    <a:pt x="667912" y="26765"/>
                  </a:lnTo>
                  <a:lnTo>
                    <a:pt x="601174" y="13382"/>
                  </a:lnTo>
                  <a:lnTo>
                    <a:pt x="520443" y="4269"/>
                  </a:lnTo>
                  <a:lnTo>
                    <a:pt x="4413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4297921" y="5191845"/>
              <a:ext cx="802005" cy="520065"/>
            </a:xfrm>
            <a:custGeom>
              <a:avLst/>
              <a:gdLst/>
              <a:ahLst/>
              <a:cxnLst/>
              <a:rect l="l" t="t" r="r" b="b"/>
              <a:pathLst>
                <a:path w="802004" h="520064">
                  <a:moveTo>
                    <a:pt x="0" y="423139"/>
                  </a:moveTo>
                  <a:lnTo>
                    <a:pt x="29609" y="377616"/>
                  </a:lnTo>
                  <a:lnTo>
                    <a:pt x="75347" y="360472"/>
                  </a:lnTo>
                  <a:lnTo>
                    <a:pt x="129182" y="348151"/>
                  </a:lnTo>
                  <a:lnTo>
                    <a:pt x="200213" y="334769"/>
                  </a:lnTo>
                  <a:lnTo>
                    <a:pt x="276650" y="325655"/>
                  </a:lnTo>
                  <a:lnTo>
                    <a:pt x="356824" y="321386"/>
                  </a:lnTo>
                  <a:lnTo>
                    <a:pt x="441337" y="321386"/>
                  </a:lnTo>
                  <a:lnTo>
                    <a:pt x="520443" y="325655"/>
                  </a:lnTo>
                  <a:lnTo>
                    <a:pt x="601174" y="334769"/>
                  </a:lnTo>
                  <a:lnTo>
                    <a:pt x="667912" y="348151"/>
                  </a:lnTo>
                  <a:lnTo>
                    <a:pt x="721747" y="360472"/>
                  </a:lnTo>
                  <a:lnTo>
                    <a:pt x="767484" y="377616"/>
                  </a:lnTo>
                  <a:lnTo>
                    <a:pt x="801854" y="423139"/>
                  </a:lnTo>
                  <a:lnTo>
                    <a:pt x="793846" y="440813"/>
                  </a:lnTo>
                  <a:lnTo>
                    <a:pt x="721747" y="481006"/>
                  </a:lnTo>
                  <a:lnTo>
                    <a:pt x="667912" y="492774"/>
                  </a:lnTo>
                  <a:lnTo>
                    <a:pt x="601174" y="506179"/>
                  </a:lnTo>
                  <a:lnTo>
                    <a:pt x="520443" y="515824"/>
                  </a:lnTo>
                  <a:lnTo>
                    <a:pt x="441337" y="519562"/>
                  </a:lnTo>
                  <a:lnTo>
                    <a:pt x="356824" y="519562"/>
                  </a:lnTo>
                  <a:lnTo>
                    <a:pt x="276650" y="515824"/>
                  </a:lnTo>
                  <a:lnTo>
                    <a:pt x="200213" y="506179"/>
                  </a:lnTo>
                  <a:lnTo>
                    <a:pt x="129182" y="492774"/>
                  </a:lnTo>
                  <a:lnTo>
                    <a:pt x="75347" y="481006"/>
                  </a:lnTo>
                  <a:lnTo>
                    <a:pt x="29609" y="463310"/>
                  </a:lnTo>
                  <a:lnTo>
                    <a:pt x="0" y="423139"/>
                  </a:lnTo>
                  <a:close/>
                </a:path>
                <a:path w="802004" h="520064">
                  <a:moveTo>
                    <a:pt x="0" y="101775"/>
                  </a:moveTo>
                  <a:lnTo>
                    <a:pt x="29609" y="56229"/>
                  </a:lnTo>
                  <a:lnTo>
                    <a:pt x="75346" y="39086"/>
                  </a:lnTo>
                  <a:lnTo>
                    <a:pt x="129182" y="26765"/>
                  </a:lnTo>
                  <a:lnTo>
                    <a:pt x="200213" y="13382"/>
                  </a:lnTo>
                  <a:lnTo>
                    <a:pt x="276650" y="4269"/>
                  </a:lnTo>
                  <a:lnTo>
                    <a:pt x="356824" y="0"/>
                  </a:lnTo>
                  <a:lnTo>
                    <a:pt x="441337" y="0"/>
                  </a:lnTo>
                  <a:lnTo>
                    <a:pt x="520443" y="4269"/>
                  </a:lnTo>
                  <a:lnTo>
                    <a:pt x="601174" y="13382"/>
                  </a:lnTo>
                  <a:lnTo>
                    <a:pt x="667912" y="26765"/>
                  </a:lnTo>
                  <a:lnTo>
                    <a:pt x="721747" y="39086"/>
                  </a:lnTo>
                  <a:lnTo>
                    <a:pt x="767484" y="56229"/>
                  </a:lnTo>
                  <a:lnTo>
                    <a:pt x="801854" y="101775"/>
                  </a:lnTo>
                  <a:lnTo>
                    <a:pt x="793846" y="119449"/>
                  </a:lnTo>
                  <a:lnTo>
                    <a:pt x="721747" y="159620"/>
                  </a:lnTo>
                  <a:lnTo>
                    <a:pt x="667912" y="171388"/>
                  </a:lnTo>
                  <a:lnTo>
                    <a:pt x="601174" y="184793"/>
                  </a:lnTo>
                  <a:lnTo>
                    <a:pt x="520443" y="194437"/>
                  </a:lnTo>
                  <a:lnTo>
                    <a:pt x="441337" y="198176"/>
                  </a:lnTo>
                  <a:lnTo>
                    <a:pt x="356824" y="198176"/>
                  </a:lnTo>
                  <a:lnTo>
                    <a:pt x="276650" y="194437"/>
                  </a:lnTo>
                  <a:lnTo>
                    <a:pt x="200213" y="184793"/>
                  </a:lnTo>
                  <a:lnTo>
                    <a:pt x="129182" y="171388"/>
                  </a:lnTo>
                  <a:lnTo>
                    <a:pt x="75346" y="159620"/>
                  </a:lnTo>
                  <a:lnTo>
                    <a:pt x="29609" y="141946"/>
                  </a:lnTo>
                  <a:lnTo>
                    <a:pt x="0" y="101775"/>
                  </a:lnTo>
                  <a:close/>
                </a:path>
              </a:pathLst>
            </a:custGeom>
            <a:ln w="16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4251094" y="5470362"/>
              <a:ext cx="892175" cy="147320"/>
            </a:xfrm>
            <a:custGeom>
              <a:avLst/>
              <a:gdLst/>
              <a:ahLst/>
              <a:cxnLst/>
              <a:rect l="l" t="t" r="r" b="b"/>
              <a:pathLst>
                <a:path w="892175" h="147320">
                  <a:moveTo>
                    <a:pt x="891817" y="0"/>
                  </a:moveTo>
                  <a:lnTo>
                    <a:pt x="0" y="0"/>
                  </a:lnTo>
                  <a:lnTo>
                    <a:pt x="0" y="147299"/>
                  </a:lnTo>
                  <a:lnTo>
                    <a:pt x="891817" y="147299"/>
                  </a:lnTo>
                  <a:lnTo>
                    <a:pt x="8918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4297921" y="5279154"/>
              <a:ext cx="807720" cy="346075"/>
            </a:xfrm>
            <a:custGeom>
              <a:avLst/>
              <a:gdLst/>
              <a:ahLst/>
              <a:cxnLst/>
              <a:rect l="l" t="t" r="r" b="b"/>
              <a:pathLst>
                <a:path w="807720" h="346075">
                  <a:moveTo>
                    <a:pt x="0" y="0"/>
                  </a:moveTo>
                  <a:lnTo>
                    <a:pt x="0" y="345475"/>
                  </a:lnTo>
                </a:path>
                <a:path w="807720" h="346075">
                  <a:moveTo>
                    <a:pt x="807416" y="0"/>
                  </a:moveTo>
                  <a:lnTo>
                    <a:pt x="807416" y="345475"/>
                  </a:lnTo>
                </a:path>
              </a:pathLst>
            </a:custGeom>
            <a:ln w="16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4297921" y="5138269"/>
              <a:ext cx="802005" cy="198755"/>
            </a:xfrm>
            <a:custGeom>
              <a:avLst/>
              <a:gdLst/>
              <a:ahLst/>
              <a:cxnLst/>
              <a:rect l="l" t="t" r="r" b="b"/>
              <a:pathLst>
                <a:path w="802004" h="198754">
                  <a:moveTo>
                    <a:pt x="441337" y="0"/>
                  </a:moveTo>
                  <a:lnTo>
                    <a:pt x="356824" y="0"/>
                  </a:lnTo>
                  <a:lnTo>
                    <a:pt x="276650" y="4291"/>
                  </a:lnTo>
                  <a:lnTo>
                    <a:pt x="200213" y="13404"/>
                  </a:lnTo>
                  <a:lnTo>
                    <a:pt x="129182" y="26787"/>
                  </a:lnTo>
                  <a:lnTo>
                    <a:pt x="75346" y="39108"/>
                  </a:lnTo>
                  <a:lnTo>
                    <a:pt x="29609" y="56252"/>
                  </a:lnTo>
                  <a:lnTo>
                    <a:pt x="0" y="101775"/>
                  </a:lnTo>
                  <a:lnTo>
                    <a:pt x="9699" y="119449"/>
                  </a:lnTo>
                  <a:lnTo>
                    <a:pt x="75346" y="159620"/>
                  </a:lnTo>
                  <a:lnTo>
                    <a:pt x="129182" y="171410"/>
                  </a:lnTo>
                  <a:lnTo>
                    <a:pt x="200213" y="184793"/>
                  </a:lnTo>
                  <a:lnTo>
                    <a:pt x="276650" y="194437"/>
                  </a:lnTo>
                  <a:lnTo>
                    <a:pt x="356824" y="198198"/>
                  </a:lnTo>
                  <a:lnTo>
                    <a:pt x="441337" y="198198"/>
                  </a:lnTo>
                  <a:lnTo>
                    <a:pt x="520443" y="194437"/>
                  </a:lnTo>
                  <a:lnTo>
                    <a:pt x="601174" y="184793"/>
                  </a:lnTo>
                  <a:lnTo>
                    <a:pt x="667912" y="171410"/>
                  </a:lnTo>
                  <a:lnTo>
                    <a:pt x="721747" y="159620"/>
                  </a:lnTo>
                  <a:lnTo>
                    <a:pt x="767484" y="141946"/>
                  </a:lnTo>
                  <a:lnTo>
                    <a:pt x="801854" y="101775"/>
                  </a:lnTo>
                  <a:lnTo>
                    <a:pt x="793846" y="79279"/>
                  </a:lnTo>
                  <a:lnTo>
                    <a:pt x="721747" y="39108"/>
                  </a:lnTo>
                  <a:lnTo>
                    <a:pt x="667912" y="26787"/>
                  </a:lnTo>
                  <a:lnTo>
                    <a:pt x="601174" y="13404"/>
                  </a:lnTo>
                  <a:lnTo>
                    <a:pt x="520443" y="4291"/>
                  </a:lnTo>
                  <a:lnTo>
                    <a:pt x="4413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4297921" y="4816883"/>
              <a:ext cx="802005" cy="520065"/>
            </a:xfrm>
            <a:custGeom>
              <a:avLst/>
              <a:gdLst/>
              <a:ahLst/>
              <a:cxnLst/>
              <a:rect l="l" t="t" r="r" b="b"/>
              <a:pathLst>
                <a:path w="802004" h="520064">
                  <a:moveTo>
                    <a:pt x="0" y="423161"/>
                  </a:moveTo>
                  <a:lnTo>
                    <a:pt x="29609" y="377638"/>
                  </a:lnTo>
                  <a:lnTo>
                    <a:pt x="75347" y="360495"/>
                  </a:lnTo>
                  <a:lnTo>
                    <a:pt x="129182" y="348174"/>
                  </a:lnTo>
                  <a:lnTo>
                    <a:pt x="200213" y="334791"/>
                  </a:lnTo>
                  <a:lnTo>
                    <a:pt x="276650" y="325677"/>
                  </a:lnTo>
                  <a:lnTo>
                    <a:pt x="356824" y="321386"/>
                  </a:lnTo>
                  <a:lnTo>
                    <a:pt x="441337" y="321386"/>
                  </a:lnTo>
                  <a:lnTo>
                    <a:pt x="520443" y="325677"/>
                  </a:lnTo>
                  <a:lnTo>
                    <a:pt x="601174" y="334791"/>
                  </a:lnTo>
                  <a:lnTo>
                    <a:pt x="667912" y="348174"/>
                  </a:lnTo>
                  <a:lnTo>
                    <a:pt x="721747" y="360495"/>
                  </a:lnTo>
                  <a:lnTo>
                    <a:pt x="767484" y="377638"/>
                  </a:lnTo>
                  <a:lnTo>
                    <a:pt x="801854" y="423161"/>
                  </a:lnTo>
                  <a:lnTo>
                    <a:pt x="793846" y="440836"/>
                  </a:lnTo>
                  <a:lnTo>
                    <a:pt x="721747" y="481006"/>
                  </a:lnTo>
                  <a:lnTo>
                    <a:pt x="667912" y="492796"/>
                  </a:lnTo>
                  <a:lnTo>
                    <a:pt x="601174" y="506179"/>
                  </a:lnTo>
                  <a:lnTo>
                    <a:pt x="520443" y="515824"/>
                  </a:lnTo>
                  <a:lnTo>
                    <a:pt x="441337" y="519584"/>
                  </a:lnTo>
                  <a:lnTo>
                    <a:pt x="356824" y="519584"/>
                  </a:lnTo>
                  <a:lnTo>
                    <a:pt x="276650" y="515824"/>
                  </a:lnTo>
                  <a:lnTo>
                    <a:pt x="200213" y="506179"/>
                  </a:lnTo>
                  <a:lnTo>
                    <a:pt x="129182" y="492796"/>
                  </a:lnTo>
                  <a:lnTo>
                    <a:pt x="75347" y="481006"/>
                  </a:lnTo>
                  <a:lnTo>
                    <a:pt x="29609" y="463332"/>
                  </a:lnTo>
                  <a:lnTo>
                    <a:pt x="0" y="423161"/>
                  </a:lnTo>
                  <a:close/>
                </a:path>
                <a:path w="802004" h="520064">
                  <a:moveTo>
                    <a:pt x="0" y="101775"/>
                  </a:moveTo>
                  <a:lnTo>
                    <a:pt x="29609" y="56252"/>
                  </a:lnTo>
                  <a:lnTo>
                    <a:pt x="75346" y="38577"/>
                  </a:lnTo>
                  <a:lnTo>
                    <a:pt x="129182" y="26787"/>
                  </a:lnTo>
                  <a:lnTo>
                    <a:pt x="200213" y="13404"/>
                  </a:lnTo>
                  <a:lnTo>
                    <a:pt x="276650" y="3760"/>
                  </a:lnTo>
                  <a:lnTo>
                    <a:pt x="356824" y="0"/>
                  </a:lnTo>
                  <a:lnTo>
                    <a:pt x="441337" y="0"/>
                  </a:lnTo>
                  <a:lnTo>
                    <a:pt x="520443" y="3760"/>
                  </a:lnTo>
                  <a:lnTo>
                    <a:pt x="601174" y="13404"/>
                  </a:lnTo>
                  <a:lnTo>
                    <a:pt x="667912" y="26787"/>
                  </a:lnTo>
                  <a:lnTo>
                    <a:pt x="721747" y="38577"/>
                  </a:lnTo>
                  <a:lnTo>
                    <a:pt x="767484" y="56252"/>
                  </a:lnTo>
                  <a:lnTo>
                    <a:pt x="801854" y="101775"/>
                  </a:lnTo>
                  <a:lnTo>
                    <a:pt x="793846" y="119449"/>
                  </a:lnTo>
                  <a:lnTo>
                    <a:pt x="721747" y="159620"/>
                  </a:lnTo>
                  <a:lnTo>
                    <a:pt x="667912" y="171410"/>
                  </a:lnTo>
                  <a:lnTo>
                    <a:pt x="601174" y="184815"/>
                  </a:lnTo>
                  <a:lnTo>
                    <a:pt x="520443" y="194437"/>
                  </a:lnTo>
                  <a:lnTo>
                    <a:pt x="441337" y="198198"/>
                  </a:lnTo>
                  <a:lnTo>
                    <a:pt x="356824" y="198198"/>
                  </a:lnTo>
                  <a:lnTo>
                    <a:pt x="276650" y="194437"/>
                  </a:lnTo>
                  <a:lnTo>
                    <a:pt x="200213" y="184815"/>
                  </a:lnTo>
                  <a:lnTo>
                    <a:pt x="129182" y="171410"/>
                  </a:lnTo>
                  <a:lnTo>
                    <a:pt x="75346" y="159620"/>
                  </a:lnTo>
                  <a:lnTo>
                    <a:pt x="29609" y="141946"/>
                  </a:lnTo>
                  <a:lnTo>
                    <a:pt x="0" y="101775"/>
                  </a:lnTo>
                  <a:close/>
                </a:path>
              </a:pathLst>
            </a:custGeom>
            <a:ln w="16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4251094" y="5095422"/>
              <a:ext cx="892175" cy="147320"/>
            </a:xfrm>
            <a:custGeom>
              <a:avLst/>
              <a:gdLst/>
              <a:ahLst/>
              <a:cxnLst/>
              <a:rect l="l" t="t" r="r" b="b"/>
              <a:pathLst>
                <a:path w="892175" h="147320">
                  <a:moveTo>
                    <a:pt x="891817" y="0"/>
                  </a:moveTo>
                  <a:lnTo>
                    <a:pt x="0" y="0"/>
                  </a:lnTo>
                  <a:lnTo>
                    <a:pt x="0" y="147299"/>
                  </a:lnTo>
                  <a:lnTo>
                    <a:pt x="891817" y="147299"/>
                  </a:lnTo>
                  <a:lnTo>
                    <a:pt x="8918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4297921" y="4903661"/>
              <a:ext cx="807720" cy="346075"/>
            </a:xfrm>
            <a:custGeom>
              <a:avLst/>
              <a:gdLst/>
              <a:ahLst/>
              <a:cxnLst/>
              <a:rect l="l" t="t" r="r" b="b"/>
              <a:pathLst>
                <a:path w="807720" h="346075">
                  <a:moveTo>
                    <a:pt x="0" y="0"/>
                  </a:moveTo>
                  <a:lnTo>
                    <a:pt x="0" y="346028"/>
                  </a:lnTo>
                </a:path>
                <a:path w="807720" h="346075">
                  <a:moveTo>
                    <a:pt x="807416" y="0"/>
                  </a:moveTo>
                  <a:lnTo>
                    <a:pt x="807416" y="346028"/>
                  </a:lnTo>
                </a:path>
              </a:pathLst>
            </a:custGeom>
            <a:ln w="16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4297921" y="4767068"/>
              <a:ext cx="802005" cy="200025"/>
            </a:xfrm>
            <a:custGeom>
              <a:avLst/>
              <a:gdLst/>
              <a:ahLst/>
              <a:cxnLst/>
              <a:rect l="l" t="t" r="r" b="b"/>
              <a:pathLst>
                <a:path w="802004" h="200025">
                  <a:moveTo>
                    <a:pt x="441337" y="0"/>
                  </a:moveTo>
                  <a:lnTo>
                    <a:pt x="356824" y="0"/>
                  </a:lnTo>
                  <a:lnTo>
                    <a:pt x="276650" y="5375"/>
                  </a:lnTo>
                  <a:lnTo>
                    <a:pt x="200213" y="13404"/>
                  </a:lnTo>
                  <a:lnTo>
                    <a:pt x="129182" y="26787"/>
                  </a:lnTo>
                  <a:lnTo>
                    <a:pt x="75346" y="39108"/>
                  </a:lnTo>
                  <a:lnTo>
                    <a:pt x="29609" y="57866"/>
                  </a:lnTo>
                  <a:lnTo>
                    <a:pt x="0" y="101775"/>
                  </a:lnTo>
                  <a:lnTo>
                    <a:pt x="9699" y="119449"/>
                  </a:lnTo>
                  <a:lnTo>
                    <a:pt x="75346" y="159620"/>
                  </a:lnTo>
                  <a:lnTo>
                    <a:pt x="129182" y="173025"/>
                  </a:lnTo>
                  <a:lnTo>
                    <a:pt x="200213" y="186408"/>
                  </a:lnTo>
                  <a:lnTo>
                    <a:pt x="276650" y="194437"/>
                  </a:lnTo>
                  <a:lnTo>
                    <a:pt x="356824" y="199812"/>
                  </a:lnTo>
                  <a:lnTo>
                    <a:pt x="441337" y="199812"/>
                  </a:lnTo>
                  <a:lnTo>
                    <a:pt x="520443" y="194437"/>
                  </a:lnTo>
                  <a:lnTo>
                    <a:pt x="601174" y="186408"/>
                  </a:lnTo>
                  <a:lnTo>
                    <a:pt x="667912" y="173025"/>
                  </a:lnTo>
                  <a:lnTo>
                    <a:pt x="721747" y="159620"/>
                  </a:lnTo>
                  <a:lnTo>
                    <a:pt x="767484" y="141946"/>
                  </a:lnTo>
                  <a:lnTo>
                    <a:pt x="801854" y="101775"/>
                  </a:lnTo>
                  <a:lnTo>
                    <a:pt x="793846" y="79279"/>
                  </a:lnTo>
                  <a:lnTo>
                    <a:pt x="721747" y="39108"/>
                  </a:lnTo>
                  <a:lnTo>
                    <a:pt x="667912" y="26787"/>
                  </a:lnTo>
                  <a:lnTo>
                    <a:pt x="601174" y="13404"/>
                  </a:lnTo>
                  <a:lnTo>
                    <a:pt x="520443" y="5375"/>
                  </a:lnTo>
                  <a:lnTo>
                    <a:pt x="4413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4297921" y="4445704"/>
              <a:ext cx="802005" cy="521334"/>
            </a:xfrm>
            <a:custGeom>
              <a:avLst/>
              <a:gdLst/>
              <a:ahLst/>
              <a:cxnLst/>
              <a:rect l="l" t="t" r="r" b="b"/>
              <a:pathLst>
                <a:path w="802004" h="521335">
                  <a:moveTo>
                    <a:pt x="0" y="423139"/>
                  </a:moveTo>
                  <a:lnTo>
                    <a:pt x="29609" y="379230"/>
                  </a:lnTo>
                  <a:lnTo>
                    <a:pt x="75347" y="360472"/>
                  </a:lnTo>
                  <a:lnTo>
                    <a:pt x="129182" y="348151"/>
                  </a:lnTo>
                  <a:lnTo>
                    <a:pt x="200213" y="334769"/>
                  </a:lnTo>
                  <a:lnTo>
                    <a:pt x="276650" y="326739"/>
                  </a:lnTo>
                  <a:lnTo>
                    <a:pt x="356824" y="321364"/>
                  </a:lnTo>
                  <a:lnTo>
                    <a:pt x="441337" y="321364"/>
                  </a:lnTo>
                  <a:lnTo>
                    <a:pt x="520443" y="326739"/>
                  </a:lnTo>
                  <a:lnTo>
                    <a:pt x="601174" y="334769"/>
                  </a:lnTo>
                  <a:lnTo>
                    <a:pt x="667912" y="348151"/>
                  </a:lnTo>
                  <a:lnTo>
                    <a:pt x="721747" y="360472"/>
                  </a:lnTo>
                  <a:lnTo>
                    <a:pt x="767484" y="379230"/>
                  </a:lnTo>
                  <a:lnTo>
                    <a:pt x="801854" y="423139"/>
                  </a:lnTo>
                  <a:lnTo>
                    <a:pt x="793846" y="440813"/>
                  </a:lnTo>
                  <a:lnTo>
                    <a:pt x="721747" y="480984"/>
                  </a:lnTo>
                  <a:lnTo>
                    <a:pt x="667912" y="494389"/>
                  </a:lnTo>
                  <a:lnTo>
                    <a:pt x="601174" y="507772"/>
                  </a:lnTo>
                  <a:lnTo>
                    <a:pt x="520443" y="515801"/>
                  </a:lnTo>
                  <a:lnTo>
                    <a:pt x="441337" y="521177"/>
                  </a:lnTo>
                  <a:lnTo>
                    <a:pt x="356824" y="521177"/>
                  </a:lnTo>
                  <a:lnTo>
                    <a:pt x="276650" y="515801"/>
                  </a:lnTo>
                  <a:lnTo>
                    <a:pt x="200213" y="507772"/>
                  </a:lnTo>
                  <a:lnTo>
                    <a:pt x="129182" y="494389"/>
                  </a:lnTo>
                  <a:lnTo>
                    <a:pt x="75347" y="480984"/>
                  </a:lnTo>
                  <a:lnTo>
                    <a:pt x="29609" y="463310"/>
                  </a:lnTo>
                  <a:lnTo>
                    <a:pt x="0" y="423139"/>
                  </a:lnTo>
                  <a:close/>
                </a:path>
                <a:path w="802004" h="521335">
                  <a:moveTo>
                    <a:pt x="0" y="101753"/>
                  </a:moveTo>
                  <a:lnTo>
                    <a:pt x="29609" y="57844"/>
                  </a:lnTo>
                  <a:lnTo>
                    <a:pt x="75346" y="39086"/>
                  </a:lnTo>
                  <a:lnTo>
                    <a:pt x="129182" y="26765"/>
                  </a:lnTo>
                  <a:lnTo>
                    <a:pt x="200213" y="13382"/>
                  </a:lnTo>
                  <a:lnTo>
                    <a:pt x="276650" y="5353"/>
                  </a:lnTo>
                  <a:lnTo>
                    <a:pt x="356824" y="0"/>
                  </a:lnTo>
                  <a:lnTo>
                    <a:pt x="441337" y="0"/>
                  </a:lnTo>
                  <a:lnTo>
                    <a:pt x="520443" y="5353"/>
                  </a:lnTo>
                  <a:lnTo>
                    <a:pt x="601174" y="13382"/>
                  </a:lnTo>
                  <a:lnTo>
                    <a:pt x="667912" y="26765"/>
                  </a:lnTo>
                  <a:lnTo>
                    <a:pt x="721747" y="39086"/>
                  </a:lnTo>
                  <a:lnTo>
                    <a:pt x="767484" y="57844"/>
                  </a:lnTo>
                  <a:lnTo>
                    <a:pt x="801854" y="101753"/>
                  </a:lnTo>
                  <a:lnTo>
                    <a:pt x="793846" y="119449"/>
                  </a:lnTo>
                  <a:lnTo>
                    <a:pt x="721747" y="159620"/>
                  </a:lnTo>
                  <a:lnTo>
                    <a:pt x="667912" y="173003"/>
                  </a:lnTo>
                  <a:lnTo>
                    <a:pt x="601174" y="186385"/>
                  </a:lnTo>
                  <a:lnTo>
                    <a:pt x="520443" y="194437"/>
                  </a:lnTo>
                  <a:lnTo>
                    <a:pt x="441337" y="199790"/>
                  </a:lnTo>
                  <a:lnTo>
                    <a:pt x="356824" y="199790"/>
                  </a:lnTo>
                  <a:lnTo>
                    <a:pt x="276650" y="194437"/>
                  </a:lnTo>
                  <a:lnTo>
                    <a:pt x="200213" y="186385"/>
                  </a:lnTo>
                  <a:lnTo>
                    <a:pt x="129182" y="173003"/>
                  </a:lnTo>
                  <a:lnTo>
                    <a:pt x="75346" y="159620"/>
                  </a:lnTo>
                  <a:lnTo>
                    <a:pt x="29609" y="141946"/>
                  </a:lnTo>
                  <a:lnTo>
                    <a:pt x="0" y="101753"/>
                  </a:lnTo>
                  <a:close/>
                </a:path>
              </a:pathLst>
            </a:custGeom>
            <a:ln w="16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4251094" y="4725836"/>
              <a:ext cx="892175" cy="147320"/>
            </a:xfrm>
            <a:custGeom>
              <a:avLst/>
              <a:gdLst/>
              <a:ahLst/>
              <a:cxnLst/>
              <a:rect l="l" t="t" r="r" b="b"/>
              <a:pathLst>
                <a:path w="892175" h="147320">
                  <a:moveTo>
                    <a:pt x="891817" y="0"/>
                  </a:moveTo>
                  <a:lnTo>
                    <a:pt x="0" y="0"/>
                  </a:lnTo>
                  <a:lnTo>
                    <a:pt x="0" y="147299"/>
                  </a:lnTo>
                  <a:lnTo>
                    <a:pt x="891817" y="147299"/>
                  </a:lnTo>
                  <a:lnTo>
                    <a:pt x="8918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4297921" y="4533013"/>
              <a:ext cx="2163445" cy="1540510"/>
            </a:xfrm>
            <a:custGeom>
              <a:avLst/>
              <a:gdLst/>
              <a:ahLst/>
              <a:cxnLst/>
              <a:rect l="l" t="t" r="r" b="b"/>
              <a:pathLst>
                <a:path w="2163445" h="1540510">
                  <a:moveTo>
                    <a:pt x="0" y="0"/>
                  </a:moveTo>
                  <a:lnTo>
                    <a:pt x="0" y="346559"/>
                  </a:lnTo>
                </a:path>
                <a:path w="2163445" h="1540510">
                  <a:moveTo>
                    <a:pt x="807416" y="0"/>
                  </a:moveTo>
                  <a:lnTo>
                    <a:pt x="807416" y="346559"/>
                  </a:lnTo>
                </a:path>
                <a:path w="2163445" h="1540510">
                  <a:moveTo>
                    <a:pt x="1361117" y="1444081"/>
                  </a:moveTo>
                  <a:lnTo>
                    <a:pt x="1390704" y="1398005"/>
                  </a:lnTo>
                  <a:lnTo>
                    <a:pt x="1436531" y="1380861"/>
                  </a:lnTo>
                  <a:lnTo>
                    <a:pt x="1489699" y="1368540"/>
                  </a:lnTo>
                  <a:lnTo>
                    <a:pt x="1561331" y="1355157"/>
                  </a:lnTo>
                  <a:lnTo>
                    <a:pt x="1637857" y="1346044"/>
                  </a:lnTo>
                  <a:lnTo>
                    <a:pt x="1717942" y="1341753"/>
                  </a:lnTo>
                  <a:lnTo>
                    <a:pt x="1802477" y="1341753"/>
                  </a:lnTo>
                  <a:lnTo>
                    <a:pt x="1881672" y="1346044"/>
                  </a:lnTo>
                  <a:lnTo>
                    <a:pt x="1962203" y="1355157"/>
                  </a:lnTo>
                  <a:lnTo>
                    <a:pt x="2028940" y="1368540"/>
                  </a:lnTo>
                  <a:lnTo>
                    <a:pt x="2082776" y="1380861"/>
                  </a:lnTo>
                  <a:lnTo>
                    <a:pt x="2128157" y="1398005"/>
                  </a:lnTo>
                  <a:lnTo>
                    <a:pt x="2163083" y="1444081"/>
                  </a:lnTo>
                  <a:lnTo>
                    <a:pt x="2155075" y="1461202"/>
                  </a:lnTo>
                  <a:lnTo>
                    <a:pt x="2082776" y="1501384"/>
                  </a:lnTo>
                  <a:lnTo>
                    <a:pt x="2028940" y="1513703"/>
                  </a:lnTo>
                  <a:lnTo>
                    <a:pt x="1962203" y="1527094"/>
                  </a:lnTo>
                  <a:lnTo>
                    <a:pt x="1881672" y="1536199"/>
                  </a:lnTo>
                  <a:lnTo>
                    <a:pt x="1802477" y="1540486"/>
                  </a:lnTo>
                  <a:lnTo>
                    <a:pt x="1717942" y="1540486"/>
                  </a:lnTo>
                  <a:lnTo>
                    <a:pt x="1637857" y="1536199"/>
                  </a:lnTo>
                  <a:lnTo>
                    <a:pt x="1561331" y="1527094"/>
                  </a:lnTo>
                  <a:lnTo>
                    <a:pt x="1489699" y="1513703"/>
                  </a:lnTo>
                  <a:lnTo>
                    <a:pt x="1436531" y="1501384"/>
                  </a:lnTo>
                  <a:lnTo>
                    <a:pt x="1390704" y="1484243"/>
                  </a:lnTo>
                  <a:lnTo>
                    <a:pt x="1361117" y="1444081"/>
                  </a:lnTo>
                  <a:close/>
                </a:path>
                <a:path w="2163445" h="1540510">
                  <a:moveTo>
                    <a:pt x="1361117" y="1122142"/>
                  </a:moveTo>
                  <a:lnTo>
                    <a:pt x="1390704" y="1076618"/>
                  </a:lnTo>
                  <a:lnTo>
                    <a:pt x="1436531" y="1059475"/>
                  </a:lnTo>
                  <a:lnTo>
                    <a:pt x="1489699" y="1047154"/>
                  </a:lnTo>
                  <a:lnTo>
                    <a:pt x="1561331" y="1033771"/>
                  </a:lnTo>
                  <a:lnTo>
                    <a:pt x="1637857" y="1024658"/>
                  </a:lnTo>
                  <a:lnTo>
                    <a:pt x="1717942" y="1020388"/>
                  </a:lnTo>
                  <a:lnTo>
                    <a:pt x="1802477" y="1020388"/>
                  </a:lnTo>
                  <a:lnTo>
                    <a:pt x="1881672" y="1024658"/>
                  </a:lnTo>
                  <a:lnTo>
                    <a:pt x="1962203" y="1033771"/>
                  </a:lnTo>
                  <a:lnTo>
                    <a:pt x="2028940" y="1047154"/>
                  </a:lnTo>
                  <a:lnTo>
                    <a:pt x="2082776" y="1059475"/>
                  </a:lnTo>
                  <a:lnTo>
                    <a:pt x="2128157" y="1076618"/>
                  </a:lnTo>
                  <a:lnTo>
                    <a:pt x="2163083" y="1122142"/>
                  </a:lnTo>
                  <a:lnTo>
                    <a:pt x="2155075" y="1139838"/>
                  </a:lnTo>
                  <a:lnTo>
                    <a:pt x="2082776" y="1180009"/>
                  </a:lnTo>
                  <a:lnTo>
                    <a:pt x="2028940" y="1191777"/>
                  </a:lnTo>
                  <a:lnTo>
                    <a:pt x="1962203" y="1205182"/>
                  </a:lnTo>
                  <a:lnTo>
                    <a:pt x="1881672" y="1214826"/>
                  </a:lnTo>
                  <a:lnTo>
                    <a:pt x="1802477" y="1218564"/>
                  </a:lnTo>
                  <a:lnTo>
                    <a:pt x="1717942" y="1218564"/>
                  </a:lnTo>
                  <a:lnTo>
                    <a:pt x="1637857" y="1214826"/>
                  </a:lnTo>
                  <a:lnTo>
                    <a:pt x="1561331" y="1205182"/>
                  </a:lnTo>
                  <a:lnTo>
                    <a:pt x="1489699" y="1191777"/>
                  </a:lnTo>
                  <a:lnTo>
                    <a:pt x="1436531" y="1180009"/>
                  </a:lnTo>
                  <a:lnTo>
                    <a:pt x="1390704" y="1162334"/>
                  </a:lnTo>
                  <a:lnTo>
                    <a:pt x="1361117" y="1122142"/>
                  </a:lnTo>
                  <a:close/>
                </a:path>
              </a:pathLst>
            </a:custGeom>
            <a:ln w="16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5612323" y="5831934"/>
              <a:ext cx="892175" cy="147955"/>
            </a:xfrm>
            <a:custGeom>
              <a:avLst/>
              <a:gdLst/>
              <a:ahLst/>
              <a:cxnLst/>
              <a:rect l="l" t="t" r="r" b="b"/>
              <a:pathLst>
                <a:path w="892175" h="147954">
                  <a:moveTo>
                    <a:pt x="891817" y="0"/>
                  </a:moveTo>
                  <a:lnTo>
                    <a:pt x="0" y="0"/>
                  </a:lnTo>
                  <a:lnTo>
                    <a:pt x="0" y="147836"/>
                  </a:lnTo>
                  <a:lnTo>
                    <a:pt x="891817" y="147836"/>
                  </a:lnTo>
                  <a:lnTo>
                    <a:pt x="8918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5659039" y="5640710"/>
              <a:ext cx="807720" cy="346075"/>
            </a:xfrm>
            <a:custGeom>
              <a:avLst/>
              <a:gdLst/>
              <a:ahLst/>
              <a:cxnLst/>
              <a:rect l="l" t="t" r="r" b="b"/>
              <a:pathLst>
                <a:path w="807720" h="346075">
                  <a:moveTo>
                    <a:pt x="0" y="0"/>
                  </a:moveTo>
                  <a:lnTo>
                    <a:pt x="0" y="345475"/>
                  </a:lnTo>
                </a:path>
                <a:path w="807720" h="346075">
                  <a:moveTo>
                    <a:pt x="807305" y="0"/>
                  </a:moveTo>
                  <a:lnTo>
                    <a:pt x="807305" y="345475"/>
                  </a:lnTo>
                </a:path>
              </a:pathLst>
            </a:custGeom>
            <a:ln w="16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5659039" y="5504117"/>
              <a:ext cx="802005" cy="199390"/>
            </a:xfrm>
            <a:custGeom>
              <a:avLst/>
              <a:gdLst/>
              <a:ahLst/>
              <a:cxnLst/>
              <a:rect l="l" t="t" r="r" b="b"/>
              <a:pathLst>
                <a:path w="802004" h="199389">
                  <a:moveTo>
                    <a:pt x="441359" y="0"/>
                  </a:moveTo>
                  <a:lnTo>
                    <a:pt x="356824" y="0"/>
                  </a:lnTo>
                  <a:lnTo>
                    <a:pt x="276739" y="5353"/>
                  </a:lnTo>
                  <a:lnTo>
                    <a:pt x="200213" y="13382"/>
                  </a:lnTo>
                  <a:lnTo>
                    <a:pt x="128581" y="26787"/>
                  </a:lnTo>
                  <a:lnTo>
                    <a:pt x="75413" y="38555"/>
                  </a:lnTo>
                  <a:lnTo>
                    <a:pt x="29587" y="57313"/>
                  </a:lnTo>
                  <a:lnTo>
                    <a:pt x="0" y="101775"/>
                  </a:lnTo>
                  <a:lnTo>
                    <a:pt x="9788" y="118918"/>
                  </a:lnTo>
                  <a:lnTo>
                    <a:pt x="75413" y="159089"/>
                  </a:lnTo>
                  <a:lnTo>
                    <a:pt x="128581" y="172472"/>
                  </a:lnTo>
                  <a:lnTo>
                    <a:pt x="200213" y="185855"/>
                  </a:lnTo>
                  <a:lnTo>
                    <a:pt x="276739" y="193906"/>
                  </a:lnTo>
                  <a:lnTo>
                    <a:pt x="356824" y="199259"/>
                  </a:lnTo>
                  <a:lnTo>
                    <a:pt x="441359" y="199259"/>
                  </a:lnTo>
                  <a:lnTo>
                    <a:pt x="520554" y="193906"/>
                  </a:lnTo>
                  <a:lnTo>
                    <a:pt x="601085" y="185855"/>
                  </a:lnTo>
                  <a:lnTo>
                    <a:pt x="667823" y="172472"/>
                  </a:lnTo>
                  <a:lnTo>
                    <a:pt x="721658" y="159089"/>
                  </a:lnTo>
                  <a:lnTo>
                    <a:pt x="767039" y="141946"/>
                  </a:lnTo>
                  <a:lnTo>
                    <a:pt x="801966" y="101775"/>
                  </a:lnTo>
                  <a:lnTo>
                    <a:pt x="793957" y="78726"/>
                  </a:lnTo>
                  <a:lnTo>
                    <a:pt x="721658" y="38555"/>
                  </a:lnTo>
                  <a:lnTo>
                    <a:pt x="667823" y="26787"/>
                  </a:lnTo>
                  <a:lnTo>
                    <a:pt x="601085" y="13382"/>
                  </a:lnTo>
                  <a:lnTo>
                    <a:pt x="520554" y="5353"/>
                  </a:lnTo>
                  <a:lnTo>
                    <a:pt x="4413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5659039" y="5182731"/>
              <a:ext cx="802005" cy="520700"/>
            </a:xfrm>
            <a:custGeom>
              <a:avLst/>
              <a:gdLst/>
              <a:ahLst/>
              <a:cxnLst/>
              <a:rect l="l" t="t" r="r" b="b"/>
              <a:pathLst>
                <a:path w="802004" h="520700">
                  <a:moveTo>
                    <a:pt x="0" y="423161"/>
                  </a:moveTo>
                  <a:lnTo>
                    <a:pt x="29587" y="378700"/>
                  </a:lnTo>
                  <a:lnTo>
                    <a:pt x="75413" y="359942"/>
                  </a:lnTo>
                  <a:lnTo>
                    <a:pt x="128581" y="348174"/>
                  </a:lnTo>
                  <a:lnTo>
                    <a:pt x="200213" y="334769"/>
                  </a:lnTo>
                  <a:lnTo>
                    <a:pt x="276739" y="326739"/>
                  </a:lnTo>
                  <a:lnTo>
                    <a:pt x="356824" y="321386"/>
                  </a:lnTo>
                  <a:lnTo>
                    <a:pt x="441359" y="321386"/>
                  </a:lnTo>
                  <a:lnTo>
                    <a:pt x="520554" y="326739"/>
                  </a:lnTo>
                  <a:lnTo>
                    <a:pt x="601085" y="334769"/>
                  </a:lnTo>
                  <a:lnTo>
                    <a:pt x="667823" y="348174"/>
                  </a:lnTo>
                  <a:lnTo>
                    <a:pt x="721658" y="359942"/>
                  </a:lnTo>
                  <a:lnTo>
                    <a:pt x="767039" y="378700"/>
                  </a:lnTo>
                  <a:lnTo>
                    <a:pt x="801966" y="423161"/>
                  </a:lnTo>
                  <a:lnTo>
                    <a:pt x="793957" y="440305"/>
                  </a:lnTo>
                  <a:lnTo>
                    <a:pt x="721658" y="480475"/>
                  </a:lnTo>
                  <a:lnTo>
                    <a:pt x="667823" y="493858"/>
                  </a:lnTo>
                  <a:lnTo>
                    <a:pt x="601085" y="507241"/>
                  </a:lnTo>
                  <a:lnTo>
                    <a:pt x="520554" y="515293"/>
                  </a:lnTo>
                  <a:lnTo>
                    <a:pt x="441359" y="520646"/>
                  </a:lnTo>
                  <a:lnTo>
                    <a:pt x="356824" y="520646"/>
                  </a:lnTo>
                  <a:lnTo>
                    <a:pt x="276739" y="515293"/>
                  </a:lnTo>
                  <a:lnTo>
                    <a:pt x="200213" y="507241"/>
                  </a:lnTo>
                  <a:lnTo>
                    <a:pt x="128581" y="493858"/>
                  </a:lnTo>
                  <a:lnTo>
                    <a:pt x="75413" y="480475"/>
                  </a:lnTo>
                  <a:lnTo>
                    <a:pt x="29587" y="463332"/>
                  </a:lnTo>
                  <a:lnTo>
                    <a:pt x="0" y="423161"/>
                  </a:lnTo>
                  <a:close/>
                </a:path>
                <a:path w="802004" h="520700">
                  <a:moveTo>
                    <a:pt x="0" y="101775"/>
                  </a:moveTo>
                  <a:lnTo>
                    <a:pt x="29587" y="57313"/>
                  </a:lnTo>
                  <a:lnTo>
                    <a:pt x="75413" y="38577"/>
                  </a:lnTo>
                  <a:lnTo>
                    <a:pt x="128581" y="26787"/>
                  </a:lnTo>
                  <a:lnTo>
                    <a:pt x="200213" y="13382"/>
                  </a:lnTo>
                  <a:lnTo>
                    <a:pt x="276739" y="5353"/>
                  </a:lnTo>
                  <a:lnTo>
                    <a:pt x="356824" y="0"/>
                  </a:lnTo>
                  <a:lnTo>
                    <a:pt x="441359" y="0"/>
                  </a:lnTo>
                  <a:lnTo>
                    <a:pt x="520554" y="5353"/>
                  </a:lnTo>
                  <a:lnTo>
                    <a:pt x="601085" y="13382"/>
                  </a:lnTo>
                  <a:lnTo>
                    <a:pt x="667823" y="26787"/>
                  </a:lnTo>
                  <a:lnTo>
                    <a:pt x="721658" y="38577"/>
                  </a:lnTo>
                  <a:lnTo>
                    <a:pt x="767039" y="57313"/>
                  </a:lnTo>
                  <a:lnTo>
                    <a:pt x="801966" y="101775"/>
                  </a:lnTo>
                  <a:lnTo>
                    <a:pt x="793957" y="118918"/>
                  </a:lnTo>
                  <a:lnTo>
                    <a:pt x="721658" y="159089"/>
                  </a:lnTo>
                  <a:lnTo>
                    <a:pt x="667823" y="172472"/>
                  </a:lnTo>
                  <a:lnTo>
                    <a:pt x="601085" y="185877"/>
                  </a:lnTo>
                  <a:lnTo>
                    <a:pt x="520554" y="193906"/>
                  </a:lnTo>
                  <a:lnTo>
                    <a:pt x="441359" y="199259"/>
                  </a:lnTo>
                  <a:lnTo>
                    <a:pt x="356824" y="199259"/>
                  </a:lnTo>
                  <a:lnTo>
                    <a:pt x="276739" y="193906"/>
                  </a:lnTo>
                  <a:lnTo>
                    <a:pt x="200213" y="185877"/>
                  </a:lnTo>
                  <a:lnTo>
                    <a:pt x="128581" y="172472"/>
                  </a:lnTo>
                  <a:lnTo>
                    <a:pt x="75413" y="159089"/>
                  </a:lnTo>
                  <a:lnTo>
                    <a:pt x="29587" y="141946"/>
                  </a:lnTo>
                  <a:lnTo>
                    <a:pt x="0" y="101775"/>
                  </a:lnTo>
                  <a:close/>
                </a:path>
              </a:pathLst>
            </a:custGeom>
            <a:ln w="16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5612323" y="5462330"/>
              <a:ext cx="892175" cy="147320"/>
            </a:xfrm>
            <a:custGeom>
              <a:avLst/>
              <a:gdLst/>
              <a:ahLst/>
              <a:cxnLst/>
              <a:rect l="l" t="t" r="r" b="b"/>
              <a:pathLst>
                <a:path w="892175" h="147320">
                  <a:moveTo>
                    <a:pt x="891817" y="0"/>
                  </a:moveTo>
                  <a:lnTo>
                    <a:pt x="0" y="0"/>
                  </a:lnTo>
                  <a:lnTo>
                    <a:pt x="0" y="147301"/>
                  </a:lnTo>
                  <a:lnTo>
                    <a:pt x="891817" y="147301"/>
                  </a:lnTo>
                  <a:lnTo>
                    <a:pt x="8918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5659039" y="5269509"/>
              <a:ext cx="807720" cy="347345"/>
            </a:xfrm>
            <a:custGeom>
              <a:avLst/>
              <a:gdLst/>
              <a:ahLst/>
              <a:cxnLst/>
              <a:rect l="l" t="t" r="r" b="b"/>
              <a:pathLst>
                <a:path w="807720" h="347345">
                  <a:moveTo>
                    <a:pt x="0" y="0"/>
                  </a:moveTo>
                  <a:lnTo>
                    <a:pt x="0" y="347090"/>
                  </a:lnTo>
                </a:path>
                <a:path w="807720" h="347345">
                  <a:moveTo>
                    <a:pt x="807305" y="0"/>
                  </a:moveTo>
                  <a:lnTo>
                    <a:pt x="807305" y="347090"/>
                  </a:lnTo>
                </a:path>
              </a:pathLst>
            </a:custGeom>
            <a:ln w="16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5659039" y="5129178"/>
              <a:ext cx="802005" cy="199390"/>
            </a:xfrm>
            <a:custGeom>
              <a:avLst/>
              <a:gdLst/>
              <a:ahLst/>
              <a:cxnLst/>
              <a:rect l="l" t="t" r="r" b="b"/>
              <a:pathLst>
                <a:path w="802004" h="199389">
                  <a:moveTo>
                    <a:pt x="441359" y="0"/>
                  </a:moveTo>
                  <a:lnTo>
                    <a:pt x="356824" y="0"/>
                  </a:lnTo>
                  <a:lnTo>
                    <a:pt x="276739" y="5353"/>
                  </a:lnTo>
                  <a:lnTo>
                    <a:pt x="200213" y="13382"/>
                  </a:lnTo>
                  <a:lnTo>
                    <a:pt x="128581" y="26765"/>
                  </a:lnTo>
                  <a:lnTo>
                    <a:pt x="75413" y="38555"/>
                  </a:lnTo>
                  <a:lnTo>
                    <a:pt x="29587" y="57313"/>
                  </a:lnTo>
                  <a:lnTo>
                    <a:pt x="0" y="101753"/>
                  </a:lnTo>
                  <a:lnTo>
                    <a:pt x="9788" y="118896"/>
                  </a:lnTo>
                  <a:lnTo>
                    <a:pt x="75413" y="159067"/>
                  </a:lnTo>
                  <a:lnTo>
                    <a:pt x="128581" y="172472"/>
                  </a:lnTo>
                  <a:lnTo>
                    <a:pt x="200213" y="185855"/>
                  </a:lnTo>
                  <a:lnTo>
                    <a:pt x="276739" y="193884"/>
                  </a:lnTo>
                  <a:lnTo>
                    <a:pt x="356824" y="199237"/>
                  </a:lnTo>
                  <a:lnTo>
                    <a:pt x="441359" y="199237"/>
                  </a:lnTo>
                  <a:lnTo>
                    <a:pt x="520554" y="193884"/>
                  </a:lnTo>
                  <a:lnTo>
                    <a:pt x="601085" y="185855"/>
                  </a:lnTo>
                  <a:lnTo>
                    <a:pt x="667823" y="172472"/>
                  </a:lnTo>
                  <a:lnTo>
                    <a:pt x="721658" y="159067"/>
                  </a:lnTo>
                  <a:lnTo>
                    <a:pt x="767039" y="141946"/>
                  </a:lnTo>
                  <a:lnTo>
                    <a:pt x="801966" y="101753"/>
                  </a:lnTo>
                  <a:lnTo>
                    <a:pt x="793957" y="78726"/>
                  </a:lnTo>
                  <a:lnTo>
                    <a:pt x="721658" y="38555"/>
                  </a:lnTo>
                  <a:lnTo>
                    <a:pt x="667823" y="26765"/>
                  </a:lnTo>
                  <a:lnTo>
                    <a:pt x="601085" y="13382"/>
                  </a:lnTo>
                  <a:lnTo>
                    <a:pt x="520554" y="5353"/>
                  </a:lnTo>
                  <a:lnTo>
                    <a:pt x="4413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5659039" y="4807260"/>
              <a:ext cx="802005" cy="521334"/>
            </a:xfrm>
            <a:custGeom>
              <a:avLst/>
              <a:gdLst/>
              <a:ahLst/>
              <a:cxnLst/>
              <a:rect l="l" t="t" r="r" b="b"/>
              <a:pathLst>
                <a:path w="802004" h="521335">
                  <a:moveTo>
                    <a:pt x="0" y="423670"/>
                  </a:moveTo>
                  <a:lnTo>
                    <a:pt x="29587" y="379230"/>
                  </a:lnTo>
                  <a:lnTo>
                    <a:pt x="75413" y="360472"/>
                  </a:lnTo>
                  <a:lnTo>
                    <a:pt x="128581" y="348682"/>
                  </a:lnTo>
                  <a:lnTo>
                    <a:pt x="200213" y="335300"/>
                  </a:lnTo>
                  <a:lnTo>
                    <a:pt x="276739" y="327270"/>
                  </a:lnTo>
                  <a:lnTo>
                    <a:pt x="356824" y="321917"/>
                  </a:lnTo>
                  <a:lnTo>
                    <a:pt x="441359" y="321917"/>
                  </a:lnTo>
                  <a:lnTo>
                    <a:pt x="520554" y="327270"/>
                  </a:lnTo>
                  <a:lnTo>
                    <a:pt x="601085" y="335300"/>
                  </a:lnTo>
                  <a:lnTo>
                    <a:pt x="667823" y="348682"/>
                  </a:lnTo>
                  <a:lnTo>
                    <a:pt x="721658" y="360472"/>
                  </a:lnTo>
                  <a:lnTo>
                    <a:pt x="767039" y="379230"/>
                  </a:lnTo>
                  <a:lnTo>
                    <a:pt x="801966" y="423670"/>
                  </a:lnTo>
                  <a:lnTo>
                    <a:pt x="793957" y="440813"/>
                  </a:lnTo>
                  <a:lnTo>
                    <a:pt x="721658" y="480984"/>
                  </a:lnTo>
                  <a:lnTo>
                    <a:pt x="667823" y="494389"/>
                  </a:lnTo>
                  <a:lnTo>
                    <a:pt x="601085" y="507772"/>
                  </a:lnTo>
                  <a:lnTo>
                    <a:pt x="520554" y="515801"/>
                  </a:lnTo>
                  <a:lnTo>
                    <a:pt x="441359" y="521155"/>
                  </a:lnTo>
                  <a:lnTo>
                    <a:pt x="356824" y="521155"/>
                  </a:lnTo>
                  <a:lnTo>
                    <a:pt x="276739" y="515801"/>
                  </a:lnTo>
                  <a:lnTo>
                    <a:pt x="200213" y="507772"/>
                  </a:lnTo>
                  <a:lnTo>
                    <a:pt x="128581" y="494389"/>
                  </a:lnTo>
                  <a:lnTo>
                    <a:pt x="75413" y="480984"/>
                  </a:lnTo>
                  <a:lnTo>
                    <a:pt x="29587" y="463863"/>
                  </a:lnTo>
                  <a:lnTo>
                    <a:pt x="0" y="423670"/>
                  </a:lnTo>
                  <a:close/>
                </a:path>
                <a:path w="802004" h="521335">
                  <a:moveTo>
                    <a:pt x="0" y="101753"/>
                  </a:moveTo>
                  <a:lnTo>
                    <a:pt x="29587" y="57844"/>
                  </a:lnTo>
                  <a:lnTo>
                    <a:pt x="75413" y="39086"/>
                  </a:lnTo>
                  <a:lnTo>
                    <a:pt x="128581" y="26765"/>
                  </a:lnTo>
                  <a:lnTo>
                    <a:pt x="200213" y="13382"/>
                  </a:lnTo>
                  <a:lnTo>
                    <a:pt x="276739" y="5353"/>
                  </a:lnTo>
                  <a:lnTo>
                    <a:pt x="356824" y="0"/>
                  </a:lnTo>
                  <a:lnTo>
                    <a:pt x="441359" y="0"/>
                  </a:lnTo>
                  <a:lnTo>
                    <a:pt x="520554" y="5353"/>
                  </a:lnTo>
                  <a:lnTo>
                    <a:pt x="601085" y="13382"/>
                  </a:lnTo>
                  <a:lnTo>
                    <a:pt x="667823" y="26765"/>
                  </a:lnTo>
                  <a:lnTo>
                    <a:pt x="721658" y="39086"/>
                  </a:lnTo>
                  <a:lnTo>
                    <a:pt x="767039" y="57844"/>
                  </a:lnTo>
                  <a:lnTo>
                    <a:pt x="801966" y="101753"/>
                  </a:lnTo>
                  <a:lnTo>
                    <a:pt x="793957" y="119427"/>
                  </a:lnTo>
                  <a:lnTo>
                    <a:pt x="721658" y="159620"/>
                  </a:lnTo>
                  <a:lnTo>
                    <a:pt x="667823" y="173003"/>
                  </a:lnTo>
                  <a:lnTo>
                    <a:pt x="601085" y="186385"/>
                  </a:lnTo>
                  <a:lnTo>
                    <a:pt x="520554" y="194437"/>
                  </a:lnTo>
                  <a:lnTo>
                    <a:pt x="441359" y="199790"/>
                  </a:lnTo>
                  <a:lnTo>
                    <a:pt x="356824" y="199790"/>
                  </a:lnTo>
                  <a:lnTo>
                    <a:pt x="276739" y="194437"/>
                  </a:lnTo>
                  <a:lnTo>
                    <a:pt x="200213" y="186385"/>
                  </a:lnTo>
                  <a:lnTo>
                    <a:pt x="128581" y="173003"/>
                  </a:lnTo>
                  <a:lnTo>
                    <a:pt x="75413" y="159620"/>
                  </a:lnTo>
                  <a:lnTo>
                    <a:pt x="29587" y="142477"/>
                  </a:lnTo>
                  <a:lnTo>
                    <a:pt x="0" y="101753"/>
                  </a:lnTo>
                  <a:close/>
                </a:path>
              </a:pathLst>
            </a:custGeom>
            <a:ln w="16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5612323" y="5087392"/>
              <a:ext cx="892175" cy="147320"/>
            </a:xfrm>
            <a:custGeom>
              <a:avLst/>
              <a:gdLst/>
              <a:ahLst/>
              <a:cxnLst/>
              <a:rect l="l" t="t" r="r" b="b"/>
              <a:pathLst>
                <a:path w="892175" h="147320">
                  <a:moveTo>
                    <a:pt x="891817" y="0"/>
                  </a:moveTo>
                  <a:lnTo>
                    <a:pt x="0" y="0"/>
                  </a:lnTo>
                  <a:lnTo>
                    <a:pt x="0" y="147299"/>
                  </a:lnTo>
                  <a:lnTo>
                    <a:pt x="891817" y="147299"/>
                  </a:lnTo>
                  <a:lnTo>
                    <a:pt x="8918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5659039" y="4894569"/>
              <a:ext cx="807720" cy="347345"/>
            </a:xfrm>
            <a:custGeom>
              <a:avLst/>
              <a:gdLst/>
              <a:ahLst/>
              <a:cxnLst/>
              <a:rect l="l" t="t" r="r" b="b"/>
              <a:pathLst>
                <a:path w="807720" h="347345">
                  <a:moveTo>
                    <a:pt x="0" y="0"/>
                  </a:moveTo>
                  <a:lnTo>
                    <a:pt x="0" y="347090"/>
                  </a:lnTo>
                </a:path>
                <a:path w="807720" h="347345">
                  <a:moveTo>
                    <a:pt x="807305" y="0"/>
                  </a:moveTo>
                  <a:lnTo>
                    <a:pt x="807305" y="347090"/>
                  </a:lnTo>
                </a:path>
              </a:pathLst>
            </a:custGeom>
            <a:ln w="16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5659039" y="4759038"/>
              <a:ext cx="802005" cy="198755"/>
            </a:xfrm>
            <a:custGeom>
              <a:avLst/>
              <a:gdLst/>
              <a:ahLst/>
              <a:cxnLst/>
              <a:rect l="l" t="t" r="r" b="b"/>
              <a:pathLst>
                <a:path w="802004" h="198754">
                  <a:moveTo>
                    <a:pt x="441359" y="0"/>
                  </a:moveTo>
                  <a:lnTo>
                    <a:pt x="356824" y="0"/>
                  </a:lnTo>
                  <a:lnTo>
                    <a:pt x="276739" y="4291"/>
                  </a:lnTo>
                  <a:lnTo>
                    <a:pt x="200213" y="13404"/>
                  </a:lnTo>
                  <a:lnTo>
                    <a:pt x="128581" y="26787"/>
                  </a:lnTo>
                  <a:lnTo>
                    <a:pt x="75413" y="39108"/>
                  </a:lnTo>
                  <a:lnTo>
                    <a:pt x="29587" y="56252"/>
                  </a:lnTo>
                  <a:lnTo>
                    <a:pt x="0" y="100713"/>
                  </a:lnTo>
                  <a:lnTo>
                    <a:pt x="9788" y="119449"/>
                  </a:lnTo>
                  <a:lnTo>
                    <a:pt x="75413" y="159620"/>
                  </a:lnTo>
                  <a:lnTo>
                    <a:pt x="128581" y="171941"/>
                  </a:lnTo>
                  <a:lnTo>
                    <a:pt x="200213" y="185346"/>
                  </a:lnTo>
                  <a:lnTo>
                    <a:pt x="276739" y="194437"/>
                  </a:lnTo>
                  <a:lnTo>
                    <a:pt x="356824" y="198729"/>
                  </a:lnTo>
                  <a:lnTo>
                    <a:pt x="441359" y="198729"/>
                  </a:lnTo>
                  <a:lnTo>
                    <a:pt x="520554" y="194437"/>
                  </a:lnTo>
                  <a:lnTo>
                    <a:pt x="601085" y="185346"/>
                  </a:lnTo>
                  <a:lnTo>
                    <a:pt x="667823" y="171941"/>
                  </a:lnTo>
                  <a:lnTo>
                    <a:pt x="721658" y="159620"/>
                  </a:lnTo>
                  <a:lnTo>
                    <a:pt x="767039" y="140884"/>
                  </a:lnTo>
                  <a:lnTo>
                    <a:pt x="801966" y="100713"/>
                  </a:lnTo>
                  <a:lnTo>
                    <a:pt x="793957" y="79279"/>
                  </a:lnTo>
                  <a:lnTo>
                    <a:pt x="721658" y="39108"/>
                  </a:lnTo>
                  <a:lnTo>
                    <a:pt x="667823" y="26787"/>
                  </a:lnTo>
                  <a:lnTo>
                    <a:pt x="601085" y="13404"/>
                  </a:lnTo>
                  <a:lnTo>
                    <a:pt x="520554" y="4291"/>
                  </a:lnTo>
                  <a:lnTo>
                    <a:pt x="4413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5659039" y="4437652"/>
              <a:ext cx="802005" cy="520700"/>
            </a:xfrm>
            <a:custGeom>
              <a:avLst/>
              <a:gdLst/>
              <a:ahLst/>
              <a:cxnLst/>
              <a:rect l="l" t="t" r="r" b="b"/>
              <a:pathLst>
                <a:path w="802004" h="520700">
                  <a:moveTo>
                    <a:pt x="0" y="422100"/>
                  </a:moveTo>
                  <a:lnTo>
                    <a:pt x="29587" y="377638"/>
                  </a:lnTo>
                  <a:lnTo>
                    <a:pt x="75413" y="360495"/>
                  </a:lnTo>
                  <a:lnTo>
                    <a:pt x="128581" y="348174"/>
                  </a:lnTo>
                  <a:lnTo>
                    <a:pt x="200213" y="334791"/>
                  </a:lnTo>
                  <a:lnTo>
                    <a:pt x="276739" y="325677"/>
                  </a:lnTo>
                  <a:lnTo>
                    <a:pt x="356824" y="321386"/>
                  </a:lnTo>
                  <a:lnTo>
                    <a:pt x="441359" y="321386"/>
                  </a:lnTo>
                  <a:lnTo>
                    <a:pt x="520554" y="325677"/>
                  </a:lnTo>
                  <a:lnTo>
                    <a:pt x="601085" y="334791"/>
                  </a:lnTo>
                  <a:lnTo>
                    <a:pt x="667823" y="348174"/>
                  </a:lnTo>
                  <a:lnTo>
                    <a:pt x="721658" y="360495"/>
                  </a:lnTo>
                  <a:lnTo>
                    <a:pt x="767039" y="377638"/>
                  </a:lnTo>
                  <a:lnTo>
                    <a:pt x="801966" y="422100"/>
                  </a:lnTo>
                  <a:lnTo>
                    <a:pt x="793957" y="440836"/>
                  </a:lnTo>
                  <a:lnTo>
                    <a:pt x="721658" y="481006"/>
                  </a:lnTo>
                  <a:lnTo>
                    <a:pt x="667823" y="493327"/>
                  </a:lnTo>
                  <a:lnTo>
                    <a:pt x="601085" y="506732"/>
                  </a:lnTo>
                  <a:lnTo>
                    <a:pt x="520554" y="515824"/>
                  </a:lnTo>
                  <a:lnTo>
                    <a:pt x="441359" y="520115"/>
                  </a:lnTo>
                  <a:lnTo>
                    <a:pt x="356824" y="520115"/>
                  </a:lnTo>
                  <a:lnTo>
                    <a:pt x="276739" y="515824"/>
                  </a:lnTo>
                  <a:lnTo>
                    <a:pt x="200213" y="506732"/>
                  </a:lnTo>
                  <a:lnTo>
                    <a:pt x="128581" y="493327"/>
                  </a:lnTo>
                  <a:lnTo>
                    <a:pt x="75413" y="481006"/>
                  </a:lnTo>
                  <a:lnTo>
                    <a:pt x="29587" y="462270"/>
                  </a:lnTo>
                  <a:lnTo>
                    <a:pt x="0" y="422100"/>
                  </a:lnTo>
                  <a:close/>
                </a:path>
                <a:path w="802004" h="520700">
                  <a:moveTo>
                    <a:pt x="0" y="100713"/>
                  </a:moveTo>
                  <a:lnTo>
                    <a:pt x="29587" y="56252"/>
                  </a:lnTo>
                  <a:lnTo>
                    <a:pt x="75413" y="39108"/>
                  </a:lnTo>
                  <a:lnTo>
                    <a:pt x="128581" y="26787"/>
                  </a:lnTo>
                  <a:lnTo>
                    <a:pt x="200213" y="13404"/>
                  </a:lnTo>
                  <a:lnTo>
                    <a:pt x="276739" y="4291"/>
                  </a:lnTo>
                  <a:lnTo>
                    <a:pt x="356824" y="0"/>
                  </a:lnTo>
                  <a:lnTo>
                    <a:pt x="441359" y="0"/>
                  </a:lnTo>
                  <a:lnTo>
                    <a:pt x="520554" y="4291"/>
                  </a:lnTo>
                  <a:lnTo>
                    <a:pt x="601085" y="13404"/>
                  </a:lnTo>
                  <a:lnTo>
                    <a:pt x="667823" y="26787"/>
                  </a:lnTo>
                  <a:lnTo>
                    <a:pt x="721658" y="39108"/>
                  </a:lnTo>
                  <a:lnTo>
                    <a:pt x="767039" y="56252"/>
                  </a:lnTo>
                  <a:lnTo>
                    <a:pt x="801966" y="100713"/>
                  </a:lnTo>
                  <a:lnTo>
                    <a:pt x="793957" y="119449"/>
                  </a:lnTo>
                  <a:lnTo>
                    <a:pt x="721658" y="159620"/>
                  </a:lnTo>
                  <a:lnTo>
                    <a:pt x="667823" y="171410"/>
                  </a:lnTo>
                  <a:lnTo>
                    <a:pt x="601085" y="184793"/>
                  </a:lnTo>
                  <a:lnTo>
                    <a:pt x="520554" y="194437"/>
                  </a:lnTo>
                  <a:lnTo>
                    <a:pt x="441359" y="198198"/>
                  </a:lnTo>
                  <a:lnTo>
                    <a:pt x="356824" y="198198"/>
                  </a:lnTo>
                  <a:lnTo>
                    <a:pt x="276739" y="194437"/>
                  </a:lnTo>
                  <a:lnTo>
                    <a:pt x="200213" y="184793"/>
                  </a:lnTo>
                  <a:lnTo>
                    <a:pt x="128581" y="171410"/>
                  </a:lnTo>
                  <a:lnTo>
                    <a:pt x="75413" y="159620"/>
                  </a:lnTo>
                  <a:lnTo>
                    <a:pt x="29587" y="140884"/>
                  </a:lnTo>
                  <a:lnTo>
                    <a:pt x="0" y="100713"/>
                  </a:lnTo>
                  <a:close/>
                </a:path>
              </a:pathLst>
            </a:custGeom>
            <a:ln w="16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5612323" y="4716189"/>
              <a:ext cx="892175" cy="147320"/>
            </a:xfrm>
            <a:custGeom>
              <a:avLst/>
              <a:gdLst/>
              <a:ahLst/>
              <a:cxnLst/>
              <a:rect l="l" t="t" r="r" b="b"/>
              <a:pathLst>
                <a:path w="892175" h="147320">
                  <a:moveTo>
                    <a:pt x="891817" y="0"/>
                  </a:moveTo>
                  <a:lnTo>
                    <a:pt x="0" y="0"/>
                  </a:lnTo>
                  <a:lnTo>
                    <a:pt x="0" y="147301"/>
                  </a:lnTo>
                  <a:lnTo>
                    <a:pt x="891817" y="147301"/>
                  </a:lnTo>
                  <a:lnTo>
                    <a:pt x="8918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5659039" y="4524961"/>
              <a:ext cx="2163445" cy="1548765"/>
            </a:xfrm>
            <a:custGeom>
              <a:avLst/>
              <a:gdLst/>
              <a:ahLst/>
              <a:cxnLst/>
              <a:rect l="l" t="t" r="r" b="b"/>
              <a:pathLst>
                <a:path w="2163445" h="1548764">
                  <a:moveTo>
                    <a:pt x="0" y="0"/>
                  </a:moveTo>
                  <a:lnTo>
                    <a:pt x="0" y="345497"/>
                  </a:lnTo>
                </a:path>
                <a:path w="2163445" h="1548764">
                  <a:moveTo>
                    <a:pt x="807305" y="0"/>
                  </a:moveTo>
                  <a:lnTo>
                    <a:pt x="807305" y="345497"/>
                  </a:lnTo>
                </a:path>
                <a:path w="2163445" h="1548764">
                  <a:moveTo>
                    <a:pt x="1361229" y="1452133"/>
                  </a:moveTo>
                  <a:lnTo>
                    <a:pt x="1390816" y="1406056"/>
                  </a:lnTo>
                  <a:lnTo>
                    <a:pt x="1436420" y="1388913"/>
                  </a:lnTo>
                  <a:lnTo>
                    <a:pt x="1489810" y="1376592"/>
                  </a:lnTo>
                  <a:lnTo>
                    <a:pt x="1560775" y="1363209"/>
                  </a:lnTo>
                  <a:lnTo>
                    <a:pt x="1637301" y="1354096"/>
                  </a:lnTo>
                  <a:lnTo>
                    <a:pt x="1718053" y="1349804"/>
                  </a:lnTo>
                  <a:lnTo>
                    <a:pt x="1802366" y="1349804"/>
                  </a:lnTo>
                  <a:lnTo>
                    <a:pt x="1881561" y="1354096"/>
                  </a:lnTo>
                  <a:lnTo>
                    <a:pt x="1961869" y="1363209"/>
                  </a:lnTo>
                  <a:lnTo>
                    <a:pt x="2029052" y="1376592"/>
                  </a:lnTo>
                  <a:lnTo>
                    <a:pt x="2082887" y="1388913"/>
                  </a:lnTo>
                  <a:lnTo>
                    <a:pt x="2128046" y="1406056"/>
                  </a:lnTo>
                  <a:lnTo>
                    <a:pt x="2162972" y="1452133"/>
                  </a:lnTo>
                  <a:lnTo>
                    <a:pt x="2154964" y="1469254"/>
                  </a:lnTo>
                  <a:lnTo>
                    <a:pt x="2082887" y="1509436"/>
                  </a:lnTo>
                  <a:lnTo>
                    <a:pt x="2029052" y="1521755"/>
                  </a:lnTo>
                  <a:lnTo>
                    <a:pt x="1961869" y="1535146"/>
                  </a:lnTo>
                  <a:lnTo>
                    <a:pt x="1881561" y="1544251"/>
                  </a:lnTo>
                  <a:lnTo>
                    <a:pt x="1802366" y="1548538"/>
                  </a:lnTo>
                  <a:lnTo>
                    <a:pt x="1718053" y="1548538"/>
                  </a:lnTo>
                  <a:lnTo>
                    <a:pt x="1637301" y="1544251"/>
                  </a:lnTo>
                  <a:lnTo>
                    <a:pt x="1560775" y="1535146"/>
                  </a:lnTo>
                  <a:lnTo>
                    <a:pt x="1489810" y="1521755"/>
                  </a:lnTo>
                  <a:lnTo>
                    <a:pt x="1436420" y="1509436"/>
                  </a:lnTo>
                  <a:lnTo>
                    <a:pt x="1390816" y="1492295"/>
                  </a:lnTo>
                  <a:lnTo>
                    <a:pt x="1361229" y="1452133"/>
                  </a:lnTo>
                  <a:close/>
                </a:path>
                <a:path w="2163445" h="1548764">
                  <a:moveTo>
                    <a:pt x="1361229" y="1130194"/>
                  </a:moveTo>
                  <a:lnTo>
                    <a:pt x="1390816" y="1084670"/>
                  </a:lnTo>
                  <a:lnTo>
                    <a:pt x="1436420" y="1067527"/>
                  </a:lnTo>
                  <a:lnTo>
                    <a:pt x="1489810" y="1055206"/>
                  </a:lnTo>
                  <a:lnTo>
                    <a:pt x="1560775" y="1041823"/>
                  </a:lnTo>
                  <a:lnTo>
                    <a:pt x="1637301" y="1032709"/>
                  </a:lnTo>
                  <a:lnTo>
                    <a:pt x="1718053" y="1028440"/>
                  </a:lnTo>
                  <a:lnTo>
                    <a:pt x="1802365" y="1028440"/>
                  </a:lnTo>
                  <a:lnTo>
                    <a:pt x="1881561" y="1032709"/>
                  </a:lnTo>
                  <a:lnTo>
                    <a:pt x="1961869" y="1041823"/>
                  </a:lnTo>
                  <a:lnTo>
                    <a:pt x="2029052" y="1055206"/>
                  </a:lnTo>
                  <a:lnTo>
                    <a:pt x="2082887" y="1067527"/>
                  </a:lnTo>
                  <a:lnTo>
                    <a:pt x="2128046" y="1084670"/>
                  </a:lnTo>
                  <a:lnTo>
                    <a:pt x="2162972" y="1130194"/>
                  </a:lnTo>
                  <a:lnTo>
                    <a:pt x="2154964" y="1147890"/>
                  </a:lnTo>
                  <a:lnTo>
                    <a:pt x="2082887" y="1188060"/>
                  </a:lnTo>
                  <a:lnTo>
                    <a:pt x="2029052" y="1199828"/>
                  </a:lnTo>
                  <a:lnTo>
                    <a:pt x="1961869" y="1213233"/>
                  </a:lnTo>
                  <a:lnTo>
                    <a:pt x="1881561" y="1222878"/>
                  </a:lnTo>
                  <a:lnTo>
                    <a:pt x="1802365" y="1226616"/>
                  </a:lnTo>
                  <a:lnTo>
                    <a:pt x="1718053" y="1226616"/>
                  </a:lnTo>
                  <a:lnTo>
                    <a:pt x="1637301" y="1222878"/>
                  </a:lnTo>
                  <a:lnTo>
                    <a:pt x="1560775" y="1213233"/>
                  </a:lnTo>
                  <a:lnTo>
                    <a:pt x="1489810" y="1199828"/>
                  </a:lnTo>
                  <a:lnTo>
                    <a:pt x="1436420" y="1188060"/>
                  </a:lnTo>
                  <a:lnTo>
                    <a:pt x="1390816" y="1170386"/>
                  </a:lnTo>
                  <a:lnTo>
                    <a:pt x="1361229" y="1130194"/>
                  </a:lnTo>
                  <a:close/>
                </a:path>
              </a:pathLst>
            </a:custGeom>
            <a:ln w="16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6973329" y="5831934"/>
              <a:ext cx="892175" cy="147955"/>
            </a:xfrm>
            <a:custGeom>
              <a:avLst/>
              <a:gdLst/>
              <a:ahLst/>
              <a:cxnLst/>
              <a:rect l="l" t="t" r="r" b="b"/>
              <a:pathLst>
                <a:path w="892175" h="147954">
                  <a:moveTo>
                    <a:pt x="891817" y="0"/>
                  </a:moveTo>
                  <a:lnTo>
                    <a:pt x="0" y="0"/>
                  </a:lnTo>
                  <a:lnTo>
                    <a:pt x="0" y="147836"/>
                  </a:lnTo>
                  <a:lnTo>
                    <a:pt x="891817" y="147836"/>
                  </a:lnTo>
                  <a:lnTo>
                    <a:pt x="8918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7020268" y="5640710"/>
              <a:ext cx="807720" cy="346075"/>
            </a:xfrm>
            <a:custGeom>
              <a:avLst/>
              <a:gdLst/>
              <a:ahLst/>
              <a:cxnLst/>
              <a:rect l="l" t="t" r="r" b="b"/>
              <a:pathLst>
                <a:path w="807720" h="346075">
                  <a:moveTo>
                    <a:pt x="0" y="0"/>
                  </a:moveTo>
                  <a:lnTo>
                    <a:pt x="0" y="345475"/>
                  </a:lnTo>
                </a:path>
                <a:path w="807720" h="346075">
                  <a:moveTo>
                    <a:pt x="807305" y="0"/>
                  </a:moveTo>
                  <a:lnTo>
                    <a:pt x="807305" y="345475"/>
                  </a:lnTo>
                </a:path>
              </a:pathLst>
            </a:custGeom>
            <a:ln w="16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7020268" y="5504117"/>
              <a:ext cx="802005" cy="199390"/>
            </a:xfrm>
            <a:custGeom>
              <a:avLst/>
              <a:gdLst/>
              <a:ahLst/>
              <a:cxnLst/>
              <a:rect l="l" t="t" r="r" b="b"/>
              <a:pathLst>
                <a:path w="802004" h="199389">
                  <a:moveTo>
                    <a:pt x="441136" y="0"/>
                  </a:moveTo>
                  <a:lnTo>
                    <a:pt x="356824" y="0"/>
                  </a:lnTo>
                  <a:lnTo>
                    <a:pt x="276072" y="5353"/>
                  </a:lnTo>
                  <a:lnTo>
                    <a:pt x="199546" y="13382"/>
                  </a:lnTo>
                  <a:lnTo>
                    <a:pt x="128581" y="26787"/>
                  </a:lnTo>
                  <a:lnTo>
                    <a:pt x="75191" y="38555"/>
                  </a:lnTo>
                  <a:lnTo>
                    <a:pt x="29587" y="57313"/>
                  </a:lnTo>
                  <a:lnTo>
                    <a:pt x="0" y="101775"/>
                  </a:lnTo>
                  <a:lnTo>
                    <a:pt x="9565" y="118918"/>
                  </a:lnTo>
                  <a:lnTo>
                    <a:pt x="75191" y="159089"/>
                  </a:lnTo>
                  <a:lnTo>
                    <a:pt x="128581" y="172472"/>
                  </a:lnTo>
                  <a:lnTo>
                    <a:pt x="199546" y="185855"/>
                  </a:lnTo>
                  <a:lnTo>
                    <a:pt x="276072" y="193906"/>
                  </a:lnTo>
                  <a:lnTo>
                    <a:pt x="356824" y="199259"/>
                  </a:lnTo>
                  <a:lnTo>
                    <a:pt x="441136" y="199259"/>
                  </a:lnTo>
                  <a:lnTo>
                    <a:pt x="520332" y="193906"/>
                  </a:lnTo>
                  <a:lnTo>
                    <a:pt x="600640" y="185855"/>
                  </a:lnTo>
                  <a:lnTo>
                    <a:pt x="667823" y="172472"/>
                  </a:lnTo>
                  <a:lnTo>
                    <a:pt x="721658" y="159089"/>
                  </a:lnTo>
                  <a:lnTo>
                    <a:pt x="766817" y="141946"/>
                  </a:lnTo>
                  <a:lnTo>
                    <a:pt x="801743" y="101775"/>
                  </a:lnTo>
                  <a:lnTo>
                    <a:pt x="793735" y="78726"/>
                  </a:lnTo>
                  <a:lnTo>
                    <a:pt x="721658" y="38555"/>
                  </a:lnTo>
                  <a:lnTo>
                    <a:pt x="667823" y="26787"/>
                  </a:lnTo>
                  <a:lnTo>
                    <a:pt x="600640" y="13382"/>
                  </a:lnTo>
                  <a:lnTo>
                    <a:pt x="520332" y="5353"/>
                  </a:lnTo>
                  <a:lnTo>
                    <a:pt x="4411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7020268" y="5182731"/>
              <a:ext cx="802005" cy="520700"/>
            </a:xfrm>
            <a:custGeom>
              <a:avLst/>
              <a:gdLst/>
              <a:ahLst/>
              <a:cxnLst/>
              <a:rect l="l" t="t" r="r" b="b"/>
              <a:pathLst>
                <a:path w="802004" h="520700">
                  <a:moveTo>
                    <a:pt x="0" y="423161"/>
                  </a:moveTo>
                  <a:lnTo>
                    <a:pt x="29587" y="378700"/>
                  </a:lnTo>
                  <a:lnTo>
                    <a:pt x="75191" y="359942"/>
                  </a:lnTo>
                  <a:lnTo>
                    <a:pt x="128581" y="348174"/>
                  </a:lnTo>
                  <a:lnTo>
                    <a:pt x="199546" y="334769"/>
                  </a:lnTo>
                  <a:lnTo>
                    <a:pt x="276072" y="326739"/>
                  </a:lnTo>
                  <a:lnTo>
                    <a:pt x="356824" y="321386"/>
                  </a:lnTo>
                  <a:lnTo>
                    <a:pt x="441136" y="321386"/>
                  </a:lnTo>
                  <a:lnTo>
                    <a:pt x="520332" y="326739"/>
                  </a:lnTo>
                  <a:lnTo>
                    <a:pt x="600640" y="334769"/>
                  </a:lnTo>
                  <a:lnTo>
                    <a:pt x="667823" y="348174"/>
                  </a:lnTo>
                  <a:lnTo>
                    <a:pt x="721658" y="359942"/>
                  </a:lnTo>
                  <a:lnTo>
                    <a:pt x="766817" y="378700"/>
                  </a:lnTo>
                  <a:lnTo>
                    <a:pt x="801743" y="423161"/>
                  </a:lnTo>
                  <a:lnTo>
                    <a:pt x="793735" y="440305"/>
                  </a:lnTo>
                  <a:lnTo>
                    <a:pt x="721658" y="480475"/>
                  </a:lnTo>
                  <a:lnTo>
                    <a:pt x="667823" y="493858"/>
                  </a:lnTo>
                  <a:lnTo>
                    <a:pt x="600640" y="507241"/>
                  </a:lnTo>
                  <a:lnTo>
                    <a:pt x="520332" y="515293"/>
                  </a:lnTo>
                  <a:lnTo>
                    <a:pt x="441136" y="520646"/>
                  </a:lnTo>
                  <a:lnTo>
                    <a:pt x="356824" y="520646"/>
                  </a:lnTo>
                  <a:lnTo>
                    <a:pt x="276072" y="515293"/>
                  </a:lnTo>
                  <a:lnTo>
                    <a:pt x="199546" y="507241"/>
                  </a:lnTo>
                  <a:lnTo>
                    <a:pt x="128581" y="493858"/>
                  </a:lnTo>
                  <a:lnTo>
                    <a:pt x="75191" y="480475"/>
                  </a:lnTo>
                  <a:lnTo>
                    <a:pt x="29587" y="463332"/>
                  </a:lnTo>
                  <a:lnTo>
                    <a:pt x="0" y="423161"/>
                  </a:lnTo>
                  <a:close/>
                </a:path>
                <a:path w="802004" h="520700">
                  <a:moveTo>
                    <a:pt x="0" y="101775"/>
                  </a:moveTo>
                  <a:lnTo>
                    <a:pt x="29587" y="57313"/>
                  </a:lnTo>
                  <a:lnTo>
                    <a:pt x="75191" y="38577"/>
                  </a:lnTo>
                  <a:lnTo>
                    <a:pt x="128581" y="26787"/>
                  </a:lnTo>
                  <a:lnTo>
                    <a:pt x="199546" y="13382"/>
                  </a:lnTo>
                  <a:lnTo>
                    <a:pt x="276072" y="5353"/>
                  </a:lnTo>
                  <a:lnTo>
                    <a:pt x="356824" y="0"/>
                  </a:lnTo>
                  <a:lnTo>
                    <a:pt x="441136" y="0"/>
                  </a:lnTo>
                  <a:lnTo>
                    <a:pt x="520332" y="5353"/>
                  </a:lnTo>
                  <a:lnTo>
                    <a:pt x="600640" y="13382"/>
                  </a:lnTo>
                  <a:lnTo>
                    <a:pt x="667823" y="26787"/>
                  </a:lnTo>
                  <a:lnTo>
                    <a:pt x="721658" y="38577"/>
                  </a:lnTo>
                  <a:lnTo>
                    <a:pt x="766817" y="57313"/>
                  </a:lnTo>
                  <a:lnTo>
                    <a:pt x="801743" y="101775"/>
                  </a:lnTo>
                  <a:lnTo>
                    <a:pt x="793735" y="118918"/>
                  </a:lnTo>
                  <a:lnTo>
                    <a:pt x="721658" y="159089"/>
                  </a:lnTo>
                  <a:lnTo>
                    <a:pt x="667823" y="172472"/>
                  </a:lnTo>
                  <a:lnTo>
                    <a:pt x="600640" y="185877"/>
                  </a:lnTo>
                  <a:lnTo>
                    <a:pt x="520332" y="193906"/>
                  </a:lnTo>
                  <a:lnTo>
                    <a:pt x="441136" y="199259"/>
                  </a:lnTo>
                  <a:lnTo>
                    <a:pt x="356824" y="199259"/>
                  </a:lnTo>
                  <a:lnTo>
                    <a:pt x="276072" y="193906"/>
                  </a:lnTo>
                  <a:lnTo>
                    <a:pt x="199546" y="185877"/>
                  </a:lnTo>
                  <a:lnTo>
                    <a:pt x="128581" y="172472"/>
                  </a:lnTo>
                  <a:lnTo>
                    <a:pt x="75191" y="159089"/>
                  </a:lnTo>
                  <a:lnTo>
                    <a:pt x="29587" y="141946"/>
                  </a:lnTo>
                  <a:lnTo>
                    <a:pt x="0" y="101775"/>
                  </a:lnTo>
                  <a:close/>
                </a:path>
              </a:pathLst>
            </a:custGeom>
            <a:ln w="16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6973329" y="5462330"/>
              <a:ext cx="892175" cy="147320"/>
            </a:xfrm>
            <a:custGeom>
              <a:avLst/>
              <a:gdLst/>
              <a:ahLst/>
              <a:cxnLst/>
              <a:rect l="l" t="t" r="r" b="b"/>
              <a:pathLst>
                <a:path w="892175" h="147320">
                  <a:moveTo>
                    <a:pt x="891817" y="0"/>
                  </a:moveTo>
                  <a:lnTo>
                    <a:pt x="0" y="0"/>
                  </a:lnTo>
                  <a:lnTo>
                    <a:pt x="0" y="147301"/>
                  </a:lnTo>
                  <a:lnTo>
                    <a:pt x="891817" y="147301"/>
                  </a:lnTo>
                  <a:lnTo>
                    <a:pt x="8918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7020268" y="5269509"/>
              <a:ext cx="807720" cy="347345"/>
            </a:xfrm>
            <a:custGeom>
              <a:avLst/>
              <a:gdLst/>
              <a:ahLst/>
              <a:cxnLst/>
              <a:rect l="l" t="t" r="r" b="b"/>
              <a:pathLst>
                <a:path w="807720" h="347345">
                  <a:moveTo>
                    <a:pt x="0" y="0"/>
                  </a:moveTo>
                  <a:lnTo>
                    <a:pt x="0" y="347090"/>
                  </a:lnTo>
                </a:path>
                <a:path w="807720" h="347345">
                  <a:moveTo>
                    <a:pt x="807305" y="0"/>
                  </a:moveTo>
                  <a:lnTo>
                    <a:pt x="807305" y="347090"/>
                  </a:lnTo>
                </a:path>
              </a:pathLst>
            </a:custGeom>
            <a:ln w="16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7020268" y="5129178"/>
              <a:ext cx="802005" cy="199390"/>
            </a:xfrm>
            <a:custGeom>
              <a:avLst/>
              <a:gdLst/>
              <a:ahLst/>
              <a:cxnLst/>
              <a:rect l="l" t="t" r="r" b="b"/>
              <a:pathLst>
                <a:path w="802004" h="199389">
                  <a:moveTo>
                    <a:pt x="441136" y="0"/>
                  </a:moveTo>
                  <a:lnTo>
                    <a:pt x="356824" y="0"/>
                  </a:lnTo>
                  <a:lnTo>
                    <a:pt x="276072" y="5353"/>
                  </a:lnTo>
                  <a:lnTo>
                    <a:pt x="199546" y="13382"/>
                  </a:lnTo>
                  <a:lnTo>
                    <a:pt x="128581" y="26765"/>
                  </a:lnTo>
                  <a:lnTo>
                    <a:pt x="75191" y="38555"/>
                  </a:lnTo>
                  <a:lnTo>
                    <a:pt x="29587" y="57313"/>
                  </a:lnTo>
                  <a:lnTo>
                    <a:pt x="0" y="101753"/>
                  </a:lnTo>
                  <a:lnTo>
                    <a:pt x="9565" y="118896"/>
                  </a:lnTo>
                  <a:lnTo>
                    <a:pt x="75191" y="159067"/>
                  </a:lnTo>
                  <a:lnTo>
                    <a:pt x="128581" y="172472"/>
                  </a:lnTo>
                  <a:lnTo>
                    <a:pt x="199546" y="185855"/>
                  </a:lnTo>
                  <a:lnTo>
                    <a:pt x="276072" y="193884"/>
                  </a:lnTo>
                  <a:lnTo>
                    <a:pt x="356824" y="199237"/>
                  </a:lnTo>
                  <a:lnTo>
                    <a:pt x="441136" y="199237"/>
                  </a:lnTo>
                  <a:lnTo>
                    <a:pt x="520332" y="193884"/>
                  </a:lnTo>
                  <a:lnTo>
                    <a:pt x="600640" y="185855"/>
                  </a:lnTo>
                  <a:lnTo>
                    <a:pt x="667823" y="172472"/>
                  </a:lnTo>
                  <a:lnTo>
                    <a:pt x="721658" y="159067"/>
                  </a:lnTo>
                  <a:lnTo>
                    <a:pt x="766817" y="141946"/>
                  </a:lnTo>
                  <a:lnTo>
                    <a:pt x="801743" y="101753"/>
                  </a:lnTo>
                  <a:lnTo>
                    <a:pt x="793735" y="78726"/>
                  </a:lnTo>
                  <a:lnTo>
                    <a:pt x="721658" y="38555"/>
                  </a:lnTo>
                  <a:lnTo>
                    <a:pt x="667823" y="26765"/>
                  </a:lnTo>
                  <a:lnTo>
                    <a:pt x="600640" y="13382"/>
                  </a:lnTo>
                  <a:lnTo>
                    <a:pt x="520332" y="5353"/>
                  </a:lnTo>
                  <a:lnTo>
                    <a:pt x="4411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7020268" y="4807260"/>
              <a:ext cx="802005" cy="521334"/>
            </a:xfrm>
            <a:custGeom>
              <a:avLst/>
              <a:gdLst/>
              <a:ahLst/>
              <a:cxnLst/>
              <a:rect l="l" t="t" r="r" b="b"/>
              <a:pathLst>
                <a:path w="802004" h="521335">
                  <a:moveTo>
                    <a:pt x="0" y="423670"/>
                  </a:moveTo>
                  <a:lnTo>
                    <a:pt x="29587" y="379230"/>
                  </a:lnTo>
                  <a:lnTo>
                    <a:pt x="75191" y="360472"/>
                  </a:lnTo>
                  <a:lnTo>
                    <a:pt x="128581" y="348682"/>
                  </a:lnTo>
                  <a:lnTo>
                    <a:pt x="199546" y="335300"/>
                  </a:lnTo>
                  <a:lnTo>
                    <a:pt x="276072" y="327270"/>
                  </a:lnTo>
                  <a:lnTo>
                    <a:pt x="356824" y="321917"/>
                  </a:lnTo>
                  <a:lnTo>
                    <a:pt x="441136" y="321917"/>
                  </a:lnTo>
                  <a:lnTo>
                    <a:pt x="520332" y="327270"/>
                  </a:lnTo>
                  <a:lnTo>
                    <a:pt x="600640" y="335300"/>
                  </a:lnTo>
                  <a:lnTo>
                    <a:pt x="667823" y="348682"/>
                  </a:lnTo>
                  <a:lnTo>
                    <a:pt x="721658" y="360472"/>
                  </a:lnTo>
                  <a:lnTo>
                    <a:pt x="766817" y="379230"/>
                  </a:lnTo>
                  <a:lnTo>
                    <a:pt x="801743" y="423670"/>
                  </a:lnTo>
                  <a:lnTo>
                    <a:pt x="793735" y="440813"/>
                  </a:lnTo>
                  <a:lnTo>
                    <a:pt x="721658" y="480984"/>
                  </a:lnTo>
                  <a:lnTo>
                    <a:pt x="667823" y="494389"/>
                  </a:lnTo>
                  <a:lnTo>
                    <a:pt x="600640" y="507772"/>
                  </a:lnTo>
                  <a:lnTo>
                    <a:pt x="520332" y="515801"/>
                  </a:lnTo>
                  <a:lnTo>
                    <a:pt x="441136" y="521155"/>
                  </a:lnTo>
                  <a:lnTo>
                    <a:pt x="356824" y="521155"/>
                  </a:lnTo>
                  <a:lnTo>
                    <a:pt x="276072" y="515801"/>
                  </a:lnTo>
                  <a:lnTo>
                    <a:pt x="199546" y="507772"/>
                  </a:lnTo>
                  <a:lnTo>
                    <a:pt x="128581" y="494389"/>
                  </a:lnTo>
                  <a:lnTo>
                    <a:pt x="75191" y="480984"/>
                  </a:lnTo>
                  <a:lnTo>
                    <a:pt x="29587" y="463863"/>
                  </a:lnTo>
                  <a:lnTo>
                    <a:pt x="0" y="423670"/>
                  </a:lnTo>
                  <a:close/>
                </a:path>
                <a:path w="802004" h="521335">
                  <a:moveTo>
                    <a:pt x="0" y="101753"/>
                  </a:moveTo>
                  <a:lnTo>
                    <a:pt x="29587" y="57844"/>
                  </a:lnTo>
                  <a:lnTo>
                    <a:pt x="75191" y="39086"/>
                  </a:lnTo>
                  <a:lnTo>
                    <a:pt x="128581" y="26765"/>
                  </a:lnTo>
                  <a:lnTo>
                    <a:pt x="199546" y="13382"/>
                  </a:lnTo>
                  <a:lnTo>
                    <a:pt x="276072" y="5353"/>
                  </a:lnTo>
                  <a:lnTo>
                    <a:pt x="356824" y="0"/>
                  </a:lnTo>
                  <a:lnTo>
                    <a:pt x="441136" y="0"/>
                  </a:lnTo>
                  <a:lnTo>
                    <a:pt x="520332" y="5353"/>
                  </a:lnTo>
                  <a:lnTo>
                    <a:pt x="600640" y="13382"/>
                  </a:lnTo>
                  <a:lnTo>
                    <a:pt x="667823" y="26765"/>
                  </a:lnTo>
                  <a:lnTo>
                    <a:pt x="721658" y="39086"/>
                  </a:lnTo>
                  <a:lnTo>
                    <a:pt x="766817" y="57844"/>
                  </a:lnTo>
                  <a:lnTo>
                    <a:pt x="801743" y="101753"/>
                  </a:lnTo>
                  <a:lnTo>
                    <a:pt x="793735" y="119427"/>
                  </a:lnTo>
                  <a:lnTo>
                    <a:pt x="721658" y="159620"/>
                  </a:lnTo>
                  <a:lnTo>
                    <a:pt x="667823" y="173003"/>
                  </a:lnTo>
                  <a:lnTo>
                    <a:pt x="600640" y="186385"/>
                  </a:lnTo>
                  <a:lnTo>
                    <a:pt x="520332" y="194437"/>
                  </a:lnTo>
                  <a:lnTo>
                    <a:pt x="441136" y="199790"/>
                  </a:lnTo>
                  <a:lnTo>
                    <a:pt x="356824" y="199790"/>
                  </a:lnTo>
                  <a:lnTo>
                    <a:pt x="276072" y="194437"/>
                  </a:lnTo>
                  <a:lnTo>
                    <a:pt x="199546" y="186385"/>
                  </a:lnTo>
                  <a:lnTo>
                    <a:pt x="128581" y="173003"/>
                  </a:lnTo>
                  <a:lnTo>
                    <a:pt x="75191" y="159620"/>
                  </a:lnTo>
                  <a:lnTo>
                    <a:pt x="29587" y="142477"/>
                  </a:lnTo>
                  <a:lnTo>
                    <a:pt x="0" y="101753"/>
                  </a:lnTo>
                  <a:close/>
                </a:path>
              </a:pathLst>
            </a:custGeom>
            <a:ln w="16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6973329" y="5087392"/>
              <a:ext cx="892175" cy="147320"/>
            </a:xfrm>
            <a:custGeom>
              <a:avLst/>
              <a:gdLst/>
              <a:ahLst/>
              <a:cxnLst/>
              <a:rect l="l" t="t" r="r" b="b"/>
              <a:pathLst>
                <a:path w="892175" h="147320">
                  <a:moveTo>
                    <a:pt x="891817" y="0"/>
                  </a:moveTo>
                  <a:lnTo>
                    <a:pt x="0" y="0"/>
                  </a:lnTo>
                  <a:lnTo>
                    <a:pt x="0" y="147299"/>
                  </a:lnTo>
                  <a:lnTo>
                    <a:pt x="891817" y="147299"/>
                  </a:lnTo>
                  <a:lnTo>
                    <a:pt x="8918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7020268" y="4894569"/>
              <a:ext cx="807720" cy="347345"/>
            </a:xfrm>
            <a:custGeom>
              <a:avLst/>
              <a:gdLst/>
              <a:ahLst/>
              <a:cxnLst/>
              <a:rect l="l" t="t" r="r" b="b"/>
              <a:pathLst>
                <a:path w="807720" h="347345">
                  <a:moveTo>
                    <a:pt x="0" y="0"/>
                  </a:moveTo>
                  <a:lnTo>
                    <a:pt x="0" y="347090"/>
                  </a:lnTo>
                </a:path>
                <a:path w="807720" h="347345">
                  <a:moveTo>
                    <a:pt x="807305" y="0"/>
                  </a:moveTo>
                  <a:lnTo>
                    <a:pt x="807305" y="347090"/>
                  </a:lnTo>
                </a:path>
              </a:pathLst>
            </a:custGeom>
            <a:ln w="16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7020268" y="4759038"/>
              <a:ext cx="802005" cy="198755"/>
            </a:xfrm>
            <a:custGeom>
              <a:avLst/>
              <a:gdLst/>
              <a:ahLst/>
              <a:cxnLst/>
              <a:rect l="l" t="t" r="r" b="b"/>
              <a:pathLst>
                <a:path w="802004" h="198754">
                  <a:moveTo>
                    <a:pt x="441136" y="0"/>
                  </a:moveTo>
                  <a:lnTo>
                    <a:pt x="356824" y="0"/>
                  </a:lnTo>
                  <a:lnTo>
                    <a:pt x="276072" y="4291"/>
                  </a:lnTo>
                  <a:lnTo>
                    <a:pt x="199546" y="13404"/>
                  </a:lnTo>
                  <a:lnTo>
                    <a:pt x="128581" y="26787"/>
                  </a:lnTo>
                  <a:lnTo>
                    <a:pt x="75191" y="39108"/>
                  </a:lnTo>
                  <a:lnTo>
                    <a:pt x="29587" y="56252"/>
                  </a:lnTo>
                  <a:lnTo>
                    <a:pt x="0" y="100713"/>
                  </a:lnTo>
                  <a:lnTo>
                    <a:pt x="9565" y="119449"/>
                  </a:lnTo>
                  <a:lnTo>
                    <a:pt x="75191" y="159620"/>
                  </a:lnTo>
                  <a:lnTo>
                    <a:pt x="128581" y="171941"/>
                  </a:lnTo>
                  <a:lnTo>
                    <a:pt x="199546" y="185346"/>
                  </a:lnTo>
                  <a:lnTo>
                    <a:pt x="276072" y="194437"/>
                  </a:lnTo>
                  <a:lnTo>
                    <a:pt x="356824" y="198729"/>
                  </a:lnTo>
                  <a:lnTo>
                    <a:pt x="441136" y="198729"/>
                  </a:lnTo>
                  <a:lnTo>
                    <a:pt x="520332" y="194437"/>
                  </a:lnTo>
                  <a:lnTo>
                    <a:pt x="600640" y="185346"/>
                  </a:lnTo>
                  <a:lnTo>
                    <a:pt x="667823" y="171941"/>
                  </a:lnTo>
                  <a:lnTo>
                    <a:pt x="721658" y="159620"/>
                  </a:lnTo>
                  <a:lnTo>
                    <a:pt x="766817" y="140884"/>
                  </a:lnTo>
                  <a:lnTo>
                    <a:pt x="801743" y="100713"/>
                  </a:lnTo>
                  <a:lnTo>
                    <a:pt x="793735" y="79279"/>
                  </a:lnTo>
                  <a:lnTo>
                    <a:pt x="721658" y="39108"/>
                  </a:lnTo>
                  <a:lnTo>
                    <a:pt x="667823" y="26787"/>
                  </a:lnTo>
                  <a:lnTo>
                    <a:pt x="600640" y="13404"/>
                  </a:lnTo>
                  <a:lnTo>
                    <a:pt x="520332" y="4291"/>
                  </a:lnTo>
                  <a:lnTo>
                    <a:pt x="4411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7020268" y="4437652"/>
              <a:ext cx="802005" cy="520700"/>
            </a:xfrm>
            <a:custGeom>
              <a:avLst/>
              <a:gdLst/>
              <a:ahLst/>
              <a:cxnLst/>
              <a:rect l="l" t="t" r="r" b="b"/>
              <a:pathLst>
                <a:path w="802004" h="520700">
                  <a:moveTo>
                    <a:pt x="0" y="422100"/>
                  </a:moveTo>
                  <a:lnTo>
                    <a:pt x="29587" y="377638"/>
                  </a:lnTo>
                  <a:lnTo>
                    <a:pt x="75191" y="360495"/>
                  </a:lnTo>
                  <a:lnTo>
                    <a:pt x="128581" y="348174"/>
                  </a:lnTo>
                  <a:lnTo>
                    <a:pt x="199546" y="334791"/>
                  </a:lnTo>
                  <a:lnTo>
                    <a:pt x="276072" y="325677"/>
                  </a:lnTo>
                  <a:lnTo>
                    <a:pt x="356824" y="321386"/>
                  </a:lnTo>
                  <a:lnTo>
                    <a:pt x="441136" y="321386"/>
                  </a:lnTo>
                  <a:lnTo>
                    <a:pt x="520332" y="325677"/>
                  </a:lnTo>
                  <a:lnTo>
                    <a:pt x="600640" y="334791"/>
                  </a:lnTo>
                  <a:lnTo>
                    <a:pt x="667823" y="348174"/>
                  </a:lnTo>
                  <a:lnTo>
                    <a:pt x="721658" y="360495"/>
                  </a:lnTo>
                  <a:lnTo>
                    <a:pt x="766817" y="377638"/>
                  </a:lnTo>
                  <a:lnTo>
                    <a:pt x="801743" y="422100"/>
                  </a:lnTo>
                  <a:lnTo>
                    <a:pt x="793735" y="440836"/>
                  </a:lnTo>
                  <a:lnTo>
                    <a:pt x="721658" y="481006"/>
                  </a:lnTo>
                  <a:lnTo>
                    <a:pt x="667823" y="493327"/>
                  </a:lnTo>
                  <a:lnTo>
                    <a:pt x="600640" y="506732"/>
                  </a:lnTo>
                  <a:lnTo>
                    <a:pt x="520332" y="515824"/>
                  </a:lnTo>
                  <a:lnTo>
                    <a:pt x="441136" y="520115"/>
                  </a:lnTo>
                  <a:lnTo>
                    <a:pt x="356824" y="520115"/>
                  </a:lnTo>
                  <a:lnTo>
                    <a:pt x="276072" y="515824"/>
                  </a:lnTo>
                  <a:lnTo>
                    <a:pt x="199546" y="506732"/>
                  </a:lnTo>
                  <a:lnTo>
                    <a:pt x="128581" y="493327"/>
                  </a:lnTo>
                  <a:lnTo>
                    <a:pt x="75191" y="481006"/>
                  </a:lnTo>
                  <a:lnTo>
                    <a:pt x="29587" y="462270"/>
                  </a:lnTo>
                  <a:lnTo>
                    <a:pt x="0" y="422100"/>
                  </a:lnTo>
                  <a:close/>
                </a:path>
                <a:path w="802004" h="520700">
                  <a:moveTo>
                    <a:pt x="0" y="100713"/>
                  </a:moveTo>
                  <a:lnTo>
                    <a:pt x="29587" y="56252"/>
                  </a:lnTo>
                  <a:lnTo>
                    <a:pt x="75191" y="39108"/>
                  </a:lnTo>
                  <a:lnTo>
                    <a:pt x="128581" y="26787"/>
                  </a:lnTo>
                  <a:lnTo>
                    <a:pt x="199546" y="13404"/>
                  </a:lnTo>
                  <a:lnTo>
                    <a:pt x="276072" y="4291"/>
                  </a:lnTo>
                  <a:lnTo>
                    <a:pt x="356824" y="0"/>
                  </a:lnTo>
                  <a:lnTo>
                    <a:pt x="441136" y="0"/>
                  </a:lnTo>
                  <a:lnTo>
                    <a:pt x="520332" y="4291"/>
                  </a:lnTo>
                  <a:lnTo>
                    <a:pt x="600640" y="13404"/>
                  </a:lnTo>
                  <a:lnTo>
                    <a:pt x="667823" y="26787"/>
                  </a:lnTo>
                  <a:lnTo>
                    <a:pt x="721658" y="39108"/>
                  </a:lnTo>
                  <a:lnTo>
                    <a:pt x="766817" y="56252"/>
                  </a:lnTo>
                  <a:lnTo>
                    <a:pt x="801743" y="100713"/>
                  </a:lnTo>
                  <a:lnTo>
                    <a:pt x="793735" y="119449"/>
                  </a:lnTo>
                  <a:lnTo>
                    <a:pt x="721658" y="159620"/>
                  </a:lnTo>
                  <a:lnTo>
                    <a:pt x="667823" y="171410"/>
                  </a:lnTo>
                  <a:lnTo>
                    <a:pt x="600640" y="184793"/>
                  </a:lnTo>
                  <a:lnTo>
                    <a:pt x="520332" y="194437"/>
                  </a:lnTo>
                  <a:lnTo>
                    <a:pt x="441136" y="198198"/>
                  </a:lnTo>
                  <a:lnTo>
                    <a:pt x="356824" y="198198"/>
                  </a:lnTo>
                  <a:lnTo>
                    <a:pt x="276072" y="194437"/>
                  </a:lnTo>
                  <a:lnTo>
                    <a:pt x="199546" y="184793"/>
                  </a:lnTo>
                  <a:lnTo>
                    <a:pt x="128581" y="171410"/>
                  </a:lnTo>
                  <a:lnTo>
                    <a:pt x="75191" y="159620"/>
                  </a:lnTo>
                  <a:lnTo>
                    <a:pt x="29587" y="140884"/>
                  </a:lnTo>
                  <a:lnTo>
                    <a:pt x="0" y="100713"/>
                  </a:lnTo>
                  <a:close/>
                </a:path>
              </a:pathLst>
            </a:custGeom>
            <a:ln w="16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6973329" y="4716189"/>
              <a:ext cx="892175" cy="147320"/>
            </a:xfrm>
            <a:custGeom>
              <a:avLst/>
              <a:gdLst/>
              <a:ahLst/>
              <a:cxnLst/>
              <a:rect l="l" t="t" r="r" b="b"/>
              <a:pathLst>
                <a:path w="892175" h="147320">
                  <a:moveTo>
                    <a:pt x="891817" y="0"/>
                  </a:moveTo>
                  <a:lnTo>
                    <a:pt x="0" y="0"/>
                  </a:lnTo>
                  <a:lnTo>
                    <a:pt x="0" y="147301"/>
                  </a:lnTo>
                  <a:lnTo>
                    <a:pt x="891817" y="147301"/>
                  </a:lnTo>
                  <a:lnTo>
                    <a:pt x="8918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7020268" y="4524961"/>
              <a:ext cx="807720" cy="346075"/>
            </a:xfrm>
            <a:custGeom>
              <a:avLst/>
              <a:gdLst/>
              <a:ahLst/>
              <a:cxnLst/>
              <a:rect l="l" t="t" r="r" b="b"/>
              <a:pathLst>
                <a:path w="807720" h="346075">
                  <a:moveTo>
                    <a:pt x="0" y="0"/>
                  </a:moveTo>
                  <a:lnTo>
                    <a:pt x="0" y="345497"/>
                  </a:lnTo>
                </a:path>
                <a:path w="807720" h="346075">
                  <a:moveTo>
                    <a:pt x="807305" y="0"/>
                  </a:moveTo>
                  <a:lnTo>
                    <a:pt x="807305" y="345497"/>
                  </a:lnTo>
                </a:path>
              </a:pathLst>
            </a:custGeom>
            <a:ln w="16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3303305" y="4030571"/>
              <a:ext cx="4130675" cy="518795"/>
            </a:xfrm>
            <a:custGeom>
              <a:avLst/>
              <a:gdLst/>
              <a:ahLst/>
              <a:cxnLst/>
              <a:rect l="l" t="t" r="r" b="b"/>
              <a:pathLst>
                <a:path w="4130675" h="518795">
                  <a:moveTo>
                    <a:pt x="10767" y="0"/>
                  </a:moveTo>
                  <a:lnTo>
                    <a:pt x="11857" y="500826"/>
                  </a:lnTo>
                </a:path>
                <a:path w="4130675" h="518795">
                  <a:moveTo>
                    <a:pt x="1397200" y="18758"/>
                  </a:moveTo>
                  <a:lnTo>
                    <a:pt x="1398268" y="518500"/>
                  </a:lnTo>
                </a:path>
                <a:path w="4130675" h="518795">
                  <a:moveTo>
                    <a:pt x="2761054" y="9644"/>
                  </a:moveTo>
                  <a:lnTo>
                    <a:pt x="2761054" y="508856"/>
                  </a:lnTo>
                </a:path>
                <a:path w="4130675" h="518795">
                  <a:moveTo>
                    <a:pt x="4122061" y="0"/>
                  </a:moveTo>
                  <a:lnTo>
                    <a:pt x="4122061" y="500826"/>
                  </a:lnTo>
                </a:path>
                <a:path w="4130675" h="518795">
                  <a:moveTo>
                    <a:pt x="0" y="0"/>
                  </a:moveTo>
                  <a:lnTo>
                    <a:pt x="4130292" y="0"/>
                  </a:lnTo>
                </a:path>
              </a:pathLst>
            </a:custGeom>
            <a:ln w="225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0" name="object 70" descr=""/>
          <p:cNvSpPr txBox="1"/>
          <p:nvPr/>
        </p:nvSpPr>
        <p:spPr>
          <a:xfrm>
            <a:off x="3242176" y="4657070"/>
            <a:ext cx="171450" cy="2667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spc="-50">
                <a:latin typeface="Times New Roman"/>
                <a:cs typeface="Times New Roman"/>
              </a:rPr>
              <a:t>A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71" name="object 71" descr=""/>
          <p:cNvSpPr txBox="1"/>
          <p:nvPr/>
        </p:nvSpPr>
        <p:spPr>
          <a:xfrm>
            <a:off x="4620535" y="4657070"/>
            <a:ext cx="160020" cy="2667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spc="-50">
                <a:latin typeface="Times New Roman"/>
                <a:cs typeface="Times New Roman"/>
              </a:rPr>
              <a:t>B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72" name="object 72" descr=""/>
          <p:cNvSpPr txBox="1"/>
          <p:nvPr/>
        </p:nvSpPr>
        <p:spPr>
          <a:xfrm>
            <a:off x="5975134" y="4657070"/>
            <a:ext cx="160020" cy="2667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spc="-50">
                <a:latin typeface="Times New Roman"/>
                <a:cs typeface="Times New Roman"/>
              </a:rPr>
              <a:t>C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73" name="object 73" descr=""/>
          <p:cNvSpPr txBox="1"/>
          <p:nvPr/>
        </p:nvSpPr>
        <p:spPr>
          <a:xfrm>
            <a:off x="7336363" y="4645845"/>
            <a:ext cx="196215" cy="3067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50" spc="-50">
                <a:latin typeface="Times New Roman"/>
                <a:cs typeface="Times New Roman"/>
              </a:rPr>
              <a:t>D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74" name="object 74" descr=""/>
          <p:cNvSpPr txBox="1"/>
          <p:nvPr/>
        </p:nvSpPr>
        <p:spPr>
          <a:xfrm>
            <a:off x="3243244" y="5045414"/>
            <a:ext cx="149225" cy="2667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spc="-50">
                <a:latin typeface="Times New Roman"/>
                <a:cs typeface="Times New Roman"/>
              </a:rPr>
              <a:t>E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75" name="object 75" descr=""/>
          <p:cNvSpPr txBox="1"/>
          <p:nvPr/>
        </p:nvSpPr>
        <p:spPr>
          <a:xfrm>
            <a:off x="3223334" y="5772797"/>
            <a:ext cx="205104" cy="2667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spc="-50">
                <a:latin typeface="Times New Roman"/>
                <a:cs typeface="Times New Roman"/>
              </a:rPr>
              <a:t>M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76" name="object 76" descr=""/>
          <p:cNvSpPr txBox="1"/>
          <p:nvPr/>
        </p:nvSpPr>
        <p:spPr>
          <a:xfrm>
            <a:off x="7333694" y="5685523"/>
            <a:ext cx="203200" cy="3067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50" spc="-25" b="1">
                <a:latin typeface="Times New Roman"/>
                <a:cs typeface="Times New Roman"/>
              </a:rPr>
              <a:t>...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77" name="object 77" descr=""/>
          <p:cNvSpPr txBox="1"/>
          <p:nvPr/>
        </p:nvSpPr>
        <p:spPr>
          <a:xfrm>
            <a:off x="3262086" y="5427322"/>
            <a:ext cx="92710" cy="2667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spc="-50">
                <a:latin typeface="Times New Roman"/>
                <a:cs typeface="Times New Roman"/>
              </a:rPr>
              <a:t>I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78" name="object 78" descr=""/>
          <p:cNvSpPr txBox="1"/>
          <p:nvPr/>
        </p:nvSpPr>
        <p:spPr>
          <a:xfrm>
            <a:off x="4631302" y="5427322"/>
            <a:ext cx="104139" cy="2667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spc="-50">
                <a:latin typeface="Times New Roman"/>
                <a:cs typeface="Times New Roman"/>
              </a:rPr>
              <a:t>J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79" name="object 79" descr=""/>
          <p:cNvSpPr txBox="1"/>
          <p:nvPr/>
        </p:nvSpPr>
        <p:spPr>
          <a:xfrm>
            <a:off x="5981586" y="5427322"/>
            <a:ext cx="171450" cy="2667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spc="-50">
                <a:latin typeface="Times New Roman"/>
                <a:cs typeface="Times New Roman"/>
              </a:rPr>
              <a:t>K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80" name="object 80" descr=""/>
          <p:cNvSpPr txBox="1"/>
          <p:nvPr/>
        </p:nvSpPr>
        <p:spPr>
          <a:xfrm>
            <a:off x="7342815" y="5427322"/>
            <a:ext cx="149225" cy="2667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spc="-50">
                <a:latin typeface="Times New Roman"/>
                <a:cs typeface="Times New Roman"/>
              </a:rPr>
              <a:t>L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81" name="object 81" descr=""/>
          <p:cNvSpPr txBox="1"/>
          <p:nvPr/>
        </p:nvSpPr>
        <p:spPr>
          <a:xfrm>
            <a:off x="4630211" y="5048091"/>
            <a:ext cx="137795" cy="2667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spc="-50">
                <a:latin typeface="Times New Roman"/>
                <a:cs typeface="Times New Roman"/>
              </a:rPr>
              <a:t>F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82" name="object 82" descr=""/>
          <p:cNvSpPr txBox="1"/>
          <p:nvPr/>
        </p:nvSpPr>
        <p:spPr>
          <a:xfrm>
            <a:off x="5981586" y="5055036"/>
            <a:ext cx="171450" cy="2667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spc="-50">
                <a:latin typeface="Times New Roman"/>
                <a:cs typeface="Times New Roman"/>
              </a:rPr>
              <a:t>G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83" name="object 83" descr=""/>
          <p:cNvSpPr txBox="1"/>
          <p:nvPr/>
        </p:nvSpPr>
        <p:spPr>
          <a:xfrm>
            <a:off x="7340145" y="5055036"/>
            <a:ext cx="171450" cy="2667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spc="-50">
                <a:latin typeface="Times New Roman"/>
                <a:cs typeface="Times New Roman"/>
              </a:rPr>
              <a:t>H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84" name="object 84" descr=""/>
          <p:cNvSpPr txBox="1"/>
          <p:nvPr/>
        </p:nvSpPr>
        <p:spPr>
          <a:xfrm>
            <a:off x="4240148" y="5758875"/>
            <a:ext cx="2007235" cy="664845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383540">
              <a:lnSpc>
                <a:spcPct val="100000"/>
              </a:lnSpc>
              <a:spcBef>
                <a:spcPts val="229"/>
              </a:spcBef>
              <a:tabLst>
                <a:tab pos="1747520" algn="l"/>
              </a:tabLst>
            </a:pPr>
            <a:r>
              <a:rPr dirty="0" sz="1550" spc="-50">
                <a:latin typeface="Times New Roman"/>
                <a:cs typeface="Times New Roman"/>
              </a:rPr>
              <a:t>N</a:t>
            </a:r>
            <a:r>
              <a:rPr dirty="0" sz="1550">
                <a:latin typeface="Times New Roman"/>
                <a:cs typeface="Times New Roman"/>
              </a:rPr>
              <a:t>	</a:t>
            </a:r>
            <a:r>
              <a:rPr dirty="0" baseline="3584" sz="2325" spc="-75">
                <a:latin typeface="Times New Roman"/>
                <a:cs typeface="Times New Roman"/>
              </a:rPr>
              <a:t>O</a:t>
            </a:r>
            <a:endParaRPr baseline="3584" sz="2325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0"/>
              </a:spcBef>
              <a:tabLst>
                <a:tab pos="1079500" algn="l"/>
                <a:tab pos="1841500" algn="l"/>
              </a:tabLst>
            </a:pPr>
            <a:r>
              <a:rPr dirty="0" sz="2400">
                <a:solidFill>
                  <a:srgbClr val="40458B"/>
                </a:solidFill>
                <a:latin typeface="黑体"/>
                <a:cs typeface="黑体"/>
              </a:rPr>
              <a:t>图 </a:t>
            </a:r>
            <a:r>
              <a:rPr dirty="0" sz="2400" spc="-25">
                <a:solidFill>
                  <a:srgbClr val="40458B"/>
                </a:solidFill>
                <a:latin typeface="黑体"/>
                <a:cs typeface="黑体"/>
              </a:rPr>
              <a:t>8.1</a:t>
            </a:r>
            <a:r>
              <a:rPr dirty="0" sz="24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sz="2400" spc="-20">
                <a:solidFill>
                  <a:srgbClr val="40458B"/>
                </a:solidFill>
                <a:latin typeface="黑体"/>
                <a:cs typeface="黑体"/>
              </a:rPr>
              <a:t>RAID</a:t>
            </a:r>
            <a:r>
              <a:rPr dirty="0" sz="24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sz="2400" spc="-50">
                <a:solidFill>
                  <a:srgbClr val="40458B"/>
                </a:solidFill>
                <a:latin typeface="黑体"/>
                <a:cs typeface="黑体"/>
              </a:rPr>
              <a:t>0</a:t>
            </a:r>
            <a:endParaRPr sz="2400">
              <a:latin typeface="黑体"/>
              <a:cs typeface="黑体"/>
            </a:endParaRPr>
          </a:p>
        </p:txBody>
      </p:sp>
      <p:sp>
        <p:nvSpPr>
          <p:cNvPr id="85" name="object 85" descr=""/>
          <p:cNvSpPr txBox="1"/>
          <p:nvPr/>
        </p:nvSpPr>
        <p:spPr>
          <a:xfrm>
            <a:off x="1701164" y="138176"/>
            <a:ext cx="459803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065" algn="l"/>
              </a:tabLst>
            </a:pPr>
            <a:r>
              <a:rPr dirty="0" sz="3000" spc="-25">
                <a:solidFill>
                  <a:srgbClr val="4F55AC"/>
                </a:solidFill>
                <a:latin typeface="黑体"/>
                <a:cs typeface="黑体"/>
              </a:rPr>
              <a:t>8.3</a:t>
            </a:r>
            <a:r>
              <a:rPr dirty="0" sz="3000">
                <a:solidFill>
                  <a:srgbClr val="4F55AC"/>
                </a:solidFill>
                <a:latin typeface="黑体"/>
                <a:cs typeface="黑体"/>
              </a:rPr>
              <a:t>	</a:t>
            </a:r>
            <a:r>
              <a:rPr dirty="0" sz="3000" spc="-5">
                <a:solidFill>
                  <a:srgbClr val="4F55AC"/>
                </a:solidFill>
                <a:latin typeface="黑体"/>
                <a:cs typeface="黑体"/>
              </a:rPr>
              <a:t>廉价磁盘冗余阵列</a:t>
            </a:r>
            <a:r>
              <a:rPr dirty="0" sz="3000" spc="-20">
                <a:solidFill>
                  <a:srgbClr val="4F55AC"/>
                </a:solidFill>
                <a:latin typeface="黑体"/>
                <a:cs typeface="黑体"/>
              </a:rPr>
              <a:t>RAID</a:t>
            </a:r>
            <a:endParaRPr sz="30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53605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34809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15" b="1">
                <a:solidFill>
                  <a:srgbClr val="40458B"/>
                </a:solidFill>
                <a:latin typeface="宋体"/>
                <a:cs typeface="宋体"/>
              </a:rPr>
              <a:t>29/81</a:t>
            </a:r>
            <a:endParaRPr baseline="1736" sz="2400">
              <a:latin typeface="宋体"/>
              <a:cs typeface="宋体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1555750" y="549275"/>
            <a:ext cx="7588250" cy="0"/>
          </a:xfrm>
          <a:custGeom>
            <a:avLst/>
            <a:gdLst/>
            <a:ahLst/>
            <a:cxnLst/>
            <a:rect l="l" t="t" r="r" b="b"/>
            <a:pathLst>
              <a:path w="7588250" h="0">
                <a:moveTo>
                  <a:pt x="0" y="0"/>
                </a:moveTo>
                <a:lnTo>
                  <a:pt x="7588250" y="0"/>
                </a:lnTo>
              </a:path>
            </a:pathLst>
          </a:custGeom>
          <a:ln w="38100">
            <a:solidFill>
              <a:srgbClr val="2C44A3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119062" y="188976"/>
            <a:ext cx="1437005" cy="274955"/>
            <a:chOff x="119062" y="188976"/>
            <a:chExt cx="1437005" cy="274955"/>
          </a:xfrm>
        </p:grpSpPr>
        <p:sp>
          <p:nvSpPr>
            <p:cNvPr id="5" name="object 5" descr=""/>
            <p:cNvSpPr/>
            <p:nvPr/>
          </p:nvSpPr>
          <p:spPr>
            <a:xfrm>
              <a:off x="119062" y="188976"/>
              <a:ext cx="499745" cy="274955"/>
            </a:xfrm>
            <a:custGeom>
              <a:avLst/>
              <a:gdLst/>
              <a:ahLst/>
              <a:cxnLst/>
              <a:rect l="l" t="t" r="r" b="b"/>
              <a:pathLst>
                <a:path w="499745" h="274955">
                  <a:moveTo>
                    <a:pt x="119837" y="0"/>
                  </a:moveTo>
                  <a:lnTo>
                    <a:pt x="4993" y="41528"/>
                  </a:lnTo>
                  <a:lnTo>
                    <a:pt x="264655" y="135508"/>
                  </a:lnTo>
                  <a:lnTo>
                    <a:pt x="0" y="231266"/>
                  </a:lnTo>
                  <a:lnTo>
                    <a:pt x="119837" y="274574"/>
                  </a:lnTo>
                  <a:lnTo>
                    <a:pt x="499338" y="137287"/>
                  </a:lnTo>
                  <a:lnTo>
                    <a:pt x="119837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85546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9621" y="0"/>
                  </a:moveTo>
                  <a:lnTo>
                    <a:pt x="4991" y="41528"/>
                  </a:lnTo>
                  <a:lnTo>
                    <a:pt x="264147" y="135508"/>
                  </a:lnTo>
                  <a:lnTo>
                    <a:pt x="0" y="231266"/>
                  </a:lnTo>
                  <a:lnTo>
                    <a:pt x="119621" y="274574"/>
                  </a:lnTo>
                  <a:lnTo>
                    <a:pt x="497141" y="137287"/>
                  </a:lnTo>
                  <a:lnTo>
                    <a:pt x="119621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058608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8363" y="0"/>
                  </a:moveTo>
                  <a:lnTo>
                    <a:pt x="4978" y="41528"/>
                  </a:lnTo>
                  <a:lnTo>
                    <a:pt x="264096" y="135508"/>
                  </a:lnTo>
                  <a:lnTo>
                    <a:pt x="0" y="231266"/>
                  </a:lnTo>
                  <a:lnTo>
                    <a:pt x="118363" y="274574"/>
                  </a:lnTo>
                  <a:lnTo>
                    <a:pt x="497141" y="137287"/>
                  </a:lnTo>
                  <a:lnTo>
                    <a:pt x="118363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1701164" y="138176"/>
            <a:ext cx="459803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065" algn="l"/>
              </a:tabLst>
            </a:pPr>
            <a:r>
              <a:rPr dirty="0" sz="3000" spc="-25">
                <a:solidFill>
                  <a:srgbClr val="4F55AC"/>
                </a:solidFill>
                <a:latin typeface="黑体"/>
                <a:cs typeface="黑体"/>
              </a:rPr>
              <a:t>8.3</a:t>
            </a:r>
            <a:r>
              <a:rPr dirty="0" sz="3000">
                <a:solidFill>
                  <a:srgbClr val="4F55AC"/>
                </a:solidFill>
                <a:latin typeface="黑体"/>
                <a:cs typeface="黑体"/>
              </a:rPr>
              <a:t>	</a:t>
            </a:r>
            <a:r>
              <a:rPr dirty="0" sz="3000" spc="-5">
                <a:solidFill>
                  <a:srgbClr val="4F55AC"/>
                </a:solidFill>
                <a:latin typeface="黑体"/>
                <a:cs typeface="黑体"/>
              </a:rPr>
              <a:t>廉价磁盘冗余阵列</a:t>
            </a:r>
            <a:r>
              <a:rPr dirty="0" sz="3000" spc="-20">
                <a:solidFill>
                  <a:srgbClr val="4F55AC"/>
                </a:solidFill>
                <a:latin typeface="黑体"/>
                <a:cs typeface="黑体"/>
              </a:rPr>
              <a:t>RAID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81788" y="514711"/>
            <a:ext cx="8734425" cy="2567305"/>
          </a:xfrm>
          <a:prstGeom prst="rect">
            <a:avLst/>
          </a:prstGeom>
        </p:spPr>
        <p:txBody>
          <a:bodyPr wrap="square" lIns="0" tIns="168275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325"/>
              </a:spcBef>
              <a:buClr>
                <a:srgbClr val="40458B"/>
              </a:buClr>
              <a:buFont typeface="Tahoma"/>
              <a:buAutoNum type="arabicPeriod"/>
              <a:tabLst>
                <a:tab pos="469900" algn="l"/>
              </a:tabLst>
            </a:pPr>
            <a:r>
              <a:rPr dirty="0" sz="2400" spc="-5">
                <a:solidFill>
                  <a:srgbClr val="FF0000"/>
                </a:solidFill>
                <a:latin typeface="黑体"/>
                <a:cs typeface="黑体"/>
              </a:rPr>
              <a:t>镜像磁盘</a:t>
            </a:r>
            <a:r>
              <a:rPr dirty="0" sz="2400" spc="-5">
                <a:solidFill>
                  <a:srgbClr val="E14B04"/>
                </a:solidFill>
                <a:latin typeface="黑体"/>
                <a:cs typeface="黑体"/>
              </a:rPr>
              <a:t>，对所有的磁盘数据提供一份冗余的备份。</a:t>
            </a:r>
            <a:endParaRPr sz="2400">
              <a:latin typeface="黑体"/>
              <a:cs typeface="黑体"/>
            </a:endParaRPr>
          </a:p>
          <a:p>
            <a:pPr lvl="1" marL="1099185" marR="5080" indent="-457200">
              <a:lnSpc>
                <a:spcPct val="120000"/>
              </a:lnSpc>
              <a:spcBef>
                <a:spcPts val="545"/>
              </a:spcBef>
              <a:buSzPct val="90000"/>
              <a:buFont typeface="Wingdings"/>
              <a:buChar char=""/>
              <a:tabLst>
                <a:tab pos="1099185" algn="l"/>
              </a:tabLst>
            </a:pPr>
            <a:r>
              <a:rPr dirty="0" sz="2000" spc="-20">
                <a:solidFill>
                  <a:srgbClr val="40458B"/>
                </a:solidFill>
                <a:latin typeface="黑体"/>
                <a:cs typeface="黑体"/>
              </a:rPr>
              <a:t>每当把数据写入磁盘时，将该数据也写入其镜像盘。在系统中所有的</a:t>
            </a:r>
            <a:r>
              <a:rPr dirty="0" sz="2000" spc="-15">
                <a:solidFill>
                  <a:srgbClr val="40458B"/>
                </a:solidFill>
                <a:latin typeface="黑体"/>
                <a:cs typeface="黑体"/>
              </a:rPr>
              <a:t>数据都有两份。</a:t>
            </a:r>
            <a:endParaRPr sz="2000">
              <a:latin typeface="黑体"/>
              <a:cs typeface="黑体"/>
            </a:endParaRPr>
          </a:p>
          <a:p>
            <a:pPr lvl="1" marL="1099185" indent="-457200">
              <a:lnSpc>
                <a:spcPct val="100000"/>
              </a:lnSpc>
              <a:spcBef>
                <a:spcPts val="960"/>
              </a:spcBef>
              <a:buClr>
                <a:srgbClr val="40458B"/>
              </a:buClr>
              <a:buSzPct val="90000"/>
              <a:buFont typeface="Wingdings"/>
              <a:buChar char=""/>
              <a:tabLst>
                <a:tab pos="1099185" algn="l"/>
              </a:tabLst>
            </a:pPr>
            <a:r>
              <a:rPr dirty="0" sz="2000">
                <a:solidFill>
                  <a:srgbClr val="CC00FF"/>
                </a:solidFill>
                <a:latin typeface="黑体"/>
                <a:cs typeface="黑体"/>
              </a:rPr>
              <a:t>冗余原理</a:t>
            </a:r>
            <a:r>
              <a:rPr dirty="0" sz="2000" spc="-15">
                <a:solidFill>
                  <a:srgbClr val="40458B"/>
                </a:solidFill>
                <a:latin typeface="黑体"/>
                <a:cs typeface="黑体"/>
              </a:rPr>
              <a:t>：物理复制；</a:t>
            </a:r>
            <a:r>
              <a:rPr dirty="0" sz="2000" spc="-10">
                <a:solidFill>
                  <a:srgbClr val="CC00FF"/>
                </a:solidFill>
                <a:latin typeface="黑体"/>
                <a:cs typeface="黑体"/>
              </a:rPr>
              <a:t>有效存储容量</a:t>
            </a:r>
            <a:r>
              <a:rPr dirty="0" sz="2000" spc="-15">
                <a:solidFill>
                  <a:srgbClr val="40458B"/>
                </a:solidFill>
                <a:latin typeface="黑体"/>
                <a:cs typeface="黑体"/>
              </a:rPr>
              <a:t>：总容量的</a:t>
            </a:r>
            <a:r>
              <a:rPr dirty="0" sz="2000" spc="-10">
                <a:solidFill>
                  <a:srgbClr val="40458B"/>
                </a:solidFill>
                <a:latin typeface="Tahoma"/>
                <a:cs typeface="Tahoma"/>
              </a:rPr>
              <a:t>1/2</a:t>
            </a:r>
            <a:r>
              <a:rPr dirty="0" sz="2000" spc="-5">
                <a:solidFill>
                  <a:srgbClr val="40458B"/>
                </a:solidFill>
                <a:latin typeface="黑体"/>
                <a:cs typeface="黑体"/>
              </a:rPr>
              <a:t>，例如</a:t>
            </a:r>
            <a:r>
              <a:rPr dirty="0" sz="2000" spc="-15">
                <a:solidFill>
                  <a:srgbClr val="40458B"/>
                </a:solidFill>
                <a:latin typeface="Tahoma"/>
                <a:cs typeface="Tahoma"/>
              </a:rPr>
              <a:t>2</a:t>
            </a:r>
            <a:r>
              <a:rPr dirty="0" sz="2000">
                <a:solidFill>
                  <a:srgbClr val="40458B"/>
                </a:solidFill>
                <a:latin typeface="黑体"/>
                <a:cs typeface="黑体"/>
              </a:rPr>
              <a:t>块</a:t>
            </a:r>
            <a:r>
              <a:rPr dirty="0" sz="2000" spc="-10">
                <a:solidFill>
                  <a:srgbClr val="40458B"/>
                </a:solidFill>
                <a:latin typeface="Tahoma"/>
                <a:cs typeface="Tahoma"/>
              </a:rPr>
              <a:t>1TB</a:t>
            </a:r>
            <a:r>
              <a:rPr dirty="0" sz="2000" spc="-50">
                <a:solidFill>
                  <a:srgbClr val="40458B"/>
                </a:solidFill>
                <a:latin typeface="黑体"/>
                <a:cs typeface="黑体"/>
              </a:rPr>
              <a:t>的</a:t>
            </a:r>
            <a:endParaRPr sz="2000">
              <a:latin typeface="黑体"/>
              <a:cs typeface="黑体"/>
            </a:endParaRPr>
          </a:p>
          <a:p>
            <a:pPr marL="1099185">
              <a:lnSpc>
                <a:spcPct val="100000"/>
              </a:lnSpc>
              <a:spcBef>
                <a:spcPts val="480"/>
              </a:spcBef>
            </a:pPr>
            <a:r>
              <a:rPr dirty="0" sz="2000" spc="-5">
                <a:solidFill>
                  <a:srgbClr val="40458B"/>
                </a:solidFill>
                <a:latin typeface="黑体"/>
                <a:cs typeface="黑体"/>
              </a:rPr>
              <a:t>硬盘，只能当</a:t>
            </a:r>
            <a:r>
              <a:rPr dirty="0" sz="2000" spc="-20">
                <a:solidFill>
                  <a:srgbClr val="40458B"/>
                </a:solidFill>
                <a:latin typeface="Tahoma"/>
                <a:cs typeface="Tahoma"/>
              </a:rPr>
              <a:t>1TB</a:t>
            </a:r>
            <a:r>
              <a:rPr dirty="0" sz="2000" spc="-10">
                <a:solidFill>
                  <a:srgbClr val="40458B"/>
                </a:solidFill>
                <a:latin typeface="黑体"/>
                <a:cs typeface="黑体"/>
              </a:rPr>
              <a:t>用；</a:t>
            </a:r>
            <a:r>
              <a:rPr dirty="0" sz="2000" spc="-10">
                <a:solidFill>
                  <a:srgbClr val="CC00FF"/>
                </a:solidFill>
                <a:latin typeface="黑体"/>
                <a:cs typeface="黑体"/>
              </a:rPr>
              <a:t>读取：</a:t>
            </a:r>
            <a:r>
              <a:rPr dirty="0" sz="2000" spc="-15">
                <a:solidFill>
                  <a:srgbClr val="40458B"/>
                </a:solidFill>
                <a:latin typeface="黑体"/>
                <a:cs typeface="黑体"/>
              </a:rPr>
              <a:t>两块皆可；</a:t>
            </a:r>
            <a:r>
              <a:rPr dirty="0" sz="2000" spc="-10">
                <a:solidFill>
                  <a:srgbClr val="CC00FF"/>
                </a:solidFill>
                <a:latin typeface="黑体"/>
                <a:cs typeface="黑体"/>
              </a:rPr>
              <a:t>写入</a:t>
            </a:r>
            <a:r>
              <a:rPr dirty="0" sz="2000" spc="-20">
                <a:solidFill>
                  <a:srgbClr val="40458B"/>
                </a:solidFill>
                <a:latin typeface="黑体"/>
                <a:cs typeface="黑体"/>
              </a:rPr>
              <a:t>：都写；</a:t>
            </a:r>
            <a:endParaRPr sz="2000">
              <a:latin typeface="黑体"/>
              <a:cs typeface="黑体"/>
            </a:endParaRPr>
          </a:p>
          <a:p>
            <a:pPr lvl="1" marL="1099185" indent="-457200">
              <a:lnSpc>
                <a:spcPct val="100000"/>
              </a:lnSpc>
              <a:spcBef>
                <a:spcPts val="965"/>
              </a:spcBef>
              <a:buSzPct val="90000"/>
              <a:buFont typeface="Wingdings"/>
              <a:buChar char=""/>
              <a:tabLst>
                <a:tab pos="1099185" algn="l"/>
              </a:tabLst>
            </a:pPr>
            <a:r>
              <a:rPr dirty="0" sz="2000" spc="-15">
                <a:solidFill>
                  <a:srgbClr val="40458B"/>
                </a:solidFill>
                <a:latin typeface="黑体"/>
                <a:cs typeface="黑体"/>
              </a:rPr>
              <a:t>容错能力强</a:t>
            </a:r>
            <a:endParaRPr sz="2000">
              <a:latin typeface="黑体"/>
              <a:cs typeface="黑体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6884034" y="108915"/>
            <a:ext cx="1843405" cy="422909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none" sz="2600">
                <a:solidFill>
                  <a:srgbClr val="0000CC"/>
                </a:solidFill>
              </a:rPr>
              <a:t>8.3.2</a:t>
            </a:r>
            <a:r>
              <a:rPr dirty="0" u="none" sz="2600" spc="-25">
                <a:solidFill>
                  <a:srgbClr val="0000CC"/>
                </a:solidFill>
              </a:rPr>
              <a:t> </a:t>
            </a:r>
            <a:r>
              <a:rPr dirty="0" u="none" sz="2600" spc="-10">
                <a:solidFill>
                  <a:srgbClr val="0000CC"/>
                </a:solidFill>
              </a:rPr>
              <a:t>RAID</a:t>
            </a:r>
            <a:r>
              <a:rPr dirty="0" u="none" sz="2600" spc="-10">
                <a:solidFill>
                  <a:srgbClr val="FF0000"/>
                </a:solidFill>
              </a:rPr>
              <a:t>1</a:t>
            </a:r>
            <a:endParaRPr sz="2600"/>
          </a:p>
        </p:txBody>
      </p:sp>
      <p:grpSp>
        <p:nvGrpSpPr>
          <p:cNvPr id="12" name="object 12" descr=""/>
          <p:cNvGrpSpPr/>
          <p:nvPr/>
        </p:nvGrpSpPr>
        <p:grpSpPr>
          <a:xfrm>
            <a:off x="831570" y="3175106"/>
            <a:ext cx="7102475" cy="1851025"/>
            <a:chOff x="831570" y="3175106"/>
            <a:chExt cx="7102475" cy="1851025"/>
          </a:xfrm>
        </p:grpSpPr>
        <p:sp>
          <p:nvSpPr>
            <p:cNvPr id="13" name="object 13" descr=""/>
            <p:cNvSpPr/>
            <p:nvPr/>
          </p:nvSpPr>
          <p:spPr>
            <a:xfrm>
              <a:off x="2748190" y="3409779"/>
              <a:ext cx="0" cy="1548765"/>
            </a:xfrm>
            <a:custGeom>
              <a:avLst/>
              <a:gdLst/>
              <a:ahLst/>
              <a:cxnLst/>
              <a:rect l="l" t="t" r="r" b="b"/>
              <a:pathLst>
                <a:path w="0" h="1548764">
                  <a:moveTo>
                    <a:pt x="0" y="0"/>
                  </a:moveTo>
                  <a:lnTo>
                    <a:pt x="0" y="1548404"/>
                  </a:lnTo>
                </a:path>
              </a:pathLst>
            </a:custGeom>
            <a:ln w="13144">
              <a:solidFill>
                <a:srgbClr val="0000F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2741617" y="4998121"/>
              <a:ext cx="38100" cy="28575"/>
            </a:xfrm>
            <a:custGeom>
              <a:avLst/>
              <a:gdLst/>
              <a:ahLst/>
              <a:cxnLst/>
              <a:rect l="l" t="t" r="r" b="b"/>
              <a:pathLst>
                <a:path w="38100" h="28575">
                  <a:moveTo>
                    <a:pt x="13039" y="0"/>
                  </a:moveTo>
                  <a:lnTo>
                    <a:pt x="0" y="0"/>
                  </a:lnTo>
                  <a:lnTo>
                    <a:pt x="0" y="27968"/>
                  </a:lnTo>
                  <a:lnTo>
                    <a:pt x="38031" y="27968"/>
                  </a:lnTo>
                  <a:lnTo>
                    <a:pt x="13039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2819129" y="5019433"/>
              <a:ext cx="1609090" cy="0"/>
            </a:xfrm>
            <a:custGeom>
              <a:avLst/>
              <a:gdLst/>
              <a:ahLst/>
              <a:cxnLst/>
              <a:rect l="l" t="t" r="r" b="b"/>
              <a:pathLst>
                <a:path w="1609089" h="0">
                  <a:moveTo>
                    <a:pt x="0" y="0"/>
                  </a:moveTo>
                  <a:lnTo>
                    <a:pt x="1608885" y="0"/>
                  </a:lnTo>
                </a:path>
              </a:pathLst>
            </a:custGeom>
            <a:ln w="13314">
              <a:solidFill>
                <a:srgbClr val="0000F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4467332" y="5002557"/>
              <a:ext cx="43180" cy="24130"/>
            </a:xfrm>
            <a:custGeom>
              <a:avLst/>
              <a:gdLst/>
              <a:ahLst/>
              <a:cxnLst/>
              <a:rect l="l" t="t" r="r" b="b"/>
              <a:pathLst>
                <a:path w="43179" h="24129">
                  <a:moveTo>
                    <a:pt x="42558" y="0"/>
                  </a:moveTo>
                  <a:lnTo>
                    <a:pt x="0" y="10208"/>
                  </a:lnTo>
                  <a:lnTo>
                    <a:pt x="0" y="23533"/>
                  </a:lnTo>
                  <a:lnTo>
                    <a:pt x="42558" y="23533"/>
                  </a:lnTo>
                  <a:lnTo>
                    <a:pt x="4255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4503423" y="3414178"/>
              <a:ext cx="0" cy="1548765"/>
            </a:xfrm>
            <a:custGeom>
              <a:avLst/>
              <a:gdLst/>
              <a:ahLst/>
              <a:cxnLst/>
              <a:rect l="l" t="t" r="r" b="b"/>
              <a:pathLst>
                <a:path w="0" h="1548764">
                  <a:moveTo>
                    <a:pt x="0" y="0"/>
                  </a:moveTo>
                  <a:lnTo>
                    <a:pt x="0" y="1548441"/>
                  </a:lnTo>
                </a:path>
              </a:pathLst>
            </a:custGeom>
            <a:ln w="13144">
              <a:solidFill>
                <a:srgbClr val="0000F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2767877" y="3409643"/>
              <a:ext cx="1700530" cy="0"/>
            </a:xfrm>
            <a:custGeom>
              <a:avLst/>
              <a:gdLst/>
              <a:ahLst/>
              <a:cxnLst/>
              <a:rect l="l" t="t" r="r" b="b"/>
              <a:pathLst>
                <a:path w="1700529" h="0">
                  <a:moveTo>
                    <a:pt x="0" y="0"/>
                  </a:moveTo>
                  <a:lnTo>
                    <a:pt x="1700341" y="0"/>
                  </a:lnTo>
                </a:path>
              </a:pathLst>
            </a:custGeom>
            <a:ln w="13314">
              <a:solidFill>
                <a:srgbClr val="0000F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838238" y="3409779"/>
              <a:ext cx="0" cy="1548765"/>
            </a:xfrm>
            <a:custGeom>
              <a:avLst/>
              <a:gdLst/>
              <a:ahLst/>
              <a:cxnLst/>
              <a:rect l="l" t="t" r="r" b="b"/>
              <a:pathLst>
                <a:path w="0" h="1548764">
                  <a:moveTo>
                    <a:pt x="0" y="0"/>
                  </a:moveTo>
                  <a:lnTo>
                    <a:pt x="0" y="1548404"/>
                  </a:lnTo>
                </a:path>
              </a:pathLst>
            </a:custGeom>
            <a:ln w="13144">
              <a:solidFill>
                <a:srgbClr val="0000F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831666" y="4998121"/>
              <a:ext cx="38735" cy="28575"/>
            </a:xfrm>
            <a:custGeom>
              <a:avLst/>
              <a:gdLst/>
              <a:ahLst/>
              <a:cxnLst/>
              <a:rect l="l" t="t" r="r" b="b"/>
              <a:pathLst>
                <a:path w="38734" h="28575">
                  <a:moveTo>
                    <a:pt x="13144" y="0"/>
                  </a:moveTo>
                  <a:lnTo>
                    <a:pt x="0" y="0"/>
                  </a:lnTo>
                  <a:lnTo>
                    <a:pt x="0" y="27968"/>
                  </a:lnTo>
                  <a:lnTo>
                    <a:pt x="38118" y="27968"/>
                  </a:lnTo>
                  <a:lnTo>
                    <a:pt x="13144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909217" y="5019433"/>
              <a:ext cx="1609090" cy="0"/>
            </a:xfrm>
            <a:custGeom>
              <a:avLst/>
              <a:gdLst/>
              <a:ahLst/>
              <a:cxnLst/>
              <a:rect l="l" t="t" r="r" b="b"/>
              <a:pathLst>
                <a:path w="1609089" h="0">
                  <a:moveTo>
                    <a:pt x="0" y="0"/>
                  </a:moveTo>
                  <a:lnTo>
                    <a:pt x="1608885" y="0"/>
                  </a:lnTo>
                </a:path>
              </a:pathLst>
            </a:custGeom>
            <a:ln w="13314">
              <a:solidFill>
                <a:srgbClr val="0000F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2557528" y="5002557"/>
              <a:ext cx="42545" cy="24130"/>
            </a:xfrm>
            <a:custGeom>
              <a:avLst/>
              <a:gdLst/>
              <a:ahLst/>
              <a:cxnLst/>
              <a:rect l="l" t="t" r="r" b="b"/>
              <a:pathLst>
                <a:path w="42544" h="24129">
                  <a:moveTo>
                    <a:pt x="42468" y="0"/>
                  </a:moveTo>
                  <a:lnTo>
                    <a:pt x="0" y="10208"/>
                  </a:lnTo>
                  <a:lnTo>
                    <a:pt x="0" y="23533"/>
                  </a:lnTo>
                  <a:lnTo>
                    <a:pt x="42468" y="23533"/>
                  </a:lnTo>
                  <a:lnTo>
                    <a:pt x="424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2593529" y="3414178"/>
              <a:ext cx="0" cy="1548765"/>
            </a:xfrm>
            <a:custGeom>
              <a:avLst/>
              <a:gdLst/>
              <a:ahLst/>
              <a:cxnLst/>
              <a:rect l="l" t="t" r="r" b="b"/>
              <a:pathLst>
                <a:path w="0" h="1548764">
                  <a:moveTo>
                    <a:pt x="0" y="0"/>
                  </a:moveTo>
                  <a:lnTo>
                    <a:pt x="0" y="1548441"/>
                  </a:lnTo>
                </a:path>
              </a:pathLst>
            </a:custGeom>
            <a:ln w="13144">
              <a:solidFill>
                <a:srgbClr val="0000F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857954" y="3409643"/>
              <a:ext cx="1700530" cy="0"/>
            </a:xfrm>
            <a:custGeom>
              <a:avLst/>
              <a:gdLst/>
              <a:ahLst/>
              <a:cxnLst/>
              <a:rect l="l" t="t" r="r" b="b"/>
              <a:pathLst>
                <a:path w="1700530" h="0">
                  <a:moveTo>
                    <a:pt x="0" y="0"/>
                  </a:moveTo>
                  <a:lnTo>
                    <a:pt x="1700461" y="0"/>
                  </a:lnTo>
                </a:path>
              </a:pathLst>
            </a:custGeom>
            <a:ln w="13314">
              <a:solidFill>
                <a:srgbClr val="0000F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914476" y="4451792"/>
              <a:ext cx="652145" cy="432434"/>
            </a:xfrm>
            <a:custGeom>
              <a:avLst/>
              <a:gdLst/>
              <a:ahLst/>
              <a:cxnLst/>
              <a:rect l="l" t="t" r="r" b="b"/>
              <a:pathLst>
                <a:path w="652144" h="432435">
                  <a:moveTo>
                    <a:pt x="0" y="351499"/>
                  </a:moveTo>
                  <a:lnTo>
                    <a:pt x="24097" y="313779"/>
                  </a:lnTo>
                  <a:lnTo>
                    <a:pt x="61331" y="299575"/>
                  </a:lnTo>
                  <a:lnTo>
                    <a:pt x="104723" y="289366"/>
                  </a:lnTo>
                  <a:lnTo>
                    <a:pt x="162549" y="278259"/>
                  </a:lnTo>
                  <a:lnTo>
                    <a:pt x="224775" y="270286"/>
                  </a:lnTo>
                  <a:lnTo>
                    <a:pt x="290044" y="267171"/>
                  </a:lnTo>
                  <a:lnTo>
                    <a:pt x="358844" y="267171"/>
                  </a:lnTo>
                  <a:lnTo>
                    <a:pt x="423244" y="270286"/>
                  </a:lnTo>
                  <a:lnTo>
                    <a:pt x="488531" y="278259"/>
                  </a:lnTo>
                  <a:lnTo>
                    <a:pt x="542861" y="289366"/>
                  </a:lnTo>
                  <a:lnTo>
                    <a:pt x="586688" y="299575"/>
                  </a:lnTo>
                  <a:lnTo>
                    <a:pt x="623488" y="313779"/>
                  </a:lnTo>
                  <a:lnTo>
                    <a:pt x="651957" y="351499"/>
                  </a:lnTo>
                  <a:lnTo>
                    <a:pt x="645383" y="366143"/>
                  </a:lnTo>
                  <a:lnTo>
                    <a:pt x="586688" y="399427"/>
                  </a:lnTo>
                  <a:lnTo>
                    <a:pt x="542861" y="409636"/>
                  </a:lnTo>
                  <a:lnTo>
                    <a:pt x="488531" y="420725"/>
                  </a:lnTo>
                  <a:lnTo>
                    <a:pt x="423244" y="428276"/>
                  </a:lnTo>
                  <a:lnTo>
                    <a:pt x="358844" y="431832"/>
                  </a:lnTo>
                  <a:lnTo>
                    <a:pt x="290044" y="431832"/>
                  </a:lnTo>
                  <a:lnTo>
                    <a:pt x="224775" y="428276"/>
                  </a:lnTo>
                  <a:lnTo>
                    <a:pt x="162549" y="420725"/>
                  </a:lnTo>
                  <a:lnTo>
                    <a:pt x="104723" y="409636"/>
                  </a:lnTo>
                  <a:lnTo>
                    <a:pt x="61331" y="399427"/>
                  </a:lnTo>
                  <a:lnTo>
                    <a:pt x="24097" y="385223"/>
                  </a:lnTo>
                  <a:lnTo>
                    <a:pt x="0" y="351499"/>
                  </a:lnTo>
                  <a:close/>
                </a:path>
                <a:path w="652144" h="432435">
                  <a:moveTo>
                    <a:pt x="0" y="84768"/>
                  </a:moveTo>
                  <a:lnTo>
                    <a:pt x="24097" y="47048"/>
                  </a:lnTo>
                  <a:lnTo>
                    <a:pt x="61331" y="32386"/>
                  </a:lnTo>
                  <a:lnTo>
                    <a:pt x="104723" y="22195"/>
                  </a:lnTo>
                  <a:lnTo>
                    <a:pt x="162549" y="11088"/>
                  </a:lnTo>
                  <a:lnTo>
                    <a:pt x="224775" y="3537"/>
                  </a:lnTo>
                  <a:lnTo>
                    <a:pt x="290044" y="0"/>
                  </a:lnTo>
                  <a:lnTo>
                    <a:pt x="358844" y="0"/>
                  </a:lnTo>
                  <a:lnTo>
                    <a:pt x="423244" y="3537"/>
                  </a:lnTo>
                  <a:lnTo>
                    <a:pt x="488531" y="11088"/>
                  </a:lnTo>
                  <a:lnTo>
                    <a:pt x="542861" y="22195"/>
                  </a:lnTo>
                  <a:lnTo>
                    <a:pt x="586688" y="32386"/>
                  </a:lnTo>
                  <a:lnTo>
                    <a:pt x="623488" y="47048"/>
                  </a:lnTo>
                  <a:lnTo>
                    <a:pt x="651957" y="84768"/>
                  </a:lnTo>
                  <a:lnTo>
                    <a:pt x="645383" y="98972"/>
                  </a:lnTo>
                  <a:lnTo>
                    <a:pt x="586688" y="132696"/>
                  </a:lnTo>
                  <a:lnTo>
                    <a:pt x="542861" y="142465"/>
                  </a:lnTo>
                  <a:lnTo>
                    <a:pt x="488531" y="153554"/>
                  </a:lnTo>
                  <a:lnTo>
                    <a:pt x="423244" y="161545"/>
                  </a:lnTo>
                  <a:lnTo>
                    <a:pt x="358844" y="164642"/>
                  </a:lnTo>
                  <a:lnTo>
                    <a:pt x="290044" y="164642"/>
                  </a:lnTo>
                  <a:lnTo>
                    <a:pt x="224775" y="161545"/>
                  </a:lnTo>
                  <a:lnTo>
                    <a:pt x="162549" y="153554"/>
                  </a:lnTo>
                  <a:lnTo>
                    <a:pt x="104723" y="142465"/>
                  </a:lnTo>
                  <a:lnTo>
                    <a:pt x="61331" y="132696"/>
                  </a:lnTo>
                  <a:lnTo>
                    <a:pt x="24097" y="118052"/>
                  </a:lnTo>
                  <a:lnTo>
                    <a:pt x="0" y="84768"/>
                  </a:lnTo>
                  <a:close/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876356" y="4683460"/>
              <a:ext cx="725170" cy="122555"/>
            </a:xfrm>
            <a:custGeom>
              <a:avLst/>
              <a:gdLst/>
              <a:ahLst/>
              <a:cxnLst/>
              <a:rect l="l" t="t" r="r" b="b"/>
              <a:pathLst>
                <a:path w="725169" h="122554">
                  <a:moveTo>
                    <a:pt x="725129" y="0"/>
                  </a:moveTo>
                  <a:lnTo>
                    <a:pt x="0" y="0"/>
                  </a:lnTo>
                  <a:lnTo>
                    <a:pt x="0" y="122049"/>
                  </a:lnTo>
                  <a:lnTo>
                    <a:pt x="725129" y="122049"/>
                  </a:lnTo>
                  <a:lnTo>
                    <a:pt x="7251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914476" y="4524134"/>
              <a:ext cx="656590" cy="287655"/>
            </a:xfrm>
            <a:custGeom>
              <a:avLst/>
              <a:gdLst/>
              <a:ahLst/>
              <a:cxnLst/>
              <a:rect l="l" t="t" r="r" b="b"/>
              <a:pathLst>
                <a:path w="656590" h="287654">
                  <a:moveTo>
                    <a:pt x="0" y="0"/>
                  </a:moveTo>
                  <a:lnTo>
                    <a:pt x="0" y="287148"/>
                  </a:lnTo>
                </a:path>
                <a:path w="656590" h="287654">
                  <a:moveTo>
                    <a:pt x="656339" y="0"/>
                  </a:moveTo>
                  <a:lnTo>
                    <a:pt x="656340" y="287148"/>
                  </a:lnTo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914476" y="4410957"/>
              <a:ext cx="652145" cy="165735"/>
            </a:xfrm>
            <a:custGeom>
              <a:avLst/>
              <a:gdLst/>
              <a:ahLst/>
              <a:cxnLst/>
              <a:rect l="l" t="t" r="r" b="b"/>
              <a:pathLst>
                <a:path w="652144" h="165735">
                  <a:moveTo>
                    <a:pt x="358844" y="0"/>
                  </a:moveTo>
                  <a:lnTo>
                    <a:pt x="290044" y="0"/>
                  </a:lnTo>
                  <a:lnTo>
                    <a:pt x="224775" y="4435"/>
                  </a:lnTo>
                  <a:lnTo>
                    <a:pt x="162549" y="11088"/>
                  </a:lnTo>
                  <a:lnTo>
                    <a:pt x="104723" y="22195"/>
                  </a:lnTo>
                  <a:lnTo>
                    <a:pt x="61331" y="31946"/>
                  </a:lnTo>
                  <a:lnTo>
                    <a:pt x="24097" y="47488"/>
                  </a:lnTo>
                  <a:lnTo>
                    <a:pt x="0" y="84328"/>
                  </a:lnTo>
                  <a:lnTo>
                    <a:pt x="7885" y="98972"/>
                  </a:lnTo>
                  <a:lnTo>
                    <a:pt x="61331" y="132256"/>
                  </a:lnTo>
                  <a:lnTo>
                    <a:pt x="104723" y="143345"/>
                  </a:lnTo>
                  <a:lnTo>
                    <a:pt x="162549" y="154452"/>
                  </a:lnTo>
                  <a:lnTo>
                    <a:pt x="224775" y="161105"/>
                  </a:lnTo>
                  <a:lnTo>
                    <a:pt x="290044" y="165540"/>
                  </a:lnTo>
                  <a:lnTo>
                    <a:pt x="358844" y="165540"/>
                  </a:lnTo>
                  <a:lnTo>
                    <a:pt x="423244" y="161105"/>
                  </a:lnTo>
                  <a:lnTo>
                    <a:pt x="488531" y="154452"/>
                  </a:lnTo>
                  <a:lnTo>
                    <a:pt x="542861" y="143345"/>
                  </a:lnTo>
                  <a:lnTo>
                    <a:pt x="586688" y="132256"/>
                  </a:lnTo>
                  <a:lnTo>
                    <a:pt x="623488" y="117612"/>
                  </a:lnTo>
                  <a:lnTo>
                    <a:pt x="651957" y="84328"/>
                  </a:lnTo>
                  <a:lnTo>
                    <a:pt x="645383" y="65248"/>
                  </a:lnTo>
                  <a:lnTo>
                    <a:pt x="586688" y="31946"/>
                  </a:lnTo>
                  <a:lnTo>
                    <a:pt x="542861" y="22195"/>
                  </a:lnTo>
                  <a:lnTo>
                    <a:pt x="488531" y="11088"/>
                  </a:lnTo>
                  <a:lnTo>
                    <a:pt x="423244" y="4435"/>
                  </a:lnTo>
                  <a:lnTo>
                    <a:pt x="3588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914476" y="4143786"/>
              <a:ext cx="652145" cy="433070"/>
            </a:xfrm>
            <a:custGeom>
              <a:avLst/>
              <a:gdLst/>
              <a:ahLst/>
              <a:cxnLst/>
              <a:rect l="l" t="t" r="r" b="b"/>
              <a:pathLst>
                <a:path w="652144" h="433070">
                  <a:moveTo>
                    <a:pt x="0" y="351499"/>
                  </a:moveTo>
                  <a:lnTo>
                    <a:pt x="24097" y="314659"/>
                  </a:lnTo>
                  <a:lnTo>
                    <a:pt x="61331" y="299117"/>
                  </a:lnTo>
                  <a:lnTo>
                    <a:pt x="104723" y="289366"/>
                  </a:lnTo>
                  <a:lnTo>
                    <a:pt x="162549" y="278259"/>
                  </a:lnTo>
                  <a:lnTo>
                    <a:pt x="224775" y="271606"/>
                  </a:lnTo>
                  <a:lnTo>
                    <a:pt x="290044" y="267171"/>
                  </a:lnTo>
                  <a:lnTo>
                    <a:pt x="358844" y="267171"/>
                  </a:lnTo>
                  <a:lnTo>
                    <a:pt x="423244" y="271606"/>
                  </a:lnTo>
                  <a:lnTo>
                    <a:pt x="488531" y="278259"/>
                  </a:lnTo>
                  <a:lnTo>
                    <a:pt x="542861" y="289366"/>
                  </a:lnTo>
                  <a:lnTo>
                    <a:pt x="586688" y="299117"/>
                  </a:lnTo>
                  <a:lnTo>
                    <a:pt x="623488" y="314659"/>
                  </a:lnTo>
                  <a:lnTo>
                    <a:pt x="651957" y="351499"/>
                  </a:lnTo>
                  <a:lnTo>
                    <a:pt x="645383" y="366143"/>
                  </a:lnTo>
                  <a:lnTo>
                    <a:pt x="586688" y="399427"/>
                  </a:lnTo>
                  <a:lnTo>
                    <a:pt x="542861" y="410516"/>
                  </a:lnTo>
                  <a:lnTo>
                    <a:pt x="488531" y="421623"/>
                  </a:lnTo>
                  <a:lnTo>
                    <a:pt x="423244" y="428276"/>
                  </a:lnTo>
                  <a:lnTo>
                    <a:pt x="358844" y="432712"/>
                  </a:lnTo>
                  <a:lnTo>
                    <a:pt x="290044" y="432712"/>
                  </a:lnTo>
                  <a:lnTo>
                    <a:pt x="224775" y="428276"/>
                  </a:lnTo>
                  <a:lnTo>
                    <a:pt x="162549" y="421623"/>
                  </a:lnTo>
                  <a:lnTo>
                    <a:pt x="104723" y="410516"/>
                  </a:lnTo>
                  <a:lnTo>
                    <a:pt x="61331" y="399427"/>
                  </a:lnTo>
                  <a:lnTo>
                    <a:pt x="24097" y="384783"/>
                  </a:lnTo>
                  <a:lnTo>
                    <a:pt x="0" y="351499"/>
                  </a:lnTo>
                  <a:close/>
                </a:path>
                <a:path w="652144" h="433070">
                  <a:moveTo>
                    <a:pt x="0" y="84768"/>
                  </a:moveTo>
                  <a:lnTo>
                    <a:pt x="24097" y="47928"/>
                  </a:lnTo>
                  <a:lnTo>
                    <a:pt x="61331" y="32386"/>
                  </a:lnTo>
                  <a:lnTo>
                    <a:pt x="104723" y="22177"/>
                  </a:lnTo>
                  <a:lnTo>
                    <a:pt x="162549" y="11088"/>
                  </a:lnTo>
                  <a:lnTo>
                    <a:pt x="224775" y="4435"/>
                  </a:lnTo>
                  <a:lnTo>
                    <a:pt x="290044" y="0"/>
                  </a:lnTo>
                  <a:lnTo>
                    <a:pt x="358844" y="0"/>
                  </a:lnTo>
                  <a:lnTo>
                    <a:pt x="423244" y="4435"/>
                  </a:lnTo>
                  <a:lnTo>
                    <a:pt x="488531" y="11088"/>
                  </a:lnTo>
                  <a:lnTo>
                    <a:pt x="542861" y="22177"/>
                  </a:lnTo>
                  <a:lnTo>
                    <a:pt x="586688" y="32386"/>
                  </a:lnTo>
                  <a:lnTo>
                    <a:pt x="623488" y="47928"/>
                  </a:lnTo>
                  <a:lnTo>
                    <a:pt x="651957" y="84768"/>
                  </a:lnTo>
                  <a:lnTo>
                    <a:pt x="645383" y="98972"/>
                  </a:lnTo>
                  <a:lnTo>
                    <a:pt x="586688" y="132256"/>
                  </a:lnTo>
                  <a:lnTo>
                    <a:pt x="542861" y="143345"/>
                  </a:lnTo>
                  <a:lnTo>
                    <a:pt x="488531" y="154433"/>
                  </a:lnTo>
                  <a:lnTo>
                    <a:pt x="423244" y="161105"/>
                  </a:lnTo>
                  <a:lnTo>
                    <a:pt x="358844" y="165540"/>
                  </a:lnTo>
                  <a:lnTo>
                    <a:pt x="290044" y="165540"/>
                  </a:lnTo>
                  <a:lnTo>
                    <a:pt x="224775" y="161105"/>
                  </a:lnTo>
                  <a:lnTo>
                    <a:pt x="162549" y="154433"/>
                  </a:lnTo>
                  <a:lnTo>
                    <a:pt x="104723" y="143345"/>
                  </a:lnTo>
                  <a:lnTo>
                    <a:pt x="61331" y="132256"/>
                  </a:lnTo>
                  <a:lnTo>
                    <a:pt x="24097" y="118052"/>
                  </a:lnTo>
                  <a:lnTo>
                    <a:pt x="0" y="84768"/>
                  </a:lnTo>
                  <a:close/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876356" y="4376348"/>
              <a:ext cx="725170" cy="122555"/>
            </a:xfrm>
            <a:custGeom>
              <a:avLst/>
              <a:gdLst/>
              <a:ahLst/>
              <a:cxnLst/>
              <a:rect l="l" t="t" r="r" b="b"/>
              <a:pathLst>
                <a:path w="725169" h="122554">
                  <a:moveTo>
                    <a:pt x="725129" y="0"/>
                  </a:moveTo>
                  <a:lnTo>
                    <a:pt x="0" y="0"/>
                  </a:lnTo>
                  <a:lnTo>
                    <a:pt x="0" y="122493"/>
                  </a:lnTo>
                  <a:lnTo>
                    <a:pt x="725129" y="122493"/>
                  </a:lnTo>
                  <a:lnTo>
                    <a:pt x="7251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914476" y="4216127"/>
              <a:ext cx="656590" cy="288290"/>
            </a:xfrm>
            <a:custGeom>
              <a:avLst/>
              <a:gdLst/>
              <a:ahLst/>
              <a:cxnLst/>
              <a:rect l="l" t="t" r="r" b="b"/>
              <a:pathLst>
                <a:path w="656590" h="288289">
                  <a:moveTo>
                    <a:pt x="0" y="0"/>
                  </a:moveTo>
                  <a:lnTo>
                    <a:pt x="0" y="288028"/>
                  </a:lnTo>
                </a:path>
                <a:path w="656590" h="288289">
                  <a:moveTo>
                    <a:pt x="656339" y="0"/>
                  </a:moveTo>
                  <a:lnTo>
                    <a:pt x="656340" y="288028"/>
                  </a:lnTo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914476" y="4099395"/>
              <a:ext cx="652145" cy="165735"/>
            </a:xfrm>
            <a:custGeom>
              <a:avLst/>
              <a:gdLst/>
              <a:ahLst/>
              <a:cxnLst/>
              <a:rect l="l" t="t" r="r" b="b"/>
              <a:pathLst>
                <a:path w="652144" h="165735">
                  <a:moveTo>
                    <a:pt x="358844" y="0"/>
                  </a:moveTo>
                  <a:lnTo>
                    <a:pt x="290044" y="0"/>
                  </a:lnTo>
                  <a:lnTo>
                    <a:pt x="224775" y="4435"/>
                  </a:lnTo>
                  <a:lnTo>
                    <a:pt x="162549" y="11106"/>
                  </a:lnTo>
                  <a:lnTo>
                    <a:pt x="104723" y="22195"/>
                  </a:lnTo>
                  <a:lnTo>
                    <a:pt x="61331" y="31964"/>
                  </a:lnTo>
                  <a:lnTo>
                    <a:pt x="24097" y="47928"/>
                  </a:lnTo>
                  <a:lnTo>
                    <a:pt x="0" y="84328"/>
                  </a:lnTo>
                  <a:lnTo>
                    <a:pt x="7885" y="98972"/>
                  </a:lnTo>
                  <a:lnTo>
                    <a:pt x="61331" y="132256"/>
                  </a:lnTo>
                  <a:lnTo>
                    <a:pt x="104723" y="143363"/>
                  </a:lnTo>
                  <a:lnTo>
                    <a:pt x="162549" y="154452"/>
                  </a:lnTo>
                  <a:lnTo>
                    <a:pt x="224775" y="161105"/>
                  </a:lnTo>
                  <a:lnTo>
                    <a:pt x="290044" y="165540"/>
                  </a:lnTo>
                  <a:lnTo>
                    <a:pt x="358844" y="165540"/>
                  </a:lnTo>
                  <a:lnTo>
                    <a:pt x="423244" y="161105"/>
                  </a:lnTo>
                  <a:lnTo>
                    <a:pt x="488531" y="154452"/>
                  </a:lnTo>
                  <a:lnTo>
                    <a:pt x="542861" y="143363"/>
                  </a:lnTo>
                  <a:lnTo>
                    <a:pt x="586688" y="132256"/>
                  </a:lnTo>
                  <a:lnTo>
                    <a:pt x="623488" y="117612"/>
                  </a:lnTo>
                  <a:lnTo>
                    <a:pt x="651957" y="84328"/>
                  </a:lnTo>
                  <a:lnTo>
                    <a:pt x="645383" y="65688"/>
                  </a:lnTo>
                  <a:lnTo>
                    <a:pt x="586688" y="31964"/>
                  </a:lnTo>
                  <a:lnTo>
                    <a:pt x="542861" y="22195"/>
                  </a:lnTo>
                  <a:lnTo>
                    <a:pt x="488531" y="11106"/>
                  </a:lnTo>
                  <a:lnTo>
                    <a:pt x="423244" y="4435"/>
                  </a:lnTo>
                  <a:lnTo>
                    <a:pt x="3588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914476" y="3832224"/>
              <a:ext cx="652145" cy="433070"/>
            </a:xfrm>
            <a:custGeom>
              <a:avLst/>
              <a:gdLst/>
              <a:ahLst/>
              <a:cxnLst/>
              <a:rect l="l" t="t" r="r" b="b"/>
              <a:pathLst>
                <a:path w="652144" h="433070">
                  <a:moveTo>
                    <a:pt x="0" y="351499"/>
                  </a:moveTo>
                  <a:lnTo>
                    <a:pt x="24097" y="315099"/>
                  </a:lnTo>
                  <a:lnTo>
                    <a:pt x="61331" y="299135"/>
                  </a:lnTo>
                  <a:lnTo>
                    <a:pt x="104723" y="289366"/>
                  </a:lnTo>
                  <a:lnTo>
                    <a:pt x="162549" y="278278"/>
                  </a:lnTo>
                  <a:lnTo>
                    <a:pt x="224775" y="271606"/>
                  </a:lnTo>
                  <a:lnTo>
                    <a:pt x="290044" y="267171"/>
                  </a:lnTo>
                  <a:lnTo>
                    <a:pt x="358844" y="267171"/>
                  </a:lnTo>
                  <a:lnTo>
                    <a:pt x="423244" y="271606"/>
                  </a:lnTo>
                  <a:lnTo>
                    <a:pt x="488531" y="278278"/>
                  </a:lnTo>
                  <a:lnTo>
                    <a:pt x="542861" y="289366"/>
                  </a:lnTo>
                  <a:lnTo>
                    <a:pt x="586688" y="299135"/>
                  </a:lnTo>
                  <a:lnTo>
                    <a:pt x="623488" y="315099"/>
                  </a:lnTo>
                  <a:lnTo>
                    <a:pt x="651957" y="351499"/>
                  </a:lnTo>
                  <a:lnTo>
                    <a:pt x="645383" y="366143"/>
                  </a:lnTo>
                  <a:lnTo>
                    <a:pt x="586688" y="399427"/>
                  </a:lnTo>
                  <a:lnTo>
                    <a:pt x="542861" y="410534"/>
                  </a:lnTo>
                  <a:lnTo>
                    <a:pt x="488531" y="421623"/>
                  </a:lnTo>
                  <a:lnTo>
                    <a:pt x="423244" y="428276"/>
                  </a:lnTo>
                  <a:lnTo>
                    <a:pt x="358844" y="432712"/>
                  </a:lnTo>
                  <a:lnTo>
                    <a:pt x="290044" y="432712"/>
                  </a:lnTo>
                  <a:lnTo>
                    <a:pt x="224775" y="428276"/>
                  </a:lnTo>
                  <a:lnTo>
                    <a:pt x="162549" y="421623"/>
                  </a:lnTo>
                  <a:lnTo>
                    <a:pt x="104723" y="410534"/>
                  </a:lnTo>
                  <a:lnTo>
                    <a:pt x="61331" y="399427"/>
                  </a:lnTo>
                  <a:lnTo>
                    <a:pt x="24097" y="384783"/>
                  </a:lnTo>
                  <a:lnTo>
                    <a:pt x="0" y="351499"/>
                  </a:lnTo>
                  <a:close/>
                </a:path>
                <a:path w="652144" h="433070">
                  <a:moveTo>
                    <a:pt x="0" y="84768"/>
                  </a:moveTo>
                  <a:lnTo>
                    <a:pt x="24097" y="47928"/>
                  </a:lnTo>
                  <a:lnTo>
                    <a:pt x="61331" y="32404"/>
                  </a:lnTo>
                  <a:lnTo>
                    <a:pt x="104723" y="22195"/>
                  </a:lnTo>
                  <a:lnTo>
                    <a:pt x="162549" y="11088"/>
                  </a:lnTo>
                  <a:lnTo>
                    <a:pt x="224775" y="4435"/>
                  </a:lnTo>
                  <a:lnTo>
                    <a:pt x="290044" y="0"/>
                  </a:lnTo>
                  <a:lnTo>
                    <a:pt x="358844" y="0"/>
                  </a:lnTo>
                  <a:lnTo>
                    <a:pt x="423244" y="4435"/>
                  </a:lnTo>
                  <a:lnTo>
                    <a:pt x="488531" y="11088"/>
                  </a:lnTo>
                  <a:lnTo>
                    <a:pt x="542861" y="22195"/>
                  </a:lnTo>
                  <a:lnTo>
                    <a:pt x="586688" y="32404"/>
                  </a:lnTo>
                  <a:lnTo>
                    <a:pt x="623488" y="47928"/>
                  </a:lnTo>
                  <a:lnTo>
                    <a:pt x="651957" y="84768"/>
                  </a:lnTo>
                  <a:lnTo>
                    <a:pt x="645383" y="98972"/>
                  </a:lnTo>
                  <a:lnTo>
                    <a:pt x="586688" y="132256"/>
                  </a:lnTo>
                  <a:lnTo>
                    <a:pt x="542861" y="143803"/>
                  </a:lnTo>
                  <a:lnTo>
                    <a:pt x="488531" y="154892"/>
                  </a:lnTo>
                  <a:lnTo>
                    <a:pt x="423244" y="161545"/>
                  </a:lnTo>
                  <a:lnTo>
                    <a:pt x="358844" y="165980"/>
                  </a:lnTo>
                  <a:lnTo>
                    <a:pt x="290044" y="165980"/>
                  </a:lnTo>
                  <a:lnTo>
                    <a:pt x="224775" y="161545"/>
                  </a:lnTo>
                  <a:lnTo>
                    <a:pt x="162549" y="154892"/>
                  </a:lnTo>
                  <a:lnTo>
                    <a:pt x="104723" y="143803"/>
                  </a:lnTo>
                  <a:lnTo>
                    <a:pt x="61331" y="132256"/>
                  </a:lnTo>
                  <a:lnTo>
                    <a:pt x="24097" y="118052"/>
                  </a:lnTo>
                  <a:lnTo>
                    <a:pt x="0" y="84768"/>
                  </a:lnTo>
                  <a:close/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876356" y="4064785"/>
              <a:ext cx="725170" cy="122555"/>
            </a:xfrm>
            <a:custGeom>
              <a:avLst/>
              <a:gdLst/>
              <a:ahLst/>
              <a:cxnLst/>
              <a:rect l="l" t="t" r="r" b="b"/>
              <a:pathLst>
                <a:path w="725169" h="122554">
                  <a:moveTo>
                    <a:pt x="725129" y="0"/>
                  </a:moveTo>
                  <a:lnTo>
                    <a:pt x="0" y="0"/>
                  </a:lnTo>
                  <a:lnTo>
                    <a:pt x="0" y="122493"/>
                  </a:lnTo>
                  <a:lnTo>
                    <a:pt x="725129" y="122493"/>
                  </a:lnTo>
                  <a:lnTo>
                    <a:pt x="7251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914476" y="3904565"/>
              <a:ext cx="656590" cy="288290"/>
            </a:xfrm>
            <a:custGeom>
              <a:avLst/>
              <a:gdLst/>
              <a:ahLst/>
              <a:cxnLst/>
              <a:rect l="l" t="t" r="r" b="b"/>
              <a:pathLst>
                <a:path w="656590" h="288289">
                  <a:moveTo>
                    <a:pt x="0" y="0"/>
                  </a:moveTo>
                  <a:lnTo>
                    <a:pt x="0" y="288028"/>
                  </a:lnTo>
                </a:path>
                <a:path w="656590" h="288289">
                  <a:moveTo>
                    <a:pt x="656339" y="0"/>
                  </a:moveTo>
                  <a:lnTo>
                    <a:pt x="656340" y="288028"/>
                  </a:lnTo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914476" y="3792286"/>
              <a:ext cx="652145" cy="165100"/>
            </a:xfrm>
            <a:custGeom>
              <a:avLst/>
              <a:gdLst/>
              <a:ahLst/>
              <a:cxnLst/>
              <a:rect l="l" t="t" r="r" b="b"/>
              <a:pathLst>
                <a:path w="652144" h="165100">
                  <a:moveTo>
                    <a:pt x="358844" y="0"/>
                  </a:moveTo>
                  <a:lnTo>
                    <a:pt x="290044" y="0"/>
                  </a:lnTo>
                  <a:lnTo>
                    <a:pt x="224775" y="3097"/>
                  </a:lnTo>
                  <a:lnTo>
                    <a:pt x="162549" y="11088"/>
                  </a:lnTo>
                  <a:lnTo>
                    <a:pt x="104723" y="22177"/>
                  </a:lnTo>
                  <a:lnTo>
                    <a:pt x="61331" y="32386"/>
                  </a:lnTo>
                  <a:lnTo>
                    <a:pt x="24097" y="46590"/>
                  </a:lnTo>
                  <a:lnTo>
                    <a:pt x="0" y="83430"/>
                  </a:lnTo>
                  <a:lnTo>
                    <a:pt x="7885" y="98972"/>
                  </a:lnTo>
                  <a:lnTo>
                    <a:pt x="61331" y="132256"/>
                  </a:lnTo>
                  <a:lnTo>
                    <a:pt x="104723" y="142465"/>
                  </a:lnTo>
                  <a:lnTo>
                    <a:pt x="162549" y="153554"/>
                  </a:lnTo>
                  <a:lnTo>
                    <a:pt x="224775" y="161105"/>
                  </a:lnTo>
                  <a:lnTo>
                    <a:pt x="290044" y="164642"/>
                  </a:lnTo>
                  <a:lnTo>
                    <a:pt x="358844" y="164642"/>
                  </a:lnTo>
                  <a:lnTo>
                    <a:pt x="423244" y="161105"/>
                  </a:lnTo>
                  <a:lnTo>
                    <a:pt x="488531" y="153554"/>
                  </a:lnTo>
                  <a:lnTo>
                    <a:pt x="542861" y="142465"/>
                  </a:lnTo>
                  <a:lnTo>
                    <a:pt x="586688" y="132256"/>
                  </a:lnTo>
                  <a:lnTo>
                    <a:pt x="623488" y="116714"/>
                  </a:lnTo>
                  <a:lnTo>
                    <a:pt x="651957" y="83430"/>
                  </a:lnTo>
                  <a:lnTo>
                    <a:pt x="645383" y="65670"/>
                  </a:lnTo>
                  <a:lnTo>
                    <a:pt x="586688" y="32386"/>
                  </a:lnTo>
                  <a:lnTo>
                    <a:pt x="542861" y="22177"/>
                  </a:lnTo>
                  <a:lnTo>
                    <a:pt x="488531" y="11088"/>
                  </a:lnTo>
                  <a:lnTo>
                    <a:pt x="423244" y="3097"/>
                  </a:lnTo>
                  <a:lnTo>
                    <a:pt x="3588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914476" y="3525097"/>
              <a:ext cx="652145" cy="432434"/>
            </a:xfrm>
            <a:custGeom>
              <a:avLst/>
              <a:gdLst/>
              <a:ahLst/>
              <a:cxnLst/>
              <a:rect l="l" t="t" r="r" b="b"/>
              <a:pathLst>
                <a:path w="652144" h="432435">
                  <a:moveTo>
                    <a:pt x="0" y="350619"/>
                  </a:moveTo>
                  <a:lnTo>
                    <a:pt x="24097" y="313779"/>
                  </a:lnTo>
                  <a:lnTo>
                    <a:pt x="61331" y="299575"/>
                  </a:lnTo>
                  <a:lnTo>
                    <a:pt x="104723" y="289366"/>
                  </a:lnTo>
                  <a:lnTo>
                    <a:pt x="162549" y="278278"/>
                  </a:lnTo>
                  <a:lnTo>
                    <a:pt x="224775" y="270286"/>
                  </a:lnTo>
                  <a:lnTo>
                    <a:pt x="290044" y="267189"/>
                  </a:lnTo>
                  <a:lnTo>
                    <a:pt x="358844" y="267189"/>
                  </a:lnTo>
                  <a:lnTo>
                    <a:pt x="423244" y="270286"/>
                  </a:lnTo>
                  <a:lnTo>
                    <a:pt x="488531" y="278278"/>
                  </a:lnTo>
                  <a:lnTo>
                    <a:pt x="542861" y="289366"/>
                  </a:lnTo>
                  <a:lnTo>
                    <a:pt x="586688" y="299575"/>
                  </a:lnTo>
                  <a:lnTo>
                    <a:pt x="623488" y="313779"/>
                  </a:lnTo>
                  <a:lnTo>
                    <a:pt x="651957" y="350619"/>
                  </a:lnTo>
                  <a:lnTo>
                    <a:pt x="645383" y="366162"/>
                  </a:lnTo>
                  <a:lnTo>
                    <a:pt x="586688" y="399446"/>
                  </a:lnTo>
                  <a:lnTo>
                    <a:pt x="542861" y="409655"/>
                  </a:lnTo>
                  <a:lnTo>
                    <a:pt x="488531" y="420743"/>
                  </a:lnTo>
                  <a:lnTo>
                    <a:pt x="423244" y="428294"/>
                  </a:lnTo>
                  <a:lnTo>
                    <a:pt x="358844" y="431832"/>
                  </a:lnTo>
                  <a:lnTo>
                    <a:pt x="290044" y="431832"/>
                  </a:lnTo>
                  <a:lnTo>
                    <a:pt x="224775" y="428294"/>
                  </a:lnTo>
                  <a:lnTo>
                    <a:pt x="162549" y="420743"/>
                  </a:lnTo>
                  <a:lnTo>
                    <a:pt x="104723" y="409655"/>
                  </a:lnTo>
                  <a:lnTo>
                    <a:pt x="61331" y="399446"/>
                  </a:lnTo>
                  <a:lnTo>
                    <a:pt x="24097" y="383903"/>
                  </a:lnTo>
                  <a:lnTo>
                    <a:pt x="0" y="350619"/>
                  </a:lnTo>
                  <a:close/>
                </a:path>
                <a:path w="652144" h="432435">
                  <a:moveTo>
                    <a:pt x="0" y="83448"/>
                  </a:moveTo>
                  <a:lnTo>
                    <a:pt x="24097" y="47048"/>
                  </a:lnTo>
                  <a:lnTo>
                    <a:pt x="61331" y="32404"/>
                  </a:lnTo>
                  <a:lnTo>
                    <a:pt x="104723" y="22635"/>
                  </a:lnTo>
                  <a:lnTo>
                    <a:pt x="162549" y="11106"/>
                  </a:lnTo>
                  <a:lnTo>
                    <a:pt x="224775" y="3555"/>
                  </a:lnTo>
                  <a:lnTo>
                    <a:pt x="290044" y="0"/>
                  </a:lnTo>
                  <a:lnTo>
                    <a:pt x="358844" y="0"/>
                  </a:lnTo>
                  <a:lnTo>
                    <a:pt x="423244" y="3555"/>
                  </a:lnTo>
                  <a:lnTo>
                    <a:pt x="488531" y="11106"/>
                  </a:lnTo>
                  <a:lnTo>
                    <a:pt x="542861" y="22635"/>
                  </a:lnTo>
                  <a:lnTo>
                    <a:pt x="586688" y="32404"/>
                  </a:lnTo>
                  <a:lnTo>
                    <a:pt x="623488" y="47048"/>
                  </a:lnTo>
                  <a:lnTo>
                    <a:pt x="651957" y="83448"/>
                  </a:lnTo>
                  <a:lnTo>
                    <a:pt x="645383" y="98972"/>
                  </a:lnTo>
                  <a:lnTo>
                    <a:pt x="586688" y="132714"/>
                  </a:lnTo>
                  <a:lnTo>
                    <a:pt x="542861" y="142465"/>
                  </a:lnTo>
                  <a:lnTo>
                    <a:pt x="488531" y="153572"/>
                  </a:lnTo>
                  <a:lnTo>
                    <a:pt x="423244" y="161563"/>
                  </a:lnTo>
                  <a:lnTo>
                    <a:pt x="358844" y="164661"/>
                  </a:lnTo>
                  <a:lnTo>
                    <a:pt x="290044" y="164661"/>
                  </a:lnTo>
                  <a:lnTo>
                    <a:pt x="224775" y="161563"/>
                  </a:lnTo>
                  <a:lnTo>
                    <a:pt x="162549" y="153572"/>
                  </a:lnTo>
                  <a:lnTo>
                    <a:pt x="104723" y="142465"/>
                  </a:lnTo>
                  <a:lnTo>
                    <a:pt x="61331" y="132714"/>
                  </a:lnTo>
                  <a:lnTo>
                    <a:pt x="24097" y="117172"/>
                  </a:lnTo>
                  <a:lnTo>
                    <a:pt x="0" y="83448"/>
                  </a:lnTo>
                  <a:close/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876356" y="3756783"/>
              <a:ext cx="725170" cy="122555"/>
            </a:xfrm>
            <a:custGeom>
              <a:avLst/>
              <a:gdLst/>
              <a:ahLst/>
              <a:cxnLst/>
              <a:rect l="l" t="t" r="r" b="b"/>
              <a:pathLst>
                <a:path w="725169" h="122554">
                  <a:moveTo>
                    <a:pt x="725129" y="0"/>
                  </a:moveTo>
                  <a:lnTo>
                    <a:pt x="0" y="0"/>
                  </a:lnTo>
                  <a:lnTo>
                    <a:pt x="0" y="122049"/>
                  </a:lnTo>
                  <a:lnTo>
                    <a:pt x="725129" y="122049"/>
                  </a:lnTo>
                  <a:lnTo>
                    <a:pt x="7251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914476" y="3597438"/>
              <a:ext cx="1605915" cy="1294130"/>
            </a:xfrm>
            <a:custGeom>
              <a:avLst/>
              <a:gdLst/>
              <a:ahLst/>
              <a:cxnLst/>
              <a:rect l="l" t="t" r="r" b="b"/>
              <a:pathLst>
                <a:path w="1605914" h="1294129">
                  <a:moveTo>
                    <a:pt x="0" y="0"/>
                  </a:moveTo>
                  <a:lnTo>
                    <a:pt x="0" y="287148"/>
                  </a:lnTo>
                </a:path>
                <a:path w="1605914" h="1294129">
                  <a:moveTo>
                    <a:pt x="656339" y="0"/>
                  </a:moveTo>
                  <a:lnTo>
                    <a:pt x="656340" y="287148"/>
                  </a:lnTo>
                </a:path>
                <a:path w="1605914" h="1294129">
                  <a:moveTo>
                    <a:pt x="953853" y="1212506"/>
                  </a:moveTo>
                  <a:lnTo>
                    <a:pt x="977939" y="1176106"/>
                  </a:lnTo>
                  <a:lnTo>
                    <a:pt x="1015192" y="1161462"/>
                  </a:lnTo>
                  <a:lnTo>
                    <a:pt x="1058565" y="1151711"/>
                  </a:lnTo>
                  <a:lnTo>
                    <a:pt x="1116409" y="1140604"/>
                  </a:lnTo>
                  <a:lnTo>
                    <a:pt x="1178617" y="1132613"/>
                  </a:lnTo>
                  <a:lnTo>
                    <a:pt x="1243905" y="1129076"/>
                  </a:lnTo>
                  <a:lnTo>
                    <a:pt x="1312687" y="1129076"/>
                  </a:lnTo>
                  <a:lnTo>
                    <a:pt x="1377104" y="1132613"/>
                  </a:lnTo>
                  <a:lnTo>
                    <a:pt x="1442392" y="1140604"/>
                  </a:lnTo>
                  <a:lnTo>
                    <a:pt x="1496722" y="1151711"/>
                  </a:lnTo>
                  <a:lnTo>
                    <a:pt x="1540530" y="1161462"/>
                  </a:lnTo>
                  <a:lnTo>
                    <a:pt x="1577330" y="1176106"/>
                  </a:lnTo>
                  <a:lnTo>
                    <a:pt x="1605817" y="1212506"/>
                  </a:lnTo>
                  <a:lnTo>
                    <a:pt x="1599243" y="1228488"/>
                  </a:lnTo>
                  <a:lnTo>
                    <a:pt x="1540530" y="1261772"/>
                  </a:lnTo>
                  <a:lnTo>
                    <a:pt x="1496722" y="1271541"/>
                  </a:lnTo>
                  <a:lnTo>
                    <a:pt x="1442392" y="1282630"/>
                  </a:lnTo>
                  <a:lnTo>
                    <a:pt x="1377104" y="1290621"/>
                  </a:lnTo>
                  <a:lnTo>
                    <a:pt x="1312687" y="1293719"/>
                  </a:lnTo>
                  <a:lnTo>
                    <a:pt x="1243905" y="1293719"/>
                  </a:lnTo>
                  <a:lnTo>
                    <a:pt x="1178618" y="1290621"/>
                  </a:lnTo>
                  <a:lnTo>
                    <a:pt x="1116409" y="1282630"/>
                  </a:lnTo>
                  <a:lnTo>
                    <a:pt x="1058565" y="1271541"/>
                  </a:lnTo>
                  <a:lnTo>
                    <a:pt x="1015192" y="1261772"/>
                  </a:lnTo>
                  <a:lnTo>
                    <a:pt x="977939" y="1246230"/>
                  </a:lnTo>
                  <a:lnTo>
                    <a:pt x="953853" y="1212506"/>
                  </a:lnTo>
                  <a:close/>
                </a:path>
                <a:path w="1605914" h="1294129">
                  <a:moveTo>
                    <a:pt x="953853" y="945775"/>
                  </a:moveTo>
                  <a:lnTo>
                    <a:pt x="977939" y="908935"/>
                  </a:lnTo>
                  <a:lnTo>
                    <a:pt x="1015192" y="894730"/>
                  </a:lnTo>
                  <a:lnTo>
                    <a:pt x="1058565" y="884522"/>
                  </a:lnTo>
                  <a:lnTo>
                    <a:pt x="1116409" y="873433"/>
                  </a:lnTo>
                  <a:lnTo>
                    <a:pt x="1178617" y="865442"/>
                  </a:lnTo>
                  <a:lnTo>
                    <a:pt x="1243904" y="862344"/>
                  </a:lnTo>
                  <a:lnTo>
                    <a:pt x="1312687" y="862344"/>
                  </a:lnTo>
                  <a:lnTo>
                    <a:pt x="1377104" y="865442"/>
                  </a:lnTo>
                  <a:lnTo>
                    <a:pt x="1442391" y="873433"/>
                  </a:lnTo>
                  <a:lnTo>
                    <a:pt x="1496722" y="884522"/>
                  </a:lnTo>
                  <a:lnTo>
                    <a:pt x="1540530" y="894730"/>
                  </a:lnTo>
                  <a:lnTo>
                    <a:pt x="1577330" y="908935"/>
                  </a:lnTo>
                  <a:lnTo>
                    <a:pt x="1605817" y="945775"/>
                  </a:lnTo>
                  <a:lnTo>
                    <a:pt x="1599243" y="961317"/>
                  </a:lnTo>
                  <a:lnTo>
                    <a:pt x="1540530" y="994601"/>
                  </a:lnTo>
                  <a:lnTo>
                    <a:pt x="1496722" y="1004810"/>
                  </a:lnTo>
                  <a:lnTo>
                    <a:pt x="1442391" y="1015899"/>
                  </a:lnTo>
                  <a:lnTo>
                    <a:pt x="1377104" y="1023450"/>
                  </a:lnTo>
                  <a:lnTo>
                    <a:pt x="1312687" y="1026987"/>
                  </a:lnTo>
                  <a:lnTo>
                    <a:pt x="1243905" y="1026987"/>
                  </a:lnTo>
                  <a:lnTo>
                    <a:pt x="1178617" y="1023450"/>
                  </a:lnTo>
                  <a:lnTo>
                    <a:pt x="1116409" y="1015899"/>
                  </a:lnTo>
                  <a:lnTo>
                    <a:pt x="1058565" y="1004810"/>
                  </a:lnTo>
                  <a:lnTo>
                    <a:pt x="1015192" y="994601"/>
                  </a:lnTo>
                  <a:lnTo>
                    <a:pt x="977939" y="979059"/>
                  </a:lnTo>
                  <a:lnTo>
                    <a:pt x="953853" y="945775"/>
                  </a:lnTo>
                  <a:close/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1830207" y="4691007"/>
              <a:ext cx="725170" cy="122555"/>
            </a:xfrm>
            <a:custGeom>
              <a:avLst/>
              <a:gdLst/>
              <a:ahLst/>
              <a:cxnLst/>
              <a:rect l="l" t="t" r="r" b="b"/>
              <a:pathLst>
                <a:path w="725169" h="122554">
                  <a:moveTo>
                    <a:pt x="725129" y="0"/>
                  </a:moveTo>
                  <a:lnTo>
                    <a:pt x="0" y="0"/>
                  </a:lnTo>
                  <a:lnTo>
                    <a:pt x="0" y="122493"/>
                  </a:lnTo>
                  <a:lnTo>
                    <a:pt x="725129" y="122493"/>
                  </a:lnTo>
                  <a:lnTo>
                    <a:pt x="7251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1868329" y="4532125"/>
              <a:ext cx="656590" cy="287020"/>
            </a:xfrm>
            <a:custGeom>
              <a:avLst/>
              <a:gdLst/>
              <a:ahLst/>
              <a:cxnLst/>
              <a:rect l="l" t="t" r="r" b="b"/>
              <a:pathLst>
                <a:path w="656589" h="287020">
                  <a:moveTo>
                    <a:pt x="0" y="0"/>
                  </a:moveTo>
                  <a:lnTo>
                    <a:pt x="0" y="286690"/>
                  </a:lnTo>
                </a:path>
                <a:path w="656589" h="287020">
                  <a:moveTo>
                    <a:pt x="656347" y="0"/>
                  </a:moveTo>
                  <a:lnTo>
                    <a:pt x="656347" y="286690"/>
                  </a:lnTo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1868329" y="4418508"/>
              <a:ext cx="652145" cy="165100"/>
            </a:xfrm>
            <a:custGeom>
              <a:avLst/>
              <a:gdLst/>
              <a:ahLst/>
              <a:cxnLst/>
              <a:rect l="l" t="t" r="r" b="b"/>
              <a:pathLst>
                <a:path w="652144" h="165100">
                  <a:moveTo>
                    <a:pt x="358834" y="0"/>
                  </a:moveTo>
                  <a:lnTo>
                    <a:pt x="290051" y="0"/>
                  </a:lnTo>
                  <a:lnTo>
                    <a:pt x="224764" y="3537"/>
                  </a:lnTo>
                  <a:lnTo>
                    <a:pt x="162556" y="11088"/>
                  </a:lnTo>
                  <a:lnTo>
                    <a:pt x="104712" y="22177"/>
                  </a:lnTo>
                  <a:lnTo>
                    <a:pt x="61338" y="32386"/>
                  </a:lnTo>
                  <a:lnTo>
                    <a:pt x="24086" y="46590"/>
                  </a:lnTo>
                  <a:lnTo>
                    <a:pt x="0" y="84768"/>
                  </a:lnTo>
                  <a:lnTo>
                    <a:pt x="7877" y="98972"/>
                  </a:lnTo>
                  <a:lnTo>
                    <a:pt x="61339" y="132256"/>
                  </a:lnTo>
                  <a:lnTo>
                    <a:pt x="104712" y="142465"/>
                  </a:lnTo>
                  <a:lnTo>
                    <a:pt x="162556" y="153554"/>
                  </a:lnTo>
                  <a:lnTo>
                    <a:pt x="224764" y="161545"/>
                  </a:lnTo>
                  <a:lnTo>
                    <a:pt x="290051" y="164642"/>
                  </a:lnTo>
                  <a:lnTo>
                    <a:pt x="358834" y="164642"/>
                  </a:lnTo>
                  <a:lnTo>
                    <a:pt x="423251" y="161545"/>
                  </a:lnTo>
                  <a:lnTo>
                    <a:pt x="488538" y="153554"/>
                  </a:lnTo>
                  <a:lnTo>
                    <a:pt x="542869" y="142465"/>
                  </a:lnTo>
                  <a:lnTo>
                    <a:pt x="586677" y="132256"/>
                  </a:lnTo>
                  <a:lnTo>
                    <a:pt x="623477" y="118052"/>
                  </a:lnTo>
                  <a:lnTo>
                    <a:pt x="651964" y="84768"/>
                  </a:lnTo>
                  <a:lnTo>
                    <a:pt x="645390" y="65670"/>
                  </a:lnTo>
                  <a:lnTo>
                    <a:pt x="586677" y="32386"/>
                  </a:lnTo>
                  <a:lnTo>
                    <a:pt x="542869" y="22177"/>
                  </a:lnTo>
                  <a:lnTo>
                    <a:pt x="488538" y="11088"/>
                  </a:lnTo>
                  <a:lnTo>
                    <a:pt x="423251" y="3537"/>
                  </a:lnTo>
                  <a:lnTo>
                    <a:pt x="35883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1868329" y="4151777"/>
              <a:ext cx="652145" cy="431800"/>
            </a:xfrm>
            <a:custGeom>
              <a:avLst/>
              <a:gdLst/>
              <a:ahLst/>
              <a:cxnLst/>
              <a:rect l="l" t="t" r="r" b="b"/>
              <a:pathLst>
                <a:path w="652144" h="431800">
                  <a:moveTo>
                    <a:pt x="0" y="351499"/>
                  </a:moveTo>
                  <a:lnTo>
                    <a:pt x="24086" y="313321"/>
                  </a:lnTo>
                  <a:lnTo>
                    <a:pt x="61339" y="299117"/>
                  </a:lnTo>
                  <a:lnTo>
                    <a:pt x="104712" y="288908"/>
                  </a:lnTo>
                  <a:lnTo>
                    <a:pt x="162556" y="277819"/>
                  </a:lnTo>
                  <a:lnTo>
                    <a:pt x="224764" y="270268"/>
                  </a:lnTo>
                  <a:lnTo>
                    <a:pt x="290051" y="266731"/>
                  </a:lnTo>
                  <a:lnTo>
                    <a:pt x="358834" y="266731"/>
                  </a:lnTo>
                  <a:lnTo>
                    <a:pt x="423251" y="270268"/>
                  </a:lnTo>
                  <a:lnTo>
                    <a:pt x="488538" y="277819"/>
                  </a:lnTo>
                  <a:lnTo>
                    <a:pt x="542869" y="288908"/>
                  </a:lnTo>
                  <a:lnTo>
                    <a:pt x="586677" y="299117"/>
                  </a:lnTo>
                  <a:lnTo>
                    <a:pt x="623477" y="313321"/>
                  </a:lnTo>
                  <a:lnTo>
                    <a:pt x="651964" y="351499"/>
                  </a:lnTo>
                  <a:lnTo>
                    <a:pt x="645390" y="365703"/>
                  </a:lnTo>
                  <a:lnTo>
                    <a:pt x="586677" y="398988"/>
                  </a:lnTo>
                  <a:lnTo>
                    <a:pt x="542869" y="409196"/>
                  </a:lnTo>
                  <a:lnTo>
                    <a:pt x="488538" y="420285"/>
                  </a:lnTo>
                  <a:lnTo>
                    <a:pt x="423251" y="428276"/>
                  </a:lnTo>
                  <a:lnTo>
                    <a:pt x="358834" y="431374"/>
                  </a:lnTo>
                  <a:lnTo>
                    <a:pt x="290051" y="431374"/>
                  </a:lnTo>
                  <a:lnTo>
                    <a:pt x="224764" y="428276"/>
                  </a:lnTo>
                  <a:lnTo>
                    <a:pt x="162556" y="420285"/>
                  </a:lnTo>
                  <a:lnTo>
                    <a:pt x="104712" y="409196"/>
                  </a:lnTo>
                  <a:lnTo>
                    <a:pt x="61339" y="398988"/>
                  </a:lnTo>
                  <a:lnTo>
                    <a:pt x="24086" y="384783"/>
                  </a:lnTo>
                  <a:lnTo>
                    <a:pt x="0" y="351499"/>
                  </a:lnTo>
                  <a:close/>
                </a:path>
                <a:path w="652144" h="431800">
                  <a:moveTo>
                    <a:pt x="0" y="84310"/>
                  </a:moveTo>
                  <a:lnTo>
                    <a:pt x="24086" y="46590"/>
                  </a:lnTo>
                  <a:lnTo>
                    <a:pt x="61338" y="31946"/>
                  </a:lnTo>
                  <a:lnTo>
                    <a:pt x="104712" y="22177"/>
                  </a:lnTo>
                  <a:lnTo>
                    <a:pt x="162556" y="11088"/>
                  </a:lnTo>
                  <a:lnTo>
                    <a:pt x="224764" y="3097"/>
                  </a:lnTo>
                  <a:lnTo>
                    <a:pt x="290051" y="0"/>
                  </a:lnTo>
                  <a:lnTo>
                    <a:pt x="358834" y="0"/>
                  </a:lnTo>
                  <a:lnTo>
                    <a:pt x="423251" y="3097"/>
                  </a:lnTo>
                  <a:lnTo>
                    <a:pt x="488538" y="11088"/>
                  </a:lnTo>
                  <a:lnTo>
                    <a:pt x="542869" y="22177"/>
                  </a:lnTo>
                  <a:lnTo>
                    <a:pt x="586677" y="31946"/>
                  </a:lnTo>
                  <a:lnTo>
                    <a:pt x="623477" y="46590"/>
                  </a:lnTo>
                  <a:lnTo>
                    <a:pt x="651964" y="84310"/>
                  </a:lnTo>
                  <a:lnTo>
                    <a:pt x="645390" y="98972"/>
                  </a:lnTo>
                  <a:lnTo>
                    <a:pt x="586677" y="132256"/>
                  </a:lnTo>
                  <a:lnTo>
                    <a:pt x="542869" y="142007"/>
                  </a:lnTo>
                  <a:lnTo>
                    <a:pt x="488538" y="153114"/>
                  </a:lnTo>
                  <a:lnTo>
                    <a:pt x="423251" y="161105"/>
                  </a:lnTo>
                  <a:lnTo>
                    <a:pt x="358834" y="164642"/>
                  </a:lnTo>
                  <a:lnTo>
                    <a:pt x="290051" y="164642"/>
                  </a:lnTo>
                  <a:lnTo>
                    <a:pt x="224764" y="161105"/>
                  </a:lnTo>
                  <a:lnTo>
                    <a:pt x="162556" y="153114"/>
                  </a:lnTo>
                  <a:lnTo>
                    <a:pt x="104712" y="142007"/>
                  </a:lnTo>
                  <a:lnTo>
                    <a:pt x="61339" y="132256"/>
                  </a:lnTo>
                  <a:lnTo>
                    <a:pt x="24086" y="117612"/>
                  </a:lnTo>
                  <a:lnTo>
                    <a:pt x="0" y="84310"/>
                  </a:lnTo>
                  <a:close/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1830207" y="4383001"/>
              <a:ext cx="725170" cy="122555"/>
            </a:xfrm>
            <a:custGeom>
              <a:avLst/>
              <a:gdLst/>
              <a:ahLst/>
              <a:cxnLst/>
              <a:rect l="l" t="t" r="r" b="b"/>
              <a:pathLst>
                <a:path w="725169" h="122554">
                  <a:moveTo>
                    <a:pt x="725129" y="0"/>
                  </a:moveTo>
                  <a:lnTo>
                    <a:pt x="0" y="0"/>
                  </a:lnTo>
                  <a:lnTo>
                    <a:pt x="0" y="122493"/>
                  </a:lnTo>
                  <a:lnTo>
                    <a:pt x="725129" y="122493"/>
                  </a:lnTo>
                  <a:lnTo>
                    <a:pt x="7251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1868329" y="4223660"/>
              <a:ext cx="656590" cy="287655"/>
            </a:xfrm>
            <a:custGeom>
              <a:avLst/>
              <a:gdLst/>
              <a:ahLst/>
              <a:cxnLst/>
              <a:rect l="l" t="t" r="r" b="b"/>
              <a:pathLst>
                <a:path w="656589" h="287654">
                  <a:moveTo>
                    <a:pt x="0" y="0"/>
                  </a:moveTo>
                  <a:lnTo>
                    <a:pt x="0" y="287148"/>
                  </a:lnTo>
                </a:path>
                <a:path w="656589" h="287654">
                  <a:moveTo>
                    <a:pt x="656347" y="0"/>
                  </a:moveTo>
                  <a:lnTo>
                    <a:pt x="656347" y="287148"/>
                  </a:lnTo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1868329" y="4106946"/>
              <a:ext cx="652145" cy="165100"/>
            </a:xfrm>
            <a:custGeom>
              <a:avLst/>
              <a:gdLst/>
              <a:ahLst/>
              <a:cxnLst/>
              <a:rect l="l" t="t" r="r" b="b"/>
              <a:pathLst>
                <a:path w="652144" h="165100">
                  <a:moveTo>
                    <a:pt x="358834" y="0"/>
                  </a:moveTo>
                  <a:lnTo>
                    <a:pt x="290051" y="0"/>
                  </a:lnTo>
                  <a:lnTo>
                    <a:pt x="224764" y="3555"/>
                  </a:lnTo>
                  <a:lnTo>
                    <a:pt x="162556" y="11088"/>
                  </a:lnTo>
                  <a:lnTo>
                    <a:pt x="104712" y="22195"/>
                  </a:lnTo>
                  <a:lnTo>
                    <a:pt x="61338" y="32404"/>
                  </a:lnTo>
                  <a:lnTo>
                    <a:pt x="24086" y="47048"/>
                  </a:lnTo>
                  <a:lnTo>
                    <a:pt x="0" y="84768"/>
                  </a:lnTo>
                  <a:lnTo>
                    <a:pt x="7877" y="98972"/>
                  </a:lnTo>
                  <a:lnTo>
                    <a:pt x="61339" y="132696"/>
                  </a:lnTo>
                  <a:lnTo>
                    <a:pt x="104712" y="142465"/>
                  </a:lnTo>
                  <a:lnTo>
                    <a:pt x="162556" y="153554"/>
                  </a:lnTo>
                  <a:lnTo>
                    <a:pt x="224764" y="161545"/>
                  </a:lnTo>
                  <a:lnTo>
                    <a:pt x="290051" y="164661"/>
                  </a:lnTo>
                  <a:lnTo>
                    <a:pt x="358834" y="164661"/>
                  </a:lnTo>
                  <a:lnTo>
                    <a:pt x="423251" y="161545"/>
                  </a:lnTo>
                  <a:lnTo>
                    <a:pt x="488538" y="153554"/>
                  </a:lnTo>
                  <a:lnTo>
                    <a:pt x="542869" y="142465"/>
                  </a:lnTo>
                  <a:lnTo>
                    <a:pt x="586677" y="132696"/>
                  </a:lnTo>
                  <a:lnTo>
                    <a:pt x="623477" y="118052"/>
                  </a:lnTo>
                  <a:lnTo>
                    <a:pt x="651964" y="84768"/>
                  </a:lnTo>
                  <a:lnTo>
                    <a:pt x="645390" y="65688"/>
                  </a:lnTo>
                  <a:lnTo>
                    <a:pt x="586677" y="32404"/>
                  </a:lnTo>
                  <a:lnTo>
                    <a:pt x="542869" y="22195"/>
                  </a:lnTo>
                  <a:lnTo>
                    <a:pt x="488538" y="11088"/>
                  </a:lnTo>
                  <a:lnTo>
                    <a:pt x="423251" y="3555"/>
                  </a:lnTo>
                  <a:lnTo>
                    <a:pt x="35883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1868329" y="3840215"/>
              <a:ext cx="652145" cy="431800"/>
            </a:xfrm>
            <a:custGeom>
              <a:avLst/>
              <a:gdLst/>
              <a:ahLst/>
              <a:cxnLst/>
              <a:rect l="l" t="t" r="r" b="b"/>
              <a:pathLst>
                <a:path w="652144" h="431800">
                  <a:moveTo>
                    <a:pt x="0" y="351499"/>
                  </a:moveTo>
                  <a:lnTo>
                    <a:pt x="24086" y="313779"/>
                  </a:lnTo>
                  <a:lnTo>
                    <a:pt x="61339" y="299135"/>
                  </a:lnTo>
                  <a:lnTo>
                    <a:pt x="104712" y="288926"/>
                  </a:lnTo>
                  <a:lnTo>
                    <a:pt x="162556" y="277819"/>
                  </a:lnTo>
                  <a:lnTo>
                    <a:pt x="224764" y="270286"/>
                  </a:lnTo>
                  <a:lnTo>
                    <a:pt x="290051" y="266731"/>
                  </a:lnTo>
                  <a:lnTo>
                    <a:pt x="358834" y="266731"/>
                  </a:lnTo>
                  <a:lnTo>
                    <a:pt x="423251" y="270286"/>
                  </a:lnTo>
                  <a:lnTo>
                    <a:pt x="488538" y="277819"/>
                  </a:lnTo>
                  <a:lnTo>
                    <a:pt x="542869" y="288926"/>
                  </a:lnTo>
                  <a:lnTo>
                    <a:pt x="586677" y="299135"/>
                  </a:lnTo>
                  <a:lnTo>
                    <a:pt x="623477" y="313779"/>
                  </a:lnTo>
                  <a:lnTo>
                    <a:pt x="651964" y="351499"/>
                  </a:lnTo>
                  <a:lnTo>
                    <a:pt x="645390" y="365703"/>
                  </a:lnTo>
                  <a:lnTo>
                    <a:pt x="586677" y="399427"/>
                  </a:lnTo>
                  <a:lnTo>
                    <a:pt x="542869" y="409196"/>
                  </a:lnTo>
                  <a:lnTo>
                    <a:pt x="488538" y="420285"/>
                  </a:lnTo>
                  <a:lnTo>
                    <a:pt x="423251" y="428276"/>
                  </a:lnTo>
                  <a:lnTo>
                    <a:pt x="358834" y="431392"/>
                  </a:lnTo>
                  <a:lnTo>
                    <a:pt x="290051" y="431392"/>
                  </a:lnTo>
                  <a:lnTo>
                    <a:pt x="224764" y="428276"/>
                  </a:lnTo>
                  <a:lnTo>
                    <a:pt x="162556" y="420285"/>
                  </a:lnTo>
                  <a:lnTo>
                    <a:pt x="104712" y="409196"/>
                  </a:lnTo>
                  <a:lnTo>
                    <a:pt x="61339" y="399427"/>
                  </a:lnTo>
                  <a:lnTo>
                    <a:pt x="24086" y="384783"/>
                  </a:lnTo>
                  <a:lnTo>
                    <a:pt x="0" y="351499"/>
                  </a:lnTo>
                  <a:close/>
                </a:path>
                <a:path w="652144" h="431800">
                  <a:moveTo>
                    <a:pt x="0" y="84328"/>
                  </a:moveTo>
                  <a:lnTo>
                    <a:pt x="24086" y="46590"/>
                  </a:lnTo>
                  <a:lnTo>
                    <a:pt x="61338" y="31946"/>
                  </a:lnTo>
                  <a:lnTo>
                    <a:pt x="104712" y="22195"/>
                  </a:lnTo>
                  <a:lnTo>
                    <a:pt x="162556" y="11088"/>
                  </a:lnTo>
                  <a:lnTo>
                    <a:pt x="224764" y="3097"/>
                  </a:lnTo>
                  <a:lnTo>
                    <a:pt x="290051" y="0"/>
                  </a:lnTo>
                  <a:lnTo>
                    <a:pt x="358834" y="0"/>
                  </a:lnTo>
                  <a:lnTo>
                    <a:pt x="423251" y="3097"/>
                  </a:lnTo>
                  <a:lnTo>
                    <a:pt x="488538" y="11088"/>
                  </a:lnTo>
                  <a:lnTo>
                    <a:pt x="542869" y="22195"/>
                  </a:lnTo>
                  <a:lnTo>
                    <a:pt x="586677" y="31946"/>
                  </a:lnTo>
                  <a:lnTo>
                    <a:pt x="623477" y="46590"/>
                  </a:lnTo>
                  <a:lnTo>
                    <a:pt x="651964" y="84328"/>
                  </a:lnTo>
                  <a:lnTo>
                    <a:pt x="645390" y="98972"/>
                  </a:lnTo>
                  <a:lnTo>
                    <a:pt x="586677" y="132256"/>
                  </a:lnTo>
                  <a:lnTo>
                    <a:pt x="542869" y="142465"/>
                  </a:lnTo>
                  <a:lnTo>
                    <a:pt x="488538" y="153554"/>
                  </a:lnTo>
                  <a:lnTo>
                    <a:pt x="423251" y="161105"/>
                  </a:lnTo>
                  <a:lnTo>
                    <a:pt x="358834" y="164661"/>
                  </a:lnTo>
                  <a:lnTo>
                    <a:pt x="290051" y="164661"/>
                  </a:lnTo>
                  <a:lnTo>
                    <a:pt x="224764" y="161105"/>
                  </a:lnTo>
                  <a:lnTo>
                    <a:pt x="162556" y="153554"/>
                  </a:lnTo>
                  <a:lnTo>
                    <a:pt x="104712" y="142465"/>
                  </a:lnTo>
                  <a:lnTo>
                    <a:pt x="61339" y="132256"/>
                  </a:lnTo>
                  <a:lnTo>
                    <a:pt x="24086" y="117612"/>
                  </a:lnTo>
                  <a:lnTo>
                    <a:pt x="0" y="84328"/>
                  </a:lnTo>
                  <a:close/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1830207" y="4071439"/>
              <a:ext cx="725170" cy="122555"/>
            </a:xfrm>
            <a:custGeom>
              <a:avLst/>
              <a:gdLst/>
              <a:ahLst/>
              <a:cxnLst/>
              <a:rect l="l" t="t" r="r" b="b"/>
              <a:pathLst>
                <a:path w="725169" h="122554">
                  <a:moveTo>
                    <a:pt x="725129" y="0"/>
                  </a:moveTo>
                  <a:lnTo>
                    <a:pt x="0" y="0"/>
                  </a:lnTo>
                  <a:lnTo>
                    <a:pt x="0" y="122493"/>
                  </a:lnTo>
                  <a:lnTo>
                    <a:pt x="725129" y="122493"/>
                  </a:lnTo>
                  <a:lnTo>
                    <a:pt x="7251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1868329" y="3912556"/>
              <a:ext cx="656590" cy="287020"/>
            </a:xfrm>
            <a:custGeom>
              <a:avLst/>
              <a:gdLst/>
              <a:ahLst/>
              <a:cxnLst/>
              <a:rect l="l" t="t" r="r" b="b"/>
              <a:pathLst>
                <a:path w="656589" h="287020">
                  <a:moveTo>
                    <a:pt x="0" y="0"/>
                  </a:moveTo>
                  <a:lnTo>
                    <a:pt x="0" y="286709"/>
                  </a:lnTo>
                </a:path>
                <a:path w="656589" h="287020">
                  <a:moveTo>
                    <a:pt x="656347" y="0"/>
                  </a:moveTo>
                  <a:lnTo>
                    <a:pt x="656347" y="286709"/>
                  </a:lnTo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1868329" y="3798939"/>
              <a:ext cx="652145" cy="165735"/>
            </a:xfrm>
            <a:custGeom>
              <a:avLst/>
              <a:gdLst/>
              <a:ahLst/>
              <a:cxnLst/>
              <a:rect l="l" t="t" r="r" b="b"/>
              <a:pathLst>
                <a:path w="652144" h="165735">
                  <a:moveTo>
                    <a:pt x="358834" y="0"/>
                  </a:moveTo>
                  <a:lnTo>
                    <a:pt x="290051" y="0"/>
                  </a:lnTo>
                  <a:lnTo>
                    <a:pt x="224764" y="4435"/>
                  </a:lnTo>
                  <a:lnTo>
                    <a:pt x="162556" y="11088"/>
                  </a:lnTo>
                  <a:lnTo>
                    <a:pt x="104712" y="22195"/>
                  </a:lnTo>
                  <a:lnTo>
                    <a:pt x="61338" y="32404"/>
                  </a:lnTo>
                  <a:lnTo>
                    <a:pt x="24086" y="47928"/>
                  </a:lnTo>
                  <a:lnTo>
                    <a:pt x="0" y="84328"/>
                  </a:lnTo>
                  <a:lnTo>
                    <a:pt x="7877" y="98972"/>
                  </a:lnTo>
                  <a:lnTo>
                    <a:pt x="61339" y="132256"/>
                  </a:lnTo>
                  <a:lnTo>
                    <a:pt x="104712" y="143345"/>
                  </a:lnTo>
                  <a:lnTo>
                    <a:pt x="162556" y="154452"/>
                  </a:lnTo>
                  <a:lnTo>
                    <a:pt x="224764" y="161105"/>
                  </a:lnTo>
                  <a:lnTo>
                    <a:pt x="290051" y="165540"/>
                  </a:lnTo>
                  <a:lnTo>
                    <a:pt x="358834" y="165540"/>
                  </a:lnTo>
                  <a:lnTo>
                    <a:pt x="423251" y="161105"/>
                  </a:lnTo>
                  <a:lnTo>
                    <a:pt x="488538" y="154452"/>
                  </a:lnTo>
                  <a:lnTo>
                    <a:pt x="542869" y="143345"/>
                  </a:lnTo>
                  <a:lnTo>
                    <a:pt x="586677" y="132256"/>
                  </a:lnTo>
                  <a:lnTo>
                    <a:pt x="623477" y="118052"/>
                  </a:lnTo>
                  <a:lnTo>
                    <a:pt x="651964" y="84328"/>
                  </a:lnTo>
                  <a:lnTo>
                    <a:pt x="645390" y="65688"/>
                  </a:lnTo>
                  <a:lnTo>
                    <a:pt x="586677" y="32404"/>
                  </a:lnTo>
                  <a:lnTo>
                    <a:pt x="542869" y="22195"/>
                  </a:lnTo>
                  <a:lnTo>
                    <a:pt x="488538" y="11088"/>
                  </a:lnTo>
                  <a:lnTo>
                    <a:pt x="423251" y="4435"/>
                  </a:lnTo>
                  <a:lnTo>
                    <a:pt x="35883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1868329" y="3531768"/>
              <a:ext cx="652145" cy="433070"/>
            </a:xfrm>
            <a:custGeom>
              <a:avLst/>
              <a:gdLst/>
              <a:ahLst/>
              <a:cxnLst/>
              <a:rect l="l" t="t" r="r" b="b"/>
              <a:pathLst>
                <a:path w="652144" h="433070">
                  <a:moveTo>
                    <a:pt x="0" y="351499"/>
                  </a:moveTo>
                  <a:lnTo>
                    <a:pt x="24086" y="315099"/>
                  </a:lnTo>
                  <a:lnTo>
                    <a:pt x="61339" y="299575"/>
                  </a:lnTo>
                  <a:lnTo>
                    <a:pt x="104712" y="289366"/>
                  </a:lnTo>
                  <a:lnTo>
                    <a:pt x="162556" y="278259"/>
                  </a:lnTo>
                  <a:lnTo>
                    <a:pt x="224764" y="271606"/>
                  </a:lnTo>
                  <a:lnTo>
                    <a:pt x="290051" y="267171"/>
                  </a:lnTo>
                  <a:lnTo>
                    <a:pt x="358834" y="267171"/>
                  </a:lnTo>
                  <a:lnTo>
                    <a:pt x="423251" y="271606"/>
                  </a:lnTo>
                  <a:lnTo>
                    <a:pt x="488538" y="278259"/>
                  </a:lnTo>
                  <a:lnTo>
                    <a:pt x="542869" y="289366"/>
                  </a:lnTo>
                  <a:lnTo>
                    <a:pt x="586677" y="299575"/>
                  </a:lnTo>
                  <a:lnTo>
                    <a:pt x="623477" y="315099"/>
                  </a:lnTo>
                  <a:lnTo>
                    <a:pt x="651964" y="351499"/>
                  </a:lnTo>
                  <a:lnTo>
                    <a:pt x="645390" y="366143"/>
                  </a:lnTo>
                  <a:lnTo>
                    <a:pt x="586677" y="399427"/>
                  </a:lnTo>
                  <a:lnTo>
                    <a:pt x="542869" y="410516"/>
                  </a:lnTo>
                  <a:lnTo>
                    <a:pt x="488538" y="421623"/>
                  </a:lnTo>
                  <a:lnTo>
                    <a:pt x="423251" y="428276"/>
                  </a:lnTo>
                  <a:lnTo>
                    <a:pt x="358834" y="432712"/>
                  </a:lnTo>
                  <a:lnTo>
                    <a:pt x="290051" y="432712"/>
                  </a:lnTo>
                  <a:lnTo>
                    <a:pt x="224764" y="428276"/>
                  </a:lnTo>
                  <a:lnTo>
                    <a:pt x="162556" y="421623"/>
                  </a:lnTo>
                  <a:lnTo>
                    <a:pt x="104712" y="410516"/>
                  </a:lnTo>
                  <a:lnTo>
                    <a:pt x="61339" y="399427"/>
                  </a:lnTo>
                  <a:lnTo>
                    <a:pt x="24086" y="385223"/>
                  </a:lnTo>
                  <a:lnTo>
                    <a:pt x="0" y="351499"/>
                  </a:lnTo>
                  <a:close/>
                </a:path>
                <a:path w="652144" h="433070">
                  <a:moveTo>
                    <a:pt x="0" y="84768"/>
                  </a:moveTo>
                  <a:lnTo>
                    <a:pt x="24086" y="47928"/>
                  </a:lnTo>
                  <a:lnTo>
                    <a:pt x="61338" y="32386"/>
                  </a:lnTo>
                  <a:lnTo>
                    <a:pt x="104712" y="22635"/>
                  </a:lnTo>
                  <a:lnTo>
                    <a:pt x="162556" y="11088"/>
                  </a:lnTo>
                  <a:lnTo>
                    <a:pt x="224764" y="4435"/>
                  </a:lnTo>
                  <a:lnTo>
                    <a:pt x="290051" y="0"/>
                  </a:lnTo>
                  <a:lnTo>
                    <a:pt x="358834" y="0"/>
                  </a:lnTo>
                  <a:lnTo>
                    <a:pt x="423251" y="4435"/>
                  </a:lnTo>
                  <a:lnTo>
                    <a:pt x="488538" y="11088"/>
                  </a:lnTo>
                  <a:lnTo>
                    <a:pt x="542869" y="22635"/>
                  </a:lnTo>
                  <a:lnTo>
                    <a:pt x="586677" y="32386"/>
                  </a:lnTo>
                  <a:lnTo>
                    <a:pt x="623477" y="47928"/>
                  </a:lnTo>
                  <a:lnTo>
                    <a:pt x="651964" y="84768"/>
                  </a:lnTo>
                  <a:lnTo>
                    <a:pt x="645390" y="99412"/>
                  </a:lnTo>
                  <a:lnTo>
                    <a:pt x="586677" y="132696"/>
                  </a:lnTo>
                  <a:lnTo>
                    <a:pt x="542869" y="143785"/>
                  </a:lnTo>
                  <a:lnTo>
                    <a:pt x="488538" y="154892"/>
                  </a:lnTo>
                  <a:lnTo>
                    <a:pt x="423251" y="161545"/>
                  </a:lnTo>
                  <a:lnTo>
                    <a:pt x="358834" y="165980"/>
                  </a:lnTo>
                  <a:lnTo>
                    <a:pt x="290051" y="165980"/>
                  </a:lnTo>
                  <a:lnTo>
                    <a:pt x="224764" y="161545"/>
                  </a:lnTo>
                  <a:lnTo>
                    <a:pt x="162556" y="154892"/>
                  </a:lnTo>
                  <a:lnTo>
                    <a:pt x="104712" y="143785"/>
                  </a:lnTo>
                  <a:lnTo>
                    <a:pt x="61339" y="132696"/>
                  </a:lnTo>
                  <a:lnTo>
                    <a:pt x="24086" y="118052"/>
                  </a:lnTo>
                  <a:lnTo>
                    <a:pt x="0" y="84768"/>
                  </a:lnTo>
                  <a:close/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1830207" y="3764312"/>
              <a:ext cx="725170" cy="122555"/>
            </a:xfrm>
            <a:custGeom>
              <a:avLst/>
              <a:gdLst/>
              <a:ahLst/>
              <a:cxnLst/>
              <a:rect l="l" t="t" r="r" b="b"/>
              <a:pathLst>
                <a:path w="725169" h="122554">
                  <a:moveTo>
                    <a:pt x="725129" y="0"/>
                  </a:moveTo>
                  <a:lnTo>
                    <a:pt x="0" y="0"/>
                  </a:lnTo>
                  <a:lnTo>
                    <a:pt x="0" y="122493"/>
                  </a:lnTo>
                  <a:lnTo>
                    <a:pt x="725129" y="122493"/>
                  </a:lnTo>
                  <a:lnTo>
                    <a:pt x="7251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1868329" y="3604110"/>
              <a:ext cx="1605915" cy="1279525"/>
            </a:xfrm>
            <a:custGeom>
              <a:avLst/>
              <a:gdLst/>
              <a:ahLst/>
              <a:cxnLst/>
              <a:rect l="l" t="t" r="r" b="b"/>
              <a:pathLst>
                <a:path w="1605914" h="1279525">
                  <a:moveTo>
                    <a:pt x="0" y="0"/>
                  </a:moveTo>
                  <a:lnTo>
                    <a:pt x="0" y="288468"/>
                  </a:lnTo>
                </a:path>
                <a:path w="1605914" h="1279525">
                  <a:moveTo>
                    <a:pt x="656347" y="0"/>
                  </a:moveTo>
                  <a:lnTo>
                    <a:pt x="656347" y="288468"/>
                  </a:lnTo>
                </a:path>
                <a:path w="1605914" h="1279525">
                  <a:moveTo>
                    <a:pt x="953878" y="1199181"/>
                  </a:moveTo>
                  <a:lnTo>
                    <a:pt x="977965" y="1161462"/>
                  </a:lnTo>
                  <a:lnTo>
                    <a:pt x="1015271" y="1147257"/>
                  </a:lnTo>
                  <a:lnTo>
                    <a:pt x="1058555" y="1137048"/>
                  </a:lnTo>
                  <a:lnTo>
                    <a:pt x="1116326" y="1125942"/>
                  </a:lnTo>
                  <a:lnTo>
                    <a:pt x="1178625" y="1117969"/>
                  </a:lnTo>
                  <a:lnTo>
                    <a:pt x="1243821" y="1114853"/>
                  </a:lnTo>
                  <a:lnTo>
                    <a:pt x="1312640" y="1114853"/>
                  </a:lnTo>
                  <a:lnTo>
                    <a:pt x="1377112" y="1117969"/>
                  </a:lnTo>
                  <a:lnTo>
                    <a:pt x="1442308" y="1125942"/>
                  </a:lnTo>
                  <a:lnTo>
                    <a:pt x="1496639" y="1137048"/>
                  </a:lnTo>
                  <a:lnTo>
                    <a:pt x="1540465" y="1147257"/>
                  </a:lnTo>
                  <a:lnTo>
                    <a:pt x="1577410" y="1161462"/>
                  </a:lnTo>
                  <a:lnTo>
                    <a:pt x="1605843" y="1199181"/>
                  </a:lnTo>
                  <a:lnTo>
                    <a:pt x="1599323" y="1213826"/>
                  </a:lnTo>
                  <a:lnTo>
                    <a:pt x="1540465" y="1247110"/>
                  </a:lnTo>
                  <a:lnTo>
                    <a:pt x="1496639" y="1257319"/>
                  </a:lnTo>
                  <a:lnTo>
                    <a:pt x="1442308" y="1268407"/>
                  </a:lnTo>
                  <a:lnTo>
                    <a:pt x="1377112" y="1275958"/>
                  </a:lnTo>
                  <a:lnTo>
                    <a:pt x="1312640" y="1279514"/>
                  </a:lnTo>
                  <a:lnTo>
                    <a:pt x="1243821" y="1279514"/>
                  </a:lnTo>
                  <a:lnTo>
                    <a:pt x="1178625" y="1275958"/>
                  </a:lnTo>
                  <a:lnTo>
                    <a:pt x="1116326" y="1268407"/>
                  </a:lnTo>
                  <a:lnTo>
                    <a:pt x="1058555" y="1257319"/>
                  </a:lnTo>
                  <a:lnTo>
                    <a:pt x="1015271" y="1247110"/>
                  </a:lnTo>
                  <a:lnTo>
                    <a:pt x="977965" y="1232905"/>
                  </a:lnTo>
                  <a:lnTo>
                    <a:pt x="953878" y="1199181"/>
                  </a:lnTo>
                  <a:close/>
                </a:path>
                <a:path w="1605914" h="1279525">
                  <a:moveTo>
                    <a:pt x="953878" y="932450"/>
                  </a:moveTo>
                  <a:lnTo>
                    <a:pt x="977965" y="894730"/>
                  </a:lnTo>
                  <a:lnTo>
                    <a:pt x="1015271" y="880068"/>
                  </a:lnTo>
                  <a:lnTo>
                    <a:pt x="1058555" y="869877"/>
                  </a:lnTo>
                  <a:lnTo>
                    <a:pt x="1116326" y="858770"/>
                  </a:lnTo>
                  <a:lnTo>
                    <a:pt x="1178625" y="851219"/>
                  </a:lnTo>
                  <a:lnTo>
                    <a:pt x="1243821" y="847682"/>
                  </a:lnTo>
                  <a:lnTo>
                    <a:pt x="1312640" y="847682"/>
                  </a:lnTo>
                  <a:lnTo>
                    <a:pt x="1377112" y="851219"/>
                  </a:lnTo>
                  <a:lnTo>
                    <a:pt x="1442308" y="858770"/>
                  </a:lnTo>
                  <a:lnTo>
                    <a:pt x="1496639" y="869877"/>
                  </a:lnTo>
                  <a:lnTo>
                    <a:pt x="1540465" y="880068"/>
                  </a:lnTo>
                  <a:lnTo>
                    <a:pt x="1577410" y="894730"/>
                  </a:lnTo>
                  <a:lnTo>
                    <a:pt x="1605843" y="932450"/>
                  </a:lnTo>
                  <a:lnTo>
                    <a:pt x="1599323" y="946654"/>
                  </a:lnTo>
                  <a:lnTo>
                    <a:pt x="1540465" y="980378"/>
                  </a:lnTo>
                  <a:lnTo>
                    <a:pt x="1496639" y="990147"/>
                  </a:lnTo>
                  <a:lnTo>
                    <a:pt x="1442308" y="1001236"/>
                  </a:lnTo>
                  <a:lnTo>
                    <a:pt x="1377112" y="1009227"/>
                  </a:lnTo>
                  <a:lnTo>
                    <a:pt x="1312640" y="1012325"/>
                  </a:lnTo>
                  <a:lnTo>
                    <a:pt x="1243821" y="1012325"/>
                  </a:lnTo>
                  <a:lnTo>
                    <a:pt x="1178625" y="1009227"/>
                  </a:lnTo>
                  <a:lnTo>
                    <a:pt x="1116326" y="1001236"/>
                  </a:lnTo>
                  <a:lnTo>
                    <a:pt x="1058555" y="990147"/>
                  </a:lnTo>
                  <a:lnTo>
                    <a:pt x="1015271" y="980378"/>
                  </a:lnTo>
                  <a:lnTo>
                    <a:pt x="977965" y="965734"/>
                  </a:lnTo>
                  <a:lnTo>
                    <a:pt x="953878" y="932450"/>
                  </a:lnTo>
                  <a:close/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2783995" y="4683460"/>
              <a:ext cx="725170" cy="122555"/>
            </a:xfrm>
            <a:custGeom>
              <a:avLst/>
              <a:gdLst/>
              <a:ahLst/>
              <a:cxnLst/>
              <a:rect l="l" t="t" r="r" b="b"/>
              <a:pathLst>
                <a:path w="725170" h="122554">
                  <a:moveTo>
                    <a:pt x="725129" y="0"/>
                  </a:moveTo>
                  <a:lnTo>
                    <a:pt x="0" y="0"/>
                  </a:lnTo>
                  <a:lnTo>
                    <a:pt x="0" y="122049"/>
                  </a:lnTo>
                  <a:lnTo>
                    <a:pt x="725129" y="122049"/>
                  </a:lnTo>
                  <a:lnTo>
                    <a:pt x="7251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2822207" y="4524134"/>
              <a:ext cx="656590" cy="287655"/>
            </a:xfrm>
            <a:custGeom>
              <a:avLst/>
              <a:gdLst/>
              <a:ahLst/>
              <a:cxnLst/>
              <a:rect l="l" t="t" r="r" b="b"/>
              <a:pathLst>
                <a:path w="656589" h="287654">
                  <a:moveTo>
                    <a:pt x="0" y="0"/>
                  </a:moveTo>
                  <a:lnTo>
                    <a:pt x="0" y="287148"/>
                  </a:lnTo>
                </a:path>
                <a:path w="656589" h="287654">
                  <a:moveTo>
                    <a:pt x="656311" y="0"/>
                  </a:moveTo>
                  <a:lnTo>
                    <a:pt x="656311" y="287148"/>
                  </a:lnTo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2822207" y="4410957"/>
              <a:ext cx="652145" cy="165735"/>
            </a:xfrm>
            <a:custGeom>
              <a:avLst/>
              <a:gdLst/>
              <a:ahLst/>
              <a:cxnLst/>
              <a:rect l="l" t="t" r="r" b="b"/>
              <a:pathLst>
                <a:path w="652145" h="165735">
                  <a:moveTo>
                    <a:pt x="358761" y="0"/>
                  </a:moveTo>
                  <a:lnTo>
                    <a:pt x="289943" y="0"/>
                  </a:lnTo>
                  <a:lnTo>
                    <a:pt x="224746" y="4435"/>
                  </a:lnTo>
                  <a:lnTo>
                    <a:pt x="162447" y="11088"/>
                  </a:lnTo>
                  <a:lnTo>
                    <a:pt x="104676" y="22195"/>
                  </a:lnTo>
                  <a:lnTo>
                    <a:pt x="61393" y="31946"/>
                  </a:lnTo>
                  <a:lnTo>
                    <a:pt x="24086" y="47488"/>
                  </a:lnTo>
                  <a:lnTo>
                    <a:pt x="0" y="84328"/>
                  </a:lnTo>
                  <a:lnTo>
                    <a:pt x="7787" y="98972"/>
                  </a:lnTo>
                  <a:lnTo>
                    <a:pt x="61393" y="132256"/>
                  </a:lnTo>
                  <a:lnTo>
                    <a:pt x="104676" y="143345"/>
                  </a:lnTo>
                  <a:lnTo>
                    <a:pt x="162447" y="154452"/>
                  </a:lnTo>
                  <a:lnTo>
                    <a:pt x="224746" y="161105"/>
                  </a:lnTo>
                  <a:lnTo>
                    <a:pt x="289943" y="165540"/>
                  </a:lnTo>
                  <a:lnTo>
                    <a:pt x="358761" y="165540"/>
                  </a:lnTo>
                  <a:lnTo>
                    <a:pt x="423233" y="161105"/>
                  </a:lnTo>
                  <a:lnTo>
                    <a:pt x="488430" y="154452"/>
                  </a:lnTo>
                  <a:lnTo>
                    <a:pt x="542760" y="143345"/>
                  </a:lnTo>
                  <a:lnTo>
                    <a:pt x="586587" y="132256"/>
                  </a:lnTo>
                  <a:lnTo>
                    <a:pt x="623531" y="117612"/>
                  </a:lnTo>
                  <a:lnTo>
                    <a:pt x="651964" y="84328"/>
                  </a:lnTo>
                  <a:lnTo>
                    <a:pt x="645444" y="65248"/>
                  </a:lnTo>
                  <a:lnTo>
                    <a:pt x="586587" y="31946"/>
                  </a:lnTo>
                  <a:lnTo>
                    <a:pt x="542760" y="22195"/>
                  </a:lnTo>
                  <a:lnTo>
                    <a:pt x="488430" y="11088"/>
                  </a:lnTo>
                  <a:lnTo>
                    <a:pt x="423233" y="4435"/>
                  </a:lnTo>
                  <a:lnTo>
                    <a:pt x="3587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2822207" y="4143786"/>
              <a:ext cx="652145" cy="433070"/>
            </a:xfrm>
            <a:custGeom>
              <a:avLst/>
              <a:gdLst/>
              <a:ahLst/>
              <a:cxnLst/>
              <a:rect l="l" t="t" r="r" b="b"/>
              <a:pathLst>
                <a:path w="652145" h="433070">
                  <a:moveTo>
                    <a:pt x="0" y="351499"/>
                  </a:moveTo>
                  <a:lnTo>
                    <a:pt x="24086" y="314659"/>
                  </a:lnTo>
                  <a:lnTo>
                    <a:pt x="61393" y="299117"/>
                  </a:lnTo>
                  <a:lnTo>
                    <a:pt x="104676" y="289366"/>
                  </a:lnTo>
                  <a:lnTo>
                    <a:pt x="162447" y="278259"/>
                  </a:lnTo>
                  <a:lnTo>
                    <a:pt x="224746" y="271606"/>
                  </a:lnTo>
                  <a:lnTo>
                    <a:pt x="289943" y="267171"/>
                  </a:lnTo>
                  <a:lnTo>
                    <a:pt x="358761" y="267171"/>
                  </a:lnTo>
                  <a:lnTo>
                    <a:pt x="423233" y="271606"/>
                  </a:lnTo>
                  <a:lnTo>
                    <a:pt x="488430" y="278259"/>
                  </a:lnTo>
                  <a:lnTo>
                    <a:pt x="542760" y="289366"/>
                  </a:lnTo>
                  <a:lnTo>
                    <a:pt x="586587" y="299117"/>
                  </a:lnTo>
                  <a:lnTo>
                    <a:pt x="623531" y="314659"/>
                  </a:lnTo>
                  <a:lnTo>
                    <a:pt x="651964" y="351499"/>
                  </a:lnTo>
                  <a:lnTo>
                    <a:pt x="645444" y="366143"/>
                  </a:lnTo>
                  <a:lnTo>
                    <a:pt x="586587" y="399427"/>
                  </a:lnTo>
                  <a:lnTo>
                    <a:pt x="542760" y="410516"/>
                  </a:lnTo>
                  <a:lnTo>
                    <a:pt x="488430" y="421623"/>
                  </a:lnTo>
                  <a:lnTo>
                    <a:pt x="423233" y="428276"/>
                  </a:lnTo>
                  <a:lnTo>
                    <a:pt x="358761" y="432712"/>
                  </a:lnTo>
                  <a:lnTo>
                    <a:pt x="289943" y="432712"/>
                  </a:lnTo>
                  <a:lnTo>
                    <a:pt x="224746" y="428276"/>
                  </a:lnTo>
                  <a:lnTo>
                    <a:pt x="162447" y="421623"/>
                  </a:lnTo>
                  <a:lnTo>
                    <a:pt x="104676" y="410516"/>
                  </a:lnTo>
                  <a:lnTo>
                    <a:pt x="61393" y="399427"/>
                  </a:lnTo>
                  <a:lnTo>
                    <a:pt x="24086" y="384783"/>
                  </a:lnTo>
                  <a:lnTo>
                    <a:pt x="0" y="351499"/>
                  </a:lnTo>
                  <a:close/>
                </a:path>
                <a:path w="652145" h="433070">
                  <a:moveTo>
                    <a:pt x="0" y="84768"/>
                  </a:moveTo>
                  <a:lnTo>
                    <a:pt x="24086" y="47928"/>
                  </a:lnTo>
                  <a:lnTo>
                    <a:pt x="61393" y="32386"/>
                  </a:lnTo>
                  <a:lnTo>
                    <a:pt x="104676" y="22177"/>
                  </a:lnTo>
                  <a:lnTo>
                    <a:pt x="162447" y="11088"/>
                  </a:lnTo>
                  <a:lnTo>
                    <a:pt x="224746" y="4435"/>
                  </a:lnTo>
                  <a:lnTo>
                    <a:pt x="289943" y="0"/>
                  </a:lnTo>
                  <a:lnTo>
                    <a:pt x="358761" y="0"/>
                  </a:lnTo>
                  <a:lnTo>
                    <a:pt x="423233" y="4435"/>
                  </a:lnTo>
                  <a:lnTo>
                    <a:pt x="488430" y="11088"/>
                  </a:lnTo>
                  <a:lnTo>
                    <a:pt x="542760" y="22177"/>
                  </a:lnTo>
                  <a:lnTo>
                    <a:pt x="586587" y="32386"/>
                  </a:lnTo>
                  <a:lnTo>
                    <a:pt x="623531" y="47928"/>
                  </a:lnTo>
                  <a:lnTo>
                    <a:pt x="651964" y="84768"/>
                  </a:lnTo>
                  <a:lnTo>
                    <a:pt x="645444" y="98972"/>
                  </a:lnTo>
                  <a:lnTo>
                    <a:pt x="586587" y="132256"/>
                  </a:lnTo>
                  <a:lnTo>
                    <a:pt x="542760" y="143345"/>
                  </a:lnTo>
                  <a:lnTo>
                    <a:pt x="488430" y="154433"/>
                  </a:lnTo>
                  <a:lnTo>
                    <a:pt x="423233" y="161105"/>
                  </a:lnTo>
                  <a:lnTo>
                    <a:pt x="358761" y="165540"/>
                  </a:lnTo>
                  <a:lnTo>
                    <a:pt x="289943" y="165540"/>
                  </a:lnTo>
                  <a:lnTo>
                    <a:pt x="224746" y="161105"/>
                  </a:lnTo>
                  <a:lnTo>
                    <a:pt x="162447" y="154433"/>
                  </a:lnTo>
                  <a:lnTo>
                    <a:pt x="104676" y="143345"/>
                  </a:lnTo>
                  <a:lnTo>
                    <a:pt x="61393" y="132256"/>
                  </a:lnTo>
                  <a:lnTo>
                    <a:pt x="24086" y="118052"/>
                  </a:lnTo>
                  <a:lnTo>
                    <a:pt x="0" y="84768"/>
                  </a:lnTo>
                  <a:close/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2783995" y="4376348"/>
              <a:ext cx="725170" cy="122555"/>
            </a:xfrm>
            <a:custGeom>
              <a:avLst/>
              <a:gdLst/>
              <a:ahLst/>
              <a:cxnLst/>
              <a:rect l="l" t="t" r="r" b="b"/>
              <a:pathLst>
                <a:path w="725170" h="122554">
                  <a:moveTo>
                    <a:pt x="725129" y="0"/>
                  </a:moveTo>
                  <a:lnTo>
                    <a:pt x="0" y="0"/>
                  </a:lnTo>
                  <a:lnTo>
                    <a:pt x="0" y="122493"/>
                  </a:lnTo>
                  <a:lnTo>
                    <a:pt x="725129" y="122493"/>
                  </a:lnTo>
                  <a:lnTo>
                    <a:pt x="7251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2822207" y="4216127"/>
              <a:ext cx="656590" cy="288290"/>
            </a:xfrm>
            <a:custGeom>
              <a:avLst/>
              <a:gdLst/>
              <a:ahLst/>
              <a:cxnLst/>
              <a:rect l="l" t="t" r="r" b="b"/>
              <a:pathLst>
                <a:path w="656589" h="288289">
                  <a:moveTo>
                    <a:pt x="0" y="0"/>
                  </a:moveTo>
                  <a:lnTo>
                    <a:pt x="0" y="288028"/>
                  </a:lnTo>
                </a:path>
                <a:path w="656589" h="288289">
                  <a:moveTo>
                    <a:pt x="656311" y="0"/>
                  </a:moveTo>
                  <a:lnTo>
                    <a:pt x="656311" y="288028"/>
                  </a:lnTo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2822207" y="4099395"/>
              <a:ext cx="652145" cy="165735"/>
            </a:xfrm>
            <a:custGeom>
              <a:avLst/>
              <a:gdLst/>
              <a:ahLst/>
              <a:cxnLst/>
              <a:rect l="l" t="t" r="r" b="b"/>
              <a:pathLst>
                <a:path w="652145" h="165735">
                  <a:moveTo>
                    <a:pt x="358761" y="0"/>
                  </a:moveTo>
                  <a:lnTo>
                    <a:pt x="289943" y="0"/>
                  </a:lnTo>
                  <a:lnTo>
                    <a:pt x="224746" y="4435"/>
                  </a:lnTo>
                  <a:lnTo>
                    <a:pt x="162447" y="11106"/>
                  </a:lnTo>
                  <a:lnTo>
                    <a:pt x="104676" y="22195"/>
                  </a:lnTo>
                  <a:lnTo>
                    <a:pt x="61393" y="31964"/>
                  </a:lnTo>
                  <a:lnTo>
                    <a:pt x="24086" y="47928"/>
                  </a:lnTo>
                  <a:lnTo>
                    <a:pt x="0" y="84328"/>
                  </a:lnTo>
                  <a:lnTo>
                    <a:pt x="7787" y="98972"/>
                  </a:lnTo>
                  <a:lnTo>
                    <a:pt x="61393" y="132256"/>
                  </a:lnTo>
                  <a:lnTo>
                    <a:pt x="104676" y="143363"/>
                  </a:lnTo>
                  <a:lnTo>
                    <a:pt x="162447" y="154452"/>
                  </a:lnTo>
                  <a:lnTo>
                    <a:pt x="224746" y="161105"/>
                  </a:lnTo>
                  <a:lnTo>
                    <a:pt x="289943" y="165540"/>
                  </a:lnTo>
                  <a:lnTo>
                    <a:pt x="358761" y="165540"/>
                  </a:lnTo>
                  <a:lnTo>
                    <a:pt x="423233" y="161105"/>
                  </a:lnTo>
                  <a:lnTo>
                    <a:pt x="488430" y="154452"/>
                  </a:lnTo>
                  <a:lnTo>
                    <a:pt x="542760" y="143363"/>
                  </a:lnTo>
                  <a:lnTo>
                    <a:pt x="586587" y="132256"/>
                  </a:lnTo>
                  <a:lnTo>
                    <a:pt x="623531" y="117612"/>
                  </a:lnTo>
                  <a:lnTo>
                    <a:pt x="651964" y="84328"/>
                  </a:lnTo>
                  <a:lnTo>
                    <a:pt x="645444" y="65688"/>
                  </a:lnTo>
                  <a:lnTo>
                    <a:pt x="586587" y="31964"/>
                  </a:lnTo>
                  <a:lnTo>
                    <a:pt x="542760" y="22195"/>
                  </a:lnTo>
                  <a:lnTo>
                    <a:pt x="488430" y="11106"/>
                  </a:lnTo>
                  <a:lnTo>
                    <a:pt x="423233" y="4435"/>
                  </a:lnTo>
                  <a:lnTo>
                    <a:pt x="3587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2822207" y="3832224"/>
              <a:ext cx="652145" cy="433070"/>
            </a:xfrm>
            <a:custGeom>
              <a:avLst/>
              <a:gdLst/>
              <a:ahLst/>
              <a:cxnLst/>
              <a:rect l="l" t="t" r="r" b="b"/>
              <a:pathLst>
                <a:path w="652145" h="433070">
                  <a:moveTo>
                    <a:pt x="0" y="351499"/>
                  </a:moveTo>
                  <a:lnTo>
                    <a:pt x="24086" y="315099"/>
                  </a:lnTo>
                  <a:lnTo>
                    <a:pt x="61393" y="299135"/>
                  </a:lnTo>
                  <a:lnTo>
                    <a:pt x="104676" y="289366"/>
                  </a:lnTo>
                  <a:lnTo>
                    <a:pt x="162447" y="278278"/>
                  </a:lnTo>
                  <a:lnTo>
                    <a:pt x="224746" y="271606"/>
                  </a:lnTo>
                  <a:lnTo>
                    <a:pt x="289943" y="267171"/>
                  </a:lnTo>
                  <a:lnTo>
                    <a:pt x="358761" y="267171"/>
                  </a:lnTo>
                  <a:lnTo>
                    <a:pt x="423233" y="271606"/>
                  </a:lnTo>
                  <a:lnTo>
                    <a:pt x="488430" y="278278"/>
                  </a:lnTo>
                  <a:lnTo>
                    <a:pt x="542760" y="289366"/>
                  </a:lnTo>
                  <a:lnTo>
                    <a:pt x="586587" y="299135"/>
                  </a:lnTo>
                  <a:lnTo>
                    <a:pt x="623531" y="315099"/>
                  </a:lnTo>
                  <a:lnTo>
                    <a:pt x="651964" y="351499"/>
                  </a:lnTo>
                  <a:lnTo>
                    <a:pt x="645444" y="366143"/>
                  </a:lnTo>
                  <a:lnTo>
                    <a:pt x="586587" y="399427"/>
                  </a:lnTo>
                  <a:lnTo>
                    <a:pt x="542760" y="410534"/>
                  </a:lnTo>
                  <a:lnTo>
                    <a:pt x="488430" y="421623"/>
                  </a:lnTo>
                  <a:lnTo>
                    <a:pt x="423233" y="428276"/>
                  </a:lnTo>
                  <a:lnTo>
                    <a:pt x="358761" y="432712"/>
                  </a:lnTo>
                  <a:lnTo>
                    <a:pt x="289943" y="432712"/>
                  </a:lnTo>
                  <a:lnTo>
                    <a:pt x="224746" y="428276"/>
                  </a:lnTo>
                  <a:lnTo>
                    <a:pt x="162447" y="421623"/>
                  </a:lnTo>
                  <a:lnTo>
                    <a:pt x="104676" y="410534"/>
                  </a:lnTo>
                  <a:lnTo>
                    <a:pt x="61393" y="399427"/>
                  </a:lnTo>
                  <a:lnTo>
                    <a:pt x="24086" y="384783"/>
                  </a:lnTo>
                  <a:lnTo>
                    <a:pt x="0" y="351499"/>
                  </a:lnTo>
                  <a:close/>
                </a:path>
                <a:path w="652145" h="433070">
                  <a:moveTo>
                    <a:pt x="0" y="84768"/>
                  </a:moveTo>
                  <a:lnTo>
                    <a:pt x="24086" y="47928"/>
                  </a:lnTo>
                  <a:lnTo>
                    <a:pt x="61393" y="32404"/>
                  </a:lnTo>
                  <a:lnTo>
                    <a:pt x="104676" y="22195"/>
                  </a:lnTo>
                  <a:lnTo>
                    <a:pt x="162447" y="11088"/>
                  </a:lnTo>
                  <a:lnTo>
                    <a:pt x="224746" y="4435"/>
                  </a:lnTo>
                  <a:lnTo>
                    <a:pt x="289943" y="0"/>
                  </a:lnTo>
                  <a:lnTo>
                    <a:pt x="358761" y="0"/>
                  </a:lnTo>
                  <a:lnTo>
                    <a:pt x="423233" y="4435"/>
                  </a:lnTo>
                  <a:lnTo>
                    <a:pt x="488430" y="11088"/>
                  </a:lnTo>
                  <a:lnTo>
                    <a:pt x="542760" y="22195"/>
                  </a:lnTo>
                  <a:lnTo>
                    <a:pt x="586587" y="32404"/>
                  </a:lnTo>
                  <a:lnTo>
                    <a:pt x="623531" y="47928"/>
                  </a:lnTo>
                  <a:lnTo>
                    <a:pt x="651964" y="84768"/>
                  </a:lnTo>
                  <a:lnTo>
                    <a:pt x="645444" y="98972"/>
                  </a:lnTo>
                  <a:lnTo>
                    <a:pt x="586587" y="132256"/>
                  </a:lnTo>
                  <a:lnTo>
                    <a:pt x="542760" y="143803"/>
                  </a:lnTo>
                  <a:lnTo>
                    <a:pt x="488430" y="154892"/>
                  </a:lnTo>
                  <a:lnTo>
                    <a:pt x="423233" y="161545"/>
                  </a:lnTo>
                  <a:lnTo>
                    <a:pt x="358761" y="165980"/>
                  </a:lnTo>
                  <a:lnTo>
                    <a:pt x="289943" y="165980"/>
                  </a:lnTo>
                  <a:lnTo>
                    <a:pt x="224746" y="161545"/>
                  </a:lnTo>
                  <a:lnTo>
                    <a:pt x="162447" y="154892"/>
                  </a:lnTo>
                  <a:lnTo>
                    <a:pt x="104676" y="143803"/>
                  </a:lnTo>
                  <a:lnTo>
                    <a:pt x="61393" y="132256"/>
                  </a:lnTo>
                  <a:lnTo>
                    <a:pt x="24086" y="118052"/>
                  </a:lnTo>
                  <a:lnTo>
                    <a:pt x="0" y="84768"/>
                  </a:lnTo>
                  <a:close/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2783995" y="4064785"/>
              <a:ext cx="725170" cy="122555"/>
            </a:xfrm>
            <a:custGeom>
              <a:avLst/>
              <a:gdLst/>
              <a:ahLst/>
              <a:cxnLst/>
              <a:rect l="l" t="t" r="r" b="b"/>
              <a:pathLst>
                <a:path w="725170" h="122554">
                  <a:moveTo>
                    <a:pt x="725129" y="0"/>
                  </a:moveTo>
                  <a:lnTo>
                    <a:pt x="0" y="0"/>
                  </a:lnTo>
                  <a:lnTo>
                    <a:pt x="0" y="122493"/>
                  </a:lnTo>
                  <a:lnTo>
                    <a:pt x="725129" y="122493"/>
                  </a:lnTo>
                  <a:lnTo>
                    <a:pt x="7251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2822207" y="3904565"/>
              <a:ext cx="656590" cy="288290"/>
            </a:xfrm>
            <a:custGeom>
              <a:avLst/>
              <a:gdLst/>
              <a:ahLst/>
              <a:cxnLst/>
              <a:rect l="l" t="t" r="r" b="b"/>
              <a:pathLst>
                <a:path w="656589" h="288289">
                  <a:moveTo>
                    <a:pt x="0" y="0"/>
                  </a:moveTo>
                  <a:lnTo>
                    <a:pt x="0" y="288028"/>
                  </a:lnTo>
                </a:path>
                <a:path w="656589" h="288289">
                  <a:moveTo>
                    <a:pt x="656311" y="0"/>
                  </a:moveTo>
                  <a:lnTo>
                    <a:pt x="656311" y="288028"/>
                  </a:lnTo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2822207" y="3792286"/>
              <a:ext cx="652145" cy="165100"/>
            </a:xfrm>
            <a:custGeom>
              <a:avLst/>
              <a:gdLst/>
              <a:ahLst/>
              <a:cxnLst/>
              <a:rect l="l" t="t" r="r" b="b"/>
              <a:pathLst>
                <a:path w="652145" h="165100">
                  <a:moveTo>
                    <a:pt x="358761" y="0"/>
                  </a:moveTo>
                  <a:lnTo>
                    <a:pt x="289943" y="0"/>
                  </a:lnTo>
                  <a:lnTo>
                    <a:pt x="224746" y="3097"/>
                  </a:lnTo>
                  <a:lnTo>
                    <a:pt x="162447" y="11088"/>
                  </a:lnTo>
                  <a:lnTo>
                    <a:pt x="104676" y="22177"/>
                  </a:lnTo>
                  <a:lnTo>
                    <a:pt x="61393" y="32386"/>
                  </a:lnTo>
                  <a:lnTo>
                    <a:pt x="24086" y="46590"/>
                  </a:lnTo>
                  <a:lnTo>
                    <a:pt x="0" y="83430"/>
                  </a:lnTo>
                  <a:lnTo>
                    <a:pt x="7787" y="98972"/>
                  </a:lnTo>
                  <a:lnTo>
                    <a:pt x="61393" y="132256"/>
                  </a:lnTo>
                  <a:lnTo>
                    <a:pt x="104676" y="142465"/>
                  </a:lnTo>
                  <a:lnTo>
                    <a:pt x="162447" y="153554"/>
                  </a:lnTo>
                  <a:lnTo>
                    <a:pt x="224746" y="161105"/>
                  </a:lnTo>
                  <a:lnTo>
                    <a:pt x="289943" y="164642"/>
                  </a:lnTo>
                  <a:lnTo>
                    <a:pt x="358761" y="164642"/>
                  </a:lnTo>
                  <a:lnTo>
                    <a:pt x="423233" y="161105"/>
                  </a:lnTo>
                  <a:lnTo>
                    <a:pt x="488430" y="153554"/>
                  </a:lnTo>
                  <a:lnTo>
                    <a:pt x="542760" y="142465"/>
                  </a:lnTo>
                  <a:lnTo>
                    <a:pt x="586587" y="132256"/>
                  </a:lnTo>
                  <a:lnTo>
                    <a:pt x="623531" y="116714"/>
                  </a:lnTo>
                  <a:lnTo>
                    <a:pt x="651964" y="83430"/>
                  </a:lnTo>
                  <a:lnTo>
                    <a:pt x="645444" y="65670"/>
                  </a:lnTo>
                  <a:lnTo>
                    <a:pt x="586587" y="32386"/>
                  </a:lnTo>
                  <a:lnTo>
                    <a:pt x="542760" y="22177"/>
                  </a:lnTo>
                  <a:lnTo>
                    <a:pt x="488430" y="11088"/>
                  </a:lnTo>
                  <a:lnTo>
                    <a:pt x="423233" y="3097"/>
                  </a:lnTo>
                  <a:lnTo>
                    <a:pt x="3587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2822207" y="3525097"/>
              <a:ext cx="652145" cy="432434"/>
            </a:xfrm>
            <a:custGeom>
              <a:avLst/>
              <a:gdLst/>
              <a:ahLst/>
              <a:cxnLst/>
              <a:rect l="l" t="t" r="r" b="b"/>
              <a:pathLst>
                <a:path w="652145" h="432435">
                  <a:moveTo>
                    <a:pt x="0" y="350619"/>
                  </a:moveTo>
                  <a:lnTo>
                    <a:pt x="24086" y="313779"/>
                  </a:lnTo>
                  <a:lnTo>
                    <a:pt x="61393" y="299575"/>
                  </a:lnTo>
                  <a:lnTo>
                    <a:pt x="104676" y="289366"/>
                  </a:lnTo>
                  <a:lnTo>
                    <a:pt x="162447" y="278278"/>
                  </a:lnTo>
                  <a:lnTo>
                    <a:pt x="224746" y="270286"/>
                  </a:lnTo>
                  <a:lnTo>
                    <a:pt x="289943" y="267189"/>
                  </a:lnTo>
                  <a:lnTo>
                    <a:pt x="358761" y="267189"/>
                  </a:lnTo>
                  <a:lnTo>
                    <a:pt x="423233" y="270286"/>
                  </a:lnTo>
                  <a:lnTo>
                    <a:pt x="488430" y="278278"/>
                  </a:lnTo>
                  <a:lnTo>
                    <a:pt x="542760" y="289366"/>
                  </a:lnTo>
                  <a:lnTo>
                    <a:pt x="586587" y="299575"/>
                  </a:lnTo>
                  <a:lnTo>
                    <a:pt x="623531" y="313779"/>
                  </a:lnTo>
                  <a:lnTo>
                    <a:pt x="651964" y="350619"/>
                  </a:lnTo>
                  <a:lnTo>
                    <a:pt x="645444" y="366162"/>
                  </a:lnTo>
                  <a:lnTo>
                    <a:pt x="586587" y="399446"/>
                  </a:lnTo>
                  <a:lnTo>
                    <a:pt x="542760" y="409655"/>
                  </a:lnTo>
                  <a:lnTo>
                    <a:pt x="488430" y="420743"/>
                  </a:lnTo>
                  <a:lnTo>
                    <a:pt x="423233" y="428294"/>
                  </a:lnTo>
                  <a:lnTo>
                    <a:pt x="358761" y="431832"/>
                  </a:lnTo>
                  <a:lnTo>
                    <a:pt x="289943" y="431832"/>
                  </a:lnTo>
                  <a:lnTo>
                    <a:pt x="224746" y="428294"/>
                  </a:lnTo>
                  <a:lnTo>
                    <a:pt x="162447" y="420743"/>
                  </a:lnTo>
                  <a:lnTo>
                    <a:pt x="104676" y="409655"/>
                  </a:lnTo>
                  <a:lnTo>
                    <a:pt x="61393" y="399446"/>
                  </a:lnTo>
                  <a:lnTo>
                    <a:pt x="24086" y="383903"/>
                  </a:lnTo>
                  <a:lnTo>
                    <a:pt x="0" y="350619"/>
                  </a:lnTo>
                  <a:close/>
                </a:path>
                <a:path w="652145" h="432435">
                  <a:moveTo>
                    <a:pt x="0" y="83448"/>
                  </a:moveTo>
                  <a:lnTo>
                    <a:pt x="24086" y="47048"/>
                  </a:lnTo>
                  <a:lnTo>
                    <a:pt x="61393" y="32404"/>
                  </a:lnTo>
                  <a:lnTo>
                    <a:pt x="104676" y="22635"/>
                  </a:lnTo>
                  <a:lnTo>
                    <a:pt x="162447" y="11106"/>
                  </a:lnTo>
                  <a:lnTo>
                    <a:pt x="224746" y="3555"/>
                  </a:lnTo>
                  <a:lnTo>
                    <a:pt x="289943" y="0"/>
                  </a:lnTo>
                  <a:lnTo>
                    <a:pt x="358761" y="0"/>
                  </a:lnTo>
                  <a:lnTo>
                    <a:pt x="423233" y="3555"/>
                  </a:lnTo>
                  <a:lnTo>
                    <a:pt x="488430" y="11106"/>
                  </a:lnTo>
                  <a:lnTo>
                    <a:pt x="542760" y="22635"/>
                  </a:lnTo>
                  <a:lnTo>
                    <a:pt x="586587" y="32404"/>
                  </a:lnTo>
                  <a:lnTo>
                    <a:pt x="623531" y="47048"/>
                  </a:lnTo>
                  <a:lnTo>
                    <a:pt x="651964" y="83448"/>
                  </a:lnTo>
                  <a:lnTo>
                    <a:pt x="645444" y="98972"/>
                  </a:lnTo>
                  <a:lnTo>
                    <a:pt x="586587" y="132714"/>
                  </a:lnTo>
                  <a:lnTo>
                    <a:pt x="542760" y="142465"/>
                  </a:lnTo>
                  <a:lnTo>
                    <a:pt x="488430" y="153572"/>
                  </a:lnTo>
                  <a:lnTo>
                    <a:pt x="423233" y="161563"/>
                  </a:lnTo>
                  <a:lnTo>
                    <a:pt x="358761" y="164661"/>
                  </a:lnTo>
                  <a:lnTo>
                    <a:pt x="289943" y="164661"/>
                  </a:lnTo>
                  <a:lnTo>
                    <a:pt x="224746" y="161563"/>
                  </a:lnTo>
                  <a:lnTo>
                    <a:pt x="162447" y="153572"/>
                  </a:lnTo>
                  <a:lnTo>
                    <a:pt x="104676" y="142465"/>
                  </a:lnTo>
                  <a:lnTo>
                    <a:pt x="61393" y="132714"/>
                  </a:lnTo>
                  <a:lnTo>
                    <a:pt x="24086" y="117172"/>
                  </a:lnTo>
                  <a:lnTo>
                    <a:pt x="0" y="83448"/>
                  </a:lnTo>
                  <a:close/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2783995" y="3756783"/>
              <a:ext cx="725170" cy="122555"/>
            </a:xfrm>
            <a:custGeom>
              <a:avLst/>
              <a:gdLst/>
              <a:ahLst/>
              <a:cxnLst/>
              <a:rect l="l" t="t" r="r" b="b"/>
              <a:pathLst>
                <a:path w="725170" h="122554">
                  <a:moveTo>
                    <a:pt x="725129" y="0"/>
                  </a:moveTo>
                  <a:lnTo>
                    <a:pt x="0" y="0"/>
                  </a:lnTo>
                  <a:lnTo>
                    <a:pt x="0" y="122049"/>
                  </a:lnTo>
                  <a:lnTo>
                    <a:pt x="725129" y="122049"/>
                  </a:lnTo>
                  <a:lnTo>
                    <a:pt x="7251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2822207" y="3597438"/>
              <a:ext cx="1605915" cy="1286510"/>
            </a:xfrm>
            <a:custGeom>
              <a:avLst/>
              <a:gdLst/>
              <a:ahLst/>
              <a:cxnLst/>
              <a:rect l="l" t="t" r="r" b="b"/>
              <a:pathLst>
                <a:path w="1605914" h="1286510">
                  <a:moveTo>
                    <a:pt x="0" y="0"/>
                  </a:moveTo>
                  <a:lnTo>
                    <a:pt x="0" y="287148"/>
                  </a:lnTo>
                </a:path>
                <a:path w="1605914" h="1286510">
                  <a:moveTo>
                    <a:pt x="656311" y="0"/>
                  </a:moveTo>
                  <a:lnTo>
                    <a:pt x="656311" y="287148"/>
                  </a:lnTo>
                </a:path>
                <a:path w="1605914" h="1286510">
                  <a:moveTo>
                    <a:pt x="953860" y="1205853"/>
                  </a:moveTo>
                  <a:lnTo>
                    <a:pt x="977946" y="1168133"/>
                  </a:lnTo>
                  <a:lnTo>
                    <a:pt x="1015072" y="1153929"/>
                  </a:lnTo>
                  <a:lnTo>
                    <a:pt x="1058536" y="1143720"/>
                  </a:lnTo>
                  <a:lnTo>
                    <a:pt x="1116308" y="1132613"/>
                  </a:lnTo>
                  <a:lnTo>
                    <a:pt x="1178607" y="1124640"/>
                  </a:lnTo>
                  <a:lnTo>
                    <a:pt x="1243803" y="1121524"/>
                  </a:lnTo>
                  <a:lnTo>
                    <a:pt x="1312622" y="1121524"/>
                  </a:lnTo>
                  <a:lnTo>
                    <a:pt x="1377094" y="1124640"/>
                  </a:lnTo>
                  <a:lnTo>
                    <a:pt x="1442290" y="1132613"/>
                  </a:lnTo>
                  <a:lnTo>
                    <a:pt x="1496620" y="1143720"/>
                  </a:lnTo>
                  <a:lnTo>
                    <a:pt x="1540447" y="1153929"/>
                  </a:lnTo>
                  <a:lnTo>
                    <a:pt x="1577211" y="1168133"/>
                  </a:lnTo>
                  <a:lnTo>
                    <a:pt x="1605825" y="1205853"/>
                  </a:lnTo>
                  <a:lnTo>
                    <a:pt x="1599124" y="1220497"/>
                  </a:lnTo>
                  <a:lnTo>
                    <a:pt x="1540447" y="1253781"/>
                  </a:lnTo>
                  <a:lnTo>
                    <a:pt x="1496620" y="1263990"/>
                  </a:lnTo>
                  <a:lnTo>
                    <a:pt x="1442290" y="1275079"/>
                  </a:lnTo>
                  <a:lnTo>
                    <a:pt x="1377094" y="1282630"/>
                  </a:lnTo>
                  <a:lnTo>
                    <a:pt x="1312622" y="1286186"/>
                  </a:lnTo>
                  <a:lnTo>
                    <a:pt x="1243803" y="1286186"/>
                  </a:lnTo>
                  <a:lnTo>
                    <a:pt x="1178607" y="1282630"/>
                  </a:lnTo>
                  <a:lnTo>
                    <a:pt x="1116308" y="1275079"/>
                  </a:lnTo>
                  <a:lnTo>
                    <a:pt x="1058536" y="1263990"/>
                  </a:lnTo>
                  <a:lnTo>
                    <a:pt x="1015072" y="1253781"/>
                  </a:lnTo>
                  <a:lnTo>
                    <a:pt x="977946" y="1239577"/>
                  </a:lnTo>
                  <a:lnTo>
                    <a:pt x="953860" y="1205853"/>
                  </a:lnTo>
                  <a:close/>
                </a:path>
                <a:path w="1605914" h="1286510">
                  <a:moveTo>
                    <a:pt x="953860" y="939122"/>
                  </a:moveTo>
                  <a:lnTo>
                    <a:pt x="977946" y="901402"/>
                  </a:lnTo>
                  <a:lnTo>
                    <a:pt x="1015072" y="886739"/>
                  </a:lnTo>
                  <a:lnTo>
                    <a:pt x="1058536" y="876549"/>
                  </a:lnTo>
                  <a:lnTo>
                    <a:pt x="1116308" y="865442"/>
                  </a:lnTo>
                  <a:lnTo>
                    <a:pt x="1178607" y="857891"/>
                  </a:lnTo>
                  <a:lnTo>
                    <a:pt x="1243803" y="854353"/>
                  </a:lnTo>
                  <a:lnTo>
                    <a:pt x="1312622" y="854353"/>
                  </a:lnTo>
                  <a:lnTo>
                    <a:pt x="1377094" y="857891"/>
                  </a:lnTo>
                  <a:lnTo>
                    <a:pt x="1442290" y="865442"/>
                  </a:lnTo>
                  <a:lnTo>
                    <a:pt x="1496620" y="876549"/>
                  </a:lnTo>
                  <a:lnTo>
                    <a:pt x="1540447" y="886739"/>
                  </a:lnTo>
                  <a:lnTo>
                    <a:pt x="1577211" y="901402"/>
                  </a:lnTo>
                  <a:lnTo>
                    <a:pt x="1605825" y="939122"/>
                  </a:lnTo>
                  <a:lnTo>
                    <a:pt x="1599124" y="953326"/>
                  </a:lnTo>
                  <a:lnTo>
                    <a:pt x="1540447" y="987050"/>
                  </a:lnTo>
                  <a:lnTo>
                    <a:pt x="1496620" y="996819"/>
                  </a:lnTo>
                  <a:lnTo>
                    <a:pt x="1442290" y="1007908"/>
                  </a:lnTo>
                  <a:lnTo>
                    <a:pt x="1377094" y="1015899"/>
                  </a:lnTo>
                  <a:lnTo>
                    <a:pt x="1312622" y="1018996"/>
                  </a:lnTo>
                  <a:lnTo>
                    <a:pt x="1243803" y="1018996"/>
                  </a:lnTo>
                  <a:lnTo>
                    <a:pt x="1178607" y="1015899"/>
                  </a:lnTo>
                  <a:lnTo>
                    <a:pt x="1116308" y="1007908"/>
                  </a:lnTo>
                  <a:lnTo>
                    <a:pt x="1058536" y="996819"/>
                  </a:lnTo>
                  <a:lnTo>
                    <a:pt x="1015072" y="987050"/>
                  </a:lnTo>
                  <a:lnTo>
                    <a:pt x="977946" y="972406"/>
                  </a:lnTo>
                  <a:lnTo>
                    <a:pt x="953860" y="939122"/>
                  </a:lnTo>
                  <a:close/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3737856" y="4683460"/>
              <a:ext cx="725170" cy="122555"/>
            </a:xfrm>
            <a:custGeom>
              <a:avLst/>
              <a:gdLst/>
              <a:ahLst/>
              <a:cxnLst/>
              <a:rect l="l" t="t" r="r" b="b"/>
              <a:pathLst>
                <a:path w="725170" h="122554">
                  <a:moveTo>
                    <a:pt x="725129" y="0"/>
                  </a:moveTo>
                  <a:lnTo>
                    <a:pt x="0" y="0"/>
                  </a:lnTo>
                  <a:lnTo>
                    <a:pt x="0" y="122049"/>
                  </a:lnTo>
                  <a:lnTo>
                    <a:pt x="725129" y="122049"/>
                  </a:lnTo>
                  <a:lnTo>
                    <a:pt x="7251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3776068" y="4524134"/>
              <a:ext cx="656590" cy="287655"/>
            </a:xfrm>
            <a:custGeom>
              <a:avLst/>
              <a:gdLst/>
              <a:ahLst/>
              <a:cxnLst/>
              <a:rect l="l" t="t" r="r" b="b"/>
              <a:pathLst>
                <a:path w="656589" h="287654">
                  <a:moveTo>
                    <a:pt x="0" y="0"/>
                  </a:moveTo>
                  <a:lnTo>
                    <a:pt x="0" y="287148"/>
                  </a:lnTo>
                </a:path>
                <a:path w="656589" h="287654">
                  <a:moveTo>
                    <a:pt x="656311" y="0"/>
                  </a:moveTo>
                  <a:lnTo>
                    <a:pt x="656311" y="287148"/>
                  </a:lnTo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3776068" y="4410957"/>
              <a:ext cx="652145" cy="165735"/>
            </a:xfrm>
            <a:custGeom>
              <a:avLst/>
              <a:gdLst/>
              <a:ahLst/>
              <a:cxnLst/>
              <a:rect l="l" t="t" r="r" b="b"/>
              <a:pathLst>
                <a:path w="652145" h="165735">
                  <a:moveTo>
                    <a:pt x="358761" y="0"/>
                  </a:moveTo>
                  <a:lnTo>
                    <a:pt x="289943" y="0"/>
                  </a:lnTo>
                  <a:lnTo>
                    <a:pt x="224746" y="4435"/>
                  </a:lnTo>
                  <a:lnTo>
                    <a:pt x="162447" y="11088"/>
                  </a:lnTo>
                  <a:lnTo>
                    <a:pt x="104676" y="22195"/>
                  </a:lnTo>
                  <a:lnTo>
                    <a:pt x="61212" y="31946"/>
                  </a:lnTo>
                  <a:lnTo>
                    <a:pt x="24086" y="47488"/>
                  </a:lnTo>
                  <a:lnTo>
                    <a:pt x="0" y="84328"/>
                  </a:lnTo>
                  <a:lnTo>
                    <a:pt x="7787" y="98972"/>
                  </a:lnTo>
                  <a:lnTo>
                    <a:pt x="61212" y="132256"/>
                  </a:lnTo>
                  <a:lnTo>
                    <a:pt x="104676" y="143345"/>
                  </a:lnTo>
                  <a:lnTo>
                    <a:pt x="162447" y="154452"/>
                  </a:lnTo>
                  <a:lnTo>
                    <a:pt x="224746" y="161105"/>
                  </a:lnTo>
                  <a:lnTo>
                    <a:pt x="289943" y="165540"/>
                  </a:lnTo>
                  <a:lnTo>
                    <a:pt x="358761" y="165540"/>
                  </a:lnTo>
                  <a:lnTo>
                    <a:pt x="423233" y="161105"/>
                  </a:lnTo>
                  <a:lnTo>
                    <a:pt x="488430" y="154452"/>
                  </a:lnTo>
                  <a:lnTo>
                    <a:pt x="542760" y="143345"/>
                  </a:lnTo>
                  <a:lnTo>
                    <a:pt x="586587" y="132256"/>
                  </a:lnTo>
                  <a:lnTo>
                    <a:pt x="623350" y="117612"/>
                  </a:lnTo>
                  <a:lnTo>
                    <a:pt x="651964" y="84328"/>
                  </a:lnTo>
                  <a:lnTo>
                    <a:pt x="645263" y="65248"/>
                  </a:lnTo>
                  <a:lnTo>
                    <a:pt x="586587" y="31946"/>
                  </a:lnTo>
                  <a:lnTo>
                    <a:pt x="542760" y="22195"/>
                  </a:lnTo>
                  <a:lnTo>
                    <a:pt x="488430" y="11088"/>
                  </a:lnTo>
                  <a:lnTo>
                    <a:pt x="423233" y="4435"/>
                  </a:lnTo>
                  <a:lnTo>
                    <a:pt x="3587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3776068" y="4143786"/>
              <a:ext cx="652145" cy="433070"/>
            </a:xfrm>
            <a:custGeom>
              <a:avLst/>
              <a:gdLst/>
              <a:ahLst/>
              <a:cxnLst/>
              <a:rect l="l" t="t" r="r" b="b"/>
              <a:pathLst>
                <a:path w="652145" h="433070">
                  <a:moveTo>
                    <a:pt x="0" y="351499"/>
                  </a:moveTo>
                  <a:lnTo>
                    <a:pt x="24086" y="314659"/>
                  </a:lnTo>
                  <a:lnTo>
                    <a:pt x="61212" y="299117"/>
                  </a:lnTo>
                  <a:lnTo>
                    <a:pt x="104676" y="289366"/>
                  </a:lnTo>
                  <a:lnTo>
                    <a:pt x="162447" y="278259"/>
                  </a:lnTo>
                  <a:lnTo>
                    <a:pt x="224746" y="271606"/>
                  </a:lnTo>
                  <a:lnTo>
                    <a:pt x="289943" y="267171"/>
                  </a:lnTo>
                  <a:lnTo>
                    <a:pt x="358761" y="267171"/>
                  </a:lnTo>
                  <a:lnTo>
                    <a:pt x="423233" y="271606"/>
                  </a:lnTo>
                  <a:lnTo>
                    <a:pt x="488430" y="278259"/>
                  </a:lnTo>
                  <a:lnTo>
                    <a:pt x="542760" y="289366"/>
                  </a:lnTo>
                  <a:lnTo>
                    <a:pt x="586587" y="299117"/>
                  </a:lnTo>
                  <a:lnTo>
                    <a:pt x="623350" y="314659"/>
                  </a:lnTo>
                  <a:lnTo>
                    <a:pt x="651964" y="351499"/>
                  </a:lnTo>
                  <a:lnTo>
                    <a:pt x="645263" y="366143"/>
                  </a:lnTo>
                  <a:lnTo>
                    <a:pt x="586587" y="399427"/>
                  </a:lnTo>
                  <a:lnTo>
                    <a:pt x="542760" y="410516"/>
                  </a:lnTo>
                  <a:lnTo>
                    <a:pt x="488430" y="421623"/>
                  </a:lnTo>
                  <a:lnTo>
                    <a:pt x="423233" y="428276"/>
                  </a:lnTo>
                  <a:lnTo>
                    <a:pt x="358761" y="432712"/>
                  </a:lnTo>
                  <a:lnTo>
                    <a:pt x="289943" y="432712"/>
                  </a:lnTo>
                  <a:lnTo>
                    <a:pt x="224746" y="428276"/>
                  </a:lnTo>
                  <a:lnTo>
                    <a:pt x="162447" y="421623"/>
                  </a:lnTo>
                  <a:lnTo>
                    <a:pt x="104676" y="410516"/>
                  </a:lnTo>
                  <a:lnTo>
                    <a:pt x="61212" y="399427"/>
                  </a:lnTo>
                  <a:lnTo>
                    <a:pt x="24086" y="384783"/>
                  </a:lnTo>
                  <a:lnTo>
                    <a:pt x="0" y="351499"/>
                  </a:lnTo>
                  <a:close/>
                </a:path>
                <a:path w="652145" h="433070">
                  <a:moveTo>
                    <a:pt x="0" y="84768"/>
                  </a:moveTo>
                  <a:lnTo>
                    <a:pt x="24086" y="47928"/>
                  </a:lnTo>
                  <a:lnTo>
                    <a:pt x="61212" y="32386"/>
                  </a:lnTo>
                  <a:lnTo>
                    <a:pt x="104676" y="22177"/>
                  </a:lnTo>
                  <a:lnTo>
                    <a:pt x="162447" y="11088"/>
                  </a:lnTo>
                  <a:lnTo>
                    <a:pt x="224746" y="4435"/>
                  </a:lnTo>
                  <a:lnTo>
                    <a:pt x="289943" y="0"/>
                  </a:lnTo>
                  <a:lnTo>
                    <a:pt x="358761" y="0"/>
                  </a:lnTo>
                  <a:lnTo>
                    <a:pt x="423233" y="4435"/>
                  </a:lnTo>
                  <a:lnTo>
                    <a:pt x="488430" y="11088"/>
                  </a:lnTo>
                  <a:lnTo>
                    <a:pt x="542760" y="22177"/>
                  </a:lnTo>
                  <a:lnTo>
                    <a:pt x="586587" y="32386"/>
                  </a:lnTo>
                  <a:lnTo>
                    <a:pt x="623350" y="47928"/>
                  </a:lnTo>
                  <a:lnTo>
                    <a:pt x="651964" y="84768"/>
                  </a:lnTo>
                  <a:lnTo>
                    <a:pt x="645263" y="98972"/>
                  </a:lnTo>
                  <a:lnTo>
                    <a:pt x="586587" y="132256"/>
                  </a:lnTo>
                  <a:lnTo>
                    <a:pt x="542760" y="143345"/>
                  </a:lnTo>
                  <a:lnTo>
                    <a:pt x="488430" y="154433"/>
                  </a:lnTo>
                  <a:lnTo>
                    <a:pt x="423233" y="161105"/>
                  </a:lnTo>
                  <a:lnTo>
                    <a:pt x="358761" y="165540"/>
                  </a:lnTo>
                  <a:lnTo>
                    <a:pt x="289943" y="165540"/>
                  </a:lnTo>
                  <a:lnTo>
                    <a:pt x="224746" y="161105"/>
                  </a:lnTo>
                  <a:lnTo>
                    <a:pt x="162447" y="154433"/>
                  </a:lnTo>
                  <a:lnTo>
                    <a:pt x="104676" y="143345"/>
                  </a:lnTo>
                  <a:lnTo>
                    <a:pt x="61212" y="132256"/>
                  </a:lnTo>
                  <a:lnTo>
                    <a:pt x="24086" y="118052"/>
                  </a:lnTo>
                  <a:lnTo>
                    <a:pt x="0" y="84768"/>
                  </a:lnTo>
                  <a:close/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3737856" y="4376348"/>
              <a:ext cx="725170" cy="122555"/>
            </a:xfrm>
            <a:custGeom>
              <a:avLst/>
              <a:gdLst/>
              <a:ahLst/>
              <a:cxnLst/>
              <a:rect l="l" t="t" r="r" b="b"/>
              <a:pathLst>
                <a:path w="725170" h="122554">
                  <a:moveTo>
                    <a:pt x="725129" y="0"/>
                  </a:moveTo>
                  <a:lnTo>
                    <a:pt x="0" y="0"/>
                  </a:lnTo>
                  <a:lnTo>
                    <a:pt x="0" y="122493"/>
                  </a:lnTo>
                  <a:lnTo>
                    <a:pt x="725129" y="122493"/>
                  </a:lnTo>
                  <a:lnTo>
                    <a:pt x="7251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3776068" y="4216127"/>
              <a:ext cx="656590" cy="288290"/>
            </a:xfrm>
            <a:custGeom>
              <a:avLst/>
              <a:gdLst/>
              <a:ahLst/>
              <a:cxnLst/>
              <a:rect l="l" t="t" r="r" b="b"/>
              <a:pathLst>
                <a:path w="656589" h="288289">
                  <a:moveTo>
                    <a:pt x="0" y="0"/>
                  </a:moveTo>
                  <a:lnTo>
                    <a:pt x="0" y="288028"/>
                  </a:lnTo>
                </a:path>
                <a:path w="656589" h="288289">
                  <a:moveTo>
                    <a:pt x="656311" y="0"/>
                  </a:moveTo>
                  <a:lnTo>
                    <a:pt x="656311" y="288028"/>
                  </a:lnTo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3776068" y="4099395"/>
              <a:ext cx="652145" cy="165735"/>
            </a:xfrm>
            <a:custGeom>
              <a:avLst/>
              <a:gdLst/>
              <a:ahLst/>
              <a:cxnLst/>
              <a:rect l="l" t="t" r="r" b="b"/>
              <a:pathLst>
                <a:path w="652145" h="165735">
                  <a:moveTo>
                    <a:pt x="358761" y="0"/>
                  </a:moveTo>
                  <a:lnTo>
                    <a:pt x="289943" y="0"/>
                  </a:lnTo>
                  <a:lnTo>
                    <a:pt x="224746" y="4435"/>
                  </a:lnTo>
                  <a:lnTo>
                    <a:pt x="162447" y="11106"/>
                  </a:lnTo>
                  <a:lnTo>
                    <a:pt x="104676" y="22195"/>
                  </a:lnTo>
                  <a:lnTo>
                    <a:pt x="61212" y="31964"/>
                  </a:lnTo>
                  <a:lnTo>
                    <a:pt x="24086" y="47928"/>
                  </a:lnTo>
                  <a:lnTo>
                    <a:pt x="0" y="84328"/>
                  </a:lnTo>
                  <a:lnTo>
                    <a:pt x="7787" y="98972"/>
                  </a:lnTo>
                  <a:lnTo>
                    <a:pt x="61212" y="132256"/>
                  </a:lnTo>
                  <a:lnTo>
                    <a:pt x="104676" y="143363"/>
                  </a:lnTo>
                  <a:lnTo>
                    <a:pt x="162447" y="154452"/>
                  </a:lnTo>
                  <a:lnTo>
                    <a:pt x="224746" y="161105"/>
                  </a:lnTo>
                  <a:lnTo>
                    <a:pt x="289943" y="165540"/>
                  </a:lnTo>
                  <a:lnTo>
                    <a:pt x="358761" y="165540"/>
                  </a:lnTo>
                  <a:lnTo>
                    <a:pt x="423233" y="161105"/>
                  </a:lnTo>
                  <a:lnTo>
                    <a:pt x="488430" y="154452"/>
                  </a:lnTo>
                  <a:lnTo>
                    <a:pt x="542760" y="143363"/>
                  </a:lnTo>
                  <a:lnTo>
                    <a:pt x="586587" y="132256"/>
                  </a:lnTo>
                  <a:lnTo>
                    <a:pt x="623350" y="117612"/>
                  </a:lnTo>
                  <a:lnTo>
                    <a:pt x="651964" y="84328"/>
                  </a:lnTo>
                  <a:lnTo>
                    <a:pt x="645263" y="65688"/>
                  </a:lnTo>
                  <a:lnTo>
                    <a:pt x="586587" y="31964"/>
                  </a:lnTo>
                  <a:lnTo>
                    <a:pt x="542760" y="22195"/>
                  </a:lnTo>
                  <a:lnTo>
                    <a:pt x="488430" y="11106"/>
                  </a:lnTo>
                  <a:lnTo>
                    <a:pt x="423233" y="4435"/>
                  </a:lnTo>
                  <a:lnTo>
                    <a:pt x="3587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3776068" y="3832224"/>
              <a:ext cx="652145" cy="433070"/>
            </a:xfrm>
            <a:custGeom>
              <a:avLst/>
              <a:gdLst/>
              <a:ahLst/>
              <a:cxnLst/>
              <a:rect l="l" t="t" r="r" b="b"/>
              <a:pathLst>
                <a:path w="652145" h="433070">
                  <a:moveTo>
                    <a:pt x="0" y="351499"/>
                  </a:moveTo>
                  <a:lnTo>
                    <a:pt x="24086" y="315099"/>
                  </a:lnTo>
                  <a:lnTo>
                    <a:pt x="61212" y="299135"/>
                  </a:lnTo>
                  <a:lnTo>
                    <a:pt x="104676" y="289366"/>
                  </a:lnTo>
                  <a:lnTo>
                    <a:pt x="162447" y="278278"/>
                  </a:lnTo>
                  <a:lnTo>
                    <a:pt x="224746" y="271606"/>
                  </a:lnTo>
                  <a:lnTo>
                    <a:pt x="289943" y="267171"/>
                  </a:lnTo>
                  <a:lnTo>
                    <a:pt x="358761" y="267171"/>
                  </a:lnTo>
                  <a:lnTo>
                    <a:pt x="423233" y="271606"/>
                  </a:lnTo>
                  <a:lnTo>
                    <a:pt x="488430" y="278278"/>
                  </a:lnTo>
                  <a:lnTo>
                    <a:pt x="542760" y="289366"/>
                  </a:lnTo>
                  <a:lnTo>
                    <a:pt x="586587" y="299135"/>
                  </a:lnTo>
                  <a:lnTo>
                    <a:pt x="623350" y="315099"/>
                  </a:lnTo>
                  <a:lnTo>
                    <a:pt x="651964" y="351499"/>
                  </a:lnTo>
                  <a:lnTo>
                    <a:pt x="645263" y="366143"/>
                  </a:lnTo>
                  <a:lnTo>
                    <a:pt x="586587" y="399427"/>
                  </a:lnTo>
                  <a:lnTo>
                    <a:pt x="542760" y="410534"/>
                  </a:lnTo>
                  <a:lnTo>
                    <a:pt x="488430" y="421623"/>
                  </a:lnTo>
                  <a:lnTo>
                    <a:pt x="423233" y="428276"/>
                  </a:lnTo>
                  <a:lnTo>
                    <a:pt x="358761" y="432712"/>
                  </a:lnTo>
                  <a:lnTo>
                    <a:pt x="289943" y="432712"/>
                  </a:lnTo>
                  <a:lnTo>
                    <a:pt x="224746" y="428276"/>
                  </a:lnTo>
                  <a:lnTo>
                    <a:pt x="162447" y="421623"/>
                  </a:lnTo>
                  <a:lnTo>
                    <a:pt x="104676" y="410534"/>
                  </a:lnTo>
                  <a:lnTo>
                    <a:pt x="61212" y="399427"/>
                  </a:lnTo>
                  <a:lnTo>
                    <a:pt x="24086" y="384783"/>
                  </a:lnTo>
                  <a:lnTo>
                    <a:pt x="0" y="351499"/>
                  </a:lnTo>
                  <a:close/>
                </a:path>
                <a:path w="652145" h="433070">
                  <a:moveTo>
                    <a:pt x="0" y="84768"/>
                  </a:moveTo>
                  <a:lnTo>
                    <a:pt x="24086" y="47928"/>
                  </a:lnTo>
                  <a:lnTo>
                    <a:pt x="61212" y="32404"/>
                  </a:lnTo>
                  <a:lnTo>
                    <a:pt x="104676" y="22195"/>
                  </a:lnTo>
                  <a:lnTo>
                    <a:pt x="162447" y="11088"/>
                  </a:lnTo>
                  <a:lnTo>
                    <a:pt x="224746" y="4435"/>
                  </a:lnTo>
                  <a:lnTo>
                    <a:pt x="289943" y="0"/>
                  </a:lnTo>
                  <a:lnTo>
                    <a:pt x="358761" y="0"/>
                  </a:lnTo>
                  <a:lnTo>
                    <a:pt x="423233" y="4435"/>
                  </a:lnTo>
                  <a:lnTo>
                    <a:pt x="488430" y="11088"/>
                  </a:lnTo>
                  <a:lnTo>
                    <a:pt x="542760" y="22195"/>
                  </a:lnTo>
                  <a:lnTo>
                    <a:pt x="586587" y="32404"/>
                  </a:lnTo>
                  <a:lnTo>
                    <a:pt x="623350" y="47928"/>
                  </a:lnTo>
                  <a:lnTo>
                    <a:pt x="651964" y="84768"/>
                  </a:lnTo>
                  <a:lnTo>
                    <a:pt x="645263" y="98972"/>
                  </a:lnTo>
                  <a:lnTo>
                    <a:pt x="586587" y="132256"/>
                  </a:lnTo>
                  <a:lnTo>
                    <a:pt x="542760" y="143803"/>
                  </a:lnTo>
                  <a:lnTo>
                    <a:pt x="488430" y="154892"/>
                  </a:lnTo>
                  <a:lnTo>
                    <a:pt x="423233" y="161545"/>
                  </a:lnTo>
                  <a:lnTo>
                    <a:pt x="358761" y="165980"/>
                  </a:lnTo>
                  <a:lnTo>
                    <a:pt x="289943" y="165980"/>
                  </a:lnTo>
                  <a:lnTo>
                    <a:pt x="224746" y="161545"/>
                  </a:lnTo>
                  <a:lnTo>
                    <a:pt x="162447" y="154892"/>
                  </a:lnTo>
                  <a:lnTo>
                    <a:pt x="104676" y="143803"/>
                  </a:lnTo>
                  <a:lnTo>
                    <a:pt x="61212" y="132256"/>
                  </a:lnTo>
                  <a:lnTo>
                    <a:pt x="24086" y="118052"/>
                  </a:lnTo>
                  <a:lnTo>
                    <a:pt x="0" y="84768"/>
                  </a:lnTo>
                  <a:close/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3737856" y="4064785"/>
              <a:ext cx="725170" cy="122555"/>
            </a:xfrm>
            <a:custGeom>
              <a:avLst/>
              <a:gdLst/>
              <a:ahLst/>
              <a:cxnLst/>
              <a:rect l="l" t="t" r="r" b="b"/>
              <a:pathLst>
                <a:path w="725170" h="122554">
                  <a:moveTo>
                    <a:pt x="725129" y="0"/>
                  </a:moveTo>
                  <a:lnTo>
                    <a:pt x="0" y="0"/>
                  </a:lnTo>
                  <a:lnTo>
                    <a:pt x="0" y="122493"/>
                  </a:lnTo>
                  <a:lnTo>
                    <a:pt x="725129" y="122493"/>
                  </a:lnTo>
                  <a:lnTo>
                    <a:pt x="7251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3776068" y="3904565"/>
              <a:ext cx="656590" cy="288290"/>
            </a:xfrm>
            <a:custGeom>
              <a:avLst/>
              <a:gdLst/>
              <a:ahLst/>
              <a:cxnLst/>
              <a:rect l="l" t="t" r="r" b="b"/>
              <a:pathLst>
                <a:path w="656589" h="288289">
                  <a:moveTo>
                    <a:pt x="0" y="0"/>
                  </a:moveTo>
                  <a:lnTo>
                    <a:pt x="0" y="288028"/>
                  </a:lnTo>
                </a:path>
                <a:path w="656589" h="288289">
                  <a:moveTo>
                    <a:pt x="656311" y="0"/>
                  </a:moveTo>
                  <a:lnTo>
                    <a:pt x="656311" y="288028"/>
                  </a:lnTo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3776068" y="3792286"/>
              <a:ext cx="652145" cy="165100"/>
            </a:xfrm>
            <a:custGeom>
              <a:avLst/>
              <a:gdLst/>
              <a:ahLst/>
              <a:cxnLst/>
              <a:rect l="l" t="t" r="r" b="b"/>
              <a:pathLst>
                <a:path w="652145" h="165100">
                  <a:moveTo>
                    <a:pt x="358761" y="0"/>
                  </a:moveTo>
                  <a:lnTo>
                    <a:pt x="289943" y="0"/>
                  </a:lnTo>
                  <a:lnTo>
                    <a:pt x="224746" y="3097"/>
                  </a:lnTo>
                  <a:lnTo>
                    <a:pt x="162447" y="11088"/>
                  </a:lnTo>
                  <a:lnTo>
                    <a:pt x="104676" y="22177"/>
                  </a:lnTo>
                  <a:lnTo>
                    <a:pt x="61212" y="32386"/>
                  </a:lnTo>
                  <a:lnTo>
                    <a:pt x="24086" y="46590"/>
                  </a:lnTo>
                  <a:lnTo>
                    <a:pt x="0" y="83430"/>
                  </a:lnTo>
                  <a:lnTo>
                    <a:pt x="7787" y="98972"/>
                  </a:lnTo>
                  <a:lnTo>
                    <a:pt x="61212" y="132256"/>
                  </a:lnTo>
                  <a:lnTo>
                    <a:pt x="104676" y="142465"/>
                  </a:lnTo>
                  <a:lnTo>
                    <a:pt x="162447" y="153554"/>
                  </a:lnTo>
                  <a:lnTo>
                    <a:pt x="224746" y="161105"/>
                  </a:lnTo>
                  <a:lnTo>
                    <a:pt x="289943" y="164642"/>
                  </a:lnTo>
                  <a:lnTo>
                    <a:pt x="358761" y="164642"/>
                  </a:lnTo>
                  <a:lnTo>
                    <a:pt x="423233" y="161105"/>
                  </a:lnTo>
                  <a:lnTo>
                    <a:pt x="488430" y="153554"/>
                  </a:lnTo>
                  <a:lnTo>
                    <a:pt x="542760" y="142465"/>
                  </a:lnTo>
                  <a:lnTo>
                    <a:pt x="586587" y="132256"/>
                  </a:lnTo>
                  <a:lnTo>
                    <a:pt x="623350" y="116714"/>
                  </a:lnTo>
                  <a:lnTo>
                    <a:pt x="651964" y="83430"/>
                  </a:lnTo>
                  <a:lnTo>
                    <a:pt x="645263" y="65670"/>
                  </a:lnTo>
                  <a:lnTo>
                    <a:pt x="586587" y="32386"/>
                  </a:lnTo>
                  <a:lnTo>
                    <a:pt x="542760" y="22177"/>
                  </a:lnTo>
                  <a:lnTo>
                    <a:pt x="488430" y="11088"/>
                  </a:lnTo>
                  <a:lnTo>
                    <a:pt x="423233" y="3097"/>
                  </a:lnTo>
                  <a:lnTo>
                    <a:pt x="3587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3776068" y="3525097"/>
              <a:ext cx="652145" cy="432434"/>
            </a:xfrm>
            <a:custGeom>
              <a:avLst/>
              <a:gdLst/>
              <a:ahLst/>
              <a:cxnLst/>
              <a:rect l="l" t="t" r="r" b="b"/>
              <a:pathLst>
                <a:path w="652145" h="432435">
                  <a:moveTo>
                    <a:pt x="0" y="350619"/>
                  </a:moveTo>
                  <a:lnTo>
                    <a:pt x="24086" y="313779"/>
                  </a:lnTo>
                  <a:lnTo>
                    <a:pt x="61212" y="299575"/>
                  </a:lnTo>
                  <a:lnTo>
                    <a:pt x="104676" y="289366"/>
                  </a:lnTo>
                  <a:lnTo>
                    <a:pt x="162447" y="278278"/>
                  </a:lnTo>
                  <a:lnTo>
                    <a:pt x="224746" y="270286"/>
                  </a:lnTo>
                  <a:lnTo>
                    <a:pt x="289943" y="267189"/>
                  </a:lnTo>
                  <a:lnTo>
                    <a:pt x="358761" y="267189"/>
                  </a:lnTo>
                  <a:lnTo>
                    <a:pt x="423233" y="270286"/>
                  </a:lnTo>
                  <a:lnTo>
                    <a:pt x="488430" y="278278"/>
                  </a:lnTo>
                  <a:lnTo>
                    <a:pt x="542760" y="289366"/>
                  </a:lnTo>
                  <a:lnTo>
                    <a:pt x="586587" y="299575"/>
                  </a:lnTo>
                  <a:lnTo>
                    <a:pt x="623350" y="313779"/>
                  </a:lnTo>
                  <a:lnTo>
                    <a:pt x="651964" y="350619"/>
                  </a:lnTo>
                  <a:lnTo>
                    <a:pt x="645263" y="366162"/>
                  </a:lnTo>
                  <a:lnTo>
                    <a:pt x="586587" y="399446"/>
                  </a:lnTo>
                  <a:lnTo>
                    <a:pt x="542760" y="409655"/>
                  </a:lnTo>
                  <a:lnTo>
                    <a:pt x="488430" y="420743"/>
                  </a:lnTo>
                  <a:lnTo>
                    <a:pt x="423233" y="428294"/>
                  </a:lnTo>
                  <a:lnTo>
                    <a:pt x="358761" y="431832"/>
                  </a:lnTo>
                  <a:lnTo>
                    <a:pt x="289943" y="431832"/>
                  </a:lnTo>
                  <a:lnTo>
                    <a:pt x="224746" y="428294"/>
                  </a:lnTo>
                  <a:lnTo>
                    <a:pt x="162447" y="420743"/>
                  </a:lnTo>
                  <a:lnTo>
                    <a:pt x="104676" y="409655"/>
                  </a:lnTo>
                  <a:lnTo>
                    <a:pt x="61212" y="399446"/>
                  </a:lnTo>
                  <a:lnTo>
                    <a:pt x="24086" y="383903"/>
                  </a:lnTo>
                  <a:lnTo>
                    <a:pt x="0" y="350619"/>
                  </a:lnTo>
                  <a:close/>
                </a:path>
                <a:path w="652145" h="432435">
                  <a:moveTo>
                    <a:pt x="0" y="83448"/>
                  </a:moveTo>
                  <a:lnTo>
                    <a:pt x="24086" y="47048"/>
                  </a:lnTo>
                  <a:lnTo>
                    <a:pt x="61212" y="32404"/>
                  </a:lnTo>
                  <a:lnTo>
                    <a:pt x="104676" y="22635"/>
                  </a:lnTo>
                  <a:lnTo>
                    <a:pt x="162447" y="11106"/>
                  </a:lnTo>
                  <a:lnTo>
                    <a:pt x="224746" y="3555"/>
                  </a:lnTo>
                  <a:lnTo>
                    <a:pt x="289943" y="0"/>
                  </a:lnTo>
                  <a:lnTo>
                    <a:pt x="358761" y="0"/>
                  </a:lnTo>
                  <a:lnTo>
                    <a:pt x="423233" y="3555"/>
                  </a:lnTo>
                  <a:lnTo>
                    <a:pt x="488430" y="11106"/>
                  </a:lnTo>
                  <a:lnTo>
                    <a:pt x="542760" y="22635"/>
                  </a:lnTo>
                  <a:lnTo>
                    <a:pt x="586587" y="32404"/>
                  </a:lnTo>
                  <a:lnTo>
                    <a:pt x="623350" y="47048"/>
                  </a:lnTo>
                  <a:lnTo>
                    <a:pt x="651964" y="83448"/>
                  </a:lnTo>
                  <a:lnTo>
                    <a:pt x="645263" y="98972"/>
                  </a:lnTo>
                  <a:lnTo>
                    <a:pt x="586587" y="132714"/>
                  </a:lnTo>
                  <a:lnTo>
                    <a:pt x="542760" y="142465"/>
                  </a:lnTo>
                  <a:lnTo>
                    <a:pt x="488430" y="153572"/>
                  </a:lnTo>
                  <a:lnTo>
                    <a:pt x="423233" y="161563"/>
                  </a:lnTo>
                  <a:lnTo>
                    <a:pt x="358761" y="164661"/>
                  </a:lnTo>
                  <a:lnTo>
                    <a:pt x="289943" y="164661"/>
                  </a:lnTo>
                  <a:lnTo>
                    <a:pt x="224746" y="161563"/>
                  </a:lnTo>
                  <a:lnTo>
                    <a:pt x="162447" y="153572"/>
                  </a:lnTo>
                  <a:lnTo>
                    <a:pt x="104676" y="142465"/>
                  </a:lnTo>
                  <a:lnTo>
                    <a:pt x="61212" y="132714"/>
                  </a:lnTo>
                  <a:lnTo>
                    <a:pt x="24086" y="117172"/>
                  </a:lnTo>
                  <a:lnTo>
                    <a:pt x="0" y="83448"/>
                  </a:lnTo>
                  <a:close/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3737856" y="3756783"/>
              <a:ext cx="725170" cy="122555"/>
            </a:xfrm>
            <a:custGeom>
              <a:avLst/>
              <a:gdLst/>
              <a:ahLst/>
              <a:cxnLst/>
              <a:rect l="l" t="t" r="r" b="b"/>
              <a:pathLst>
                <a:path w="725170" h="122554">
                  <a:moveTo>
                    <a:pt x="725129" y="0"/>
                  </a:moveTo>
                  <a:lnTo>
                    <a:pt x="0" y="0"/>
                  </a:lnTo>
                  <a:lnTo>
                    <a:pt x="0" y="122049"/>
                  </a:lnTo>
                  <a:lnTo>
                    <a:pt x="725129" y="122049"/>
                  </a:lnTo>
                  <a:lnTo>
                    <a:pt x="7251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3776068" y="3597439"/>
              <a:ext cx="656590" cy="287655"/>
            </a:xfrm>
            <a:custGeom>
              <a:avLst/>
              <a:gdLst/>
              <a:ahLst/>
              <a:cxnLst/>
              <a:rect l="l" t="t" r="r" b="b"/>
              <a:pathLst>
                <a:path w="656589" h="287654">
                  <a:moveTo>
                    <a:pt x="0" y="0"/>
                  </a:moveTo>
                  <a:lnTo>
                    <a:pt x="0" y="287148"/>
                  </a:lnTo>
                </a:path>
                <a:path w="656589" h="287654">
                  <a:moveTo>
                    <a:pt x="656311" y="0"/>
                  </a:moveTo>
                  <a:lnTo>
                    <a:pt x="656311" y="287148"/>
                  </a:lnTo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1212416" y="3184631"/>
              <a:ext cx="6711950" cy="433070"/>
            </a:xfrm>
            <a:custGeom>
              <a:avLst/>
              <a:gdLst/>
              <a:ahLst/>
              <a:cxnLst/>
              <a:rect l="l" t="t" r="r" b="b"/>
              <a:pathLst>
                <a:path w="6711950" h="433070">
                  <a:moveTo>
                    <a:pt x="8330" y="2199"/>
                  </a:moveTo>
                  <a:lnTo>
                    <a:pt x="9634" y="418580"/>
                  </a:lnTo>
                </a:path>
                <a:path w="6711950" h="433070">
                  <a:moveTo>
                    <a:pt x="983198" y="18328"/>
                  </a:moveTo>
                  <a:lnTo>
                    <a:pt x="984086" y="432785"/>
                  </a:lnTo>
                </a:path>
                <a:path w="6711950" h="433070">
                  <a:moveTo>
                    <a:pt x="1939214" y="10263"/>
                  </a:moveTo>
                  <a:lnTo>
                    <a:pt x="1939214" y="425233"/>
                  </a:lnTo>
                </a:path>
                <a:path w="6711950" h="433070">
                  <a:moveTo>
                    <a:pt x="2893074" y="2199"/>
                  </a:moveTo>
                  <a:lnTo>
                    <a:pt x="2893074" y="418580"/>
                  </a:lnTo>
                </a:path>
                <a:path w="6711950" h="433070">
                  <a:moveTo>
                    <a:pt x="0" y="2199"/>
                  </a:moveTo>
                  <a:lnTo>
                    <a:pt x="6711595" y="0"/>
                  </a:lnTo>
                </a:path>
              </a:pathLst>
            </a:custGeom>
            <a:ln w="18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3" name="object 83" descr=""/>
          <p:cNvSpPr txBox="1"/>
          <p:nvPr/>
        </p:nvSpPr>
        <p:spPr>
          <a:xfrm>
            <a:off x="1160291" y="3705159"/>
            <a:ext cx="144780" cy="2260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-50">
                <a:latin typeface="Times New Roman"/>
                <a:cs typeface="Times New Roman"/>
              </a:rPr>
              <a:t>A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84" name="object 84" descr=""/>
          <p:cNvSpPr txBox="1"/>
          <p:nvPr/>
        </p:nvSpPr>
        <p:spPr>
          <a:xfrm>
            <a:off x="2128150" y="3705159"/>
            <a:ext cx="144780" cy="2260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-50">
                <a:latin typeface="Times New Roman"/>
                <a:cs typeface="Times New Roman"/>
              </a:rPr>
              <a:t>A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85" name="object 85" descr=""/>
          <p:cNvSpPr txBox="1"/>
          <p:nvPr/>
        </p:nvSpPr>
        <p:spPr>
          <a:xfrm>
            <a:off x="3076813" y="3705159"/>
            <a:ext cx="126364" cy="2260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-50">
                <a:latin typeface="Times New Roman"/>
                <a:cs typeface="Times New Roman"/>
              </a:rPr>
              <a:t>E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86" name="object 86" descr=""/>
          <p:cNvSpPr txBox="1"/>
          <p:nvPr/>
        </p:nvSpPr>
        <p:spPr>
          <a:xfrm>
            <a:off x="4030674" y="3696321"/>
            <a:ext cx="143510" cy="25907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00" spc="-50">
                <a:latin typeface="Times New Roman"/>
                <a:cs typeface="Times New Roman"/>
              </a:rPr>
              <a:t>E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87" name="object 87" descr=""/>
          <p:cNvSpPr txBox="1"/>
          <p:nvPr/>
        </p:nvSpPr>
        <p:spPr>
          <a:xfrm>
            <a:off x="1161160" y="4027810"/>
            <a:ext cx="135890" cy="2260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-50">
                <a:latin typeface="Times New Roman"/>
                <a:cs typeface="Times New Roman"/>
              </a:rPr>
              <a:t>B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88" name="object 88" descr=""/>
          <p:cNvSpPr txBox="1"/>
          <p:nvPr/>
        </p:nvSpPr>
        <p:spPr>
          <a:xfrm>
            <a:off x="1166847" y="4631854"/>
            <a:ext cx="144780" cy="2260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-50">
                <a:latin typeface="Times New Roman"/>
                <a:cs typeface="Times New Roman"/>
              </a:rPr>
              <a:t>D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89" name="object 89" descr=""/>
          <p:cNvSpPr txBox="1"/>
          <p:nvPr/>
        </p:nvSpPr>
        <p:spPr>
          <a:xfrm>
            <a:off x="2128150" y="4630516"/>
            <a:ext cx="144780" cy="2260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-50">
                <a:latin typeface="Times New Roman"/>
                <a:cs typeface="Times New Roman"/>
              </a:rPr>
              <a:t>D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90" name="object 90" descr=""/>
          <p:cNvSpPr txBox="1"/>
          <p:nvPr/>
        </p:nvSpPr>
        <p:spPr>
          <a:xfrm>
            <a:off x="3076813" y="4622965"/>
            <a:ext cx="144780" cy="2260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-50">
                <a:latin typeface="Times New Roman"/>
                <a:cs typeface="Times New Roman"/>
              </a:rPr>
              <a:t>H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91" name="object 91" descr=""/>
          <p:cNvSpPr txBox="1"/>
          <p:nvPr/>
        </p:nvSpPr>
        <p:spPr>
          <a:xfrm>
            <a:off x="1176499" y="4344705"/>
            <a:ext cx="135890" cy="2260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-50">
                <a:latin typeface="Times New Roman"/>
                <a:cs typeface="Times New Roman"/>
              </a:rPr>
              <a:t>C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92" name="object 92" descr=""/>
          <p:cNvSpPr txBox="1"/>
          <p:nvPr/>
        </p:nvSpPr>
        <p:spPr>
          <a:xfrm>
            <a:off x="2136916" y="4344705"/>
            <a:ext cx="135890" cy="2260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-50">
                <a:latin typeface="Times New Roman"/>
                <a:cs typeface="Times New Roman"/>
              </a:rPr>
              <a:t>C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93" name="object 93" descr=""/>
          <p:cNvSpPr txBox="1"/>
          <p:nvPr/>
        </p:nvSpPr>
        <p:spPr>
          <a:xfrm>
            <a:off x="3082065" y="4344706"/>
            <a:ext cx="144780" cy="2260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-50">
                <a:latin typeface="Times New Roman"/>
                <a:cs typeface="Times New Roman"/>
              </a:rPr>
              <a:t>G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94" name="object 94" descr=""/>
          <p:cNvSpPr txBox="1"/>
          <p:nvPr/>
        </p:nvSpPr>
        <p:spPr>
          <a:xfrm>
            <a:off x="4035926" y="4344706"/>
            <a:ext cx="144780" cy="2260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-50">
                <a:latin typeface="Times New Roman"/>
                <a:cs typeface="Times New Roman"/>
              </a:rPr>
              <a:t>G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95" name="object 95" descr=""/>
          <p:cNvSpPr txBox="1"/>
          <p:nvPr/>
        </p:nvSpPr>
        <p:spPr>
          <a:xfrm>
            <a:off x="2136046" y="4030046"/>
            <a:ext cx="135890" cy="2260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-50">
                <a:latin typeface="Times New Roman"/>
                <a:cs typeface="Times New Roman"/>
              </a:rPr>
              <a:t>B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96" name="object 96" descr=""/>
          <p:cNvSpPr txBox="1"/>
          <p:nvPr/>
        </p:nvSpPr>
        <p:spPr>
          <a:xfrm>
            <a:off x="3082065" y="4035361"/>
            <a:ext cx="117475" cy="2260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-50">
                <a:latin typeface="Times New Roman"/>
                <a:cs typeface="Times New Roman"/>
              </a:rPr>
              <a:t>F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97" name="object 97" descr=""/>
          <p:cNvSpPr txBox="1"/>
          <p:nvPr/>
        </p:nvSpPr>
        <p:spPr>
          <a:xfrm>
            <a:off x="4033571" y="4035361"/>
            <a:ext cx="117475" cy="2260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-50">
                <a:latin typeface="Times New Roman"/>
                <a:cs typeface="Times New Roman"/>
              </a:rPr>
              <a:t>F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98" name="object 98" descr=""/>
          <p:cNvGrpSpPr/>
          <p:nvPr/>
        </p:nvGrpSpPr>
        <p:grpSpPr>
          <a:xfrm>
            <a:off x="4691716" y="3518429"/>
            <a:ext cx="3587115" cy="1379855"/>
            <a:chOff x="4691716" y="3518429"/>
            <a:chExt cx="3587115" cy="1379855"/>
          </a:xfrm>
        </p:grpSpPr>
        <p:sp>
          <p:nvSpPr>
            <p:cNvPr id="99" name="object 99" descr=""/>
            <p:cNvSpPr/>
            <p:nvPr/>
          </p:nvSpPr>
          <p:spPr>
            <a:xfrm>
              <a:off x="4729928" y="4451792"/>
              <a:ext cx="652145" cy="432434"/>
            </a:xfrm>
            <a:custGeom>
              <a:avLst/>
              <a:gdLst/>
              <a:ahLst/>
              <a:cxnLst/>
              <a:rect l="l" t="t" r="r" b="b"/>
              <a:pathLst>
                <a:path w="652145" h="432435">
                  <a:moveTo>
                    <a:pt x="0" y="351499"/>
                  </a:moveTo>
                  <a:lnTo>
                    <a:pt x="24086" y="313779"/>
                  </a:lnTo>
                  <a:lnTo>
                    <a:pt x="61212" y="299575"/>
                  </a:lnTo>
                  <a:lnTo>
                    <a:pt x="104676" y="289366"/>
                  </a:lnTo>
                  <a:lnTo>
                    <a:pt x="162447" y="278259"/>
                  </a:lnTo>
                  <a:lnTo>
                    <a:pt x="224746" y="270286"/>
                  </a:lnTo>
                  <a:lnTo>
                    <a:pt x="289943" y="267171"/>
                  </a:lnTo>
                  <a:lnTo>
                    <a:pt x="358761" y="267171"/>
                  </a:lnTo>
                  <a:lnTo>
                    <a:pt x="423233" y="270286"/>
                  </a:lnTo>
                  <a:lnTo>
                    <a:pt x="488430" y="278259"/>
                  </a:lnTo>
                  <a:lnTo>
                    <a:pt x="542760" y="289366"/>
                  </a:lnTo>
                  <a:lnTo>
                    <a:pt x="586587" y="299575"/>
                  </a:lnTo>
                  <a:lnTo>
                    <a:pt x="623350" y="313779"/>
                  </a:lnTo>
                  <a:lnTo>
                    <a:pt x="651964" y="351499"/>
                  </a:lnTo>
                  <a:lnTo>
                    <a:pt x="645263" y="366143"/>
                  </a:lnTo>
                  <a:lnTo>
                    <a:pt x="586587" y="399427"/>
                  </a:lnTo>
                  <a:lnTo>
                    <a:pt x="542760" y="409636"/>
                  </a:lnTo>
                  <a:lnTo>
                    <a:pt x="488430" y="420725"/>
                  </a:lnTo>
                  <a:lnTo>
                    <a:pt x="423233" y="428276"/>
                  </a:lnTo>
                  <a:lnTo>
                    <a:pt x="358761" y="431832"/>
                  </a:lnTo>
                  <a:lnTo>
                    <a:pt x="289943" y="431832"/>
                  </a:lnTo>
                  <a:lnTo>
                    <a:pt x="224746" y="428276"/>
                  </a:lnTo>
                  <a:lnTo>
                    <a:pt x="162447" y="420725"/>
                  </a:lnTo>
                  <a:lnTo>
                    <a:pt x="104676" y="409636"/>
                  </a:lnTo>
                  <a:lnTo>
                    <a:pt x="61212" y="399427"/>
                  </a:lnTo>
                  <a:lnTo>
                    <a:pt x="24086" y="385223"/>
                  </a:lnTo>
                  <a:lnTo>
                    <a:pt x="0" y="351499"/>
                  </a:lnTo>
                  <a:close/>
                </a:path>
                <a:path w="652145" h="432435">
                  <a:moveTo>
                    <a:pt x="0" y="84768"/>
                  </a:moveTo>
                  <a:lnTo>
                    <a:pt x="24086" y="47048"/>
                  </a:lnTo>
                  <a:lnTo>
                    <a:pt x="61212" y="32386"/>
                  </a:lnTo>
                  <a:lnTo>
                    <a:pt x="104676" y="22195"/>
                  </a:lnTo>
                  <a:lnTo>
                    <a:pt x="162447" y="11088"/>
                  </a:lnTo>
                  <a:lnTo>
                    <a:pt x="224746" y="3537"/>
                  </a:lnTo>
                  <a:lnTo>
                    <a:pt x="289943" y="0"/>
                  </a:lnTo>
                  <a:lnTo>
                    <a:pt x="358761" y="0"/>
                  </a:lnTo>
                  <a:lnTo>
                    <a:pt x="423233" y="3537"/>
                  </a:lnTo>
                  <a:lnTo>
                    <a:pt x="488430" y="11088"/>
                  </a:lnTo>
                  <a:lnTo>
                    <a:pt x="542760" y="22195"/>
                  </a:lnTo>
                  <a:lnTo>
                    <a:pt x="586587" y="32386"/>
                  </a:lnTo>
                  <a:lnTo>
                    <a:pt x="623350" y="47048"/>
                  </a:lnTo>
                  <a:lnTo>
                    <a:pt x="651964" y="84768"/>
                  </a:lnTo>
                  <a:lnTo>
                    <a:pt x="645263" y="98972"/>
                  </a:lnTo>
                  <a:lnTo>
                    <a:pt x="586587" y="132696"/>
                  </a:lnTo>
                  <a:lnTo>
                    <a:pt x="542760" y="142465"/>
                  </a:lnTo>
                  <a:lnTo>
                    <a:pt x="488430" y="153554"/>
                  </a:lnTo>
                  <a:lnTo>
                    <a:pt x="423233" y="161545"/>
                  </a:lnTo>
                  <a:lnTo>
                    <a:pt x="358761" y="164642"/>
                  </a:lnTo>
                  <a:lnTo>
                    <a:pt x="289943" y="164642"/>
                  </a:lnTo>
                  <a:lnTo>
                    <a:pt x="224746" y="161545"/>
                  </a:lnTo>
                  <a:lnTo>
                    <a:pt x="162447" y="153554"/>
                  </a:lnTo>
                  <a:lnTo>
                    <a:pt x="104676" y="142465"/>
                  </a:lnTo>
                  <a:lnTo>
                    <a:pt x="61212" y="132696"/>
                  </a:lnTo>
                  <a:lnTo>
                    <a:pt x="24086" y="118052"/>
                  </a:lnTo>
                  <a:lnTo>
                    <a:pt x="0" y="84768"/>
                  </a:lnTo>
                  <a:close/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4691716" y="4683460"/>
              <a:ext cx="725170" cy="122555"/>
            </a:xfrm>
            <a:custGeom>
              <a:avLst/>
              <a:gdLst/>
              <a:ahLst/>
              <a:cxnLst/>
              <a:rect l="l" t="t" r="r" b="b"/>
              <a:pathLst>
                <a:path w="725170" h="122554">
                  <a:moveTo>
                    <a:pt x="725129" y="0"/>
                  </a:moveTo>
                  <a:lnTo>
                    <a:pt x="0" y="0"/>
                  </a:lnTo>
                  <a:lnTo>
                    <a:pt x="0" y="122049"/>
                  </a:lnTo>
                  <a:lnTo>
                    <a:pt x="725129" y="122049"/>
                  </a:lnTo>
                  <a:lnTo>
                    <a:pt x="7251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 descr=""/>
            <p:cNvSpPr/>
            <p:nvPr/>
          </p:nvSpPr>
          <p:spPr>
            <a:xfrm>
              <a:off x="4729928" y="4524134"/>
              <a:ext cx="656590" cy="287655"/>
            </a:xfrm>
            <a:custGeom>
              <a:avLst/>
              <a:gdLst/>
              <a:ahLst/>
              <a:cxnLst/>
              <a:rect l="l" t="t" r="r" b="b"/>
              <a:pathLst>
                <a:path w="656589" h="287654">
                  <a:moveTo>
                    <a:pt x="0" y="0"/>
                  </a:moveTo>
                  <a:lnTo>
                    <a:pt x="0" y="287148"/>
                  </a:lnTo>
                </a:path>
                <a:path w="656589" h="287654">
                  <a:moveTo>
                    <a:pt x="656311" y="0"/>
                  </a:moveTo>
                  <a:lnTo>
                    <a:pt x="656311" y="287148"/>
                  </a:lnTo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 descr=""/>
            <p:cNvSpPr/>
            <p:nvPr/>
          </p:nvSpPr>
          <p:spPr>
            <a:xfrm>
              <a:off x="4729928" y="4410957"/>
              <a:ext cx="652145" cy="165735"/>
            </a:xfrm>
            <a:custGeom>
              <a:avLst/>
              <a:gdLst/>
              <a:ahLst/>
              <a:cxnLst/>
              <a:rect l="l" t="t" r="r" b="b"/>
              <a:pathLst>
                <a:path w="652145" h="165735">
                  <a:moveTo>
                    <a:pt x="358761" y="0"/>
                  </a:moveTo>
                  <a:lnTo>
                    <a:pt x="289943" y="0"/>
                  </a:lnTo>
                  <a:lnTo>
                    <a:pt x="224746" y="4435"/>
                  </a:lnTo>
                  <a:lnTo>
                    <a:pt x="162447" y="11088"/>
                  </a:lnTo>
                  <a:lnTo>
                    <a:pt x="104676" y="22195"/>
                  </a:lnTo>
                  <a:lnTo>
                    <a:pt x="61212" y="31946"/>
                  </a:lnTo>
                  <a:lnTo>
                    <a:pt x="24086" y="47488"/>
                  </a:lnTo>
                  <a:lnTo>
                    <a:pt x="0" y="84328"/>
                  </a:lnTo>
                  <a:lnTo>
                    <a:pt x="7787" y="98972"/>
                  </a:lnTo>
                  <a:lnTo>
                    <a:pt x="61212" y="132256"/>
                  </a:lnTo>
                  <a:lnTo>
                    <a:pt x="104676" y="143345"/>
                  </a:lnTo>
                  <a:lnTo>
                    <a:pt x="162447" y="154452"/>
                  </a:lnTo>
                  <a:lnTo>
                    <a:pt x="224746" y="161105"/>
                  </a:lnTo>
                  <a:lnTo>
                    <a:pt x="289943" y="165540"/>
                  </a:lnTo>
                  <a:lnTo>
                    <a:pt x="358761" y="165540"/>
                  </a:lnTo>
                  <a:lnTo>
                    <a:pt x="423233" y="161105"/>
                  </a:lnTo>
                  <a:lnTo>
                    <a:pt x="488430" y="154452"/>
                  </a:lnTo>
                  <a:lnTo>
                    <a:pt x="542760" y="143345"/>
                  </a:lnTo>
                  <a:lnTo>
                    <a:pt x="586587" y="132256"/>
                  </a:lnTo>
                  <a:lnTo>
                    <a:pt x="623350" y="117612"/>
                  </a:lnTo>
                  <a:lnTo>
                    <a:pt x="651964" y="84328"/>
                  </a:lnTo>
                  <a:lnTo>
                    <a:pt x="645263" y="65248"/>
                  </a:lnTo>
                  <a:lnTo>
                    <a:pt x="586587" y="31946"/>
                  </a:lnTo>
                  <a:lnTo>
                    <a:pt x="542760" y="22195"/>
                  </a:lnTo>
                  <a:lnTo>
                    <a:pt x="488430" y="11088"/>
                  </a:lnTo>
                  <a:lnTo>
                    <a:pt x="423233" y="4435"/>
                  </a:lnTo>
                  <a:lnTo>
                    <a:pt x="3587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4729928" y="4143786"/>
              <a:ext cx="652145" cy="433070"/>
            </a:xfrm>
            <a:custGeom>
              <a:avLst/>
              <a:gdLst/>
              <a:ahLst/>
              <a:cxnLst/>
              <a:rect l="l" t="t" r="r" b="b"/>
              <a:pathLst>
                <a:path w="652145" h="433070">
                  <a:moveTo>
                    <a:pt x="0" y="351499"/>
                  </a:moveTo>
                  <a:lnTo>
                    <a:pt x="24086" y="314659"/>
                  </a:lnTo>
                  <a:lnTo>
                    <a:pt x="61212" y="299117"/>
                  </a:lnTo>
                  <a:lnTo>
                    <a:pt x="104676" y="289366"/>
                  </a:lnTo>
                  <a:lnTo>
                    <a:pt x="162447" y="278259"/>
                  </a:lnTo>
                  <a:lnTo>
                    <a:pt x="224746" y="271606"/>
                  </a:lnTo>
                  <a:lnTo>
                    <a:pt x="289943" y="267171"/>
                  </a:lnTo>
                  <a:lnTo>
                    <a:pt x="358761" y="267171"/>
                  </a:lnTo>
                  <a:lnTo>
                    <a:pt x="423233" y="271606"/>
                  </a:lnTo>
                  <a:lnTo>
                    <a:pt x="488430" y="278259"/>
                  </a:lnTo>
                  <a:lnTo>
                    <a:pt x="542760" y="289366"/>
                  </a:lnTo>
                  <a:lnTo>
                    <a:pt x="586587" y="299117"/>
                  </a:lnTo>
                  <a:lnTo>
                    <a:pt x="623350" y="314659"/>
                  </a:lnTo>
                  <a:lnTo>
                    <a:pt x="651964" y="351499"/>
                  </a:lnTo>
                  <a:lnTo>
                    <a:pt x="645263" y="366143"/>
                  </a:lnTo>
                  <a:lnTo>
                    <a:pt x="586587" y="399427"/>
                  </a:lnTo>
                  <a:lnTo>
                    <a:pt x="542760" y="410516"/>
                  </a:lnTo>
                  <a:lnTo>
                    <a:pt x="488430" y="421623"/>
                  </a:lnTo>
                  <a:lnTo>
                    <a:pt x="423233" y="428276"/>
                  </a:lnTo>
                  <a:lnTo>
                    <a:pt x="358761" y="432712"/>
                  </a:lnTo>
                  <a:lnTo>
                    <a:pt x="289943" y="432712"/>
                  </a:lnTo>
                  <a:lnTo>
                    <a:pt x="224746" y="428276"/>
                  </a:lnTo>
                  <a:lnTo>
                    <a:pt x="162447" y="421623"/>
                  </a:lnTo>
                  <a:lnTo>
                    <a:pt x="104676" y="410516"/>
                  </a:lnTo>
                  <a:lnTo>
                    <a:pt x="61212" y="399427"/>
                  </a:lnTo>
                  <a:lnTo>
                    <a:pt x="24086" y="384783"/>
                  </a:lnTo>
                  <a:lnTo>
                    <a:pt x="0" y="351499"/>
                  </a:lnTo>
                  <a:close/>
                </a:path>
                <a:path w="652145" h="433070">
                  <a:moveTo>
                    <a:pt x="0" y="84768"/>
                  </a:moveTo>
                  <a:lnTo>
                    <a:pt x="24086" y="47928"/>
                  </a:lnTo>
                  <a:lnTo>
                    <a:pt x="61212" y="32386"/>
                  </a:lnTo>
                  <a:lnTo>
                    <a:pt x="104676" y="22177"/>
                  </a:lnTo>
                  <a:lnTo>
                    <a:pt x="162447" y="11088"/>
                  </a:lnTo>
                  <a:lnTo>
                    <a:pt x="224746" y="4435"/>
                  </a:lnTo>
                  <a:lnTo>
                    <a:pt x="289943" y="0"/>
                  </a:lnTo>
                  <a:lnTo>
                    <a:pt x="358761" y="0"/>
                  </a:lnTo>
                  <a:lnTo>
                    <a:pt x="423233" y="4435"/>
                  </a:lnTo>
                  <a:lnTo>
                    <a:pt x="488430" y="11088"/>
                  </a:lnTo>
                  <a:lnTo>
                    <a:pt x="542760" y="22177"/>
                  </a:lnTo>
                  <a:lnTo>
                    <a:pt x="586587" y="32386"/>
                  </a:lnTo>
                  <a:lnTo>
                    <a:pt x="623350" y="47928"/>
                  </a:lnTo>
                  <a:lnTo>
                    <a:pt x="651964" y="84768"/>
                  </a:lnTo>
                  <a:lnTo>
                    <a:pt x="645263" y="98972"/>
                  </a:lnTo>
                  <a:lnTo>
                    <a:pt x="586587" y="132256"/>
                  </a:lnTo>
                  <a:lnTo>
                    <a:pt x="542760" y="143345"/>
                  </a:lnTo>
                  <a:lnTo>
                    <a:pt x="488430" y="154433"/>
                  </a:lnTo>
                  <a:lnTo>
                    <a:pt x="423233" y="161105"/>
                  </a:lnTo>
                  <a:lnTo>
                    <a:pt x="358761" y="165540"/>
                  </a:lnTo>
                  <a:lnTo>
                    <a:pt x="289943" y="165540"/>
                  </a:lnTo>
                  <a:lnTo>
                    <a:pt x="224746" y="161105"/>
                  </a:lnTo>
                  <a:lnTo>
                    <a:pt x="162447" y="154433"/>
                  </a:lnTo>
                  <a:lnTo>
                    <a:pt x="104676" y="143345"/>
                  </a:lnTo>
                  <a:lnTo>
                    <a:pt x="61212" y="132256"/>
                  </a:lnTo>
                  <a:lnTo>
                    <a:pt x="24086" y="118052"/>
                  </a:lnTo>
                  <a:lnTo>
                    <a:pt x="0" y="84768"/>
                  </a:lnTo>
                  <a:close/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 descr=""/>
            <p:cNvSpPr/>
            <p:nvPr/>
          </p:nvSpPr>
          <p:spPr>
            <a:xfrm>
              <a:off x="4691716" y="4376348"/>
              <a:ext cx="725170" cy="122555"/>
            </a:xfrm>
            <a:custGeom>
              <a:avLst/>
              <a:gdLst/>
              <a:ahLst/>
              <a:cxnLst/>
              <a:rect l="l" t="t" r="r" b="b"/>
              <a:pathLst>
                <a:path w="725170" h="122554">
                  <a:moveTo>
                    <a:pt x="725129" y="0"/>
                  </a:moveTo>
                  <a:lnTo>
                    <a:pt x="0" y="0"/>
                  </a:lnTo>
                  <a:lnTo>
                    <a:pt x="0" y="122493"/>
                  </a:lnTo>
                  <a:lnTo>
                    <a:pt x="725129" y="122493"/>
                  </a:lnTo>
                  <a:lnTo>
                    <a:pt x="7251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 descr=""/>
            <p:cNvSpPr/>
            <p:nvPr/>
          </p:nvSpPr>
          <p:spPr>
            <a:xfrm>
              <a:off x="4729928" y="4216127"/>
              <a:ext cx="656590" cy="288290"/>
            </a:xfrm>
            <a:custGeom>
              <a:avLst/>
              <a:gdLst/>
              <a:ahLst/>
              <a:cxnLst/>
              <a:rect l="l" t="t" r="r" b="b"/>
              <a:pathLst>
                <a:path w="656589" h="288289">
                  <a:moveTo>
                    <a:pt x="0" y="0"/>
                  </a:moveTo>
                  <a:lnTo>
                    <a:pt x="0" y="288028"/>
                  </a:lnTo>
                </a:path>
                <a:path w="656589" h="288289">
                  <a:moveTo>
                    <a:pt x="656311" y="0"/>
                  </a:moveTo>
                  <a:lnTo>
                    <a:pt x="656311" y="288028"/>
                  </a:lnTo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 descr=""/>
            <p:cNvSpPr/>
            <p:nvPr/>
          </p:nvSpPr>
          <p:spPr>
            <a:xfrm>
              <a:off x="4729928" y="4099395"/>
              <a:ext cx="652145" cy="165735"/>
            </a:xfrm>
            <a:custGeom>
              <a:avLst/>
              <a:gdLst/>
              <a:ahLst/>
              <a:cxnLst/>
              <a:rect l="l" t="t" r="r" b="b"/>
              <a:pathLst>
                <a:path w="652145" h="165735">
                  <a:moveTo>
                    <a:pt x="358761" y="0"/>
                  </a:moveTo>
                  <a:lnTo>
                    <a:pt x="289943" y="0"/>
                  </a:lnTo>
                  <a:lnTo>
                    <a:pt x="224746" y="4435"/>
                  </a:lnTo>
                  <a:lnTo>
                    <a:pt x="162447" y="11106"/>
                  </a:lnTo>
                  <a:lnTo>
                    <a:pt x="104676" y="22195"/>
                  </a:lnTo>
                  <a:lnTo>
                    <a:pt x="61212" y="31964"/>
                  </a:lnTo>
                  <a:lnTo>
                    <a:pt x="24086" y="47928"/>
                  </a:lnTo>
                  <a:lnTo>
                    <a:pt x="0" y="84328"/>
                  </a:lnTo>
                  <a:lnTo>
                    <a:pt x="7787" y="98972"/>
                  </a:lnTo>
                  <a:lnTo>
                    <a:pt x="61212" y="132256"/>
                  </a:lnTo>
                  <a:lnTo>
                    <a:pt x="104676" y="143363"/>
                  </a:lnTo>
                  <a:lnTo>
                    <a:pt x="162447" y="154452"/>
                  </a:lnTo>
                  <a:lnTo>
                    <a:pt x="224746" y="161105"/>
                  </a:lnTo>
                  <a:lnTo>
                    <a:pt x="289943" y="165540"/>
                  </a:lnTo>
                  <a:lnTo>
                    <a:pt x="358761" y="165540"/>
                  </a:lnTo>
                  <a:lnTo>
                    <a:pt x="423233" y="161105"/>
                  </a:lnTo>
                  <a:lnTo>
                    <a:pt x="488430" y="154452"/>
                  </a:lnTo>
                  <a:lnTo>
                    <a:pt x="542760" y="143363"/>
                  </a:lnTo>
                  <a:lnTo>
                    <a:pt x="586587" y="132256"/>
                  </a:lnTo>
                  <a:lnTo>
                    <a:pt x="623350" y="117612"/>
                  </a:lnTo>
                  <a:lnTo>
                    <a:pt x="651964" y="84328"/>
                  </a:lnTo>
                  <a:lnTo>
                    <a:pt x="645263" y="65688"/>
                  </a:lnTo>
                  <a:lnTo>
                    <a:pt x="586587" y="31964"/>
                  </a:lnTo>
                  <a:lnTo>
                    <a:pt x="542760" y="22195"/>
                  </a:lnTo>
                  <a:lnTo>
                    <a:pt x="488430" y="11106"/>
                  </a:lnTo>
                  <a:lnTo>
                    <a:pt x="423233" y="4435"/>
                  </a:lnTo>
                  <a:lnTo>
                    <a:pt x="3587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 descr=""/>
            <p:cNvSpPr/>
            <p:nvPr/>
          </p:nvSpPr>
          <p:spPr>
            <a:xfrm>
              <a:off x="4729928" y="3832224"/>
              <a:ext cx="652145" cy="433070"/>
            </a:xfrm>
            <a:custGeom>
              <a:avLst/>
              <a:gdLst/>
              <a:ahLst/>
              <a:cxnLst/>
              <a:rect l="l" t="t" r="r" b="b"/>
              <a:pathLst>
                <a:path w="652145" h="433070">
                  <a:moveTo>
                    <a:pt x="0" y="351499"/>
                  </a:moveTo>
                  <a:lnTo>
                    <a:pt x="24086" y="315099"/>
                  </a:lnTo>
                  <a:lnTo>
                    <a:pt x="61212" y="299135"/>
                  </a:lnTo>
                  <a:lnTo>
                    <a:pt x="104676" y="289366"/>
                  </a:lnTo>
                  <a:lnTo>
                    <a:pt x="162447" y="278278"/>
                  </a:lnTo>
                  <a:lnTo>
                    <a:pt x="224746" y="271606"/>
                  </a:lnTo>
                  <a:lnTo>
                    <a:pt x="289943" y="267171"/>
                  </a:lnTo>
                  <a:lnTo>
                    <a:pt x="358761" y="267171"/>
                  </a:lnTo>
                  <a:lnTo>
                    <a:pt x="423233" y="271606"/>
                  </a:lnTo>
                  <a:lnTo>
                    <a:pt x="488430" y="278278"/>
                  </a:lnTo>
                  <a:lnTo>
                    <a:pt x="542760" y="289366"/>
                  </a:lnTo>
                  <a:lnTo>
                    <a:pt x="586587" y="299135"/>
                  </a:lnTo>
                  <a:lnTo>
                    <a:pt x="623350" y="315099"/>
                  </a:lnTo>
                  <a:lnTo>
                    <a:pt x="651964" y="351499"/>
                  </a:lnTo>
                  <a:lnTo>
                    <a:pt x="645263" y="366143"/>
                  </a:lnTo>
                  <a:lnTo>
                    <a:pt x="586587" y="399427"/>
                  </a:lnTo>
                  <a:lnTo>
                    <a:pt x="542760" y="410534"/>
                  </a:lnTo>
                  <a:lnTo>
                    <a:pt x="488430" y="421623"/>
                  </a:lnTo>
                  <a:lnTo>
                    <a:pt x="423233" y="428276"/>
                  </a:lnTo>
                  <a:lnTo>
                    <a:pt x="358761" y="432712"/>
                  </a:lnTo>
                  <a:lnTo>
                    <a:pt x="289943" y="432712"/>
                  </a:lnTo>
                  <a:lnTo>
                    <a:pt x="224746" y="428276"/>
                  </a:lnTo>
                  <a:lnTo>
                    <a:pt x="162447" y="421623"/>
                  </a:lnTo>
                  <a:lnTo>
                    <a:pt x="104676" y="410534"/>
                  </a:lnTo>
                  <a:lnTo>
                    <a:pt x="61212" y="399427"/>
                  </a:lnTo>
                  <a:lnTo>
                    <a:pt x="24086" y="384783"/>
                  </a:lnTo>
                  <a:lnTo>
                    <a:pt x="0" y="351499"/>
                  </a:lnTo>
                  <a:close/>
                </a:path>
                <a:path w="652145" h="433070">
                  <a:moveTo>
                    <a:pt x="0" y="84768"/>
                  </a:moveTo>
                  <a:lnTo>
                    <a:pt x="24086" y="47928"/>
                  </a:lnTo>
                  <a:lnTo>
                    <a:pt x="61212" y="32404"/>
                  </a:lnTo>
                  <a:lnTo>
                    <a:pt x="104676" y="22195"/>
                  </a:lnTo>
                  <a:lnTo>
                    <a:pt x="162447" y="11088"/>
                  </a:lnTo>
                  <a:lnTo>
                    <a:pt x="224746" y="4435"/>
                  </a:lnTo>
                  <a:lnTo>
                    <a:pt x="289943" y="0"/>
                  </a:lnTo>
                  <a:lnTo>
                    <a:pt x="358761" y="0"/>
                  </a:lnTo>
                  <a:lnTo>
                    <a:pt x="423233" y="4435"/>
                  </a:lnTo>
                  <a:lnTo>
                    <a:pt x="488430" y="11088"/>
                  </a:lnTo>
                  <a:lnTo>
                    <a:pt x="542760" y="22195"/>
                  </a:lnTo>
                  <a:lnTo>
                    <a:pt x="586587" y="32404"/>
                  </a:lnTo>
                  <a:lnTo>
                    <a:pt x="623350" y="47928"/>
                  </a:lnTo>
                  <a:lnTo>
                    <a:pt x="651964" y="84768"/>
                  </a:lnTo>
                  <a:lnTo>
                    <a:pt x="645263" y="98972"/>
                  </a:lnTo>
                  <a:lnTo>
                    <a:pt x="586587" y="132256"/>
                  </a:lnTo>
                  <a:lnTo>
                    <a:pt x="542760" y="143803"/>
                  </a:lnTo>
                  <a:lnTo>
                    <a:pt x="488430" y="154892"/>
                  </a:lnTo>
                  <a:lnTo>
                    <a:pt x="423233" y="161545"/>
                  </a:lnTo>
                  <a:lnTo>
                    <a:pt x="358761" y="165980"/>
                  </a:lnTo>
                  <a:lnTo>
                    <a:pt x="289943" y="165980"/>
                  </a:lnTo>
                  <a:lnTo>
                    <a:pt x="224746" y="161545"/>
                  </a:lnTo>
                  <a:lnTo>
                    <a:pt x="162447" y="154892"/>
                  </a:lnTo>
                  <a:lnTo>
                    <a:pt x="104676" y="143803"/>
                  </a:lnTo>
                  <a:lnTo>
                    <a:pt x="61212" y="132256"/>
                  </a:lnTo>
                  <a:lnTo>
                    <a:pt x="24086" y="118052"/>
                  </a:lnTo>
                  <a:lnTo>
                    <a:pt x="0" y="84768"/>
                  </a:lnTo>
                  <a:close/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 descr=""/>
            <p:cNvSpPr/>
            <p:nvPr/>
          </p:nvSpPr>
          <p:spPr>
            <a:xfrm>
              <a:off x="4691716" y="4064785"/>
              <a:ext cx="725170" cy="122555"/>
            </a:xfrm>
            <a:custGeom>
              <a:avLst/>
              <a:gdLst/>
              <a:ahLst/>
              <a:cxnLst/>
              <a:rect l="l" t="t" r="r" b="b"/>
              <a:pathLst>
                <a:path w="725170" h="122554">
                  <a:moveTo>
                    <a:pt x="725129" y="0"/>
                  </a:moveTo>
                  <a:lnTo>
                    <a:pt x="0" y="0"/>
                  </a:lnTo>
                  <a:lnTo>
                    <a:pt x="0" y="122493"/>
                  </a:lnTo>
                  <a:lnTo>
                    <a:pt x="725129" y="122493"/>
                  </a:lnTo>
                  <a:lnTo>
                    <a:pt x="7251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 descr=""/>
            <p:cNvSpPr/>
            <p:nvPr/>
          </p:nvSpPr>
          <p:spPr>
            <a:xfrm>
              <a:off x="4729928" y="3904565"/>
              <a:ext cx="656590" cy="288290"/>
            </a:xfrm>
            <a:custGeom>
              <a:avLst/>
              <a:gdLst/>
              <a:ahLst/>
              <a:cxnLst/>
              <a:rect l="l" t="t" r="r" b="b"/>
              <a:pathLst>
                <a:path w="656589" h="288289">
                  <a:moveTo>
                    <a:pt x="0" y="0"/>
                  </a:moveTo>
                  <a:lnTo>
                    <a:pt x="0" y="288028"/>
                  </a:lnTo>
                </a:path>
                <a:path w="656589" h="288289">
                  <a:moveTo>
                    <a:pt x="656311" y="0"/>
                  </a:moveTo>
                  <a:lnTo>
                    <a:pt x="656311" y="288028"/>
                  </a:lnTo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 descr=""/>
            <p:cNvSpPr/>
            <p:nvPr/>
          </p:nvSpPr>
          <p:spPr>
            <a:xfrm>
              <a:off x="4729928" y="3792286"/>
              <a:ext cx="652145" cy="165100"/>
            </a:xfrm>
            <a:custGeom>
              <a:avLst/>
              <a:gdLst/>
              <a:ahLst/>
              <a:cxnLst/>
              <a:rect l="l" t="t" r="r" b="b"/>
              <a:pathLst>
                <a:path w="652145" h="165100">
                  <a:moveTo>
                    <a:pt x="358761" y="0"/>
                  </a:moveTo>
                  <a:lnTo>
                    <a:pt x="289943" y="0"/>
                  </a:lnTo>
                  <a:lnTo>
                    <a:pt x="224746" y="3097"/>
                  </a:lnTo>
                  <a:lnTo>
                    <a:pt x="162447" y="11088"/>
                  </a:lnTo>
                  <a:lnTo>
                    <a:pt x="104676" y="22177"/>
                  </a:lnTo>
                  <a:lnTo>
                    <a:pt x="61212" y="32386"/>
                  </a:lnTo>
                  <a:lnTo>
                    <a:pt x="24086" y="46590"/>
                  </a:lnTo>
                  <a:lnTo>
                    <a:pt x="0" y="83430"/>
                  </a:lnTo>
                  <a:lnTo>
                    <a:pt x="7787" y="98972"/>
                  </a:lnTo>
                  <a:lnTo>
                    <a:pt x="61212" y="132256"/>
                  </a:lnTo>
                  <a:lnTo>
                    <a:pt x="104676" y="142465"/>
                  </a:lnTo>
                  <a:lnTo>
                    <a:pt x="162447" y="153554"/>
                  </a:lnTo>
                  <a:lnTo>
                    <a:pt x="224746" y="161105"/>
                  </a:lnTo>
                  <a:lnTo>
                    <a:pt x="289943" y="164642"/>
                  </a:lnTo>
                  <a:lnTo>
                    <a:pt x="358761" y="164642"/>
                  </a:lnTo>
                  <a:lnTo>
                    <a:pt x="423233" y="161105"/>
                  </a:lnTo>
                  <a:lnTo>
                    <a:pt x="488430" y="153554"/>
                  </a:lnTo>
                  <a:lnTo>
                    <a:pt x="542760" y="142465"/>
                  </a:lnTo>
                  <a:lnTo>
                    <a:pt x="586587" y="132256"/>
                  </a:lnTo>
                  <a:lnTo>
                    <a:pt x="623350" y="116714"/>
                  </a:lnTo>
                  <a:lnTo>
                    <a:pt x="651964" y="83430"/>
                  </a:lnTo>
                  <a:lnTo>
                    <a:pt x="645263" y="65670"/>
                  </a:lnTo>
                  <a:lnTo>
                    <a:pt x="586587" y="32386"/>
                  </a:lnTo>
                  <a:lnTo>
                    <a:pt x="542760" y="22177"/>
                  </a:lnTo>
                  <a:lnTo>
                    <a:pt x="488430" y="11088"/>
                  </a:lnTo>
                  <a:lnTo>
                    <a:pt x="423233" y="3097"/>
                  </a:lnTo>
                  <a:lnTo>
                    <a:pt x="3587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 descr=""/>
            <p:cNvSpPr/>
            <p:nvPr/>
          </p:nvSpPr>
          <p:spPr>
            <a:xfrm>
              <a:off x="4729928" y="3525097"/>
              <a:ext cx="652145" cy="432434"/>
            </a:xfrm>
            <a:custGeom>
              <a:avLst/>
              <a:gdLst/>
              <a:ahLst/>
              <a:cxnLst/>
              <a:rect l="l" t="t" r="r" b="b"/>
              <a:pathLst>
                <a:path w="652145" h="432435">
                  <a:moveTo>
                    <a:pt x="0" y="350619"/>
                  </a:moveTo>
                  <a:lnTo>
                    <a:pt x="24086" y="313779"/>
                  </a:lnTo>
                  <a:lnTo>
                    <a:pt x="61212" y="299575"/>
                  </a:lnTo>
                  <a:lnTo>
                    <a:pt x="104676" y="289366"/>
                  </a:lnTo>
                  <a:lnTo>
                    <a:pt x="162447" y="278278"/>
                  </a:lnTo>
                  <a:lnTo>
                    <a:pt x="224746" y="270286"/>
                  </a:lnTo>
                  <a:lnTo>
                    <a:pt x="289943" y="267189"/>
                  </a:lnTo>
                  <a:lnTo>
                    <a:pt x="358761" y="267189"/>
                  </a:lnTo>
                  <a:lnTo>
                    <a:pt x="423233" y="270286"/>
                  </a:lnTo>
                  <a:lnTo>
                    <a:pt x="488430" y="278278"/>
                  </a:lnTo>
                  <a:lnTo>
                    <a:pt x="542760" y="289366"/>
                  </a:lnTo>
                  <a:lnTo>
                    <a:pt x="586587" y="299575"/>
                  </a:lnTo>
                  <a:lnTo>
                    <a:pt x="623350" y="313779"/>
                  </a:lnTo>
                  <a:lnTo>
                    <a:pt x="651964" y="350619"/>
                  </a:lnTo>
                  <a:lnTo>
                    <a:pt x="645263" y="366162"/>
                  </a:lnTo>
                  <a:lnTo>
                    <a:pt x="586587" y="399446"/>
                  </a:lnTo>
                  <a:lnTo>
                    <a:pt x="542760" y="409655"/>
                  </a:lnTo>
                  <a:lnTo>
                    <a:pt x="488430" y="420743"/>
                  </a:lnTo>
                  <a:lnTo>
                    <a:pt x="423233" y="428294"/>
                  </a:lnTo>
                  <a:lnTo>
                    <a:pt x="358761" y="431832"/>
                  </a:lnTo>
                  <a:lnTo>
                    <a:pt x="289943" y="431832"/>
                  </a:lnTo>
                  <a:lnTo>
                    <a:pt x="224746" y="428294"/>
                  </a:lnTo>
                  <a:lnTo>
                    <a:pt x="162447" y="420743"/>
                  </a:lnTo>
                  <a:lnTo>
                    <a:pt x="104676" y="409655"/>
                  </a:lnTo>
                  <a:lnTo>
                    <a:pt x="61212" y="399446"/>
                  </a:lnTo>
                  <a:lnTo>
                    <a:pt x="24086" y="383903"/>
                  </a:lnTo>
                  <a:lnTo>
                    <a:pt x="0" y="350619"/>
                  </a:lnTo>
                  <a:close/>
                </a:path>
                <a:path w="652145" h="432435">
                  <a:moveTo>
                    <a:pt x="0" y="83448"/>
                  </a:moveTo>
                  <a:lnTo>
                    <a:pt x="24086" y="47048"/>
                  </a:lnTo>
                  <a:lnTo>
                    <a:pt x="61212" y="32404"/>
                  </a:lnTo>
                  <a:lnTo>
                    <a:pt x="104676" y="22635"/>
                  </a:lnTo>
                  <a:lnTo>
                    <a:pt x="162447" y="11106"/>
                  </a:lnTo>
                  <a:lnTo>
                    <a:pt x="224746" y="3555"/>
                  </a:lnTo>
                  <a:lnTo>
                    <a:pt x="289943" y="0"/>
                  </a:lnTo>
                  <a:lnTo>
                    <a:pt x="358761" y="0"/>
                  </a:lnTo>
                  <a:lnTo>
                    <a:pt x="423233" y="3555"/>
                  </a:lnTo>
                  <a:lnTo>
                    <a:pt x="488430" y="11106"/>
                  </a:lnTo>
                  <a:lnTo>
                    <a:pt x="542760" y="22635"/>
                  </a:lnTo>
                  <a:lnTo>
                    <a:pt x="586587" y="32404"/>
                  </a:lnTo>
                  <a:lnTo>
                    <a:pt x="623350" y="47048"/>
                  </a:lnTo>
                  <a:lnTo>
                    <a:pt x="651964" y="83448"/>
                  </a:lnTo>
                  <a:lnTo>
                    <a:pt x="645263" y="98972"/>
                  </a:lnTo>
                  <a:lnTo>
                    <a:pt x="586587" y="132714"/>
                  </a:lnTo>
                  <a:lnTo>
                    <a:pt x="542760" y="142465"/>
                  </a:lnTo>
                  <a:lnTo>
                    <a:pt x="488430" y="153572"/>
                  </a:lnTo>
                  <a:lnTo>
                    <a:pt x="423233" y="161563"/>
                  </a:lnTo>
                  <a:lnTo>
                    <a:pt x="358761" y="164661"/>
                  </a:lnTo>
                  <a:lnTo>
                    <a:pt x="289943" y="164661"/>
                  </a:lnTo>
                  <a:lnTo>
                    <a:pt x="224746" y="161563"/>
                  </a:lnTo>
                  <a:lnTo>
                    <a:pt x="162447" y="153572"/>
                  </a:lnTo>
                  <a:lnTo>
                    <a:pt x="104676" y="142465"/>
                  </a:lnTo>
                  <a:lnTo>
                    <a:pt x="61212" y="132714"/>
                  </a:lnTo>
                  <a:lnTo>
                    <a:pt x="24086" y="117172"/>
                  </a:lnTo>
                  <a:lnTo>
                    <a:pt x="0" y="83448"/>
                  </a:lnTo>
                  <a:close/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 descr=""/>
            <p:cNvSpPr/>
            <p:nvPr/>
          </p:nvSpPr>
          <p:spPr>
            <a:xfrm>
              <a:off x="4691716" y="3756783"/>
              <a:ext cx="725170" cy="122555"/>
            </a:xfrm>
            <a:custGeom>
              <a:avLst/>
              <a:gdLst/>
              <a:ahLst/>
              <a:cxnLst/>
              <a:rect l="l" t="t" r="r" b="b"/>
              <a:pathLst>
                <a:path w="725170" h="122554">
                  <a:moveTo>
                    <a:pt x="725129" y="0"/>
                  </a:moveTo>
                  <a:lnTo>
                    <a:pt x="0" y="0"/>
                  </a:lnTo>
                  <a:lnTo>
                    <a:pt x="0" y="122049"/>
                  </a:lnTo>
                  <a:lnTo>
                    <a:pt x="725129" y="122049"/>
                  </a:lnTo>
                  <a:lnTo>
                    <a:pt x="7251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 descr=""/>
            <p:cNvSpPr/>
            <p:nvPr/>
          </p:nvSpPr>
          <p:spPr>
            <a:xfrm>
              <a:off x="4729928" y="3597438"/>
              <a:ext cx="1605915" cy="1294130"/>
            </a:xfrm>
            <a:custGeom>
              <a:avLst/>
              <a:gdLst/>
              <a:ahLst/>
              <a:cxnLst/>
              <a:rect l="l" t="t" r="r" b="b"/>
              <a:pathLst>
                <a:path w="1605914" h="1294129">
                  <a:moveTo>
                    <a:pt x="0" y="0"/>
                  </a:moveTo>
                  <a:lnTo>
                    <a:pt x="0" y="287148"/>
                  </a:lnTo>
                </a:path>
                <a:path w="1605914" h="1294129">
                  <a:moveTo>
                    <a:pt x="656311" y="0"/>
                  </a:moveTo>
                  <a:lnTo>
                    <a:pt x="656311" y="287148"/>
                  </a:lnTo>
                </a:path>
                <a:path w="1605914" h="1294129">
                  <a:moveTo>
                    <a:pt x="953860" y="1212506"/>
                  </a:moveTo>
                  <a:lnTo>
                    <a:pt x="977946" y="1176106"/>
                  </a:lnTo>
                  <a:lnTo>
                    <a:pt x="1015072" y="1161462"/>
                  </a:lnTo>
                  <a:lnTo>
                    <a:pt x="1058536" y="1151711"/>
                  </a:lnTo>
                  <a:lnTo>
                    <a:pt x="1116308" y="1140604"/>
                  </a:lnTo>
                  <a:lnTo>
                    <a:pt x="1178607" y="1132613"/>
                  </a:lnTo>
                  <a:lnTo>
                    <a:pt x="1243803" y="1129076"/>
                  </a:lnTo>
                  <a:lnTo>
                    <a:pt x="1312622" y="1129076"/>
                  </a:lnTo>
                  <a:lnTo>
                    <a:pt x="1377094" y="1132613"/>
                  </a:lnTo>
                  <a:lnTo>
                    <a:pt x="1442290" y="1140604"/>
                  </a:lnTo>
                  <a:lnTo>
                    <a:pt x="1496620" y="1151711"/>
                  </a:lnTo>
                  <a:lnTo>
                    <a:pt x="1540447" y="1161462"/>
                  </a:lnTo>
                  <a:lnTo>
                    <a:pt x="1577211" y="1176106"/>
                  </a:lnTo>
                  <a:lnTo>
                    <a:pt x="1605825" y="1212506"/>
                  </a:lnTo>
                  <a:lnTo>
                    <a:pt x="1599124" y="1228488"/>
                  </a:lnTo>
                  <a:lnTo>
                    <a:pt x="1540447" y="1261772"/>
                  </a:lnTo>
                  <a:lnTo>
                    <a:pt x="1496620" y="1271541"/>
                  </a:lnTo>
                  <a:lnTo>
                    <a:pt x="1442290" y="1282630"/>
                  </a:lnTo>
                  <a:lnTo>
                    <a:pt x="1377094" y="1290621"/>
                  </a:lnTo>
                  <a:lnTo>
                    <a:pt x="1312622" y="1293719"/>
                  </a:lnTo>
                  <a:lnTo>
                    <a:pt x="1243803" y="1293719"/>
                  </a:lnTo>
                  <a:lnTo>
                    <a:pt x="1178607" y="1290621"/>
                  </a:lnTo>
                  <a:lnTo>
                    <a:pt x="1116308" y="1282630"/>
                  </a:lnTo>
                  <a:lnTo>
                    <a:pt x="1058536" y="1271541"/>
                  </a:lnTo>
                  <a:lnTo>
                    <a:pt x="1015072" y="1261772"/>
                  </a:lnTo>
                  <a:lnTo>
                    <a:pt x="977946" y="1246230"/>
                  </a:lnTo>
                  <a:lnTo>
                    <a:pt x="953860" y="1212506"/>
                  </a:lnTo>
                  <a:close/>
                </a:path>
                <a:path w="1605914" h="1294129">
                  <a:moveTo>
                    <a:pt x="953860" y="945775"/>
                  </a:moveTo>
                  <a:lnTo>
                    <a:pt x="977946" y="908935"/>
                  </a:lnTo>
                  <a:lnTo>
                    <a:pt x="1015072" y="894730"/>
                  </a:lnTo>
                  <a:lnTo>
                    <a:pt x="1058536" y="884522"/>
                  </a:lnTo>
                  <a:lnTo>
                    <a:pt x="1116308" y="873433"/>
                  </a:lnTo>
                  <a:lnTo>
                    <a:pt x="1178607" y="865442"/>
                  </a:lnTo>
                  <a:lnTo>
                    <a:pt x="1243803" y="862344"/>
                  </a:lnTo>
                  <a:lnTo>
                    <a:pt x="1312622" y="862344"/>
                  </a:lnTo>
                  <a:lnTo>
                    <a:pt x="1377094" y="865442"/>
                  </a:lnTo>
                  <a:lnTo>
                    <a:pt x="1442290" y="873433"/>
                  </a:lnTo>
                  <a:lnTo>
                    <a:pt x="1496620" y="884522"/>
                  </a:lnTo>
                  <a:lnTo>
                    <a:pt x="1540447" y="894730"/>
                  </a:lnTo>
                  <a:lnTo>
                    <a:pt x="1577211" y="908935"/>
                  </a:lnTo>
                  <a:lnTo>
                    <a:pt x="1605825" y="945775"/>
                  </a:lnTo>
                  <a:lnTo>
                    <a:pt x="1599124" y="961317"/>
                  </a:lnTo>
                  <a:lnTo>
                    <a:pt x="1540447" y="994601"/>
                  </a:lnTo>
                  <a:lnTo>
                    <a:pt x="1496620" y="1004810"/>
                  </a:lnTo>
                  <a:lnTo>
                    <a:pt x="1442290" y="1015899"/>
                  </a:lnTo>
                  <a:lnTo>
                    <a:pt x="1377094" y="1023450"/>
                  </a:lnTo>
                  <a:lnTo>
                    <a:pt x="1312622" y="1026987"/>
                  </a:lnTo>
                  <a:lnTo>
                    <a:pt x="1243803" y="1026987"/>
                  </a:lnTo>
                  <a:lnTo>
                    <a:pt x="1178607" y="1023450"/>
                  </a:lnTo>
                  <a:lnTo>
                    <a:pt x="1116308" y="1015899"/>
                  </a:lnTo>
                  <a:lnTo>
                    <a:pt x="1058536" y="1004810"/>
                  </a:lnTo>
                  <a:lnTo>
                    <a:pt x="1015072" y="994601"/>
                  </a:lnTo>
                  <a:lnTo>
                    <a:pt x="977946" y="979059"/>
                  </a:lnTo>
                  <a:lnTo>
                    <a:pt x="953860" y="945775"/>
                  </a:lnTo>
                  <a:close/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 descr=""/>
            <p:cNvSpPr/>
            <p:nvPr/>
          </p:nvSpPr>
          <p:spPr>
            <a:xfrm>
              <a:off x="5645576" y="4691007"/>
              <a:ext cx="725170" cy="122555"/>
            </a:xfrm>
            <a:custGeom>
              <a:avLst/>
              <a:gdLst/>
              <a:ahLst/>
              <a:cxnLst/>
              <a:rect l="l" t="t" r="r" b="b"/>
              <a:pathLst>
                <a:path w="725170" h="122554">
                  <a:moveTo>
                    <a:pt x="725129" y="0"/>
                  </a:moveTo>
                  <a:lnTo>
                    <a:pt x="0" y="0"/>
                  </a:lnTo>
                  <a:lnTo>
                    <a:pt x="0" y="122493"/>
                  </a:lnTo>
                  <a:lnTo>
                    <a:pt x="725129" y="122493"/>
                  </a:lnTo>
                  <a:lnTo>
                    <a:pt x="7251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 descr=""/>
            <p:cNvSpPr/>
            <p:nvPr/>
          </p:nvSpPr>
          <p:spPr>
            <a:xfrm>
              <a:off x="5683789" y="4532125"/>
              <a:ext cx="656590" cy="287020"/>
            </a:xfrm>
            <a:custGeom>
              <a:avLst/>
              <a:gdLst/>
              <a:ahLst/>
              <a:cxnLst/>
              <a:rect l="l" t="t" r="r" b="b"/>
              <a:pathLst>
                <a:path w="656589" h="287020">
                  <a:moveTo>
                    <a:pt x="0" y="0"/>
                  </a:moveTo>
                  <a:lnTo>
                    <a:pt x="0" y="286690"/>
                  </a:lnTo>
                </a:path>
                <a:path w="656589" h="287020">
                  <a:moveTo>
                    <a:pt x="656311" y="0"/>
                  </a:moveTo>
                  <a:lnTo>
                    <a:pt x="656311" y="286690"/>
                  </a:lnTo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 descr=""/>
            <p:cNvSpPr/>
            <p:nvPr/>
          </p:nvSpPr>
          <p:spPr>
            <a:xfrm>
              <a:off x="5683789" y="4418508"/>
              <a:ext cx="652145" cy="165100"/>
            </a:xfrm>
            <a:custGeom>
              <a:avLst/>
              <a:gdLst/>
              <a:ahLst/>
              <a:cxnLst/>
              <a:rect l="l" t="t" r="r" b="b"/>
              <a:pathLst>
                <a:path w="652145" h="165100">
                  <a:moveTo>
                    <a:pt x="358761" y="0"/>
                  </a:moveTo>
                  <a:lnTo>
                    <a:pt x="289943" y="0"/>
                  </a:lnTo>
                  <a:lnTo>
                    <a:pt x="224746" y="3537"/>
                  </a:lnTo>
                  <a:lnTo>
                    <a:pt x="162447" y="11088"/>
                  </a:lnTo>
                  <a:lnTo>
                    <a:pt x="104676" y="22177"/>
                  </a:lnTo>
                  <a:lnTo>
                    <a:pt x="61212" y="32386"/>
                  </a:lnTo>
                  <a:lnTo>
                    <a:pt x="24086" y="46590"/>
                  </a:lnTo>
                  <a:lnTo>
                    <a:pt x="0" y="84768"/>
                  </a:lnTo>
                  <a:lnTo>
                    <a:pt x="7787" y="98972"/>
                  </a:lnTo>
                  <a:lnTo>
                    <a:pt x="61212" y="132256"/>
                  </a:lnTo>
                  <a:lnTo>
                    <a:pt x="104676" y="142465"/>
                  </a:lnTo>
                  <a:lnTo>
                    <a:pt x="162447" y="153554"/>
                  </a:lnTo>
                  <a:lnTo>
                    <a:pt x="224746" y="161545"/>
                  </a:lnTo>
                  <a:lnTo>
                    <a:pt x="289943" y="164642"/>
                  </a:lnTo>
                  <a:lnTo>
                    <a:pt x="358761" y="164642"/>
                  </a:lnTo>
                  <a:lnTo>
                    <a:pt x="423233" y="161545"/>
                  </a:lnTo>
                  <a:lnTo>
                    <a:pt x="488430" y="153554"/>
                  </a:lnTo>
                  <a:lnTo>
                    <a:pt x="542760" y="142465"/>
                  </a:lnTo>
                  <a:lnTo>
                    <a:pt x="586587" y="132256"/>
                  </a:lnTo>
                  <a:lnTo>
                    <a:pt x="623350" y="118052"/>
                  </a:lnTo>
                  <a:lnTo>
                    <a:pt x="651964" y="84768"/>
                  </a:lnTo>
                  <a:lnTo>
                    <a:pt x="645263" y="65670"/>
                  </a:lnTo>
                  <a:lnTo>
                    <a:pt x="586587" y="32386"/>
                  </a:lnTo>
                  <a:lnTo>
                    <a:pt x="542760" y="22177"/>
                  </a:lnTo>
                  <a:lnTo>
                    <a:pt x="488430" y="11088"/>
                  </a:lnTo>
                  <a:lnTo>
                    <a:pt x="423233" y="3537"/>
                  </a:lnTo>
                  <a:lnTo>
                    <a:pt x="3587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 descr=""/>
            <p:cNvSpPr/>
            <p:nvPr/>
          </p:nvSpPr>
          <p:spPr>
            <a:xfrm>
              <a:off x="5683789" y="4151777"/>
              <a:ext cx="652145" cy="431800"/>
            </a:xfrm>
            <a:custGeom>
              <a:avLst/>
              <a:gdLst/>
              <a:ahLst/>
              <a:cxnLst/>
              <a:rect l="l" t="t" r="r" b="b"/>
              <a:pathLst>
                <a:path w="652145" h="431800">
                  <a:moveTo>
                    <a:pt x="0" y="351499"/>
                  </a:moveTo>
                  <a:lnTo>
                    <a:pt x="24086" y="313321"/>
                  </a:lnTo>
                  <a:lnTo>
                    <a:pt x="61212" y="299117"/>
                  </a:lnTo>
                  <a:lnTo>
                    <a:pt x="104676" y="288908"/>
                  </a:lnTo>
                  <a:lnTo>
                    <a:pt x="162447" y="277819"/>
                  </a:lnTo>
                  <a:lnTo>
                    <a:pt x="224746" y="270268"/>
                  </a:lnTo>
                  <a:lnTo>
                    <a:pt x="289943" y="266731"/>
                  </a:lnTo>
                  <a:lnTo>
                    <a:pt x="358761" y="266731"/>
                  </a:lnTo>
                  <a:lnTo>
                    <a:pt x="423233" y="270268"/>
                  </a:lnTo>
                  <a:lnTo>
                    <a:pt x="488430" y="277819"/>
                  </a:lnTo>
                  <a:lnTo>
                    <a:pt x="542760" y="288908"/>
                  </a:lnTo>
                  <a:lnTo>
                    <a:pt x="586587" y="299117"/>
                  </a:lnTo>
                  <a:lnTo>
                    <a:pt x="623350" y="313321"/>
                  </a:lnTo>
                  <a:lnTo>
                    <a:pt x="651964" y="351499"/>
                  </a:lnTo>
                  <a:lnTo>
                    <a:pt x="645263" y="365703"/>
                  </a:lnTo>
                  <a:lnTo>
                    <a:pt x="586587" y="398988"/>
                  </a:lnTo>
                  <a:lnTo>
                    <a:pt x="542760" y="409196"/>
                  </a:lnTo>
                  <a:lnTo>
                    <a:pt x="488430" y="420285"/>
                  </a:lnTo>
                  <a:lnTo>
                    <a:pt x="423233" y="428276"/>
                  </a:lnTo>
                  <a:lnTo>
                    <a:pt x="358761" y="431374"/>
                  </a:lnTo>
                  <a:lnTo>
                    <a:pt x="289943" y="431374"/>
                  </a:lnTo>
                  <a:lnTo>
                    <a:pt x="224746" y="428276"/>
                  </a:lnTo>
                  <a:lnTo>
                    <a:pt x="162447" y="420285"/>
                  </a:lnTo>
                  <a:lnTo>
                    <a:pt x="104676" y="409196"/>
                  </a:lnTo>
                  <a:lnTo>
                    <a:pt x="61212" y="398988"/>
                  </a:lnTo>
                  <a:lnTo>
                    <a:pt x="24086" y="384783"/>
                  </a:lnTo>
                  <a:lnTo>
                    <a:pt x="0" y="351499"/>
                  </a:lnTo>
                  <a:close/>
                </a:path>
                <a:path w="652145" h="431800">
                  <a:moveTo>
                    <a:pt x="0" y="84310"/>
                  </a:moveTo>
                  <a:lnTo>
                    <a:pt x="24086" y="46590"/>
                  </a:lnTo>
                  <a:lnTo>
                    <a:pt x="61212" y="31946"/>
                  </a:lnTo>
                  <a:lnTo>
                    <a:pt x="104676" y="22177"/>
                  </a:lnTo>
                  <a:lnTo>
                    <a:pt x="162447" y="11088"/>
                  </a:lnTo>
                  <a:lnTo>
                    <a:pt x="224746" y="3097"/>
                  </a:lnTo>
                  <a:lnTo>
                    <a:pt x="289943" y="0"/>
                  </a:lnTo>
                  <a:lnTo>
                    <a:pt x="358761" y="0"/>
                  </a:lnTo>
                  <a:lnTo>
                    <a:pt x="423233" y="3097"/>
                  </a:lnTo>
                  <a:lnTo>
                    <a:pt x="488430" y="11088"/>
                  </a:lnTo>
                  <a:lnTo>
                    <a:pt x="542760" y="22177"/>
                  </a:lnTo>
                  <a:lnTo>
                    <a:pt x="586587" y="31946"/>
                  </a:lnTo>
                  <a:lnTo>
                    <a:pt x="623350" y="46590"/>
                  </a:lnTo>
                  <a:lnTo>
                    <a:pt x="651964" y="84310"/>
                  </a:lnTo>
                  <a:lnTo>
                    <a:pt x="645263" y="98972"/>
                  </a:lnTo>
                  <a:lnTo>
                    <a:pt x="586587" y="132256"/>
                  </a:lnTo>
                  <a:lnTo>
                    <a:pt x="542760" y="142007"/>
                  </a:lnTo>
                  <a:lnTo>
                    <a:pt x="488430" y="153114"/>
                  </a:lnTo>
                  <a:lnTo>
                    <a:pt x="423233" y="161105"/>
                  </a:lnTo>
                  <a:lnTo>
                    <a:pt x="358761" y="164642"/>
                  </a:lnTo>
                  <a:lnTo>
                    <a:pt x="289943" y="164642"/>
                  </a:lnTo>
                  <a:lnTo>
                    <a:pt x="224746" y="161105"/>
                  </a:lnTo>
                  <a:lnTo>
                    <a:pt x="162447" y="153114"/>
                  </a:lnTo>
                  <a:lnTo>
                    <a:pt x="104676" y="142007"/>
                  </a:lnTo>
                  <a:lnTo>
                    <a:pt x="61212" y="132256"/>
                  </a:lnTo>
                  <a:lnTo>
                    <a:pt x="24086" y="117612"/>
                  </a:lnTo>
                  <a:lnTo>
                    <a:pt x="0" y="84310"/>
                  </a:lnTo>
                  <a:close/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 descr=""/>
            <p:cNvSpPr/>
            <p:nvPr/>
          </p:nvSpPr>
          <p:spPr>
            <a:xfrm>
              <a:off x="5645576" y="4383001"/>
              <a:ext cx="725170" cy="122555"/>
            </a:xfrm>
            <a:custGeom>
              <a:avLst/>
              <a:gdLst/>
              <a:ahLst/>
              <a:cxnLst/>
              <a:rect l="l" t="t" r="r" b="b"/>
              <a:pathLst>
                <a:path w="725170" h="122554">
                  <a:moveTo>
                    <a:pt x="725129" y="0"/>
                  </a:moveTo>
                  <a:lnTo>
                    <a:pt x="0" y="0"/>
                  </a:lnTo>
                  <a:lnTo>
                    <a:pt x="0" y="122493"/>
                  </a:lnTo>
                  <a:lnTo>
                    <a:pt x="725129" y="122493"/>
                  </a:lnTo>
                  <a:lnTo>
                    <a:pt x="7251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 descr=""/>
            <p:cNvSpPr/>
            <p:nvPr/>
          </p:nvSpPr>
          <p:spPr>
            <a:xfrm>
              <a:off x="5683789" y="4223660"/>
              <a:ext cx="656590" cy="287655"/>
            </a:xfrm>
            <a:custGeom>
              <a:avLst/>
              <a:gdLst/>
              <a:ahLst/>
              <a:cxnLst/>
              <a:rect l="l" t="t" r="r" b="b"/>
              <a:pathLst>
                <a:path w="656589" h="287654">
                  <a:moveTo>
                    <a:pt x="0" y="0"/>
                  </a:moveTo>
                  <a:lnTo>
                    <a:pt x="0" y="287148"/>
                  </a:lnTo>
                </a:path>
                <a:path w="656589" h="287654">
                  <a:moveTo>
                    <a:pt x="656311" y="0"/>
                  </a:moveTo>
                  <a:lnTo>
                    <a:pt x="656311" y="287148"/>
                  </a:lnTo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 descr=""/>
            <p:cNvSpPr/>
            <p:nvPr/>
          </p:nvSpPr>
          <p:spPr>
            <a:xfrm>
              <a:off x="5683789" y="4106946"/>
              <a:ext cx="652145" cy="165100"/>
            </a:xfrm>
            <a:custGeom>
              <a:avLst/>
              <a:gdLst/>
              <a:ahLst/>
              <a:cxnLst/>
              <a:rect l="l" t="t" r="r" b="b"/>
              <a:pathLst>
                <a:path w="652145" h="165100">
                  <a:moveTo>
                    <a:pt x="358761" y="0"/>
                  </a:moveTo>
                  <a:lnTo>
                    <a:pt x="289943" y="0"/>
                  </a:lnTo>
                  <a:lnTo>
                    <a:pt x="224746" y="3555"/>
                  </a:lnTo>
                  <a:lnTo>
                    <a:pt x="162447" y="11088"/>
                  </a:lnTo>
                  <a:lnTo>
                    <a:pt x="104676" y="22195"/>
                  </a:lnTo>
                  <a:lnTo>
                    <a:pt x="61212" y="32404"/>
                  </a:lnTo>
                  <a:lnTo>
                    <a:pt x="24086" y="47048"/>
                  </a:lnTo>
                  <a:lnTo>
                    <a:pt x="0" y="84768"/>
                  </a:lnTo>
                  <a:lnTo>
                    <a:pt x="7787" y="98972"/>
                  </a:lnTo>
                  <a:lnTo>
                    <a:pt x="61212" y="132696"/>
                  </a:lnTo>
                  <a:lnTo>
                    <a:pt x="104676" y="142465"/>
                  </a:lnTo>
                  <a:lnTo>
                    <a:pt x="162447" y="153554"/>
                  </a:lnTo>
                  <a:lnTo>
                    <a:pt x="224746" y="161545"/>
                  </a:lnTo>
                  <a:lnTo>
                    <a:pt x="289943" y="164661"/>
                  </a:lnTo>
                  <a:lnTo>
                    <a:pt x="358761" y="164661"/>
                  </a:lnTo>
                  <a:lnTo>
                    <a:pt x="423233" y="161545"/>
                  </a:lnTo>
                  <a:lnTo>
                    <a:pt x="488430" y="153554"/>
                  </a:lnTo>
                  <a:lnTo>
                    <a:pt x="542760" y="142465"/>
                  </a:lnTo>
                  <a:lnTo>
                    <a:pt x="586587" y="132696"/>
                  </a:lnTo>
                  <a:lnTo>
                    <a:pt x="623350" y="118052"/>
                  </a:lnTo>
                  <a:lnTo>
                    <a:pt x="651964" y="84768"/>
                  </a:lnTo>
                  <a:lnTo>
                    <a:pt x="645263" y="65688"/>
                  </a:lnTo>
                  <a:lnTo>
                    <a:pt x="586587" y="32404"/>
                  </a:lnTo>
                  <a:lnTo>
                    <a:pt x="542760" y="22195"/>
                  </a:lnTo>
                  <a:lnTo>
                    <a:pt x="488430" y="11088"/>
                  </a:lnTo>
                  <a:lnTo>
                    <a:pt x="423233" y="3555"/>
                  </a:lnTo>
                  <a:lnTo>
                    <a:pt x="3587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 descr=""/>
            <p:cNvSpPr/>
            <p:nvPr/>
          </p:nvSpPr>
          <p:spPr>
            <a:xfrm>
              <a:off x="5683789" y="3840215"/>
              <a:ext cx="652145" cy="431800"/>
            </a:xfrm>
            <a:custGeom>
              <a:avLst/>
              <a:gdLst/>
              <a:ahLst/>
              <a:cxnLst/>
              <a:rect l="l" t="t" r="r" b="b"/>
              <a:pathLst>
                <a:path w="652145" h="431800">
                  <a:moveTo>
                    <a:pt x="0" y="351499"/>
                  </a:moveTo>
                  <a:lnTo>
                    <a:pt x="24086" y="313779"/>
                  </a:lnTo>
                  <a:lnTo>
                    <a:pt x="61212" y="299135"/>
                  </a:lnTo>
                  <a:lnTo>
                    <a:pt x="104676" y="288926"/>
                  </a:lnTo>
                  <a:lnTo>
                    <a:pt x="162447" y="277819"/>
                  </a:lnTo>
                  <a:lnTo>
                    <a:pt x="224746" y="270286"/>
                  </a:lnTo>
                  <a:lnTo>
                    <a:pt x="289943" y="266731"/>
                  </a:lnTo>
                  <a:lnTo>
                    <a:pt x="358761" y="266731"/>
                  </a:lnTo>
                  <a:lnTo>
                    <a:pt x="423233" y="270286"/>
                  </a:lnTo>
                  <a:lnTo>
                    <a:pt x="488430" y="277819"/>
                  </a:lnTo>
                  <a:lnTo>
                    <a:pt x="542760" y="288926"/>
                  </a:lnTo>
                  <a:lnTo>
                    <a:pt x="586587" y="299135"/>
                  </a:lnTo>
                  <a:lnTo>
                    <a:pt x="623350" y="313779"/>
                  </a:lnTo>
                  <a:lnTo>
                    <a:pt x="651964" y="351499"/>
                  </a:lnTo>
                  <a:lnTo>
                    <a:pt x="645263" y="365703"/>
                  </a:lnTo>
                  <a:lnTo>
                    <a:pt x="586587" y="399427"/>
                  </a:lnTo>
                  <a:lnTo>
                    <a:pt x="542760" y="409196"/>
                  </a:lnTo>
                  <a:lnTo>
                    <a:pt x="488430" y="420285"/>
                  </a:lnTo>
                  <a:lnTo>
                    <a:pt x="423233" y="428276"/>
                  </a:lnTo>
                  <a:lnTo>
                    <a:pt x="358761" y="431392"/>
                  </a:lnTo>
                  <a:lnTo>
                    <a:pt x="289943" y="431392"/>
                  </a:lnTo>
                  <a:lnTo>
                    <a:pt x="224746" y="428276"/>
                  </a:lnTo>
                  <a:lnTo>
                    <a:pt x="162447" y="420285"/>
                  </a:lnTo>
                  <a:lnTo>
                    <a:pt x="104676" y="409196"/>
                  </a:lnTo>
                  <a:lnTo>
                    <a:pt x="61212" y="399427"/>
                  </a:lnTo>
                  <a:lnTo>
                    <a:pt x="24086" y="384783"/>
                  </a:lnTo>
                  <a:lnTo>
                    <a:pt x="0" y="351499"/>
                  </a:lnTo>
                  <a:close/>
                </a:path>
                <a:path w="652145" h="431800">
                  <a:moveTo>
                    <a:pt x="0" y="84328"/>
                  </a:moveTo>
                  <a:lnTo>
                    <a:pt x="24086" y="46590"/>
                  </a:lnTo>
                  <a:lnTo>
                    <a:pt x="61212" y="31946"/>
                  </a:lnTo>
                  <a:lnTo>
                    <a:pt x="104676" y="22195"/>
                  </a:lnTo>
                  <a:lnTo>
                    <a:pt x="162447" y="11088"/>
                  </a:lnTo>
                  <a:lnTo>
                    <a:pt x="224746" y="3097"/>
                  </a:lnTo>
                  <a:lnTo>
                    <a:pt x="289943" y="0"/>
                  </a:lnTo>
                  <a:lnTo>
                    <a:pt x="358761" y="0"/>
                  </a:lnTo>
                  <a:lnTo>
                    <a:pt x="423233" y="3097"/>
                  </a:lnTo>
                  <a:lnTo>
                    <a:pt x="488430" y="11088"/>
                  </a:lnTo>
                  <a:lnTo>
                    <a:pt x="542760" y="22195"/>
                  </a:lnTo>
                  <a:lnTo>
                    <a:pt x="586587" y="31946"/>
                  </a:lnTo>
                  <a:lnTo>
                    <a:pt x="623350" y="46590"/>
                  </a:lnTo>
                  <a:lnTo>
                    <a:pt x="651964" y="84328"/>
                  </a:lnTo>
                  <a:lnTo>
                    <a:pt x="645263" y="98972"/>
                  </a:lnTo>
                  <a:lnTo>
                    <a:pt x="586587" y="132256"/>
                  </a:lnTo>
                  <a:lnTo>
                    <a:pt x="542760" y="142465"/>
                  </a:lnTo>
                  <a:lnTo>
                    <a:pt x="488430" y="153554"/>
                  </a:lnTo>
                  <a:lnTo>
                    <a:pt x="423233" y="161105"/>
                  </a:lnTo>
                  <a:lnTo>
                    <a:pt x="358761" y="164661"/>
                  </a:lnTo>
                  <a:lnTo>
                    <a:pt x="289943" y="164661"/>
                  </a:lnTo>
                  <a:lnTo>
                    <a:pt x="224746" y="161105"/>
                  </a:lnTo>
                  <a:lnTo>
                    <a:pt x="162447" y="153554"/>
                  </a:lnTo>
                  <a:lnTo>
                    <a:pt x="104676" y="142465"/>
                  </a:lnTo>
                  <a:lnTo>
                    <a:pt x="61212" y="132256"/>
                  </a:lnTo>
                  <a:lnTo>
                    <a:pt x="24086" y="117612"/>
                  </a:lnTo>
                  <a:lnTo>
                    <a:pt x="0" y="84328"/>
                  </a:lnTo>
                  <a:close/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 descr=""/>
            <p:cNvSpPr/>
            <p:nvPr/>
          </p:nvSpPr>
          <p:spPr>
            <a:xfrm>
              <a:off x="5645576" y="4071439"/>
              <a:ext cx="725170" cy="122555"/>
            </a:xfrm>
            <a:custGeom>
              <a:avLst/>
              <a:gdLst/>
              <a:ahLst/>
              <a:cxnLst/>
              <a:rect l="l" t="t" r="r" b="b"/>
              <a:pathLst>
                <a:path w="725170" h="122554">
                  <a:moveTo>
                    <a:pt x="725129" y="0"/>
                  </a:moveTo>
                  <a:lnTo>
                    <a:pt x="0" y="0"/>
                  </a:lnTo>
                  <a:lnTo>
                    <a:pt x="0" y="122493"/>
                  </a:lnTo>
                  <a:lnTo>
                    <a:pt x="725129" y="122493"/>
                  </a:lnTo>
                  <a:lnTo>
                    <a:pt x="7251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 descr=""/>
            <p:cNvSpPr/>
            <p:nvPr/>
          </p:nvSpPr>
          <p:spPr>
            <a:xfrm>
              <a:off x="5683789" y="3912556"/>
              <a:ext cx="656590" cy="287020"/>
            </a:xfrm>
            <a:custGeom>
              <a:avLst/>
              <a:gdLst/>
              <a:ahLst/>
              <a:cxnLst/>
              <a:rect l="l" t="t" r="r" b="b"/>
              <a:pathLst>
                <a:path w="656589" h="287020">
                  <a:moveTo>
                    <a:pt x="0" y="0"/>
                  </a:moveTo>
                  <a:lnTo>
                    <a:pt x="0" y="286709"/>
                  </a:lnTo>
                </a:path>
                <a:path w="656589" h="287020">
                  <a:moveTo>
                    <a:pt x="656311" y="0"/>
                  </a:moveTo>
                  <a:lnTo>
                    <a:pt x="656311" y="286709"/>
                  </a:lnTo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 descr=""/>
            <p:cNvSpPr/>
            <p:nvPr/>
          </p:nvSpPr>
          <p:spPr>
            <a:xfrm>
              <a:off x="5683789" y="3798939"/>
              <a:ext cx="652145" cy="165735"/>
            </a:xfrm>
            <a:custGeom>
              <a:avLst/>
              <a:gdLst/>
              <a:ahLst/>
              <a:cxnLst/>
              <a:rect l="l" t="t" r="r" b="b"/>
              <a:pathLst>
                <a:path w="652145" h="165735">
                  <a:moveTo>
                    <a:pt x="358761" y="0"/>
                  </a:moveTo>
                  <a:lnTo>
                    <a:pt x="289943" y="0"/>
                  </a:lnTo>
                  <a:lnTo>
                    <a:pt x="224746" y="4435"/>
                  </a:lnTo>
                  <a:lnTo>
                    <a:pt x="162447" y="11088"/>
                  </a:lnTo>
                  <a:lnTo>
                    <a:pt x="104676" y="22195"/>
                  </a:lnTo>
                  <a:lnTo>
                    <a:pt x="61212" y="32404"/>
                  </a:lnTo>
                  <a:lnTo>
                    <a:pt x="24086" y="47928"/>
                  </a:lnTo>
                  <a:lnTo>
                    <a:pt x="0" y="84328"/>
                  </a:lnTo>
                  <a:lnTo>
                    <a:pt x="7787" y="98972"/>
                  </a:lnTo>
                  <a:lnTo>
                    <a:pt x="61212" y="132256"/>
                  </a:lnTo>
                  <a:lnTo>
                    <a:pt x="104676" y="143345"/>
                  </a:lnTo>
                  <a:lnTo>
                    <a:pt x="162447" y="154452"/>
                  </a:lnTo>
                  <a:lnTo>
                    <a:pt x="224746" y="161105"/>
                  </a:lnTo>
                  <a:lnTo>
                    <a:pt x="289943" y="165540"/>
                  </a:lnTo>
                  <a:lnTo>
                    <a:pt x="358761" y="165540"/>
                  </a:lnTo>
                  <a:lnTo>
                    <a:pt x="423233" y="161105"/>
                  </a:lnTo>
                  <a:lnTo>
                    <a:pt x="488430" y="154452"/>
                  </a:lnTo>
                  <a:lnTo>
                    <a:pt x="542760" y="143345"/>
                  </a:lnTo>
                  <a:lnTo>
                    <a:pt x="586587" y="132256"/>
                  </a:lnTo>
                  <a:lnTo>
                    <a:pt x="623350" y="118052"/>
                  </a:lnTo>
                  <a:lnTo>
                    <a:pt x="651964" y="84328"/>
                  </a:lnTo>
                  <a:lnTo>
                    <a:pt x="645263" y="65688"/>
                  </a:lnTo>
                  <a:lnTo>
                    <a:pt x="586587" y="32404"/>
                  </a:lnTo>
                  <a:lnTo>
                    <a:pt x="542760" y="22195"/>
                  </a:lnTo>
                  <a:lnTo>
                    <a:pt x="488430" y="11088"/>
                  </a:lnTo>
                  <a:lnTo>
                    <a:pt x="423233" y="4435"/>
                  </a:lnTo>
                  <a:lnTo>
                    <a:pt x="3587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 descr=""/>
            <p:cNvSpPr/>
            <p:nvPr/>
          </p:nvSpPr>
          <p:spPr>
            <a:xfrm>
              <a:off x="5683789" y="3531768"/>
              <a:ext cx="652145" cy="433070"/>
            </a:xfrm>
            <a:custGeom>
              <a:avLst/>
              <a:gdLst/>
              <a:ahLst/>
              <a:cxnLst/>
              <a:rect l="l" t="t" r="r" b="b"/>
              <a:pathLst>
                <a:path w="652145" h="433070">
                  <a:moveTo>
                    <a:pt x="0" y="351499"/>
                  </a:moveTo>
                  <a:lnTo>
                    <a:pt x="24086" y="315099"/>
                  </a:lnTo>
                  <a:lnTo>
                    <a:pt x="61212" y="299575"/>
                  </a:lnTo>
                  <a:lnTo>
                    <a:pt x="104676" y="289366"/>
                  </a:lnTo>
                  <a:lnTo>
                    <a:pt x="162447" y="278259"/>
                  </a:lnTo>
                  <a:lnTo>
                    <a:pt x="224746" y="271606"/>
                  </a:lnTo>
                  <a:lnTo>
                    <a:pt x="289943" y="267171"/>
                  </a:lnTo>
                  <a:lnTo>
                    <a:pt x="358761" y="267171"/>
                  </a:lnTo>
                  <a:lnTo>
                    <a:pt x="423233" y="271606"/>
                  </a:lnTo>
                  <a:lnTo>
                    <a:pt x="488430" y="278259"/>
                  </a:lnTo>
                  <a:lnTo>
                    <a:pt x="542760" y="289366"/>
                  </a:lnTo>
                  <a:lnTo>
                    <a:pt x="586587" y="299575"/>
                  </a:lnTo>
                  <a:lnTo>
                    <a:pt x="623350" y="315099"/>
                  </a:lnTo>
                  <a:lnTo>
                    <a:pt x="651964" y="351499"/>
                  </a:lnTo>
                  <a:lnTo>
                    <a:pt x="645263" y="366143"/>
                  </a:lnTo>
                  <a:lnTo>
                    <a:pt x="586587" y="399427"/>
                  </a:lnTo>
                  <a:lnTo>
                    <a:pt x="542760" y="410516"/>
                  </a:lnTo>
                  <a:lnTo>
                    <a:pt x="488430" y="421623"/>
                  </a:lnTo>
                  <a:lnTo>
                    <a:pt x="423233" y="428276"/>
                  </a:lnTo>
                  <a:lnTo>
                    <a:pt x="358761" y="432712"/>
                  </a:lnTo>
                  <a:lnTo>
                    <a:pt x="289943" y="432712"/>
                  </a:lnTo>
                  <a:lnTo>
                    <a:pt x="224746" y="428276"/>
                  </a:lnTo>
                  <a:lnTo>
                    <a:pt x="162447" y="421623"/>
                  </a:lnTo>
                  <a:lnTo>
                    <a:pt x="104676" y="410516"/>
                  </a:lnTo>
                  <a:lnTo>
                    <a:pt x="61212" y="399427"/>
                  </a:lnTo>
                  <a:lnTo>
                    <a:pt x="24086" y="385223"/>
                  </a:lnTo>
                  <a:lnTo>
                    <a:pt x="0" y="351499"/>
                  </a:lnTo>
                  <a:close/>
                </a:path>
                <a:path w="652145" h="433070">
                  <a:moveTo>
                    <a:pt x="0" y="84768"/>
                  </a:moveTo>
                  <a:lnTo>
                    <a:pt x="24086" y="47928"/>
                  </a:lnTo>
                  <a:lnTo>
                    <a:pt x="61212" y="32386"/>
                  </a:lnTo>
                  <a:lnTo>
                    <a:pt x="104676" y="22635"/>
                  </a:lnTo>
                  <a:lnTo>
                    <a:pt x="162447" y="11088"/>
                  </a:lnTo>
                  <a:lnTo>
                    <a:pt x="224746" y="4435"/>
                  </a:lnTo>
                  <a:lnTo>
                    <a:pt x="289943" y="0"/>
                  </a:lnTo>
                  <a:lnTo>
                    <a:pt x="358761" y="0"/>
                  </a:lnTo>
                  <a:lnTo>
                    <a:pt x="423233" y="4435"/>
                  </a:lnTo>
                  <a:lnTo>
                    <a:pt x="488430" y="11088"/>
                  </a:lnTo>
                  <a:lnTo>
                    <a:pt x="542760" y="22635"/>
                  </a:lnTo>
                  <a:lnTo>
                    <a:pt x="586587" y="32386"/>
                  </a:lnTo>
                  <a:lnTo>
                    <a:pt x="623350" y="47928"/>
                  </a:lnTo>
                  <a:lnTo>
                    <a:pt x="651964" y="84768"/>
                  </a:lnTo>
                  <a:lnTo>
                    <a:pt x="645263" y="99412"/>
                  </a:lnTo>
                  <a:lnTo>
                    <a:pt x="586587" y="132696"/>
                  </a:lnTo>
                  <a:lnTo>
                    <a:pt x="542760" y="143785"/>
                  </a:lnTo>
                  <a:lnTo>
                    <a:pt x="488430" y="154892"/>
                  </a:lnTo>
                  <a:lnTo>
                    <a:pt x="423233" y="161545"/>
                  </a:lnTo>
                  <a:lnTo>
                    <a:pt x="358761" y="165980"/>
                  </a:lnTo>
                  <a:lnTo>
                    <a:pt x="289943" y="165980"/>
                  </a:lnTo>
                  <a:lnTo>
                    <a:pt x="224746" y="161545"/>
                  </a:lnTo>
                  <a:lnTo>
                    <a:pt x="162447" y="154892"/>
                  </a:lnTo>
                  <a:lnTo>
                    <a:pt x="104676" y="143785"/>
                  </a:lnTo>
                  <a:lnTo>
                    <a:pt x="61212" y="132696"/>
                  </a:lnTo>
                  <a:lnTo>
                    <a:pt x="24086" y="118052"/>
                  </a:lnTo>
                  <a:lnTo>
                    <a:pt x="0" y="84768"/>
                  </a:lnTo>
                  <a:close/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 descr=""/>
            <p:cNvSpPr/>
            <p:nvPr/>
          </p:nvSpPr>
          <p:spPr>
            <a:xfrm>
              <a:off x="5645576" y="3764312"/>
              <a:ext cx="725170" cy="122555"/>
            </a:xfrm>
            <a:custGeom>
              <a:avLst/>
              <a:gdLst/>
              <a:ahLst/>
              <a:cxnLst/>
              <a:rect l="l" t="t" r="r" b="b"/>
              <a:pathLst>
                <a:path w="725170" h="122554">
                  <a:moveTo>
                    <a:pt x="725129" y="0"/>
                  </a:moveTo>
                  <a:lnTo>
                    <a:pt x="0" y="0"/>
                  </a:lnTo>
                  <a:lnTo>
                    <a:pt x="0" y="122493"/>
                  </a:lnTo>
                  <a:lnTo>
                    <a:pt x="725129" y="122493"/>
                  </a:lnTo>
                  <a:lnTo>
                    <a:pt x="7251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 descr=""/>
            <p:cNvSpPr/>
            <p:nvPr/>
          </p:nvSpPr>
          <p:spPr>
            <a:xfrm>
              <a:off x="5683789" y="3604110"/>
              <a:ext cx="1605915" cy="1279525"/>
            </a:xfrm>
            <a:custGeom>
              <a:avLst/>
              <a:gdLst/>
              <a:ahLst/>
              <a:cxnLst/>
              <a:rect l="l" t="t" r="r" b="b"/>
              <a:pathLst>
                <a:path w="1605915" h="1279525">
                  <a:moveTo>
                    <a:pt x="0" y="0"/>
                  </a:moveTo>
                  <a:lnTo>
                    <a:pt x="0" y="288468"/>
                  </a:lnTo>
                </a:path>
                <a:path w="1605915" h="1279525">
                  <a:moveTo>
                    <a:pt x="656311" y="0"/>
                  </a:moveTo>
                  <a:lnTo>
                    <a:pt x="656311" y="288468"/>
                  </a:lnTo>
                </a:path>
                <a:path w="1605915" h="1279525">
                  <a:moveTo>
                    <a:pt x="953860" y="1199181"/>
                  </a:moveTo>
                  <a:lnTo>
                    <a:pt x="977946" y="1161462"/>
                  </a:lnTo>
                  <a:lnTo>
                    <a:pt x="1015072" y="1147257"/>
                  </a:lnTo>
                  <a:lnTo>
                    <a:pt x="1058536" y="1137048"/>
                  </a:lnTo>
                  <a:lnTo>
                    <a:pt x="1116308" y="1125942"/>
                  </a:lnTo>
                  <a:lnTo>
                    <a:pt x="1178607" y="1117969"/>
                  </a:lnTo>
                  <a:lnTo>
                    <a:pt x="1243803" y="1114853"/>
                  </a:lnTo>
                  <a:lnTo>
                    <a:pt x="1312622" y="1114853"/>
                  </a:lnTo>
                  <a:lnTo>
                    <a:pt x="1377094" y="1117969"/>
                  </a:lnTo>
                  <a:lnTo>
                    <a:pt x="1442290" y="1125942"/>
                  </a:lnTo>
                  <a:lnTo>
                    <a:pt x="1496620" y="1137048"/>
                  </a:lnTo>
                  <a:lnTo>
                    <a:pt x="1540447" y="1147257"/>
                  </a:lnTo>
                  <a:lnTo>
                    <a:pt x="1577211" y="1161462"/>
                  </a:lnTo>
                  <a:lnTo>
                    <a:pt x="1605825" y="1199181"/>
                  </a:lnTo>
                  <a:lnTo>
                    <a:pt x="1599124" y="1213826"/>
                  </a:lnTo>
                  <a:lnTo>
                    <a:pt x="1540447" y="1247110"/>
                  </a:lnTo>
                  <a:lnTo>
                    <a:pt x="1496620" y="1257319"/>
                  </a:lnTo>
                  <a:lnTo>
                    <a:pt x="1442290" y="1268407"/>
                  </a:lnTo>
                  <a:lnTo>
                    <a:pt x="1377094" y="1275958"/>
                  </a:lnTo>
                  <a:lnTo>
                    <a:pt x="1312622" y="1279514"/>
                  </a:lnTo>
                  <a:lnTo>
                    <a:pt x="1243803" y="1279514"/>
                  </a:lnTo>
                  <a:lnTo>
                    <a:pt x="1178607" y="1275958"/>
                  </a:lnTo>
                  <a:lnTo>
                    <a:pt x="1116308" y="1268407"/>
                  </a:lnTo>
                  <a:lnTo>
                    <a:pt x="1058536" y="1257319"/>
                  </a:lnTo>
                  <a:lnTo>
                    <a:pt x="1015072" y="1247110"/>
                  </a:lnTo>
                  <a:lnTo>
                    <a:pt x="977946" y="1232905"/>
                  </a:lnTo>
                  <a:lnTo>
                    <a:pt x="953860" y="1199181"/>
                  </a:lnTo>
                  <a:close/>
                </a:path>
                <a:path w="1605915" h="1279525">
                  <a:moveTo>
                    <a:pt x="953860" y="932450"/>
                  </a:moveTo>
                  <a:lnTo>
                    <a:pt x="977946" y="894730"/>
                  </a:lnTo>
                  <a:lnTo>
                    <a:pt x="1015072" y="880068"/>
                  </a:lnTo>
                  <a:lnTo>
                    <a:pt x="1058536" y="869877"/>
                  </a:lnTo>
                  <a:lnTo>
                    <a:pt x="1116308" y="858770"/>
                  </a:lnTo>
                  <a:lnTo>
                    <a:pt x="1178607" y="851219"/>
                  </a:lnTo>
                  <a:lnTo>
                    <a:pt x="1243803" y="847682"/>
                  </a:lnTo>
                  <a:lnTo>
                    <a:pt x="1312622" y="847682"/>
                  </a:lnTo>
                  <a:lnTo>
                    <a:pt x="1377094" y="851219"/>
                  </a:lnTo>
                  <a:lnTo>
                    <a:pt x="1442290" y="858770"/>
                  </a:lnTo>
                  <a:lnTo>
                    <a:pt x="1496620" y="869877"/>
                  </a:lnTo>
                  <a:lnTo>
                    <a:pt x="1540447" y="880068"/>
                  </a:lnTo>
                  <a:lnTo>
                    <a:pt x="1577211" y="894730"/>
                  </a:lnTo>
                  <a:lnTo>
                    <a:pt x="1605825" y="932450"/>
                  </a:lnTo>
                  <a:lnTo>
                    <a:pt x="1599124" y="946654"/>
                  </a:lnTo>
                  <a:lnTo>
                    <a:pt x="1540447" y="980378"/>
                  </a:lnTo>
                  <a:lnTo>
                    <a:pt x="1496620" y="990147"/>
                  </a:lnTo>
                  <a:lnTo>
                    <a:pt x="1442290" y="1001236"/>
                  </a:lnTo>
                  <a:lnTo>
                    <a:pt x="1377094" y="1009227"/>
                  </a:lnTo>
                  <a:lnTo>
                    <a:pt x="1312622" y="1012325"/>
                  </a:lnTo>
                  <a:lnTo>
                    <a:pt x="1243803" y="1012325"/>
                  </a:lnTo>
                  <a:lnTo>
                    <a:pt x="1178607" y="1009227"/>
                  </a:lnTo>
                  <a:lnTo>
                    <a:pt x="1116308" y="1001236"/>
                  </a:lnTo>
                  <a:lnTo>
                    <a:pt x="1058536" y="990147"/>
                  </a:lnTo>
                  <a:lnTo>
                    <a:pt x="1015072" y="980378"/>
                  </a:lnTo>
                  <a:lnTo>
                    <a:pt x="977946" y="965734"/>
                  </a:lnTo>
                  <a:lnTo>
                    <a:pt x="953860" y="932450"/>
                  </a:lnTo>
                  <a:close/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 descr=""/>
            <p:cNvSpPr/>
            <p:nvPr/>
          </p:nvSpPr>
          <p:spPr>
            <a:xfrm>
              <a:off x="6599437" y="4683460"/>
              <a:ext cx="725170" cy="122555"/>
            </a:xfrm>
            <a:custGeom>
              <a:avLst/>
              <a:gdLst/>
              <a:ahLst/>
              <a:cxnLst/>
              <a:rect l="l" t="t" r="r" b="b"/>
              <a:pathLst>
                <a:path w="725170" h="122554">
                  <a:moveTo>
                    <a:pt x="725129" y="0"/>
                  </a:moveTo>
                  <a:lnTo>
                    <a:pt x="0" y="0"/>
                  </a:lnTo>
                  <a:lnTo>
                    <a:pt x="0" y="122049"/>
                  </a:lnTo>
                  <a:lnTo>
                    <a:pt x="725129" y="122049"/>
                  </a:lnTo>
                  <a:lnTo>
                    <a:pt x="7251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 descr=""/>
            <p:cNvSpPr/>
            <p:nvPr/>
          </p:nvSpPr>
          <p:spPr>
            <a:xfrm>
              <a:off x="6637649" y="4524134"/>
              <a:ext cx="656590" cy="287655"/>
            </a:xfrm>
            <a:custGeom>
              <a:avLst/>
              <a:gdLst/>
              <a:ahLst/>
              <a:cxnLst/>
              <a:rect l="l" t="t" r="r" b="b"/>
              <a:pathLst>
                <a:path w="656590" h="287654">
                  <a:moveTo>
                    <a:pt x="0" y="0"/>
                  </a:moveTo>
                  <a:lnTo>
                    <a:pt x="0" y="287148"/>
                  </a:lnTo>
                </a:path>
                <a:path w="656590" h="287654">
                  <a:moveTo>
                    <a:pt x="656311" y="0"/>
                  </a:moveTo>
                  <a:lnTo>
                    <a:pt x="656311" y="287148"/>
                  </a:lnTo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 descr=""/>
            <p:cNvSpPr/>
            <p:nvPr/>
          </p:nvSpPr>
          <p:spPr>
            <a:xfrm>
              <a:off x="6637649" y="4410957"/>
              <a:ext cx="652145" cy="165735"/>
            </a:xfrm>
            <a:custGeom>
              <a:avLst/>
              <a:gdLst/>
              <a:ahLst/>
              <a:cxnLst/>
              <a:rect l="l" t="t" r="r" b="b"/>
              <a:pathLst>
                <a:path w="652145" h="165735">
                  <a:moveTo>
                    <a:pt x="358761" y="0"/>
                  </a:moveTo>
                  <a:lnTo>
                    <a:pt x="289943" y="0"/>
                  </a:lnTo>
                  <a:lnTo>
                    <a:pt x="224746" y="4435"/>
                  </a:lnTo>
                  <a:lnTo>
                    <a:pt x="162447" y="11088"/>
                  </a:lnTo>
                  <a:lnTo>
                    <a:pt x="104676" y="22195"/>
                  </a:lnTo>
                  <a:lnTo>
                    <a:pt x="61212" y="31946"/>
                  </a:lnTo>
                  <a:lnTo>
                    <a:pt x="24086" y="47488"/>
                  </a:lnTo>
                  <a:lnTo>
                    <a:pt x="0" y="84328"/>
                  </a:lnTo>
                  <a:lnTo>
                    <a:pt x="7787" y="98972"/>
                  </a:lnTo>
                  <a:lnTo>
                    <a:pt x="61212" y="132256"/>
                  </a:lnTo>
                  <a:lnTo>
                    <a:pt x="104676" y="143345"/>
                  </a:lnTo>
                  <a:lnTo>
                    <a:pt x="162447" y="154452"/>
                  </a:lnTo>
                  <a:lnTo>
                    <a:pt x="224746" y="161105"/>
                  </a:lnTo>
                  <a:lnTo>
                    <a:pt x="289943" y="165540"/>
                  </a:lnTo>
                  <a:lnTo>
                    <a:pt x="358761" y="165540"/>
                  </a:lnTo>
                  <a:lnTo>
                    <a:pt x="423233" y="161105"/>
                  </a:lnTo>
                  <a:lnTo>
                    <a:pt x="488430" y="154452"/>
                  </a:lnTo>
                  <a:lnTo>
                    <a:pt x="542760" y="143345"/>
                  </a:lnTo>
                  <a:lnTo>
                    <a:pt x="586587" y="132256"/>
                  </a:lnTo>
                  <a:lnTo>
                    <a:pt x="623350" y="117612"/>
                  </a:lnTo>
                  <a:lnTo>
                    <a:pt x="651964" y="84328"/>
                  </a:lnTo>
                  <a:lnTo>
                    <a:pt x="645263" y="65248"/>
                  </a:lnTo>
                  <a:lnTo>
                    <a:pt x="586587" y="31946"/>
                  </a:lnTo>
                  <a:lnTo>
                    <a:pt x="542760" y="22195"/>
                  </a:lnTo>
                  <a:lnTo>
                    <a:pt x="488430" y="11088"/>
                  </a:lnTo>
                  <a:lnTo>
                    <a:pt x="423233" y="4435"/>
                  </a:lnTo>
                  <a:lnTo>
                    <a:pt x="3587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 descr=""/>
            <p:cNvSpPr/>
            <p:nvPr/>
          </p:nvSpPr>
          <p:spPr>
            <a:xfrm>
              <a:off x="6637649" y="4143786"/>
              <a:ext cx="652145" cy="433070"/>
            </a:xfrm>
            <a:custGeom>
              <a:avLst/>
              <a:gdLst/>
              <a:ahLst/>
              <a:cxnLst/>
              <a:rect l="l" t="t" r="r" b="b"/>
              <a:pathLst>
                <a:path w="652145" h="433070">
                  <a:moveTo>
                    <a:pt x="0" y="351499"/>
                  </a:moveTo>
                  <a:lnTo>
                    <a:pt x="24086" y="314659"/>
                  </a:lnTo>
                  <a:lnTo>
                    <a:pt x="61212" y="299117"/>
                  </a:lnTo>
                  <a:lnTo>
                    <a:pt x="104676" y="289366"/>
                  </a:lnTo>
                  <a:lnTo>
                    <a:pt x="162447" y="278259"/>
                  </a:lnTo>
                  <a:lnTo>
                    <a:pt x="224746" y="271606"/>
                  </a:lnTo>
                  <a:lnTo>
                    <a:pt x="289943" y="267171"/>
                  </a:lnTo>
                  <a:lnTo>
                    <a:pt x="358761" y="267171"/>
                  </a:lnTo>
                  <a:lnTo>
                    <a:pt x="423233" y="271606"/>
                  </a:lnTo>
                  <a:lnTo>
                    <a:pt x="488430" y="278259"/>
                  </a:lnTo>
                  <a:lnTo>
                    <a:pt x="542760" y="289366"/>
                  </a:lnTo>
                  <a:lnTo>
                    <a:pt x="586587" y="299117"/>
                  </a:lnTo>
                  <a:lnTo>
                    <a:pt x="623350" y="314659"/>
                  </a:lnTo>
                  <a:lnTo>
                    <a:pt x="651964" y="351499"/>
                  </a:lnTo>
                  <a:lnTo>
                    <a:pt x="645263" y="366143"/>
                  </a:lnTo>
                  <a:lnTo>
                    <a:pt x="586587" y="399427"/>
                  </a:lnTo>
                  <a:lnTo>
                    <a:pt x="542760" y="410516"/>
                  </a:lnTo>
                  <a:lnTo>
                    <a:pt x="488430" y="421623"/>
                  </a:lnTo>
                  <a:lnTo>
                    <a:pt x="423233" y="428276"/>
                  </a:lnTo>
                  <a:lnTo>
                    <a:pt x="358761" y="432712"/>
                  </a:lnTo>
                  <a:lnTo>
                    <a:pt x="289943" y="432712"/>
                  </a:lnTo>
                  <a:lnTo>
                    <a:pt x="224746" y="428276"/>
                  </a:lnTo>
                  <a:lnTo>
                    <a:pt x="162447" y="421623"/>
                  </a:lnTo>
                  <a:lnTo>
                    <a:pt x="104676" y="410516"/>
                  </a:lnTo>
                  <a:lnTo>
                    <a:pt x="61212" y="399427"/>
                  </a:lnTo>
                  <a:lnTo>
                    <a:pt x="24086" y="384783"/>
                  </a:lnTo>
                  <a:lnTo>
                    <a:pt x="0" y="351499"/>
                  </a:lnTo>
                  <a:close/>
                </a:path>
                <a:path w="652145" h="433070">
                  <a:moveTo>
                    <a:pt x="0" y="84768"/>
                  </a:moveTo>
                  <a:lnTo>
                    <a:pt x="24086" y="47928"/>
                  </a:lnTo>
                  <a:lnTo>
                    <a:pt x="61212" y="32386"/>
                  </a:lnTo>
                  <a:lnTo>
                    <a:pt x="104676" y="22177"/>
                  </a:lnTo>
                  <a:lnTo>
                    <a:pt x="162447" y="11088"/>
                  </a:lnTo>
                  <a:lnTo>
                    <a:pt x="224746" y="4435"/>
                  </a:lnTo>
                  <a:lnTo>
                    <a:pt x="289943" y="0"/>
                  </a:lnTo>
                  <a:lnTo>
                    <a:pt x="358761" y="0"/>
                  </a:lnTo>
                  <a:lnTo>
                    <a:pt x="423233" y="4435"/>
                  </a:lnTo>
                  <a:lnTo>
                    <a:pt x="488430" y="11088"/>
                  </a:lnTo>
                  <a:lnTo>
                    <a:pt x="542760" y="22177"/>
                  </a:lnTo>
                  <a:lnTo>
                    <a:pt x="586587" y="32386"/>
                  </a:lnTo>
                  <a:lnTo>
                    <a:pt x="623350" y="47928"/>
                  </a:lnTo>
                  <a:lnTo>
                    <a:pt x="651964" y="84768"/>
                  </a:lnTo>
                  <a:lnTo>
                    <a:pt x="645263" y="98972"/>
                  </a:lnTo>
                  <a:lnTo>
                    <a:pt x="586587" y="132256"/>
                  </a:lnTo>
                  <a:lnTo>
                    <a:pt x="542760" y="143345"/>
                  </a:lnTo>
                  <a:lnTo>
                    <a:pt x="488430" y="154433"/>
                  </a:lnTo>
                  <a:lnTo>
                    <a:pt x="423233" y="161105"/>
                  </a:lnTo>
                  <a:lnTo>
                    <a:pt x="358761" y="165540"/>
                  </a:lnTo>
                  <a:lnTo>
                    <a:pt x="289943" y="165540"/>
                  </a:lnTo>
                  <a:lnTo>
                    <a:pt x="224746" y="161105"/>
                  </a:lnTo>
                  <a:lnTo>
                    <a:pt x="162447" y="154433"/>
                  </a:lnTo>
                  <a:lnTo>
                    <a:pt x="104676" y="143345"/>
                  </a:lnTo>
                  <a:lnTo>
                    <a:pt x="61212" y="132256"/>
                  </a:lnTo>
                  <a:lnTo>
                    <a:pt x="24086" y="118052"/>
                  </a:lnTo>
                  <a:lnTo>
                    <a:pt x="0" y="84768"/>
                  </a:lnTo>
                  <a:close/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 descr=""/>
            <p:cNvSpPr/>
            <p:nvPr/>
          </p:nvSpPr>
          <p:spPr>
            <a:xfrm>
              <a:off x="6599437" y="4376348"/>
              <a:ext cx="725170" cy="122555"/>
            </a:xfrm>
            <a:custGeom>
              <a:avLst/>
              <a:gdLst/>
              <a:ahLst/>
              <a:cxnLst/>
              <a:rect l="l" t="t" r="r" b="b"/>
              <a:pathLst>
                <a:path w="725170" h="122554">
                  <a:moveTo>
                    <a:pt x="725129" y="0"/>
                  </a:moveTo>
                  <a:lnTo>
                    <a:pt x="0" y="0"/>
                  </a:lnTo>
                  <a:lnTo>
                    <a:pt x="0" y="122493"/>
                  </a:lnTo>
                  <a:lnTo>
                    <a:pt x="725129" y="122493"/>
                  </a:lnTo>
                  <a:lnTo>
                    <a:pt x="7251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 descr=""/>
            <p:cNvSpPr/>
            <p:nvPr/>
          </p:nvSpPr>
          <p:spPr>
            <a:xfrm>
              <a:off x="6637649" y="4216127"/>
              <a:ext cx="656590" cy="288290"/>
            </a:xfrm>
            <a:custGeom>
              <a:avLst/>
              <a:gdLst/>
              <a:ahLst/>
              <a:cxnLst/>
              <a:rect l="l" t="t" r="r" b="b"/>
              <a:pathLst>
                <a:path w="656590" h="288289">
                  <a:moveTo>
                    <a:pt x="0" y="0"/>
                  </a:moveTo>
                  <a:lnTo>
                    <a:pt x="0" y="288028"/>
                  </a:lnTo>
                </a:path>
                <a:path w="656590" h="288289">
                  <a:moveTo>
                    <a:pt x="656311" y="0"/>
                  </a:moveTo>
                  <a:lnTo>
                    <a:pt x="656311" y="288028"/>
                  </a:lnTo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 descr=""/>
            <p:cNvSpPr/>
            <p:nvPr/>
          </p:nvSpPr>
          <p:spPr>
            <a:xfrm>
              <a:off x="6637649" y="4099395"/>
              <a:ext cx="652145" cy="165735"/>
            </a:xfrm>
            <a:custGeom>
              <a:avLst/>
              <a:gdLst/>
              <a:ahLst/>
              <a:cxnLst/>
              <a:rect l="l" t="t" r="r" b="b"/>
              <a:pathLst>
                <a:path w="652145" h="165735">
                  <a:moveTo>
                    <a:pt x="358761" y="0"/>
                  </a:moveTo>
                  <a:lnTo>
                    <a:pt x="289943" y="0"/>
                  </a:lnTo>
                  <a:lnTo>
                    <a:pt x="224746" y="4435"/>
                  </a:lnTo>
                  <a:lnTo>
                    <a:pt x="162447" y="11106"/>
                  </a:lnTo>
                  <a:lnTo>
                    <a:pt x="104676" y="22195"/>
                  </a:lnTo>
                  <a:lnTo>
                    <a:pt x="61212" y="31964"/>
                  </a:lnTo>
                  <a:lnTo>
                    <a:pt x="24086" y="47928"/>
                  </a:lnTo>
                  <a:lnTo>
                    <a:pt x="0" y="84328"/>
                  </a:lnTo>
                  <a:lnTo>
                    <a:pt x="7787" y="98972"/>
                  </a:lnTo>
                  <a:lnTo>
                    <a:pt x="61212" y="132256"/>
                  </a:lnTo>
                  <a:lnTo>
                    <a:pt x="104676" y="143363"/>
                  </a:lnTo>
                  <a:lnTo>
                    <a:pt x="162447" y="154452"/>
                  </a:lnTo>
                  <a:lnTo>
                    <a:pt x="224746" y="161105"/>
                  </a:lnTo>
                  <a:lnTo>
                    <a:pt x="289943" y="165540"/>
                  </a:lnTo>
                  <a:lnTo>
                    <a:pt x="358761" y="165540"/>
                  </a:lnTo>
                  <a:lnTo>
                    <a:pt x="423233" y="161105"/>
                  </a:lnTo>
                  <a:lnTo>
                    <a:pt x="488430" y="154452"/>
                  </a:lnTo>
                  <a:lnTo>
                    <a:pt x="542760" y="143363"/>
                  </a:lnTo>
                  <a:lnTo>
                    <a:pt x="586587" y="132256"/>
                  </a:lnTo>
                  <a:lnTo>
                    <a:pt x="623350" y="117612"/>
                  </a:lnTo>
                  <a:lnTo>
                    <a:pt x="651964" y="84328"/>
                  </a:lnTo>
                  <a:lnTo>
                    <a:pt x="645263" y="65688"/>
                  </a:lnTo>
                  <a:lnTo>
                    <a:pt x="586587" y="31964"/>
                  </a:lnTo>
                  <a:lnTo>
                    <a:pt x="542760" y="22195"/>
                  </a:lnTo>
                  <a:lnTo>
                    <a:pt x="488430" y="11106"/>
                  </a:lnTo>
                  <a:lnTo>
                    <a:pt x="423233" y="4435"/>
                  </a:lnTo>
                  <a:lnTo>
                    <a:pt x="3587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 descr=""/>
            <p:cNvSpPr/>
            <p:nvPr/>
          </p:nvSpPr>
          <p:spPr>
            <a:xfrm>
              <a:off x="6637649" y="3832224"/>
              <a:ext cx="652145" cy="433070"/>
            </a:xfrm>
            <a:custGeom>
              <a:avLst/>
              <a:gdLst/>
              <a:ahLst/>
              <a:cxnLst/>
              <a:rect l="l" t="t" r="r" b="b"/>
              <a:pathLst>
                <a:path w="652145" h="433070">
                  <a:moveTo>
                    <a:pt x="0" y="351499"/>
                  </a:moveTo>
                  <a:lnTo>
                    <a:pt x="24086" y="315099"/>
                  </a:lnTo>
                  <a:lnTo>
                    <a:pt x="61212" y="299135"/>
                  </a:lnTo>
                  <a:lnTo>
                    <a:pt x="104676" y="289366"/>
                  </a:lnTo>
                  <a:lnTo>
                    <a:pt x="162447" y="278278"/>
                  </a:lnTo>
                  <a:lnTo>
                    <a:pt x="224746" y="271606"/>
                  </a:lnTo>
                  <a:lnTo>
                    <a:pt x="289943" y="267171"/>
                  </a:lnTo>
                  <a:lnTo>
                    <a:pt x="358761" y="267171"/>
                  </a:lnTo>
                  <a:lnTo>
                    <a:pt x="423233" y="271606"/>
                  </a:lnTo>
                  <a:lnTo>
                    <a:pt x="488430" y="278278"/>
                  </a:lnTo>
                  <a:lnTo>
                    <a:pt x="542760" y="289366"/>
                  </a:lnTo>
                  <a:lnTo>
                    <a:pt x="586587" y="299135"/>
                  </a:lnTo>
                  <a:lnTo>
                    <a:pt x="623350" y="315099"/>
                  </a:lnTo>
                  <a:lnTo>
                    <a:pt x="651964" y="351499"/>
                  </a:lnTo>
                  <a:lnTo>
                    <a:pt x="645263" y="366143"/>
                  </a:lnTo>
                  <a:lnTo>
                    <a:pt x="586587" y="399427"/>
                  </a:lnTo>
                  <a:lnTo>
                    <a:pt x="542760" y="410534"/>
                  </a:lnTo>
                  <a:lnTo>
                    <a:pt x="488430" y="421623"/>
                  </a:lnTo>
                  <a:lnTo>
                    <a:pt x="423233" y="428276"/>
                  </a:lnTo>
                  <a:lnTo>
                    <a:pt x="358761" y="432712"/>
                  </a:lnTo>
                  <a:lnTo>
                    <a:pt x="289943" y="432712"/>
                  </a:lnTo>
                  <a:lnTo>
                    <a:pt x="224746" y="428276"/>
                  </a:lnTo>
                  <a:lnTo>
                    <a:pt x="162447" y="421623"/>
                  </a:lnTo>
                  <a:lnTo>
                    <a:pt x="104676" y="410534"/>
                  </a:lnTo>
                  <a:lnTo>
                    <a:pt x="61212" y="399427"/>
                  </a:lnTo>
                  <a:lnTo>
                    <a:pt x="24086" y="384783"/>
                  </a:lnTo>
                  <a:lnTo>
                    <a:pt x="0" y="351499"/>
                  </a:lnTo>
                  <a:close/>
                </a:path>
                <a:path w="652145" h="433070">
                  <a:moveTo>
                    <a:pt x="0" y="84768"/>
                  </a:moveTo>
                  <a:lnTo>
                    <a:pt x="24086" y="47928"/>
                  </a:lnTo>
                  <a:lnTo>
                    <a:pt x="61212" y="32404"/>
                  </a:lnTo>
                  <a:lnTo>
                    <a:pt x="104676" y="22195"/>
                  </a:lnTo>
                  <a:lnTo>
                    <a:pt x="162447" y="11088"/>
                  </a:lnTo>
                  <a:lnTo>
                    <a:pt x="224746" y="4435"/>
                  </a:lnTo>
                  <a:lnTo>
                    <a:pt x="289943" y="0"/>
                  </a:lnTo>
                  <a:lnTo>
                    <a:pt x="358761" y="0"/>
                  </a:lnTo>
                  <a:lnTo>
                    <a:pt x="423233" y="4435"/>
                  </a:lnTo>
                  <a:lnTo>
                    <a:pt x="488430" y="11088"/>
                  </a:lnTo>
                  <a:lnTo>
                    <a:pt x="542760" y="22195"/>
                  </a:lnTo>
                  <a:lnTo>
                    <a:pt x="586587" y="32404"/>
                  </a:lnTo>
                  <a:lnTo>
                    <a:pt x="623350" y="47928"/>
                  </a:lnTo>
                  <a:lnTo>
                    <a:pt x="651964" y="84768"/>
                  </a:lnTo>
                  <a:lnTo>
                    <a:pt x="645263" y="98972"/>
                  </a:lnTo>
                  <a:lnTo>
                    <a:pt x="586587" y="132256"/>
                  </a:lnTo>
                  <a:lnTo>
                    <a:pt x="542760" y="143803"/>
                  </a:lnTo>
                  <a:lnTo>
                    <a:pt x="488430" y="154892"/>
                  </a:lnTo>
                  <a:lnTo>
                    <a:pt x="423233" y="161545"/>
                  </a:lnTo>
                  <a:lnTo>
                    <a:pt x="358761" y="165980"/>
                  </a:lnTo>
                  <a:lnTo>
                    <a:pt x="289943" y="165980"/>
                  </a:lnTo>
                  <a:lnTo>
                    <a:pt x="224746" y="161545"/>
                  </a:lnTo>
                  <a:lnTo>
                    <a:pt x="162447" y="154892"/>
                  </a:lnTo>
                  <a:lnTo>
                    <a:pt x="104676" y="143803"/>
                  </a:lnTo>
                  <a:lnTo>
                    <a:pt x="61212" y="132256"/>
                  </a:lnTo>
                  <a:lnTo>
                    <a:pt x="24086" y="118052"/>
                  </a:lnTo>
                  <a:lnTo>
                    <a:pt x="0" y="84768"/>
                  </a:lnTo>
                  <a:close/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 descr=""/>
            <p:cNvSpPr/>
            <p:nvPr/>
          </p:nvSpPr>
          <p:spPr>
            <a:xfrm>
              <a:off x="6599437" y="4064785"/>
              <a:ext cx="725170" cy="122555"/>
            </a:xfrm>
            <a:custGeom>
              <a:avLst/>
              <a:gdLst/>
              <a:ahLst/>
              <a:cxnLst/>
              <a:rect l="l" t="t" r="r" b="b"/>
              <a:pathLst>
                <a:path w="725170" h="122554">
                  <a:moveTo>
                    <a:pt x="725129" y="0"/>
                  </a:moveTo>
                  <a:lnTo>
                    <a:pt x="0" y="0"/>
                  </a:lnTo>
                  <a:lnTo>
                    <a:pt x="0" y="122493"/>
                  </a:lnTo>
                  <a:lnTo>
                    <a:pt x="725129" y="122493"/>
                  </a:lnTo>
                  <a:lnTo>
                    <a:pt x="7251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 descr=""/>
            <p:cNvSpPr/>
            <p:nvPr/>
          </p:nvSpPr>
          <p:spPr>
            <a:xfrm>
              <a:off x="6637649" y="3904565"/>
              <a:ext cx="656590" cy="288290"/>
            </a:xfrm>
            <a:custGeom>
              <a:avLst/>
              <a:gdLst/>
              <a:ahLst/>
              <a:cxnLst/>
              <a:rect l="l" t="t" r="r" b="b"/>
              <a:pathLst>
                <a:path w="656590" h="288289">
                  <a:moveTo>
                    <a:pt x="0" y="0"/>
                  </a:moveTo>
                  <a:lnTo>
                    <a:pt x="0" y="288028"/>
                  </a:lnTo>
                </a:path>
                <a:path w="656590" h="288289">
                  <a:moveTo>
                    <a:pt x="656311" y="0"/>
                  </a:moveTo>
                  <a:lnTo>
                    <a:pt x="656311" y="288028"/>
                  </a:lnTo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 descr=""/>
            <p:cNvSpPr/>
            <p:nvPr/>
          </p:nvSpPr>
          <p:spPr>
            <a:xfrm>
              <a:off x="6637649" y="3792286"/>
              <a:ext cx="652145" cy="165100"/>
            </a:xfrm>
            <a:custGeom>
              <a:avLst/>
              <a:gdLst/>
              <a:ahLst/>
              <a:cxnLst/>
              <a:rect l="l" t="t" r="r" b="b"/>
              <a:pathLst>
                <a:path w="652145" h="165100">
                  <a:moveTo>
                    <a:pt x="358761" y="0"/>
                  </a:moveTo>
                  <a:lnTo>
                    <a:pt x="289943" y="0"/>
                  </a:lnTo>
                  <a:lnTo>
                    <a:pt x="224746" y="3097"/>
                  </a:lnTo>
                  <a:lnTo>
                    <a:pt x="162447" y="11088"/>
                  </a:lnTo>
                  <a:lnTo>
                    <a:pt x="104676" y="22177"/>
                  </a:lnTo>
                  <a:lnTo>
                    <a:pt x="61212" y="32386"/>
                  </a:lnTo>
                  <a:lnTo>
                    <a:pt x="24086" y="46590"/>
                  </a:lnTo>
                  <a:lnTo>
                    <a:pt x="0" y="83430"/>
                  </a:lnTo>
                  <a:lnTo>
                    <a:pt x="7787" y="98972"/>
                  </a:lnTo>
                  <a:lnTo>
                    <a:pt x="61212" y="132256"/>
                  </a:lnTo>
                  <a:lnTo>
                    <a:pt x="104676" y="142465"/>
                  </a:lnTo>
                  <a:lnTo>
                    <a:pt x="162447" y="153554"/>
                  </a:lnTo>
                  <a:lnTo>
                    <a:pt x="224746" y="161105"/>
                  </a:lnTo>
                  <a:lnTo>
                    <a:pt x="289943" y="164642"/>
                  </a:lnTo>
                  <a:lnTo>
                    <a:pt x="358761" y="164642"/>
                  </a:lnTo>
                  <a:lnTo>
                    <a:pt x="423233" y="161105"/>
                  </a:lnTo>
                  <a:lnTo>
                    <a:pt x="488430" y="153554"/>
                  </a:lnTo>
                  <a:lnTo>
                    <a:pt x="542760" y="142465"/>
                  </a:lnTo>
                  <a:lnTo>
                    <a:pt x="586587" y="132256"/>
                  </a:lnTo>
                  <a:lnTo>
                    <a:pt x="623350" y="116714"/>
                  </a:lnTo>
                  <a:lnTo>
                    <a:pt x="651964" y="83430"/>
                  </a:lnTo>
                  <a:lnTo>
                    <a:pt x="645263" y="65670"/>
                  </a:lnTo>
                  <a:lnTo>
                    <a:pt x="586587" y="32386"/>
                  </a:lnTo>
                  <a:lnTo>
                    <a:pt x="542760" y="22177"/>
                  </a:lnTo>
                  <a:lnTo>
                    <a:pt x="488430" y="11088"/>
                  </a:lnTo>
                  <a:lnTo>
                    <a:pt x="423233" y="3097"/>
                  </a:lnTo>
                  <a:lnTo>
                    <a:pt x="3587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 descr=""/>
            <p:cNvSpPr/>
            <p:nvPr/>
          </p:nvSpPr>
          <p:spPr>
            <a:xfrm>
              <a:off x="6637649" y="3525097"/>
              <a:ext cx="652145" cy="432434"/>
            </a:xfrm>
            <a:custGeom>
              <a:avLst/>
              <a:gdLst/>
              <a:ahLst/>
              <a:cxnLst/>
              <a:rect l="l" t="t" r="r" b="b"/>
              <a:pathLst>
                <a:path w="652145" h="432435">
                  <a:moveTo>
                    <a:pt x="0" y="350619"/>
                  </a:moveTo>
                  <a:lnTo>
                    <a:pt x="24086" y="313779"/>
                  </a:lnTo>
                  <a:lnTo>
                    <a:pt x="61212" y="299575"/>
                  </a:lnTo>
                  <a:lnTo>
                    <a:pt x="104676" y="289366"/>
                  </a:lnTo>
                  <a:lnTo>
                    <a:pt x="162447" y="278278"/>
                  </a:lnTo>
                  <a:lnTo>
                    <a:pt x="224746" y="270286"/>
                  </a:lnTo>
                  <a:lnTo>
                    <a:pt x="289943" y="267189"/>
                  </a:lnTo>
                  <a:lnTo>
                    <a:pt x="358761" y="267189"/>
                  </a:lnTo>
                  <a:lnTo>
                    <a:pt x="423233" y="270286"/>
                  </a:lnTo>
                  <a:lnTo>
                    <a:pt x="488430" y="278278"/>
                  </a:lnTo>
                  <a:lnTo>
                    <a:pt x="542760" y="289366"/>
                  </a:lnTo>
                  <a:lnTo>
                    <a:pt x="586587" y="299575"/>
                  </a:lnTo>
                  <a:lnTo>
                    <a:pt x="623350" y="313779"/>
                  </a:lnTo>
                  <a:lnTo>
                    <a:pt x="651964" y="350619"/>
                  </a:lnTo>
                  <a:lnTo>
                    <a:pt x="645263" y="366162"/>
                  </a:lnTo>
                  <a:lnTo>
                    <a:pt x="586587" y="399446"/>
                  </a:lnTo>
                  <a:lnTo>
                    <a:pt x="542760" y="409655"/>
                  </a:lnTo>
                  <a:lnTo>
                    <a:pt x="488430" y="420743"/>
                  </a:lnTo>
                  <a:lnTo>
                    <a:pt x="423233" y="428294"/>
                  </a:lnTo>
                  <a:lnTo>
                    <a:pt x="358761" y="431832"/>
                  </a:lnTo>
                  <a:lnTo>
                    <a:pt x="289943" y="431832"/>
                  </a:lnTo>
                  <a:lnTo>
                    <a:pt x="224746" y="428294"/>
                  </a:lnTo>
                  <a:lnTo>
                    <a:pt x="162447" y="420743"/>
                  </a:lnTo>
                  <a:lnTo>
                    <a:pt x="104676" y="409655"/>
                  </a:lnTo>
                  <a:lnTo>
                    <a:pt x="61212" y="399446"/>
                  </a:lnTo>
                  <a:lnTo>
                    <a:pt x="24086" y="383903"/>
                  </a:lnTo>
                  <a:lnTo>
                    <a:pt x="0" y="350619"/>
                  </a:lnTo>
                  <a:close/>
                </a:path>
                <a:path w="652145" h="432435">
                  <a:moveTo>
                    <a:pt x="0" y="83448"/>
                  </a:moveTo>
                  <a:lnTo>
                    <a:pt x="24086" y="47048"/>
                  </a:lnTo>
                  <a:lnTo>
                    <a:pt x="61212" y="32404"/>
                  </a:lnTo>
                  <a:lnTo>
                    <a:pt x="104676" y="22635"/>
                  </a:lnTo>
                  <a:lnTo>
                    <a:pt x="162447" y="11106"/>
                  </a:lnTo>
                  <a:lnTo>
                    <a:pt x="224746" y="3555"/>
                  </a:lnTo>
                  <a:lnTo>
                    <a:pt x="289943" y="0"/>
                  </a:lnTo>
                  <a:lnTo>
                    <a:pt x="358761" y="0"/>
                  </a:lnTo>
                  <a:lnTo>
                    <a:pt x="423233" y="3555"/>
                  </a:lnTo>
                  <a:lnTo>
                    <a:pt x="488430" y="11106"/>
                  </a:lnTo>
                  <a:lnTo>
                    <a:pt x="542760" y="22635"/>
                  </a:lnTo>
                  <a:lnTo>
                    <a:pt x="586587" y="32404"/>
                  </a:lnTo>
                  <a:lnTo>
                    <a:pt x="623350" y="47048"/>
                  </a:lnTo>
                  <a:lnTo>
                    <a:pt x="651964" y="83448"/>
                  </a:lnTo>
                  <a:lnTo>
                    <a:pt x="645263" y="98972"/>
                  </a:lnTo>
                  <a:lnTo>
                    <a:pt x="586587" y="132714"/>
                  </a:lnTo>
                  <a:lnTo>
                    <a:pt x="542760" y="142465"/>
                  </a:lnTo>
                  <a:lnTo>
                    <a:pt x="488430" y="153572"/>
                  </a:lnTo>
                  <a:lnTo>
                    <a:pt x="423233" y="161563"/>
                  </a:lnTo>
                  <a:lnTo>
                    <a:pt x="358761" y="164661"/>
                  </a:lnTo>
                  <a:lnTo>
                    <a:pt x="289943" y="164661"/>
                  </a:lnTo>
                  <a:lnTo>
                    <a:pt x="224746" y="161563"/>
                  </a:lnTo>
                  <a:lnTo>
                    <a:pt x="162447" y="153572"/>
                  </a:lnTo>
                  <a:lnTo>
                    <a:pt x="104676" y="142465"/>
                  </a:lnTo>
                  <a:lnTo>
                    <a:pt x="61212" y="132714"/>
                  </a:lnTo>
                  <a:lnTo>
                    <a:pt x="24086" y="117172"/>
                  </a:lnTo>
                  <a:lnTo>
                    <a:pt x="0" y="83448"/>
                  </a:lnTo>
                  <a:close/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 descr=""/>
            <p:cNvSpPr/>
            <p:nvPr/>
          </p:nvSpPr>
          <p:spPr>
            <a:xfrm>
              <a:off x="6599437" y="3756783"/>
              <a:ext cx="725170" cy="122555"/>
            </a:xfrm>
            <a:custGeom>
              <a:avLst/>
              <a:gdLst/>
              <a:ahLst/>
              <a:cxnLst/>
              <a:rect l="l" t="t" r="r" b="b"/>
              <a:pathLst>
                <a:path w="725170" h="122554">
                  <a:moveTo>
                    <a:pt x="725129" y="0"/>
                  </a:moveTo>
                  <a:lnTo>
                    <a:pt x="0" y="0"/>
                  </a:lnTo>
                  <a:lnTo>
                    <a:pt x="0" y="122049"/>
                  </a:lnTo>
                  <a:lnTo>
                    <a:pt x="725129" y="122049"/>
                  </a:lnTo>
                  <a:lnTo>
                    <a:pt x="7251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 descr=""/>
            <p:cNvSpPr/>
            <p:nvPr/>
          </p:nvSpPr>
          <p:spPr>
            <a:xfrm>
              <a:off x="6637649" y="3597439"/>
              <a:ext cx="1605915" cy="1286510"/>
            </a:xfrm>
            <a:custGeom>
              <a:avLst/>
              <a:gdLst/>
              <a:ahLst/>
              <a:cxnLst/>
              <a:rect l="l" t="t" r="r" b="b"/>
              <a:pathLst>
                <a:path w="1605915" h="1286510">
                  <a:moveTo>
                    <a:pt x="0" y="0"/>
                  </a:moveTo>
                  <a:lnTo>
                    <a:pt x="0" y="287148"/>
                  </a:lnTo>
                </a:path>
                <a:path w="1605915" h="1286510">
                  <a:moveTo>
                    <a:pt x="656311" y="0"/>
                  </a:moveTo>
                  <a:lnTo>
                    <a:pt x="656311" y="287148"/>
                  </a:lnTo>
                </a:path>
                <a:path w="1605915" h="1286510">
                  <a:moveTo>
                    <a:pt x="953679" y="1205853"/>
                  </a:moveTo>
                  <a:lnTo>
                    <a:pt x="977946" y="1168133"/>
                  </a:lnTo>
                  <a:lnTo>
                    <a:pt x="1015072" y="1153929"/>
                  </a:lnTo>
                  <a:lnTo>
                    <a:pt x="1058536" y="1143720"/>
                  </a:lnTo>
                  <a:lnTo>
                    <a:pt x="1116308" y="1132613"/>
                  </a:lnTo>
                  <a:lnTo>
                    <a:pt x="1178607" y="1124640"/>
                  </a:lnTo>
                  <a:lnTo>
                    <a:pt x="1243803" y="1121524"/>
                  </a:lnTo>
                  <a:lnTo>
                    <a:pt x="1312622" y="1121524"/>
                  </a:lnTo>
                  <a:lnTo>
                    <a:pt x="1377094" y="1124640"/>
                  </a:lnTo>
                  <a:lnTo>
                    <a:pt x="1442290" y="1132613"/>
                  </a:lnTo>
                  <a:lnTo>
                    <a:pt x="1496620" y="1143720"/>
                  </a:lnTo>
                  <a:lnTo>
                    <a:pt x="1540447" y="1153929"/>
                  </a:lnTo>
                  <a:lnTo>
                    <a:pt x="1577211" y="1168133"/>
                  </a:lnTo>
                  <a:lnTo>
                    <a:pt x="1605643" y="1205853"/>
                  </a:lnTo>
                  <a:lnTo>
                    <a:pt x="1599124" y="1220497"/>
                  </a:lnTo>
                  <a:lnTo>
                    <a:pt x="1540447" y="1253781"/>
                  </a:lnTo>
                  <a:lnTo>
                    <a:pt x="1496620" y="1263990"/>
                  </a:lnTo>
                  <a:lnTo>
                    <a:pt x="1442290" y="1275079"/>
                  </a:lnTo>
                  <a:lnTo>
                    <a:pt x="1377094" y="1282630"/>
                  </a:lnTo>
                  <a:lnTo>
                    <a:pt x="1312622" y="1286186"/>
                  </a:lnTo>
                  <a:lnTo>
                    <a:pt x="1243803" y="1286186"/>
                  </a:lnTo>
                  <a:lnTo>
                    <a:pt x="1178607" y="1282630"/>
                  </a:lnTo>
                  <a:lnTo>
                    <a:pt x="1116308" y="1275079"/>
                  </a:lnTo>
                  <a:lnTo>
                    <a:pt x="1058536" y="1263990"/>
                  </a:lnTo>
                  <a:lnTo>
                    <a:pt x="1015072" y="1253781"/>
                  </a:lnTo>
                  <a:lnTo>
                    <a:pt x="977946" y="1239577"/>
                  </a:lnTo>
                  <a:lnTo>
                    <a:pt x="953679" y="1205853"/>
                  </a:lnTo>
                  <a:close/>
                </a:path>
                <a:path w="1605915" h="1286510">
                  <a:moveTo>
                    <a:pt x="953679" y="939122"/>
                  </a:moveTo>
                  <a:lnTo>
                    <a:pt x="977946" y="901402"/>
                  </a:lnTo>
                  <a:lnTo>
                    <a:pt x="1015072" y="886739"/>
                  </a:lnTo>
                  <a:lnTo>
                    <a:pt x="1058536" y="876549"/>
                  </a:lnTo>
                  <a:lnTo>
                    <a:pt x="1116308" y="865442"/>
                  </a:lnTo>
                  <a:lnTo>
                    <a:pt x="1178607" y="857891"/>
                  </a:lnTo>
                  <a:lnTo>
                    <a:pt x="1243803" y="854353"/>
                  </a:lnTo>
                  <a:lnTo>
                    <a:pt x="1312622" y="854353"/>
                  </a:lnTo>
                  <a:lnTo>
                    <a:pt x="1377094" y="857891"/>
                  </a:lnTo>
                  <a:lnTo>
                    <a:pt x="1442290" y="865442"/>
                  </a:lnTo>
                  <a:lnTo>
                    <a:pt x="1496620" y="876549"/>
                  </a:lnTo>
                  <a:lnTo>
                    <a:pt x="1540447" y="886739"/>
                  </a:lnTo>
                  <a:lnTo>
                    <a:pt x="1577211" y="901402"/>
                  </a:lnTo>
                  <a:lnTo>
                    <a:pt x="1605643" y="939122"/>
                  </a:lnTo>
                  <a:lnTo>
                    <a:pt x="1599124" y="953326"/>
                  </a:lnTo>
                  <a:lnTo>
                    <a:pt x="1540447" y="987050"/>
                  </a:lnTo>
                  <a:lnTo>
                    <a:pt x="1496620" y="996819"/>
                  </a:lnTo>
                  <a:lnTo>
                    <a:pt x="1442290" y="1007908"/>
                  </a:lnTo>
                  <a:lnTo>
                    <a:pt x="1377094" y="1015899"/>
                  </a:lnTo>
                  <a:lnTo>
                    <a:pt x="1312622" y="1018996"/>
                  </a:lnTo>
                  <a:lnTo>
                    <a:pt x="1243803" y="1018996"/>
                  </a:lnTo>
                  <a:lnTo>
                    <a:pt x="1178607" y="1015899"/>
                  </a:lnTo>
                  <a:lnTo>
                    <a:pt x="1116308" y="1007908"/>
                  </a:lnTo>
                  <a:lnTo>
                    <a:pt x="1058536" y="996819"/>
                  </a:lnTo>
                  <a:lnTo>
                    <a:pt x="1015072" y="987050"/>
                  </a:lnTo>
                  <a:lnTo>
                    <a:pt x="977946" y="972406"/>
                  </a:lnTo>
                  <a:lnTo>
                    <a:pt x="953679" y="939122"/>
                  </a:lnTo>
                  <a:close/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 descr=""/>
            <p:cNvSpPr/>
            <p:nvPr/>
          </p:nvSpPr>
          <p:spPr>
            <a:xfrm>
              <a:off x="7553297" y="4683460"/>
              <a:ext cx="725170" cy="122555"/>
            </a:xfrm>
            <a:custGeom>
              <a:avLst/>
              <a:gdLst/>
              <a:ahLst/>
              <a:cxnLst/>
              <a:rect l="l" t="t" r="r" b="b"/>
              <a:pathLst>
                <a:path w="725170" h="122554">
                  <a:moveTo>
                    <a:pt x="725129" y="0"/>
                  </a:moveTo>
                  <a:lnTo>
                    <a:pt x="0" y="0"/>
                  </a:lnTo>
                  <a:lnTo>
                    <a:pt x="0" y="122049"/>
                  </a:lnTo>
                  <a:lnTo>
                    <a:pt x="725129" y="122049"/>
                  </a:lnTo>
                  <a:lnTo>
                    <a:pt x="7251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 descr=""/>
            <p:cNvSpPr/>
            <p:nvPr/>
          </p:nvSpPr>
          <p:spPr>
            <a:xfrm>
              <a:off x="7591328" y="4524134"/>
              <a:ext cx="656590" cy="287655"/>
            </a:xfrm>
            <a:custGeom>
              <a:avLst/>
              <a:gdLst/>
              <a:ahLst/>
              <a:cxnLst/>
              <a:rect l="l" t="t" r="r" b="b"/>
              <a:pathLst>
                <a:path w="656590" h="287654">
                  <a:moveTo>
                    <a:pt x="0" y="0"/>
                  </a:moveTo>
                  <a:lnTo>
                    <a:pt x="0" y="287148"/>
                  </a:lnTo>
                </a:path>
                <a:path w="656590" h="287654">
                  <a:moveTo>
                    <a:pt x="656492" y="0"/>
                  </a:moveTo>
                  <a:lnTo>
                    <a:pt x="656492" y="287148"/>
                  </a:lnTo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 descr=""/>
            <p:cNvSpPr/>
            <p:nvPr/>
          </p:nvSpPr>
          <p:spPr>
            <a:xfrm>
              <a:off x="7591328" y="4410957"/>
              <a:ext cx="652145" cy="165735"/>
            </a:xfrm>
            <a:custGeom>
              <a:avLst/>
              <a:gdLst/>
              <a:ahLst/>
              <a:cxnLst/>
              <a:rect l="l" t="t" r="r" b="b"/>
              <a:pathLst>
                <a:path w="652145" h="165735">
                  <a:moveTo>
                    <a:pt x="358942" y="0"/>
                  </a:moveTo>
                  <a:lnTo>
                    <a:pt x="290124" y="0"/>
                  </a:lnTo>
                  <a:lnTo>
                    <a:pt x="224927" y="4435"/>
                  </a:lnTo>
                  <a:lnTo>
                    <a:pt x="162628" y="11088"/>
                  </a:lnTo>
                  <a:lnTo>
                    <a:pt x="104857" y="22195"/>
                  </a:lnTo>
                  <a:lnTo>
                    <a:pt x="61393" y="31946"/>
                  </a:lnTo>
                  <a:lnTo>
                    <a:pt x="24267" y="47488"/>
                  </a:lnTo>
                  <a:lnTo>
                    <a:pt x="0" y="84328"/>
                  </a:lnTo>
                  <a:lnTo>
                    <a:pt x="7968" y="98972"/>
                  </a:lnTo>
                  <a:lnTo>
                    <a:pt x="61393" y="132256"/>
                  </a:lnTo>
                  <a:lnTo>
                    <a:pt x="104857" y="143345"/>
                  </a:lnTo>
                  <a:lnTo>
                    <a:pt x="162628" y="154452"/>
                  </a:lnTo>
                  <a:lnTo>
                    <a:pt x="224927" y="161105"/>
                  </a:lnTo>
                  <a:lnTo>
                    <a:pt x="290124" y="165540"/>
                  </a:lnTo>
                  <a:lnTo>
                    <a:pt x="358942" y="165540"/>
                  </a:lnTo>
                  <a:lnTo>
                    <a:pt x="423414" y="161105"/>
                  </a:lnTo>
                  <a:lnTo>
                    <a:pt x="488611" y="154452"/>
                  </a:lnTo>
                  <a:lnTo>
                    <a:pt x="542941" y="143345"/>
                  </a:lnTo>
                  <a:lnTo>
                    <a:pt x="586768" y="132256"/>
                  </a:lnTo>
                  <a:lnTo>
                    <a:pt x="623531" y="117612"/>
                  </a:lnTo>
                  <a:lnTo>
                    <a:pt x="651964" y="84328"/>
                  </a:lnTo>
                  <a:lnTo>
                    <a:pt x="645444" y="65248"/>
                  </a:lnTo>
                  <a:lnTo>
                    <a:pt x="586768" y="31946"/>
                  </a:lnTo>
                  <a:lnTo>
                    <a:pt x="542941" y="22195"/>
                  </a:lnTo>
                  <a:lnTo>
                    <a:pt x="488611" y="11088"/>
                  </a:lnTo>
                  <a:lnTo>
                    <a:pt x="423414" y="4435"/>
                  </a:lnTo>
                  <a:lnTo>
                    <a:pt x="3589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 descr=""/>
            <p:cNvSpPr/>
            <p:nvPr/>
          </p:nvSpPr>
          <p:spPr>
            <a:xfrm>
              <a:off x="7591328" y="4143786"/>
              <a:ext cx="652145" cy="433070"/>
            </a:xfrm>
            <a:custGeom>
              <a:avLst/>
              <a:gdLst/>
              <a:ahLst/>
              <a:cxnLst/>
              <a:rect l="l" t="t" r="r" b="b"/>
              <a:pathLst>
                <a:path w="652145" h="433070">
                  <a:moveTo>
                    <a:pt x="0" y="351499"/>
                  </a:moveTo>
                  <a:lnTo>
                    <a:pt x="24267" y="314659"/>
                  </a:lnTo>
                  <a:lnTo>
                    <a:pt x="61393" y="299117"/>
                  </a:lnTo>
                  <a:lnTo>
                    <a:pt x="104857" y="289366"/>
                  </a:lnTo>
                  <a:lnTo>
                    <a:pt x="162628" y="278259"/>
                  </a:lnTo>
                  <a:lnTo>
                    <a:pt x="224927" y="271606"/>
                  </a:lnTo>
                  <a:lnTo>
                    <a:pt x="290124" y="267171"/>
                  </a:lnTo>
                  <a:lnTo>
                    <a:pt x="358942" y="267171"/>
                  </a:lnTo>
                  <a:lnTo>
                    <a:pt x="423414" y="271606"/>
                  </a:lnTo>
                  <a:lnTo>
                    <a:pt x="488611" y="278259"/>
                  </a:lnTo>
                  <a:lnTo>
                    <a:pt x="542941" y="289366"/>
                  </a:lnTo>
                  <a:lnTo>
                    <a:pt x="586768" y="299117"/>
                  </a:lnTo>
                  <a:lnTo>
                    <a:pt x="623531" y="314659"/>
                  </a:lnTo>
                  <a:lnTo>
                    <a:pt x="651964" y="351499"/>
                  </a:lnTo>
                  <a:lnTo>
                    <a:pt x="645444" y="366143"/>
                  </a:lnTo>
                  <a:lnTo>
                    <a:pt x="586768" y="399427"/>
                  </a:lnTo>
                  <a:lnTo>
                    <a:pt x="542941" y="410516"/>
                  </a:lnTo>
                  <a:lnTo>
                    <a:pt x="488611" y="421623"/>
                  </a:lnTo>
                  <a:lnTo>
                    <a:pt x="423414" y="428276"/>
                  </a:lnTo>
                  <a:lnTo>
                    <a:pt x="358942" y="432712"/>
                  </a:lnTo>
                  <a:lnTo>
                    <a:pt x="290124" y="432712"/>
                  </a:lnTo>
                  <a:lnTo>
                    <a:pt x="224927" y="428276"/>
                  </a:lnTo>
                  <a:lnTo>
                    <a:pt x="162628" y="421623"/>
                  </a:lnTo>
                  <a:lnTo>
                    <a:pt x="104857" y="410516"/>
                  </a:lnTo>
                  <a:lnTo>
                    <a:pt x="61393" y="399427"/>
                  </a:lnTo>
                  <a:lnTo>
                    <a:pt x="24267" y="384783"/>
                  </a:lnTo>
                  <a:lnTo>
                    <a:pt x="0" y="351499"/>
                  </a:lnTo>
                  <a:close/>
                </a:path>
                <a:path w="652145" h="433070">
                  <a:moveTo>
                    <a:pt x="0" y="84768"/>
                  </a:moveTo>
                  <a:lnTo>
                    <a:pt x="24267" y="47928"/>
                  </a:lnTo>
                  <a:lnTo>
                    <a:pt x="61393" y="32386"/>
                  </a:lnTo>
                  <a:lnTo>
                    <a:pt x="104857" y="22177"/>
                  </a:lnTo>
                  <a:lnTo>
                    <a:pt x="162628" y="11088"/>
                  </a:lnTo>
                  <a:lnTo>
                    <a:pt x="224927" y="4435"/>
                  </a:lnTo>
                  <a:lnTo>
                    <a:pt x="290124" y="0"/>
                  </a:lnTo>
                  <a:lnTo>
                    <a:pt x="358942" y="0"/>
                  </a:lnTo>
                  <a:lnTo>
                    <a:pt x="423414" y="4435"/>
                  </a:lnTo>
                  <a:lnTo>
                    <a:pt x="488611" y="11088"/>
                  </a:lnTo>
                  <a:lnTo>
                    <a:pt x="542941" y="22177"/>
                  </a:lnTo>
                  <a:lnTo>
                    <a:pt x="586768" y="32386"/>
                  </a:lnTo>
                  <a:lnTo>
                    <a:pt x="623531" y="47928"/>
                  </a:lnTo>
                  <a:lnTo>
                    <a:pt x="651964" y="84768"/>
                  </a:lnTo>
                  <a:lnTo>
                    <a:pt x="645444" y="98972"/>
                  </a:lnTo>
                  <a:lnTo>
                    <a:pt x="586768" y="132256"/>
                  </a:lnTo>
                  <a:lnTo>
                    <a:pt x="542941" y="143345"/>
                  </a:lnTo>
                  <a:lnTo>
                    <a:pt x="488611" y="154433"/>
                  </a:lnTo>
                  <a:lnTo>
                    <a:pt x="423414" y="161105"/>
                  </a:lnTo>
                  <a:lnTo>
                    <a:pt x="358942" y="165540"/>
                  </a:lnTo>
                  <a:lnTo>
                    <a:pt x="290124" y="165540"/>
                  </a:lnTo>
                  <a:lnTo>
                    <a:pt x="224927" y="161105"/>
                  </a:lnTo>
                  <a:lnTo>
                    <a:pt x="162628" y="154433"/>
                  </a:lnTo>
                  <a:lnTo>
                    <a:pt x="104857" y="143345"/>
                  </a:lnTo>
                  <a:lnTo>
                    <a:pt x="61393" y="132256"/>
                  </a:lnTo>
                  <a:lnTo>
                    <a:pt x="24267" y="118052"/>
                  </a:lnTo>
                  <a:lnTo>
                    <a:pt x="0" y="84768"/>
                  </a:lnTo>
                  <a:close/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 descr=""/>
            <p:cNvSpPr/>
            <p:nvPr/>
          </p:nvSpPr>
          <p:spPr>
            <a:xfrm>
              <a:off x="7553297" y="4376348"/>
              <a:ext cx="725170" cy="122555"/>
            </a:xfrm>
            <a:custGeom>
              <a:avLst/>
              <a:gdLst/>
              <a:ahLst/>
              <a:cxnLst/>
              <a:rect l="l" t="t" r="r" b="b"/>
              <a:pathLst>
                <a:path w="725170" h="122554">
                  <a:moveTo>
                    <a:pt x="725129" y="0"/>
                  </a:moveTo>
                  <a:lnTo>
                    <a:pt x="0" y="0"/>
                  </a:lnTo>
                  <a:lnTo>
                    <a:pt x="0" y="122493"/>
                  </a:lnTo>
                  <a:lnTo>
                    <a:pt x="725129" y="122493"/>
                  </a:lnTo>
                  <a:lnTo>
                    <a:pt x="7251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 descr=""/>
            <p:cNvSpPr/>
            <p:nvPr/>
          </p:nvSpPr>
          <p:spPr>
            <a:xfrm>
              <a:off x="7591328" y="4216127"/>
              <a:ext cx="656590" cy="288290"/>
            </a:xfrm>
            <a:custGeom>
              <a:avLst/>
              <a:gdLst/>
              <a:ahLst/>
              <a:cxnLst/>
              <a:rect l="l" t="t" r="r" b="b"/>
              <a:pathLst>
                <a:path w="656590" h="288289">
                  <a:moveTo>
                    <a:pt x="0" y="0"/>
                  </a:moveTo>
                  <a:lnTo>
                    <a:pt x="0" y="288028"/>
                  </a:lnTo>
                </a:path>
                <a:path w="656590" h="288289">
                  <a:moveTo>
                    <a:pt x="656492" y="0"/>
                  </a:moveTo>
                  <a:lnTo>
                    <a:pt x="656492" y="288028"/>
                  </a:lnTo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 descr=""/>
            <p:cNvSpPr/>
            <p:nvPr/>
          </p:nvSpPr>
          <p:spPr>
            <a:xfrm>
              <a:off x="7591328" y="4099395"/>
              <a:ext cx="652145" cy="165735"/>
            </a:xfrm>
            <a:custGeom>
              <a:avLst/>
              <a:gdLst/>
              <a:ahLst/>
              <a:cxnLst/>
              <a:rect l="l" t="t" r="r" b="b"/>
              <a:pathLst>
                <a:path w="652145" h="165735">
                  <a:moveTo>
                    <a:pt x="358942" y="0"/>
                  </a:moveTo>
                  <a:lnTo>
                    <a:pt x="290124" y="0"/>
                  </a:lnTo>
                  <a:lnTo>
                    <a:pt x="224927" y="4435"/>
                  </a:lnTo>
                  <a:lnTo>
                    <a:pt x="162628" y="11106"/>
                  </a:lnTo>
                  <a:lnTo>
                    <a:pt x="104857" y="22195"/>
                  </a:lnTo>
                  <a:lnTo>
                    <a:pt x="61393" y="31964"/>
                  </a:lnTo>
                  <a:lnTo>
                    <a:pt x="24267" y="47928"/>
                  </a:lnTo>
                  <a:lnTo>
                    <a:pt x="0" y="84328"/>
                  </a:lnTo>
                  <a:lnTo>
                    <a:pt x="7968" y="98972"/>
                  </a:lnTo>
                  <a:lnTo>
                    <a:pt x="61393" y="132256"/>
                  </a:lnTo>
                  <a:lnTo>
                    <a:pt x="104857" y="143363"/>
                  </a:lnTo>
                  <a:lnTo>
                    <a:pt x="162628" y="154452"/>
                  </a:lnTo>
                  <a:lnTo>
                    <a:pt x="224927" y="161105"/>
                  </a:lnTo>
                  <a:lnTo>
                    <a:pt x="290124" y="165540"/>
                  </a:lnTo>
                  <a:lnTo>
                    <a:pt x="358942" y="165540"/>
                  </a:lnTo>
                  <a:lnTo>
                    <a:pt x="423414" y="161105"/>
                  </a:lnTo>
                  <a:lnTo>
                    <a:pt x="488611" y="154452"/>
                  </a:lnTo>
                  <a:lnTo>
                    <a:pt x="542941" y="143363"/>
                  </a:lnTo>
                  <a:lnTo>
                    <a:pt x="586768" y="132256"/>
                  </a:lnTo>
                  <a:lnTo>
                    <a:pt x="623531" y="117612"/>
                  </a:lnTo>
                  <a:lnTo>
                    <a:pt x="651964" y="84328"/>
                  </a:lnTo>
                  <a:lnTo>
                    <a:pt x="645444" y="65688"/>
                  </a:lnTo>
                  <a:lnTo>
                    <a:pt x="586768" y="31964"/>
                  </a:lnTo>
                  <a:lnTo>
                    <a:pt x="542941" y="22195"/>
                  </a:lnTo>
                  <a:lnTo>
                    <a:pt x="488611" y="11106"/>
                  </a:lnTo>
                  <a:lnTo>
                    <a:pt x="423414" y="4435"/>
                  </a:lnTo>
                  <a:lnTo>
                    <a:pt x="3589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 descr=""/>
            <p:cNvSpPr/>
            <p:nvPr/>
          </p:nvSpPr>
          <p:spPr>
            <a:xfrm>
              <a:off x="7591328" y="3832224"/>
              <a:ext cx="652145" cy="433070"/>
            </a:xfrm>
            <a:custGeom>
              <a:avLst/>
              <a:gdLst/>
              <a:ahLst/>
              <a:cxnLst/>
              <a:rect l="l" t="t" r="r" b="b"/>
              <a:pathLst>
                <a:path w="652145" h="433070">
                  <a:moveTo>
                    <a:pt x="0" y="351499"/>
                  </a:moveTo>
                  <a:lnTo>
                    <a:pt x="24267" y="315099"/>
                  </a:lnTo>
                  <a:lnTo>
                    <a:pt x="61393" y="299135"/>
                  </a:lnTo>
                  <a:lnTo>
                    <a:pt x="104857" y="289366"/>
                  </a:lnTo>
                  <a:lnTo>
                    <a:pt x="162628" y="278278"/>
                  </a:lnTo>
                  <a:lnTo>
                    <a:pt x="224927" y="271606"/>
                  </a:lnTo>
                  <a:lnTo>
                    <a:pt x="290124" y="267171"/>
                  </a:lnTo>
                  <a:lnTo>
                    <a:pt x="358942" y="267171"/>
                  </a:lnTo>
                  <a:lnTo>
                    <a:pt x="423414" y="271606"/>
                  </a:lnTo>
                  <a:lnTo>
                    <a:pt x="488611" y="278278"/>
                  </a:lnTo>
                  <a:lnTo>
                    <a:pt x="542941" y="289366"/>
                  </a:lnTo>
                  <a:lnTo>
                    <a:pt x="586768" y="299135"/>
                  </a:lnTo>
                  <a:lnTo>
                    <a:pt x="623531" y="315099"/>
                  </a:lnTo>
                  <a:lnTo>
                    <a:pt x="651964" y="351499"/>
                  </a:lnTo>
                  <a:lnTo>
                    <a:pt x="645444" y="366143"/>
                  </a:lnTo>
                  <a:lnTo>
                    <a:pt x="586768" y="399427"/>
                  </a:lnTo>
                  <a:lnTo>
                    <a:pt x="542941" y="410534"/>
                  </a:lnTo>
                  <a:lnTo>
                    <a:pt x="488611" y="421623"/>
                  </a:lnTo>
                  <a:lnTo>
                    <a:pt x="423414" y="428276"/>
                  </a:lnTo>
                  <a:lnTo>
                    <a:pt x="358942" y="432712"/>
                  </a:lnTo>
                  <a:lnTo>
                    <a:pt x="290124" y="432712"/>
                  </a:lnTo>
                  <a:lnTo>
                    <a:pt x="224927" y="428276"/>
                  </a:lnTo>
                  <a:lnTo>
                    <a:pt x="162628" y="421623"/>
                  </a:lnTo>
                  <a:lnTo>
                    <a:pt x="104857" y="410534"/>
                  </a:lnTo>
                  <a:lnTo>
                    <a:pt x="61393" y="399427"/>
                  </a:lnTo>
                  <a:lnTo>
                    <a:pt x="24267" y="384783"/>
                  </a:lnTo>
                  <a:lnTo>
                    <a:pt x="0" y="351499"/>
                  </a:lnTo>
                  <a:close/>
                </a:path>
                <a:path w="652145" h="433070">
                  <a:moveTo>
                    <a:pt x="0" y="84768"/>
                  </a:moveTo>
                  <a:lnTo>
                    <a:pt x="24267" y="47928"/>
                  </a:lnTo>
                  <a:lnTo>
                    <a:pt x="61393" y="32404"/>
                  </a:lnTo>
                  <a:lnTo>
                    <a:pt x="104857" y="22195"/>
                  </a:lnTo>
                  <a:lnTo>
                    <a:pt x="162628" y="11088"/>
                  </a:lnTo>
                  <a:lnTo>
                    <a:pt x="224927" y="4435"/>
                  </a:lnTo>
                  <a:lnTo>
                    <a:pt x="290124" y="0"/>
                  </a:lnTo>
                  <a:lnTo>
                    <a:pt x="358942" y="0"/>
                  </a:lnTo>
                  <a:lnTo>
                    <a:pt x="423414" y="4435"/>
                  </a:lnTo>
                  <a:lnTo>
                    <a:pt x="488611" y="11088"/>
                  </a:lnTo>
                  <a:lnTo>
                    <a:pt x="542941" y="22195"/>
                  </a:lnTo>
                  <a:lnTo>
                    <a:pt x="586768" y="32404"/>
                  </a:lnTo>
                  <a:lnTo>
                    <a:pt x="623531" y="47928"/>
                  </a:lnTo>
                  <a:lnTo>
                    <a:pt x="651964" y="84768"/>
                  </a:lnTo>
                  <a:lnTo>
                    <a:pt x="645444" y="98972"/>
                  </a:lnTo>
                  <a:lnTo>
                    <a:pt x="586768" y="132256"/>
                  </a:lnTo>
                  <a:lnTo>
                    <a:pt x="542941" y="143803"/>
                  </a:lnTo>
                  <a:lnTo>
                    <a:pt x="488611" y="154892"/>
                  </a:lnTo>
                  <a:lnTo>
                    <a:pt x="423414" y="161545"/>
                  </a:lnTo>
                  <a:lnTo>
                    <a:pt x="358942" y="165980"/>
                  </a:lnTo>
                  <a:lnTo>
                    <a:pt x="290124" y="165980"/>
                  </a:lnTo>
                  <a:lnTo>
                    <a:pt x="224927" y="161545"/>
                  </a:lnTo>
                  <a:lnTo>
                    <a:pt x="162628" y="154892"/>
                  </a:lnTo>
                  <a:lnTo>
                    <a:pt x="104857" y="143803"/>
                  </a:lnTo>
                  <a:lnTo>
                    <a:pt x="61393" y="132256"/>
                  </a:lnTo>
                  <a:lnTo>
                    <a:pt x="24267" y="118052"/>
                  </a:lnTo>
                  <a:lnTo>
                    <a:pt x="0" y="84768"/>
                  </a:lnTo>
                  <a:close/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 descr=""/>
            <p:cNvSpPr/>
            <p:nvPr/>
          </p:nvSpPr>
          <p:spPr>
            <a:xfrm>
              <a:off x="7553297" y="4064785"/>
              <a:ext cx="725170" cy="122555"/>
            </a:xfrm>
            <a:custGeom>
              <a:avLst/>
              <a:gdLst/>
              <a:ahLst/>
              <a:cxnLst/>
              <a:rect l="l" t="t" r="r" b="b"/>
              <a:pathLst>
                <a:path w="725170" h="122554">
                  <a:moveTo>
                    <a:pt x="725129" y="0"/>
                  </a:moveTo>
                  <a:lnTo>
                    <a:pt x="0" y="0"/>
                  </a:lnTo>
                  <a:lnTo>
                    <a:pt x="0" y="122493"/>
                  </a:lnTo>
                  <a:lnTo>
                    <a:pt x="725129" y="122493"/>
                  </a:lnTo>
                  <a:lnTo>
                    <a:pt x="7251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 descr=""/>
            <p:cNvSpPr/>
            <p:nvPr/>
          </p:nvSpPr>
          <p:spPr>
            <a:xfrm>
              <a:off x="7591328" y="3904565"/>
              <a:ext cx="656590" cy="288290"/>
            </a:xfrm>
            <a:custGeom>
              <a:avLst/>
              <a:gdLst/>
              <a:ahLst/>
              <a:cxnLst/>
              <a:rect l="l" t="t" r="r" b="b"/>
              <a:pathLst>
                <a:path w="656590" h="288289">
                  <a:moveTo>
                    <a:pt x="0" y="0"/>
                  </a:moveTo>
                  <a:lnTo>
                    <a:pt x="0" y="288028"/>
                  </a:lnTo>
                </a:path>
                <a:path w="656590" h="288289">
                  <a:moveTo>
                    <a:pt x="656492" y="0"/>
                  </a:moveTo>
                  <a:lnTo>
                    <a:pt x="656492" y="288028"/>
                  </a:lnTo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 descr=""/>
            <p:cNvSpPr/>
            <p:nvPr/>
          </p:nvSpPr>
          <p:spPr>
            <a:xfrm>
              <a:off x="7591328" y="3792286"/>
              <a:ext cx="652145" cy="165100"/>
            </a:xfrm>
            <a:custGeom>
              <a:avLst/>
              <a:gdLst/>
              <a:ahLst/>
              <a:cxnLst/>
              <a:rect l="l" t="t" r="r" b="b"/>
              <a:pathLst>
                <a:path w="652145" h="165100">
                  <a:moveTo>
                    <a:pt x="358942" y="0"/>
                  </a:moveTo>
                  <a:lnTo>
                    <a:pt x="290124" y="0"/>
                  </a:lnTo>
                  <a:lnTo>
                    <a:pt x="224927" y="3097"/>
                  </a:lnTo>
                  <a:lnTo>
                    <a:pt x="162628" y="11088"/>
                  </a:lnTo>
                  <a:lnTo>
                    <a:pt x="104857" y="22177"/>
                  </a:lnTo>
                  <a:lnTo>
                    <a:pt x="61393" y="32386"/>
                  </a:lnTo>
                  <a:lnTo>
                    <a:pt x="24267" y="46590"/>
                  </a:lnTo>
                  <a:lnTo>
                    <a:pt x="0" y="83430"/>
                  </a:lnTo>
                  <a:lnTo>
                    <a:pt x="7968" y="98972"/>
                  </a:lnTo>
                  <a:lnTo>
                    <a:pt x="61393" y="132256"/>
                  </a:lnTo>
                  <a:lnTo>
                    <a:pt x="104857" y="142465"/>
                  </a:lnTo>
                  <a:lnTo>
                    <a:pt x="162628" y="153554"/>
                  </a:lnTo>
                  <a:lnTo>
                    <a:pt x="224927" y="161105"/>
                  </a:lnTo>
                  <a:lnTo>
                    <a:pt x="290124" y="164642"/>
                  </a:lnTo>
                  <a:lnTo>
                    <a:pt x="358942" y="164642"/>
                  </a:lnTo>
                  <a:lnTo>
                    <a:pt x="423414" y="161105"/>
                  </a:lnTo>
                  <a:lnTo>
                    <a:pt x="488611" y="153554"/>
                  </a:lnTo>
                  <a:lnTo>
                    <a:pt x="542941" y="142465"/>
                  </a:lnTo>
                  <a:lnTo>
                    <a:pt x="586768" y="132256"/>
                  </a:lnTo>
                  <a:lnTo>
                    <a:pt x="623531" y="116714"/>
                  </a:lnTo>
                  <a:lnTo>
                    <a:pt x="651964" y="83430"/>
                  </a:lnTo>
                  <a:lnTo>
                    <a:pt x="645444" y="65670"/>
                  </a:lnTo>
                  <a:lnTo>
                    <a:pt x="586768" y="32386"/>
                  </a:lnTo>
                  <a:lnTo>
                    <a:pt x="542941" y="22177"/>
                  </a:lnTo>
                  <a:lnTo>
                    <a:pt x="488611" y="11088"/>
                  </a:lnTo>
                  <a:lnTo>
                    <a:pt x="423414" y="3097"/>
                  </a:lnTo>
                  <a:lnTo>
                    <a:pt x="3589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 descr=""/>
            <p:cNvSpPr/>
            <p:nvPr/>
          </p:nvSpPr>
          <p:spPr>
            <a:xfrm>
              <a:off x="7591328" y="3525097"/>
              <a:ext cx="652145" cy="432434"/>
            </a:xfrm>
            <a:custGeom>
              <a:avLst/>
              <a:gdLst/>
              <a:ahLst/>
              <a:cxnLst/>
              <a:rect l="l" t="t" r="r" b="b"/>
              <a:pathLst>
                <a:path w="652145" h="432435">
                  <a:moveTo>
                    <a:pt x="0" y="350619"/>
                  </a:moveTo>
                  <a:lnTo>
                    <a:pt x="24267" y="313779"/>
                  </a:lnTo>
                  <a:lnTo>
                    <a:pt x="61393" y="299575"/>
                  </a:lnTo>
                  <a:lnTo>
                    <a:pt x="104857" y="289366"/>
                  </a:lnTo>
                  <a:lnTo>
                    <a:pt x="162628" y="278278"/>
                  </a:lnTo>
                  <a:lnTo>
                    <a:pt x="224927" y="270286"/>
                  </a:lnTo>
                  <a:lnTo>
                    <a:pt x="290124" y="267189"/>
                  </a:lnTo>
                  <a:lnTo>
                    <a:pt x="358942" y="267189"/>
                  </a:lnTo>
                  <a:lnTo>
                    <a:pt x="423414" y="270286"/>
                  </a:lnTo>
                  <a:lnTo>
                    <a:pt x="488611" y="278278"/>
                  </a:lnTo>
                  <a:lnTo>
                    <a:pt x="542941" y="289366"/>
                  </a:lnTo>
                  <a:lnTo>
                    <a:pt x="586768" y="299575"/>
                  </a:lnTo>
                  <a:lnTo>
                    <a:pt x="623531" y="313779"/>
                  </a:lnTo>
                  <a:lnTo>
                    <a:pt x="651964" y="350619"/>
                  </a:lnTo>
                  <a:lnTo>
                    <a:pt x="645444" y="366162"/>
                  </a:lnTo>
                  <a:lnTo>
                    <a:pt x="586768" y="399446"/>
                  </a:lnTo>
                  <a:lnTo>
                    <a:pt x="542941" y="409655"/>
                  </a:lnTo>
                  <a:lnTo>
                    <a:pt x="488611" y="420743"/>
                  </a:lnTo>
                  <a:lnTo>
                    <a:pt x="423414" y="428294"/>
                  </a:lnTo>
                  <a:lnTo>
                    <a:pt x="358942" y="431832"/>
                  </a:lnTo>
                  <a:lnTo>
                    <a:pt x="290124" y="431832"/>
                  </a:lnTo>
                  <a:lnTo>
                    <a:pt x="224927" y="428294"/>
                  </a:lnTo>
                  <a:lnTo>
                    <a:pt x="162628" y="420743"/>
                  </a:lnTo>
                  <a:lnTo>
                    <a:pt x="104857" y="409655"/>
                  </a:lnTo>
                  <a:lnTo>
                    <a:pt x="61393" y="399446"/>
                  </a:lnTo>
                  <a:lnTo>
                    <a:pt x="24267" y="383903"/>
                  </a:lnTo>
                  <a:lnTo>
                    <a:pt x="0" y="350619"/>
                  </a:lnTo>
                  <a:close/>
                </a:path>
                <a:path w="652145" h="432435">
                  <a:moveTo>
                    <a:pt x="0" y="83448"/>
                  </a:moveTo>
                  <a:lnTo>
                    <a:pt x="24267" y="47048"/>
                  </a:lnTo>
                  <a:lnTo>
                    <a:pt x="61393" y="32404"/>
                  </a:lnTo>
                  <a:lnTo>
                    <a:pt x="104857" y="22635"/>
                  </a:lnTo>
                  <a:lnTo>
                    <a:pt x="162628" y="11106"/>
                  </a:lnTo>
                  <a:lnTo>
                    <a:pt x="224927" y="3555"/>
                  </a:lnTo>
                  <a:lnTo>
                    <a:pt x="290124" y="0"/>
                  </a:lnTo>
                  <a:lnTo>
                    <a:pt x="358942" y="0"/>
                  </a:lnTo>
                  <a:lnTo>
                    <a:pt x="423414" y="3555"/>
                  </a:lnTo>
                  <a:lnTo>
                    <a:pt x="488611" y="11106"/>
                  </a:lnTo>
                  <a:lnTo>
                    <a:pt x="542941" y="22635"/>
                  </a:lnTo>
                  <a:lnTo>
                    <a:pt x="586768" y="32404"/>
                  </a:lnTo>
                  <a:lnTo>
                    <a:pt x="623531" y="47048"/>
                  </a:lnTo>
                  <a:lnTo>
                    <a:pt x="651964" y="83448"/>
                  </a:lnTo>
                  <a:lnTo>
                    <a:pt x="645444" y="98972"/>
                  </a:lnTo>
                  <a:lnTo>
                    <a:pt x="586768" y="132714"/>
                  </a:lnTo>
                  <a:lnTo>
                    <a:pt x="542941" y="142465"/>
                  </a:lnTo>
                  <a:lnTo>
                    <a:pt x="488611" y="153572"/>
                  </a:lnTo>
                  <a:lnTo>
                    <a:pt x="423414" y="161563"/>
                  </a:lnTo>
                  <a:lnTo>
                    <a:pt x="358942" y="164661"/>
                  </a:lnTo>
                  <a:lnTo>
                    <a:pt x="290124" y="164661"/>
                  </a:lnTo>
                  <a:lnTo>
                    <a:pt x="224927" y="161563"/>
                  </a:lnTo>
                  <a:lnTo>
                    <a:pt x="162628" y="153572"/>
                  </a:lnTo>
                  <a:lnTo>
                    <a:pt x="104857" y="142465"/>
                  </a:lnTo>
                  <a:lnTo>
                    <a:pt x="61393" y="132714"/>
                  </a:lnTo>
                  <a:lnTo>
                    <a:pt x="24267" y="117172"/>
                  </a:lnTo>
                  <a:lnTo>
                    <a:pt x="0" y="83448"/>
                  </a:lnTo>
                  <a:close/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 descr=""/>
            <p:cNvSpPr/>
            <p:nvPr/>
          </p:nvSpPr>
          <p:spPr>
            <a:xfrm>
              <a:off x="7553297" y="3756783"/>
              <a:ext cx="725170" cy="122555"/>
            </a:xfrm>
            <a:custGeom>
              <a:avLst/>
              <a:gdLst/>
              <a:ahLst/>
              <a:cxnLst/>
              <a:rect l="l" t="t" r="r" b="b"/>
              <a:pathLst>
                <a:path w="725170" h="122554">
                  <a:moveTo>
                    <a:pt x="725129" y="0"/>
                  </a:moveTo>
                  <a:lnTo>
                    <a:pt x="0" y="0"/>
                  </a:lnTo>
                  <a:lnTo>
                    <a:pt x="0" y="122049"/>
                  </a:lnTo>
                  <a:lnTo>
                    <a:pt x="725129" y="122049"/>
                  </a:lnTo>
                  <a:lnTo>
                    <a:pt x="7251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 descr=""/>
            <p:cNvSpPr/>
            <p:nvPr/>
          </p:nvSpPr>
          <p:spPr>
            <a:xfrm>
              <a:off x="7591328" y="3597439"/>
              <a:ext cx="656590" cy="287655"/>
            </a:xfrm>
            <a:custGeom>
              <a:avLst/>
              <a:gdLst/>
              <a:ahLst/>
              <a:cxnLst/>
              <a:rect l="l" t="t" r="r" b="b"/>
              <a:pathLst>
                <a:path w="656590" h="287654">
                  <a:moveTo>
                    <a:pt x="0" y="0"/>
                  </a:moveTo>
                  <a:lnTo>
                    <a:pt x="0" y="287148"/>
                  </a:lnTo>
                </a:path>
                <a:path w="656590" h="287654">
                  <a:moveTo>
                    <a:pt x="656492" y="0"/>
                  </a:moveTo>
                  <a:lnTo>
                    <a:pt x="656492" y="287148"/>
                  </a:lnTo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6" name="object 156" descr=""/>
          <p:cNvSpPr txBox="1"/>
          <p:nvPr/>
        </p:nvSpPr>
        <p:spPr>
          <a:xfrm>
            <a:off x="5004093" y="3705159"/>
            <a:ext cx="80645" cy="2260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-50">
                <a:latin typeface="Times New Roman"/>
                <a:cs typeface="Times New Roman"/>
              </a:rPr>
              <a:t>I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57" name="object 157" descr=""/>
          <p:cNvSpPr txBox="1"/>
          <p:nvPr/>
        </p:nvSpPr>
        <p:spPr>
          <a:xfrm>
            <a:off x="5987292" y="3705159"/>
            <a:ext cx="80645" cy="2260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-50">
                <a:latin typeface="Times New Roman"/>
                <a:cs typeface="Times New Roman"/>
              </a:rPr>
              <a:t>I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58" name="object 158" descr=""/>
          <p:cNvSpPr txBox="1"/>
          <p:nvPr/>
        </p:nvSpPr>
        <p:spPr>
          <a:xfrm>
            <a:off x="6892073" y="3705159"/>
            <a:ext cx="172085" cy="2260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-50">
                <a:latin typeface="Times New Roman"/>
                <a:cs typeface="Times New Roman"/>
              </a:rPr>
              <a:t>M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59" name="object 159" descr=""/>
          <p:cNvSpPr txBox="1"/>
          <p:nvPr/>
        </p:nvSpPr>
        <p:spPr>
          <a:xfrm>
            <a:off x="7845934" y="3696321"/>
            <a:ext cx="196850" cy="25907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00" spc="-50">
                <a:latin typeface="Times New Roman"/>
                <a:cs typeface="Times New Roman"/>
              </a:rPr>
              <a:t>M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60" name="object 160" descr=""/>
          <p:cNvSpPr txBox="1"/>
          <p:nvPr/>
        </p:nvSpPr>
        <p:spPr>
          <a:xfrm>
            <a:off x="4998479" y="4027810"/>
            <a:ext cx="89535" cy="2260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-50">
                <a:latin typeface="Times New Roman"/>
                <a:cs typeface="Times New Roman"/>
              </a:rPr>
              <a:t>J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61" name="object 161" descr=""/>
          <p:cNvSpPr txBox="1"/>
          <p:nvPr/>
        </p:nvSpPr>
        <p:spPr>
          <a:xfrm>
            <a:off x="4982180" y="4631854"/>
            <a:ext cx="126364" cy="2260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-50">
                <a:latin typeface="Times New Roman"/>
                <a:cs typeface="Times New Roman"/>
              </a:rPr>
              <a:t>L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62" name="object 162" descr=""/>
          <p:cNvSpPr txBox="1"/>
          <p:nvPr/>
        </p:nvSpPr>
        <p:spPr>
          <a:xfrm>
            <a:off x="5951434" y="4630516"/>
            <a:ext cx="126364" cy="2260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-50">
                <a:latin typeface="Times New Roman"/>
                <a:cs typeface="Times New Roman"/>
              </a:rPr>
              <a:t>L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63" name="object 163" descr=""/>
          <p:cNvSpPr txBox="1"/>
          <p:nvPr/>
        </p:nvSpPr>
        <p:spPr>
          <a:xfrm>
            <a:off x="6892073" y="4622965"/>
            <a:ext cx="117475" cy="2260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-50">
                <a:latin typeface="Times New Roman"/>
                <a:cs typeface="Times New Roman"/>
              </a:rPr>
              <a:t>P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64" name="object 164" descr=""/>
          <p:cNvSpPr txBox="1"/>
          <p:nvPr/>
        </p:nvSpPr>
        <p:spPr>
          <a:xfrm>
            <a:off x="4991959" y="4344706"/>
            <a:ext cx="144780" cy="2260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-50">
                <a:latin typeface="Times New Roman"/>
                <a:cs typeface="Times New Roman"/>
              </a:rPr>
              <a:t>K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65" name="object 165" descr=""/>
          <p:cNvSpPr txBox="1"/>
          <p:nvPr/>
        </p:nvSpPr>
        <p:spPr>
          <a:xfrm>
            <a:off x="5952339" y="4344706"/>
            <a:ext cx="144780" cy="2260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-50">
                <a:latin typeface="Times New Roman"/>
                <a:cs typeface="Times New Roman"/>
              </a:rPr>
              <a:t>K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66" name="object 166" descr=""/>
          <p:cNvSpPr txBox="1"/>
          <p:nvPr/>
        </p:nvSpPr>
        <p:spPr>
          <a:xfrm>
            <a:off x="6897326" y="4344706"/>
            <a:ext cx="144780" cy="2260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-50">
                <a:latin typeface="Times New Roman"/>
                <a:cs typeface="Times New Roman"/>
              </a:rPr>
              <a:t>O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67" name="object 167" descr=""/>
          <p:cNvSpPr txBox="1"/>
          <p:nvPr/>
        </p:nvSpPr>
        <p:spPr>
          <a:xfrm>
            <a:off x="7851186" y="4344706"/>
            <a:ext cx="144780" cy="2260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-50">
                <a:latin typeface="Times New Roman"/>
                <a:cs typeface="Times New Roman"/>
              </a:rPr>
              <a:t>O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68" name="object 168" descr=""/>
          <p:cNvSpPr txBox="1"/>
          <p:nvPr/>
        </p:nvSpPr>
        <p:spPr>
          <a:xfrm>
            <a:off x="5979504" y="4030046"/>
            <a:ext cx="89535" cy="2260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-50">
                <a:latin typeface="Times New Roman"/>
                <a:cs typeface="Times New Roman"/>
              </a:rPr>
              <a:t>J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69" name="object 169" descr=""/>
          <p:cNvSpPr txBox="1"/>
          <p:nvPr/>
        </p:nvSpPr>
        <p:spPr>
          <a:xfrm>
            <a:off x="6897326" y="4035361"/>
            <a:ext cx="144780" cy="2260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-50">
                <a:latin typeface="Times New Roman"/>
                <a:cs typeface="Times New Roman"/>
              </a:rPr>
              <a:t>N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70" name="object 170" descr=""/>
          <p:cNvSpPr txBox="1"/>
          <p:nvPr/>
        </p:nvSpPr>
        <p:spPr>
          <a:xfrm>
            <a:off x="7849013" y="4035361"/>
            <a:ext cx="144780" cy="2260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-50">
                <a:latin typeface="Times New Roman"/>
                <a:cs typeface="Times New Roman"/>
              </a:rPr>
              <a:t>N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171" name="object 171" descr=""/>
          <p:cNvGrpSpPr/>
          <p:nvPr/>
        </p:nvGrpSpPr>
        <p:grpSpPr>
          <a:xfrm>
            <a:off x="1547875" y="3171031"/>
            <a:ext cx="6783070" cy="1855470"/>
            <a:chOff x="1547875" y="3171031"/>
            <a:chExt cx="6783070" cy="1855470"/>
          </a:xfrm>
        </p:grpSpPr>
        <p:sp>
          <p:nvSpPr>
            <p:cNvPr id="172" name="object 172" descr=""/>
            <p:cNvSpPr/>
            <p:nvPr/>
          </p:nvSpPr>
          <p:spPr>
            <a:xfrm>
              <a:off x="5042690" y="3180232"/>
              <a:ext cx="2886075" cy="429895"/>
            </a:xfrm>
            <a:custGeom>
              <a:avLst/>
              <a:gdLst/>
              <a:ahLst/>
              <a:cxnLst/>
              <a:rect l="l" t="t" r="r" b="b"/>
              <a:pathLst>
                <a:path w="2886075" h="429895">
                  <a:moveTo>
                    <a:pt x="0" y="0"/>
                  </a:moveTo>
                  <a:lnTo>
                    <a:pt x="1267" y="414988"/>
                  </a:lnTo>
                </a:path>
                <a:path w="2886075" h="429895">
                  <a:moveTo>
                    <a:pt x="975773" y="14662"/>
                  </a:moveTo>
                  <a:lnTo>
                    <a:pt x="975773" y="429632"/>
                  </a:lnTo>
                </a:path>
                <a:path w="2886075" h="429895">
                  <a:moveTo>
                    <a:pt x="1930901" y="6598"/>
                  </a:moveTo>
                  <a:lnTo>
                    <a:pt x="1931807" y="422979"/>
                  </a:lnTo>
                </a:path>
                <a:path w="2886075" h="429895">
                  <a:moveTo>
                    <a:pt x="2884762" y="0"/>
                  </a:moveTo>
                  <a:lnTo>
                    <a:pt x="2885667" y="414988"/>
                  </a:lnTo>
                </a:path>
              </a:pathLst>
            </a:custGeom>
            <a:ln w="18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 descr=""/>
            <p:cNvSpPr/>
            <p:nvPr/>
          </p:nvSpPr>
          <p:spPr>
            <a:xfrm>
              <a:off x="4661525" y="3409779"/>
              <a:ext cx="0" cy="1548765"/>
            </a:xfrm>
            <a:custGeom>
              <a:avLst/>
              <a:gdLst/>
              <a:ahLst/>
              <a:cxnLst/>
              <a:rect l="l" t="t" r="r" b="b"/>
              <a:pathLst>
                <a:path w="0" h="1548764">
                  <a:moveTo>
                    <a:pt x="0" y="0"/>
                  </a:moveTo>
                  <a:lnTo>
                    <a:pt x="0" y="1548404"/>
                  </a:lnTo>
                </a:path>
              </a:pathLst>
            </a:custGeom>
            <a:ln w="13144">
              <a:solidFill>
                <a:srgbClr val="0000F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 descr=""/>
            <p:cNvSpPr/>
            <p:nvPr/>
          </p:nvSpPr>
          <p:spPr>
            <a:xfrm>
              <a:off x="4654952" y="4998121"/>
              <a:ext cx="38100" cy="28575"/>
            </a:xfrm>
            <a:custGeom>
              <a:avLst/>
              <a:gdLst/>
              <a:ahLst/>
              <a:cxnLst/>
              <a:rect l="l" t="t" r="r" b="b"/>
              <a:pathLst>
                <a:path w="38100" h="28575">
                  <a:moveTo>
                    <a:pt x="13220" y="0"/>
                  </a:moveTo>
                  <a:lnTo>
                    <a:pt x="0" y="0"/>
                  </a:lnTo>
                  <a:lnTo>
                    <a:pt x="0" y="27968"/>
                  </a:lnTo>
                  <a:lnTo>
                    <a:pt x="38031" y="27968"/>
                  </a:lnTo>
                  <a:lnTo>
                    <a:pt x="1322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 descr=""/>
            <p:cNvSpPr/>
            <p:nvPr/>
          </p:nvSpPr>
          <p:spPr>
            <a:xfrm>
              <a:off x="4732102" y="5019433"/>
              <a:ext cx="1609725" cy="0"/>
            </a:xfrm>
            <a:custGeom>
              <a:avLst/>
              <a:gdLst/>
              <a:ahLst/>
              <a:cxnLst/>
              <a:rect l="l" t="t" r="r" b="b"/>
              <a:pathLst>
                <a:path w="1609725" h="0">
                  <a:moveTo>
                    <a:pt x="0" y="0"/>
                  </a:moveTo>
                  <a:lnTo>
                    <a:pt x="1609323" y="0"/>
                  </a:lnTo>
                </a:path>
              </a:pathLst>
            </a:custGeom>
            <a:ln w="13314">
              <a:solidFill>
                <a:srgbClr val="0000F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6" name="object 176" descr=""/>
            <p:cNvSpPr/>
            <p:nvPr/>
          </p:nvSpPr>
          <p:spPr>
            <a:xfrm>
              <a:off x="6380304" y="5002557"/>
              <a:ext cx="43180" cy="24130"/>
            </a:xfrm>
            <a:custGeom>
              <a:avLst/>
              <a:gdLst/>
              <a:ahLst/>
              <a:cxnLst/>
              <a:rect l="l" t="t" r="r" b="b"/>
              <a:pathLst>
                <a:path w="43179" h="24129">
                  <a:moveTo>
                    <a:pt x="42558" y="0"/>
                  </a:moveTo>
                  <a:lnTo>
                    <a:pt x="0" y="10208"/>
                  </a:lnTo>
                  <a:lnTo>
                    <a:pt x="0" y="23533"/>
                  </a:lnTo>
                  <a:lnTo>
                    <a:pt x="42558" y="23533"/>
                  </a:lnTo>
                  <a:lnTo>
                    <a:pt x="4255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 descr=""/>
            <p:cNvSpPr/>
            <p:nvPr/>
          </p:nvSpPr>
          <p:spPr>
            <a:xfrm>
              <a:off x="6416215" y="3414178"/>
              <a:ext cx="0" cy="1548765"/>
            </a:xfrm>
            <a:custGeom>
              <a:avLst/>
              <a:gdLst/>
              <a:ahLst/>
              <a:cxnLst/>
              <a:rect l="l" t="t" r="r" b="b"/>
              <a:pathLst>
                <a:path w="0" h="1548764">
                  <a:moveTo>
                    <a:pt x="0" y="0"/>
                  </a:moveTo>
                  <a:lnTo>
                    <a:pt x="0" y="1548441"/>
                  </a:lnTo>
                </a:path>
              </a:pathLst>
            </a:custGeom>
            <a:ln w="13144">
              <a:solidFill>
                <a:srgbClr val="0000F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 descr=""/>
            <p:cNvSpPr/>
            <p:nvPr/>
          </p:nvSpPr>
          <p:spPr>
            <a:xfrm>
              <a:off x="4680850" y="3409643"/>
              <a:ext cx="1701164" cy="0"/>
            </a:xfrm>
            <a:custGeom>
              <a:avLst/>
              <a:gdLst/>
              <a:ahLst/>
              <a:cxnLst/>
              <a:rect l="l" t="t" r="r" b="b"/>
              <a:pathLst>
                <a:path w="1701164" h="0">
                  <a:moveTo>
                    <a:pt x="0" y="0"/>
                  </a:moveTo>
                  <a:lnTo>
                    <a:pt x="1700780" y="0"/>
                  </a:lnTo>
                </a:path>
              </a:pathLst>
            </a:custGeom>
            <a:ln w="13314">
              <a:solidFill>
                <a:srgbClr val="0000F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 descr=""/>
            <p:cNvSpPr/>
            <p:nvPr/>
          </p:nvSpPr>
          <p:spPr>
            <a:xfrm>
              <a:off x="6569245" y="3409779"/>
              <a:ext cx="0" cy="1548765"/>
            </a:xfrm>
            <a:custGeom>
              <a:avLst/>
              <a:gdLst/>
              <a:ahLst/>
              <a:cxnLst/>
              <a:rect l="l" t="t" r="r" b="b"/>
              <a:pathLst>
                <a:path w="0" h="1548764">
                  <a:moveTo>
                    <a:pt x="0" y="0"/>
                  </a:moveTo>
                  <a:lnTo>
                    <a:pt x="0" y="1548404"/>
                  </a:lnTo>
                </a:path>
              </a:pathLst>
            </a:custGeom>
            <a:ln w="13144">
              <a:solidFill>
                <a:srgbClr val="0000F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 descr=""/>
            <p:cNvSpPr/>
            <p:nvPr/>
          </p:nvSpPr>
          <p:spPr>
            <a:xfrm>
              <a:off x="6562673" y="4998121"/>
              <a:ext cx="38100" cy="28575"/>
            </a:xfrm>
            <a:custGeom>
              <a:avLst/>
              <a:gdLst/>
              <a:ahLst/>
              <a:cxnLst/>
              <a:rect l="l" t="t" r="r" b="b"/>
              <a:pathLst>
                <a:path w="38100" h="28575">
                  <a:moveTo>
                    <a:pt x="13039" y="0"/>
                  </a:moveTo>
                  <a:lnTo>
                    <a:pt x="0" y="0"/>
                  </a:lnTo>
                  <a:lnTo>
                    <a:pt x="0" y="27968"/>
                  </a:lnTo>
                  <a:lnTo>
                    <a:pt x="38031" y="27968"/>
                  </a:lnTo>
                  <a:lnTo>
                    <a:pt x="13039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 descr=""/>
            <p:cNvSpPr/>
            <p:nvPr/>
          </p:nvSpPr>
          <p:spPr>
            <a:xfrm>
              <a:off x="6639822" y="5019433"/>
              <a:ext cx="1609725" cy="0"/>
            </a:xfrm>
            <a:custGeom>
              <a:avLst/>
              <a:gdLst/>
              <a:ahLst/>
              <a:cxnLst/>
              <a:rect l="l" t="t" r="r" b="b"/>
              <a:pathLst>
                <a:path w="1609725" h="0">
                  <a:moveTo>
                    <a:pt x="0" y="0"/>
                  </a:moveTo>
                  <a:lnTo>
                    <a:pt x="1609323" y="0"/>
                  </a:lnTo>
                </a:path>
              </a:pathLst>
            </a:custGeom>
            <a:ln w="13314">
              <a:solidFill>
                <a:srgbClr val="0000F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 descr=""/>
            <p:cNvSpPr/>
            <p:nvPr/>
          </p:nvSpPr>
          <p:spPr>
            <a:xfrm>
              <a:off x="8288025" y="5002557"/>
              <a:ext cx="43180" cy="24130"/>
            </a:xfrm>
            <a:custGeom>
              <a:avLst/>
              <a:gdLst/>
              <a:ahLst/>
              <a:cxnLst/>
              <a:rect l="l" t="t" r="r" b="b"/>
              <a:pathLst>
                <a:path w="43179" h="24129">
                  <a:moveTo>
                    <a:pt x="42558" y="0"/>
                  </a:moveTo>
                  <a:lnTo>
                    <a:pt x="0" y="10208"/>
                  </a:lnTo>
                  <a:lnTo>
                    <a:pt x="0" y="23533"/>
                  </a:lnTo>
                  <a:lnTo>
                    <a:pt x="42558" y="23533"/>
                  </a:lnTo>
                  <a:lnTo>
                    <a:pt x="4255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183" descr=""/>
            <p:cNvSpPr/>
            <p:nvPr/>
          </p:nvSpPr>
          <p:spPr>
            <a:xfrm>
              <a:off x="8323936" y="3414178"/>
              <a:ext cx="0" cy="1548765"/>
            </a:xfrm>
            <a:custGeom>
              <a:avLst/>
              <a:gdLst/>
              <a:ahLst/>
              <a:cxnLst/>
              <a:rect l="l" t="t" r="r" b="b"/>
              <a:pathLst>
                <a:path w="0" h="1548764">
                  <a:moveTo>
                    <a:pt x="0" y="0"/>
                  </a:moveTo>
                  <a:lnTo>
                    <a:pt x="0" y="1548441"/>
                  </a:lnTo>
                </a:path>
              </a:pathLst>
            </a:custGeom>
            <a:ln w="13144">
              <a:solidFill>
                <a:srgbClr val="0000F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 descr=""/>
            <p:cNvSpPr/>
            <p:nvPr/>
          </p:nvSpPr>
          <p:spPr>
            <a:xfrm>
              <a:off x="6588570" y="3409643"/>
              <a:ext cx="1701164" cy="0"/>
            </a:xfrm>
            <a:custGeom>
              <a:avLst/>
              <a:gdLst/>
              <a:ahLst/>
              <a:cxnLst/>
              <a:rect l="l" t="t" r="r" b="b"/>
              <a:pathLst>
                <a:path w="1701165" h="0">
                  <a:moveTo>
                    <a:pt x="0" y="0"/>
                  </a:moveTo>
                  <a:lnTo>
                    <a:pt x="1700780" y="0"/>
                  </a:lnTo>
                </a:path>
              </a:pathLst>
            </a:custGeom>
            <a:ln w="13314">
              <a:solidFill>
                <a:srgbClr val="0000F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 descr=""/>
            <p:cNvSpPr/>
            <p:nvPr/>
          </p:nvSpPr>
          <p:spPr>
            <a:xfrm>
              <a:off x="1547875" y="3967098"/>
              <a:ext cx="431800" cy="76200"/>
            </a:xfrm>
            <a:custGeom>
              <a:avLst/>
              <a:gdLst/>
              <a:ahLst/>
              <a:cxnLst/>
              <a:rect l="l" t="t" r="r" b="b"/>
              <a:pathLst>
                <a:path w="431800" h="76200">
                  <a:moveTo>
                    <a:pt x="355600" y="0"/>
                  </a:moveTo>
                  <a:lnTo>
                    <a:pt x="355473" y="76200"/>
                  </a:lnTo>
                  <a:lnTo>
                    <a:pt x="422021" y="42925"/>
                  </a:lnTo>
                  <a:lnTo>
                    <a:pt x="368173" y="42925"/>
                  </a:lnTo>
                  <a:lnTo>
                    <a:pt x="368173" y="33400"/>
                  </a:lnTo>
                  <a:lnTo>
                    <a:pt x="422290" y="33400"/>
                  </a:lnTo>
                  <a:lnTo>
                    <a:pt x="355600" y="0"/>
                  </a:lnTo>
                  <a:close/>
                </a:path>
                <a:path w="431800" h="76200">
                  <a:moveTo>
                    <a:pt x="355544" y="33400"/>
                  </a:moveTo>
                  <a:lnTo>
                    <a:pt x="0" y="33400"/>
                  </a:lnTo>
                  <a:lnTo>
                    <a:pt x="0" y="42925"/>
                  </a:lnTo>
                  <a:lnTo>
                    <a:pt x="355528" y="42925"/>
                  </a:lnTo>
                  <a:lnTo>
                    <a:pt x="355544" y="33400"/>
                  </a:lnTo>
                  <a:close/>
                </a:path>
                <a:path w="431800" h="76200">
                  <a:moveTo>
                    <a:pt x="422290" y="33400"/>
                  </a:moveTo>
                  <a:lnTo>
                    <a:pt x="368173" y="33400"/>
                  </a:lnTo>
                  <a:lnTo>
                    <a:pt x="368173" y="42925"/>
                  </a:lnTo>
                  <a:lnTo>
                    <a:pt x="422021" y="42925"/>
                  </a:lnTo>
                  <a:lnTo>
                    <a:pt x="431673" y="38100"/>
                  </a:lnTo>
                  <a:lnTo>
                    <a:pt x="422290" y="334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6" name="object 186" descr=""/>
          <p:cNvSpPr txBox="1"/>
          <p:nvPr/>
        </p:nvSpPr>
        <p:spPr>
          <a:xfrm>
            <a:off x="1621212" y="4089063"/>
            <a:ext cx="190500" cy="2260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-50">
                <a:latin typeface="宋体"/>
                <a:cs typeface="宋体"/>
              </a:rPr>
              <a:t>＝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187" name="object 187" descr=""/>
          <p:cNvSpPr txBox="1"/>
          <p:nvPr/>
        </p:nvSpPr>
        <p:spPr>
          <a:xfrm>
            <a:off x="3526669" y="4091280"/>
            <a:ext cx="190500" cy="2260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-50">
                <a:latin typeface="宋体"/>
                <a:cs typeface="宋体"/>
              </a:rPr>
              <a:t>＝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188" name="object 188" descr=""/>
          <p:cNvSpPr txBox="1"/>
          <p:nvPr/>
        </p:nvSpPr>
        <p:spPr>
          <a:xfrm>
            <a:off x="5434389" y="4089063"/>
            <a:ext cx="190500" cy="2260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-50">
                <a:latin typeface="宋体"/>
                <a:cs typeface="宋体"/>
              </a:rPr>
              <a:t>＝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189" name="object 189" descr=""/>
          <p:cNvSpPr txBox="1"/>
          <p:nvPr/>
        </p:nvSpPr>
        <p:spPr>
          <a:xfrm>
            <a:off x="7342110" y="4089063"/>
            <a:ext cx="190500" cy="2260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-50">
                <a:latin typeface="宋体"/>
                <a:cs typeface="宋体"/>
              </a:rPr>
              <a:t>＝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190" name="object 190" descr=""/>
          <p:cNvSpPr txBox="1"/>
          <p:nvPr/>
        </p:nvSpPr>
        <p:spPr>
          <a:xfrm>
            <a:off x="4035020" y="4625183"/>
            <a:ext cx="144780" cy="2260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-50">
                <a:latin typeface="Times New Roman"/>
                <a:cs typeface="Times New Roman"/>
              </a:rPr>
              <a:t>H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91" name="object 191" descr=""/>
          <p:cNvSpPr txBox="1"/>
          <p:nvPr/>
        </p:nvSpPr>
        <p:spPr>
          <a:xfrm>
            <a:off x="7861327" y="4625183"/>
            <a:ext cx="117475" cy="2260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-50">
                <a:latin typeface="Times New Roman"/>
                <a:cs typeface="Times New Roman"/>
              </a:rPr>
              <a:t>P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92" name="object 192" descr=""/>
          <p:cNvSpPr txBox="1"/>
          <p:nvPr/>
        </p:nvSpPr>
        <p:spPr>
          <a:xfrm>
            <a:off x="1526794" y="3647059"/>
            <a:ext cx="43434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30">
                <a:solidFill>
                  <a:srgbClr val="40458B"/>
                </a:solidFill>
                <a:latin typeface="黑体"/>
                <a:cs typeface="黑体"/>
              </a:rPr>
              <a:t>副本</a:t>
            </a:r>
            <a:endParaRPr sz="1600">
              <a:latin typeface="黑体"/>
              <a:cs typeface="黑体"/>
            </a:endParaRPr>
          </a:p>
        </p:txBody>
      </p:sp>
      <p:sp>
        <p:nvSpPr>
          <p:cNvPr id="193" name="object 193" descr=""/>
          <p:cNvSpPr txBox="1"/>
          <p:nvPr/>
        </p:nvSpPr>
        <p:spPr>
          <a:xfrm>
            <a:off x="186639" y="5023636"/>
            <a:ext cx="8561705" cy="1440180"/>
          </a:xfrm>
          <a:prstGeom prst="rect">
            <a:avLst/>
          </a:prstGeom>
        </p:spPr>
        <p:txBody>
          <a:bodyPr wrap="square" lIns="0" tIns="101600" rIns="0" bIns="0" rtlCol="0" vert="horz">
            <a:spAutoFit/>
          </a:bodyPr>
          <a:lstStyle/>
          <a:p>
            <a:pPr algn="ctr" marL="238760">
              <a:lnSpc>
                <a:spcPct val="100000"/>
              </a:lnSpc>
              <a:spcBef>
                <a:spcPts val="800"/>
              </a:spcBef>
              <a:tabLst>
                <a:tab pos="2115185" algn="l"/>
                <a:tab pos="4061460" algn="l"/>
                <a:tab pos="5938520" algn="l"/>
              </a:tabLst>
            </a:pPr>
            <a:r>
              <a:rPr dirty="0" sz="1300" spc="-20" b="1">
                <a:solidFill>
                  <a:srgbClr val="993300"/>
                </a:solidFill>
                <a:latin typeface="宋体"/>
                <a:cs typeface="宋体"/>
              </a:rPr>
              <a:t>镜</a:t>
            </a:r>
            <a:r>
              <a:rPr dirty="0" sz="1300" spc="-50" b="1">
                <a:solidFill>
                  <a:srgbClr val="993300"/>
                </a:solidFill>
                <a:latin typeface="宋体"/>
                <a:cs typeface="宋体"/>
              </a:rPr>
              <a:t>像</a:t>
            </a:r>
            <a:r>
              <a:rPr dirty="0" sz="1300" b="1">
                <a:solidFill>
                  <a:srgbClr val="993300"/>
                </a:solidFill>
                <a:latin typeface="宋体"/>
                <a:cs typeface="宋体"/>
              </a:rPr>
              <a:t>	</a:t>
            </a:r>
            <a:r>
              <a:rPr dirty="0" sz="1300" spc="-20" b="1">
                <a:solidFill>
                  <a:srgbClr val="993300"/>
                </a:solidFill>
                <a:latin typeface="宋体"/>
                <a:cs typeface="宋体"/>
              </a:rPr>
              <a:t>镜</a:t>
            </a:r>
            <a:r>
              <a:rPr dirty="0" sz="1300" spc="-50" b="1">
                <a:solidFill>
                  <a:srgbClr val="993300"/>
                </a:solidFill>
                <a:latin typeface="宋体"/>
                <a:cs typeface="宋体"/>
              </a:rPr>
              <a:t>像</a:t>
            </a:r>
            <a:r>
              <a:rPr dirty="0" sz="1300" b="1">
                <a:solidFill>
                  <a:srgbClr val="993300"/>
                </a:solidFill>
                <a:latin typeface="宋体"/>
                <a:cs typeface="宋体"/>
              </a:rPr>
              <a:t>	</a:t>
            </a:r>
            <a:r>
              <a:rPr dirty="0" sz="1300" spc="-20" b="1">
                <a:solidFill>
                  <a:srgbClr val="993300"/>
                </a:solidFill>
                <a:latin typeface="宋体"/>
                <a:cs typeface="宋体"/>
              </a:rPr>
              <a:t>镜</a:t>
            </a:r>
            <a:r>
              <a:rPr dirty="0" sz="1300" spc="-50" b="1">
                <a:solidFill>
                  <a:srgbClr val="993300"/>
                </a:solidFill>
                <a:latin typeface="宋体"/>
                <a:cs typeface="宋体"/>
              </a:rPr>
              <a:t>像</a:t>
            </a:r>
            <a:r>
              <a:rPr dirty="0" sz="1300" b="1">
                <a:solidFill>
                  <a:srgbClr val="993300"/>
                </a:solidFill>
                <a:latin typeface="宋体"/>
                <a:cs typeface="宋体"/>
              </a:rPr>
              <a:t>	</a:t>
            </a:r>
            <a:r>
              <a:rPr dirty="0" sz="1300" spc="-20" b="1">
                <a:solidFill>
                  <a:srgbClr val="993300"/>
                </a:solidFill>
                <a:latin typeface="宋体"/>
                <a:cs typeface="宋体"/>
              </a:rPr>
              <a:t>镜</a:t>
            </a:r>
            <a:r>
              <a:rPr dirty="0" sz="1300" spc="-50" b="1">
                <a:solidFill>
                  <a:srgbClr val="993300"/>
                </a:solidFill>
                <a:latin typeface="宋体"/>
                <a:cs typeface="宋体"/>
              </a:rPr>
              <a:t>像</a:t>
            </a:r>
            <a:endParaRPr sz="1300">
              <a:latin typeface="宋体"/>
              <a:cs typeface="宋体"/>
            </a:endParaRPr>
          </a:p>
          <a:p>
            <a:pPr marL="12700" marR="5080">
              <a:lnSpc>
                <a:spcPct val="98600"/>
              </a:lnSpc>
              <a:spcBef>
                <a:spcPts val="1305"/>
              </a:spcBef>
            </a:pPr>
            <a:r>
              <a:rPr dirty="0" sz="2400">
                <a:solidFill>
                  <a:srgbClr val="FF0000"/>
                </a:solidFill>
                <a:latin typeface="黑体"/>
                <a:cs typeface="黑体"/>
              </a:rPr>
              <a:t>注意：</a:t>
            </a:r>
            <a:r>
              <a:rPr dirty="0" sz="2000" spc="-20">
                <a:solidFill>
                  <a:srgbClr val="CC00FF"/>
                </a:solidFill>
                <a:latin typeface="黑体"/>
                <a:cs typeface="黑体"/>
              </a:rPr>
              <a:t>镜像不等于备份，只是解决硬件的高可用问题，防止硬盘故障导致的</a:t>
            </a:r>
            <a:r>
              <a:rPr dirty="0" sz="2000" spc="-5">
                <a:solidFill>
                  <a:srgbClr val="CC00FF"/>
                </a:solidFill>
                <a:latin typeface="黑体"/>
                <a:cs typeface="黑体"/>
              </a:rPr>
              <a:t>服务中断。</a:t>
            </a:r>
            <a:r>
              <a:rPr dirty="0" sz="2000" spc="-20">
                <a:solidFill>
                  <a:srgbClr val="006FC0"/>
                </a:solidFill>
                <a:latin typeface="黑体"/>
                <a:cs typeface="黑体"/>
              </a:rPr>
              <a:t>若发生误删文件、软件故障等，错误也会立刻复制到副本上，数据照样丢失，因此还需要独立的系统为镜像攀上的数据再做独立备份。</a:t>
            </a:r>
            <a:endParaRPr sz="20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53605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34809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15" b="1">
                <a:solidFill>
                  <a:srgbClr val="40458B"/>
                </a:solidFill>
                <a:latin typeface="宋体"/>
                <a:cs typeface="宋体"/>
              </a:rPr>
              <a:t>30/81</a:t>
            </a:r>
            <a:endParaRPr baseline="1736" sz="2400">
              <a:latin typeface="宋体"/>
              <a:cs typeface="宋体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19062" y="188976"/>
            <a:ext cx="1437005" cy="274955"/>
            <a:chOff x="119062" y="188976"/>
            <a:chExt cx="1437005" cy="274955"/>
          </a:xfrm>
        </p:grpSpPr>
        <p:sp>
          <p:nvSpPr>
            <p:cNvPr id="4" name="object 4" descr=""/>
            <p:cNvSpPr/>
            <p:nvPr/>
          </p:nvSpPr>
          <p:spPr>
            <a:xfrm>
              <a:off x="119062" y="188976"/>
              <a:ext cx="499745" cy="274955"/>
            </a:xfrm>
            <a:custGeom>
              <a:avLst/>
              <a:gdLst/>
              <a:ahLst/>
              <a:cxnLst/>
              <a:rect l="l" t="t" r="r" b="b"/>
              <a:pathLst>
                <a:path w="499745" h="274955">
                  <a:moveTo>
                    <a:pt x="119837" y="0"/>
                  </a:moveTo>
                  <a:lnTo>
                    <a:pt x="4993" y="41528"/>
                  </a:lnTo>
                  <a:lnTo>
                    <a:pt x="264655" y="135508"/>
                  </a:lnTo>
                  <a:lnTo>
                    <a:pt x="0" y="231266"/>
                  </a:lnTo>
                  <a:lnTo>
                    <a:pt x="119837" y="274574"/>
                  </a:lnTo>
                  <a:lnTo>
                    <a:pt x="499338" y="137287"/>
                  </a:lnTo>
                  <a:lnTo>
                    <a:pt x="119837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85546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9621" y="0"/>
                  </a:moveTo>
                  <a:lnTo>
                    <a:pt x="4991" y="41528"/>
                  </a:lnTo>
                  <a:lnTo>
                    <a:pt x="264147" y="135508"/>
                  </a:lnTo>
                  <a:lnTo>
                    <a:pt x="0" y="231266"/>
                  </a:lnTo>
                  <a:lnTo>
                    <a:pt x="119621" y="274574"/>
                  </a:lnTo>
                  <a:lnTo>
                    <a:pt x="497141" y="137287"/>
                  </a:lnTo>
                  <a:lnTo>
                    <a:pt x="119621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058608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8363" y="0"/>
                  </a:moveTo>
                  <a:lnTo>
                    <a:pt x="4978" y="41528"/>
                  </a:lnTo>
                  <a:lnTo>
                    <a:pt x="264096" y="135508"/>
                  </a:lnTo>
                  <a:lnTo>
                    <a:pt x="0" y="231266"/>
                  </a:lnTo>
                  <a:lnTo>
                    <a:pt x="118363" y="274574"/>
                  </a:lnTo>
                  <a:lnTo>
                    <a:pt x="497141" y="137287"/>
                  </a:lnTo>
                  <a:lnTo>
                    <a:pt x="118363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32180" algn="l"/>
                <a:tab pos="7600315" algn="l"/>
              </a:tabLst>
            </a:pPr>
            <a:r>
              <a:rPr dirty="0" spc="-254"/>
              <a:t> </a:t>
            </a:r>
            <a:r>
              <a:rPr dirty="0" spc="-25"/>
              <a:t>8.3</a:t>
            </a:r>
            <a:r>
              <a:rPr dirty="0"/>
              <a:t>	廉价磁盘冗余阵</a:t>
            </a:r>
            <a:r>
              <a:rPr dirty="0" spc="-15"/>
              <a:t>列</a:t>
            </a:r>
            <a:r>
              <a:rPr dirty="0" spc="-20"/>
              <a:t>RAID</a:t>
            </a:r>
            <a:r>
              <a:rPr dirty="0"/>
              <a:t>	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186639" y="887292"/>
            <a:ext cx="8783955" cy="2827020"/>
          </a:xfrm>
          <a:prstGeom prst="rect">
            <a:avLst/>
          </a:prstGeom>
        </p:spPr>
        <p:txBody>
          <a:bodyPr wrap="square" lIns="0" tIns="163830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290"/>
              </a:spcBef>
              <a:buClr>
                <a:srgbClr val="40458B"/>
              </a:buClr>
              <a:buAutoNum type="arabicPeriod" startAt="2"/>
              <a:tabLst>
                <a:tab pos="469900" algn="l"/>
              </a:tabLst>
            </a:pPr>
            <a:r>
              <a:rPr dirty="0" sz="2400">
                <a:solidFill>
                  <a:srgbClr val="E14B04"/>
                </a:solidFill>
                <a:latin typeface="黑体"/>
                <a:cs typeface="黑体"/>
              </a:rPr>
              <a:t>RAID</a:t>
            </a:r>
            <a:r>
              <a:rPr dirty="0" sz="2400">
                <a:solidFill>
                  <a:srgbClr val="FF0000"/>
                </a:solidFill>
                <a:latin typeface="黑体"/>
                <a:cs typeface="黑体"/>
              </a:rPr>
              <a:t>1</a:t>
            </a:r>
            <a:r>
              <a:rPr dirty="0" sz="2400" spc="-20">
                <a:solidFill>
                  <a:srgbClr val="E14B04"/>
                </a:solidFill>
                <a:latin typeface="黑体"/>
                <a:cs typeface="黑体"/>
              </a:rPr>
              <a:t>的特点</a:t>
            </a:r>
            <a:endParaRPr sz="2400">
              <a:latin typeface="黑体"/>
              <a:cs typeface="黑体"/>
            </a:endParaRPr>
          </a:p>
          <a:p>
            <a:pPr lvl="1" marL="1099185" indent="-457200">
              <a:lnSpc>
                <a:spcPct val="100000"/>
              </a:lnSpc>
              <a:spcBef>
                <a:spcPts val="1090"/>
              </a:spcBef>
              <a:buSzPct val="88636"/>
              <a:buFont typeface="Wingdings"/>
              <a:buChar char=""/>
              <a:tabLst>
                <a:tab pos="1099185" algn="l"/>
              </a:tabLst>
            </a:pP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能实现快速的读取操作。</a:t>
            </a:r>
            <a:endParaRPr sz="2200">
              <a:latin typeface="黑体"/>
              <a:cs typeface="黑体"/>
            </a:endParaRPr>
          </a:p>
          <a:p>
            <a:pPr lvl="1" marL="1099185" indent="-457200">
              <a:lnSpc>
                <a:spcPct val="100000"/>
              </a:lnSpc>
              <a:spcBef>
                <a:spcPts val="1055"/>
              </a:spcBef>
              <a:buSzPct val="88636"/>
              <a:buFont typeface="Wingdings"/>
              <a:buChar char=""/>
              <a:tabLst>
                <a:tab pos="1099185" algn="l"/>
              </a:tabLst>
            </a:pP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对于写入操作，镜像的两个磁盘都要写入。但可并行进行，而</a:t>
            </a:r>
            <a:endParaRPr sz="2200">
              <a:latin typeface="黑体"/>
              <a:cs typeface="黑体"/>
            </a:endParaRPr>
          </a:p>
          <a:p>
            <a:pPr marL="1099185">
              <a:lnSpc>
                <a:spcPct val="100000"/>
              </a:lnSpc>
              <a:spcBef>
                <a:spcPts val="530"/>
              </a:spcBef>
            </a:pP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且不需要计算校验信息，所以其速度比级别更高的</a:t>
            </a:r>
            <a:r>
              <a:rPr dirty="0" sz="2200" spc="-25">
                <a:solidFill>
                  <a:srgbClr val="9933FF"/>
                </a:solidFill>
                <a:latin typeface="Times New Roman"/>
                <a:cs typeface="Times New Roman"/>
              </a:rPr>
              <a:t>RAID</a:t>
            </a:r>
            <a:r>
              <a:rPr dirty="0" sz="2200" spc="-40">
                <a:solidFill>
                  <a:srgbClr val="40458B"/>
                </a:solidFill>
                <a:latin typeface="黑体"/>
                <a:cs typeface="黑体"/>
              </a:rPr>
              <a:t>都快。</a:t>
            </a:r>
            <a:endParaRPr sz="2200">
              <a:latin typeface="黑体"/>
              <a:cs typeface="黑体"/>
            </a:endParaRPr>
          </a:p>
          <a:p>
            <a:pPr lvl="1" marL="1099185" indent="-457200">
              <a:lnSpc>
                <a:spcPct val="100000"/>
              </a:lnSpc>
              <a:spcBef>
                <a:spcPts val="1055"/>
              </a:spcBef>
              <a:buSzPct val="88636"/>
              <a:buFont typeface="Wingdings"/>
              <a:buChar char=""/>
              <a:tabLst>
                <a:tab pos="1099185" algn="l"/>
              </a:tabLst>
            </a:pP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可靠性很高，数据的恢复很简单。</a:t>
            </a:r>
            <a:endParaRPr sz="2200">
              <a:latin typeface="黑体"/>
              <a:cs typeface="黑体"/>
            </a:endParaRPr>
          </a:p>
          <a:p>
            <a:pPr lvl="1" marL="1099185" indent="-457200">
              <a:lnSpc>
                <a:spcPct val="100000"/>
              </a:lnSpc>
              <a:spcBef>
                <a:spcPts val="1060"/>
              </a:spcBef>
              <a:buSzPct val="88636"/>
              <a:buFont typeface="Wingdings"/>
              <a:buChar char=""/>
              <a:tabLst>
                <a:tab pos="1099185" algn="l"/>
              </a:tabLst>
            </a:pP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实现成本最高。</a:t>
            </a:r>
            <a:endParaRPr sz="2200">
              <a:latin typeface="黑体"/>
              <a:cs typeface="黑体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831570" y="3897482"/>
            <a:ext cx="7102475" cy="1851025"/>
            <a:chOff x="831570" y="3897482"/>
            <a:chExt cx="7102475" cy="1851025"/>
          </a:xfrm>
        </p:grpSpPr>
        <p:sp>
          <p:nvSpPr>
            <p:cNvPr id="11" name="object 11" descr=""/>
            <p:cNvSpPr/>
            <p:nvPr/>
          </p:nvSpPr>
          <p:spPr>
            <a:xfrm>
              <a:off x="2748190" y="4132155"/>
              <a:ext cx="0" cy="1548765"/>
            </a:xfrm>
            <a:custGeom>
              <a:avLst/>
              <a:gdLst/>
              <a:ahLst/>
              <a:cxnLst/>
              <a:rect l="l" t="t" r="r" b="b"/>
              <a:pathLst>
                <a:path w="0" h="1548764">
                  <a:moveTo>
                    <a:pt x="0" y="0"/>
                  </a:moveTo>
                  <a:lnTo>
                    <a:pt x="0" y="1548404"/>
                  </a:lnTo>
                </a:path>
              </a:pathLst>
            </a:custGeom>
            <a:ln w="13144">
              <a:solidFill>
                <a:srgbClr val="0000F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2741617" y="5720497"/>
              <a:ext cx="38100" cy="28575"/>
            </a:xfrm>
            <a:custGeom>
              <a:avLst/>
              <a:gdLst/>
              <a:ahLst/>
              <a:cxnLst/>
              <a:rect l="l" t="t" r="r" b="b"/>
              <a:pathLst>
                <a:path w="38100" h="28575">
                  <a:moveTo>
                    <a:pt x="13039" y="0"/>
                  </a:moveTo>
                  <a:lnTo>
                    <a:pt x="0" y="0"/>
                  </a:lnTo>
                  <a:lnTo>
                    <a:pt x="0" y="27968"/>
                  </a:lnTo>
                  <a:lnTo>
                    <a:pt x="38031" y="27968"/>
                  </a:lnTo>
                  <a:lnTo>
                    <a:pt x="38031" y="14644"/>
                  </a:lnTo>
                  <a:lnTo>
                    <a:pt x="6519" y="14644"/>
                  </a:lnTo>
                  <a:lnTo>
                    <a:pt x="6519" y="21297"/>
                  </a:lnTo>
                  <a:lnTo>
                    <a:pt x="13039" y="21297"/>
                  </a:lnTo>
                  <a:lnTo>
                    <a:pt x="13039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2819129" y="5741809"/>
              <a:ext cx="1609090" cy="0"/>
            </a:xfrm>
            <a:custGeom>
              <a:avLst/>
              <a:gdLst/>
              <a:ahLst/>
              <a:cxnLst/>
              <a:rect l="l" t="t" r="r" b="b"/>
              <a:pathLst>
                <a:path w="1609089" h="0">
                  <a:moveTo>
                    <a:pt x="0" y="0"/>
                  </a:moveTo>
                  <a:lnTo>
                    <a:pt x="1608885" y="0"/>
                  </a:lnTo>
                </a:path>
              </a:pathLst>
            </a:custGeom>
            <a:ln w="13314">
              <a:solidFill>
                <a:srgbClr val="0000F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467332" y="5724932"/>
              <a:ext cx="43180" cy="24130"/>
            </a:xfrm>
            <a:custGeom>
              <a:avLst/>
              <a:gdLst/>
              <a:ahLst/>
              <a:cxnLst/>
              <a:rect l="l" t="t" r="r" b="b"/>
              <a:pathLst>
                <a:path w="43179" h="24129">
                  <a:moveTo>
                    <a:pt x="42558" y="0"/>
                  </a:moveTo>
                  <a:lnTo>
                    <a:pt x="29519" y="0"/>
                  </a:lnTo>
                  <a:lnTo>
                    <a:pt x="29519" y="16862"/>
                  </a:lnTo>
                  <a:lnTo>
                    <a:pt x="36039" y="16862"/>
                  </a:lnTo>
                  <a:lnTo>
                    <a:pt x="36039" y="10208"/>
                  </a:lnTo>
                  <a:lnTo>
                    <a:pt x="0" y="10208"/>
                  </a:lnTo>
                  <a:lnTo>
                    <a:pt x="0" y="23533"/>
                  </a:lnTo>
                  <a:lnTo>
                    <a:pt x="42558" y="23533"/>
                  </a:lnTo>
                  <a:lnTo>
                    <a:pt x="4255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4503423" y="4136554"/>
              <a:ext cx="0" cy="1548765"/>
            </a:xfrm>
            <a:custGeom>
              <a:avLst/>
              <a:gdLst/>
              <a:ahLst/>
              <a:cxnLst/>
              <a:rect l="l" t="t" r="r" b="b"/>
              <a:pathLst>
                <a:path w="0" h="1548764">
                  <a:moveTo>
                    <a:pt x="0" y="0"/>
                  </a:moveTo>
                  <a:lnTo>
                    <a:pt x="0" y="1548441"/>
                  </a:lnTo>
                </a:path>
              </a:pathLst>
            </a:custGeom>
            <a:ln w="13144">
              <a:solidFill>
                <a:srgbClr val="0000F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2767877" y="4132019"/>
              <a:ext cx="1700530" cy="0"/>
            </a:xfrm>
            <a:custGeom>
              <a:avLst/>
              <a:gdLst/>
              <a:ahLst/>
              <a:cxnLst/>
              <a:rect l="l" t="t" r="r" b="b"/>
              <a:pathLst>
                <a:path w="1700529" h="0">
                  <a:moveTo>
                    <a:pt x="0" y="0"/>
                  </a:moveTo>
                  <a:lnTo>
                    <a:pt x="1700341" y="0"/>
                  </a:lnTo>
                </a:path>
              </a:pathLst>
            </a:custGeom>
            <a:ln w="13314">
              <a:solidFill>
                <a:srgbClr val="0000F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838238" y="4132155"/>
              <a:ext cx="0" cy="1548765"/>
            </a:xfrm>
            <a:custGeom>
              <a:avLst/>
              <a:gdLst/>
              <a:ahLst/>
              <a:cxnLst/>
              <a:rect l="l" t="t" r="r" b="b"/>
              <a:pathLst>
                <a:path w="0" h="1548764">
                  <a:moveTo>
                    <a:pt x="0" y="0"/>
                  </a:moveTo>
                  <a:lnTo>
                    <a:pt x="0" y="1548404"/>
                  </a:lnTo>
                </a:path>
              </a:pathLst>
            </a:custGeom>
            <a:ln w="13144">
              <a:solidFill>
                <a:srgbClr val="0000F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831666" y="5720497"/>
              <a:ext cx="38735" cy="28575"/>
            </a:xfrm>
            <a:custGeom>
              <a:avLst/>
              <a:gdLst/>
              <a:ahLst/>
              <a:cxnLst/>
              <a:rect l="l" t="t" r="r" b="b"/>
              <a:pathLst>
                <a:path w="38734" h="28575">
                  <a:moveTo>
                    <a:pt x="13144" y="0"/>
                  </a:moveTo>
                  <a:lnTo>
                    <a:pt x="0" y="0"/>
                  </a:lnTo>
                  <a:lnTo>
                    <a:pt x="0" y="27968"/>
                  </a:lnTo>
                  <a:lnTo>
                    <a:pt x="38118" y="27968"/>
                  </a:lnTo>
                  <a:lnTo>
                    <a:pt x="38118" y="14644"/>
                  </a:lnTo>
                  <a:lnTo>
                    <a:pt x="6572" y="14644"/>
                  </a:lnTo>
                  <a:lnTo>
                    <a:pt x="6572" y="21297"/>
                  </a:lnTo>
                  <a:lnTo>
                    <a:pt x="13144" y="21297"/>
                  </a:lnTo>
                  <a:lnTo>
                    <a:pt x="13144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909217" y="5741809"/>
              <a:ext cx="1609090" cy="0"/>
            </a:xfrm>
            <a:custGeom>
              <a:avLst/>
              <a:gdLst/>
              <a:ahLst/>
              <a:cxnLst/>
              <a:rect l="l" t="t" r="r" b="b"/>
              <a:pathLst>
                <a:path w="1609089" h="0">
                  <a:moveTo>
                    <a:pt x="0" y="0"/>
                  </a:moveTo>
                  <a:lnTo>
                    <a:pt x="1608885" y="0"/>
                  </a:lnTo>
                </a:path>
              </a:pathLst>
            </a:custGeom>
            <a:ln w="13314">
              <a:solidFill>
                <a:srgbClr val="0000F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2557528" y="5724932"/>
              <a:ext cx="42545" cy="24130"/>
            </a:xfrm>
            <a:custGeom>
              <a:avLst/>
              <a:gdLst/>
              <a:ahLst/>
              <a:cxnLst/>
              <a:rect l="l" t="t" r="r" b="b"/>
              <a:pathLst>
                <a:path w="42544" h="24129">
                  <a:moveTo>
                    <a:pt x="42468" y="0"/>
                  </a:moveTo>
                  <a:lnTo>
                    <a:pt x="29428" y="0"/>
                  </a:lnTo>
                  <a:lnTo>
                    <a:pt x="29428" y="16862"/>
                  </a:lnTo>
                  <a:lnTo>
                    <a:pt x="35948" y="16862"/>
                  </a:lnTo>
                  <a:lnTo>
                    <a:pt x="35948" y="10208"/>
                  </a:lnTo>
                  <a:lnTo>
                    <a:pt x="0" y="10208"/>
                  </a:lnTo>
                  <a:lnTo>
                    <a:pt x="0" y="23533"/>
                  </a:lnTo>
                  <a:lnTo>
                    <a:pt x="42468" y="23533"/>
                  </a:lnTo>
                  <a:lnTo>
                    <a:pt x="424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2593529" y="4136554"/>
              <a:ext cx="0" cy="1548765"/>
            </a:xfrm>
            <a:custGeom>
              <a:avLst/>
              <a:gdLst/>
              <a:ahLst/>
              <a:cxnLst/>
              <a:rect l="l" t="t" r="r" b="b"/>
              <a:pathLst>
                <a:path w="0" h="1548764">
                  <a:moveTo>
                    <a:pt x="0" y="0"/>
                  </a:moveTo>
                  <a:lnTo>
                    <a:pt x="0" y="1548441"/>
                  </a:lnTo>
                </a:path>
              </a:pathLst>
            </a:custGeom>
            <a:ln w="13144">
              <a:solidFill>
                <a:srgbClr val="0000F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857954" y="4132019"/>
              <a:ext cx="1700530" cy="0"/>
            </a:xfrm>
            <a:custGeom>
              <a:avLst/>
              <a:gdLst/>
              <a:ahLst/>
              <a:cxnLst/>
              <a:rect l="l" t="t" r="r" b="b"/>
              <a:pathLst>
                <a:path w="1700530" h="0">
                  <a:moveTo>
                    <a:pt x="0" y="0"/>
                  </a:moveTo>
                  <a:lnTo>
                    <a:pt x="1700461" y="0"/>
                  </a:lnTo>
                </a:path>
              </a:pathLst>
            </a:custGeom>
            <a:ln w="13314">
              <a:solidFill>
                <a:srgbClr val="0000F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914476" y="5174168"/>
              <a:ext cx="652145" cy="432434"/>
            </a:xfrm>
            <a:custGeom>
              <a:avLst/>
              <a:gdLst/>
              <a:ahLst/>
              <a:cxnLst/>
              <a:rect l="l" t="t" r="r" b="b"/>
              <a:pathLst>
                <a:path w="652144" h="432435">
                  <a:moveTo>
                    <a:pt x="0" y="351499"/>
                  </a:moveTo>
                  <a:lnTo>
                    <a:pt x="24097" y="313779"/>
                  </a:lnTo>
                  <a:lnTo>
                    <a:pt x="61331" y="299575"/>
                  </a:lnTo>
                  <a:lnTo>
                    <a:pt x="104723" y="289366"/>
                  </a:lnTo>
                  <a:lnTo>
                    <a:pt x="162549" y="278259"/>
                  </a:lnTo>
                  <a:lnTo>
                    <a:pt x="224775" y="270286"/>
                  </a:lnTo>
                  <a:lnTo>
                    <a:pt x="290044" y="267171"/>
                  </a:lnTo>
                  <a:lnTo>
                    <a:pt x="358844" y="267171"/>
                  </a:lnTo>
                  <a:lnTo>
                    <a:pt x="423244" y="270286"/>
                  </a:lnTo>
                  <a:lnTo>
                    <a:pt x="488531" y="278259"/>
                  </a:lnTo>
                  <a:lnTo>
                    <a:pt x="542861" y="289366"/>
                  </a:lnTo>
                  <a:lnTo>
                    <a:pt x="586688" y="299575"/>
                  </a:lnTo>
                  <a:lnTo>
                    <a:pt x="623488" y="313779"/>
                  </a:lnTo>
                  <a:lnTo>
                    <a:pt x="651957" y="351499"/>
                  </a:lnTo>
                  <a:lnTo>
                    <a:pt x="645383" y="366143"/>
                  </a:lnTo>
                  <a:lnTo>
                    <a:pt x="586688" y="399427"/>
                  </a:lnTo>
                  <a:lnTo>
                    <a:pt x="542861" y="409636"/>
                  </a:lnTo>
                  <a:lnTo>
                    <a:pt x="488531" y="420725"/>
                  </a:lnTo>
                  <a:lnTo>
                    <a:pt x="423244" y="428276"/>
                  </a:lnTo>
                  <a:lnTo>
                    <a:pt x="358844" y="431832"/>
                  </a:lnTo>
                  <a:lnTo>
                    <a:pt x="290044" y="431832"/>
                  </a:lnTo>
                  <a:lnTo>
                    <a:pt x="224775" y="428276"/>
                  </a:lnTo>
                  <a:lnTo>
                    <a:pt x="162549" y="420725"/>
                  </a:lnTo>
                  <a:lnTo>
                    <a:pt x="104723" y="409636"/>
                  </a:lnTo>
                  <a:lnTo>
                    <a:pt x="61331" y="399427"/>
                  </a:lnTo>
                  <a:lnTo>
                    <a:pt x="24097" y="385223"/>
                  </a:lnTo>
                  <a:lnTo>
                    <a:pt x="0" y="351499"/>
                  </a:lnTo>
                  <a:close/>
                </a:path>
                <a:path w="652144" h="432435">
                  <a:moveTo>
                    <a:pt x="0" y="84768"/>
                  </a:moveTo>
                  <a:lnTo>
                    <a:pt x="24097" y="47048"/>
                  </a:lnTo>
                  <a:lnTo>
                    <a:pt x="61331" y="32386"/>
                  </a:lnTo>
                  <a:lnTo>
                    <a:pt x="104723" y="22195"/>
                  </a:lnTo>
                  <a:lnTo>
                    <a:pt x="162549" y="11088"/>
                  </a:lnTo>
                  <a:lnTo>
                    <a:pt x="224775" y="3537"/>
                  </a:lnTo>
                  <a:lnTo>
                    <a:pt x="290044" y="0"/>
                  </a:lnTo>
                  <a:lnTo>
                    <a:pt x="358844" y="0"/>
                  </a:lnTo>
                  <a:lnTo>
                    <a:pt x="423244" y="3537"/>
                  </a:lnTo>
                  <a:lnTo>
                    <a:pt x="488531" y="11088"/>
                  </a:lnTo>
                  <a:lnTo>
                    <a:pt x="542861" y="22195"/>
                  </a:lnTo>
                  <a:lnTo>
                    <a:pt x="586688" y="32386"/>
                  </a:lnTo>
                  <a:lnTo>
                    <a:pt x="623488" y="47048"/>
                  </a:lnTo>
                  <a:lnTo>
                    <a:pt x="651957" y="84768"/>
                  </a:lnTo>
                  <a:lnTo>
                    <a:pt x="645383" y="98972"/>
                  </a:lnTo>
                  <a:lnTo>
                    <a:pt x="586688" y="132696"/>
                  </a:lnTo>
                  <a:lnTo>
                    <a:pt x="542861" y="142465"/>
                  </a:lnTo>
                  <a:lnTo>
                    <a:pt x="488531" y="153554"/>
                  </a:lnTo>
                  <a:lnTo>
                    <a:pt x="423244" y="161545"/>
                  </a:lnTo>
                  <a:lnTo>
                    <a:pt x="358844" y="164642"/>
                  </a:lnTo>
                  <a:lnTo>
                    <a:pt x="290044" y="164642"/>
                  </a:lnTo>
                  <a:lnTo>
                    <a:pt x="224775" y="161545"/>
                  </a:lnTo>
                  <a:lnTo>
                    <a:pt x="162549" y="153554"/>
                  </a:lnTo>
                  <a:lnTo>
                    <a:pt x="104723" y="142465"/>
                  </a:lnTo>
                  <a:lnTo>
                    <a:pt x="61331" y="132696"/>
                  </a:lnTo>
                  <a:lnTo>
                    <a:pt x="24097" y="118052"/>
                  </a:lnTo>
                  <a:lnTo>
                    <a:pt x="0" y="84768"/>
                  </a:lnTo>
                  <a:close/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876356" y="5405836"/>
              <a:ext cx="725170" cy="122555"/>
            </a:xfrm>
            <a:custGeom>
              <a:avLst/>
              <a:gdLst/>
              <a:ahLst/>
              <a:cxnLst/>
              <a:rect l="l" t="t" r="r" b="b"/>
              <a:pathLst>
                <a:path w="725169" h="122554">
                  <a:moveTo>
                    <a:pt x="725129" y="0"/>
                  </a:moveTo>
                  <a:lnTo>
                    <a:pt x="0" y="0"/>
                  </a:lnTo>
                  <a:lnTo>
                    <a:pt x="0" y="122049"/>
                  </a:lnTo>
                  <a:lnTo>
                    <a:pt x="725129" y="122049"/>
                  </a:lnTo>
                  <a:lnTo>
                    <a:pt x="7251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914476" y="5246510"/>
              <a:ext cx="656590" cy="287655"/>
            </a:xfrm>
            <a:custGeom>
              <a:avLst/>
              <a:gdLst/>
              <a:ahLst/>
              <a:cxnLst/>
              <a:rect l="l" t="t" r="r" b="b"/>
              <a:pathLst>
                <a:path w="656590" h="287654">
                  <a:moveTo>
                    <a:pt x="0" y="0"/>
                  </a:moveTo>
                  <a:lnTo>
                    <a:pt x="0" y="287148"/>
                  </a:lnTo>
                </a:path>
                <a:path w="656590" h="287654">
                  <a:moveTo>
                    <a:pt x="656339" y="0"/>
                  </a:moveTo>
                  <a:lnTo>
                    <a:pt x="656340" y="287148"/>
                  </a:lnTo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914476" y="5133333"/>
              <a:ext cx="652145" cy="165735"/>
            </a:xfrm>
            <a:custGeom>
              <a:avLst/>
              <a:gdLst/>
              <a:ahLst/>
              <a:cxnLst/>
              <a:rect l="l" t="t" r="r" b="b"/>
              <a:pathLst>
                <a:path w="652144" h="165735">
                  <a:moveTo>
                    <a:pt x="358844" y="0"/>
                  </a:moveTo>
                  <a:lnTo>
                    <a:pt x="290044" y="0"/>
                  </a:lnTo>
                  <a:lnTo>
                    <a:pt x="224775" y="4435"/>
                  </a:lnTo>
                  <a:lnTo>
                    <a:pt x="162549" y="11088"/>
                  </a:lnTo>
                  <a:lnTo>
                    <a:pt x="104723" y="22195"/>
                  </a:lnTo>
                  <a:lnTo>
                    <a:pt x="61331" y="31946"/>
                  </a:lnTo>
                  <a:lnTo>
                    <a:pt x="24097" y="47488"/>
                  </a:lnTo>
                  <a:lnTo>
                    <a:pt x="0" y="84328"/>
                  </a:lnTo>
                  <a:lnTo>
                    <a:pt x="7885" y="98972"/>
                  </a:lnTo>
                  <a:lnTo>
                    <a:pt x="61331" y="132256"/>
                  </a:lnTo>
                  <a:lnTo>
                    <a:pt x="104723" y="143345"/>
                  </a:lnTo>
                  <a:lnTo>
                    <a:pt x="162549" y="154452"/>
                  </a:lnTo>
                  <a:lnTo>
                    <a:pt x="224775" y="161105"/>
                  </a:lnTo>
                  <a:lnTo>
                    <a:pt x="290044" y="165540"/>
                  </a:lnTo>
                  <a:lnTo>
                    <a:pt x="358844" y="165540"/>
                  </a:lnTo>
                  <a:lnTo>
                    <a:pt x="423244" y="161105"/>
                  </a:lnTo>
                  <a:lnTo>
                    <a:pt x="488531" y="154452"/>
                  </a:lnTo>
                  <a:lnTo>
                    <a:pt x="542861" y="143345"/>
                  </a:lnTo>
                  <a:lnTo>
                    <a:pt x="586688" y="132256"/>
                  </a:lnTo>
                  <a:lnTo>
                    <a:pt x="623488" y="117612"/>
                  </a:lnTo>
                  <a:lnTo>
                    <a:pt x="651957" y="84328"/>
                  </a:lnTo>
                  <a:lnTo>
                    <a:pt x="645383" y="65248"/>
                  </a:lnTo>
                  <a:lnTo>
                    <a:pt x="586688" y="31946"/>
                  </a:lnTo>
                  <a:lnTo>
                    <a:pt x="542861" y="22195"/>
                  </a:lnTo>
                  <a:lnTo>
                    <a:pt x="488531" y="11088"/>
                  </a:lnTo>
                  <a:lnTo>
                    <a:pt x="423244" y="4435"/>
                  </a:lnTo>
                  <a:lnTo>
                    <a:pt x="3588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914476" y="4866162"/>
              <a:ext cx="652145" cy="433070"/>
            </a:xfrm>
            <a:custGeom>
              <a:avLst/>
              <a:gdLst/>
              <a:ahLst/>
              <a:cxnLst/>
              <a:rect l="l" t="t" r="r" b="b"/>
              <a:pathLst>
                <a:path w="652144" h="433070">
                  <a:moveTo>
                    <a:pt x="0" y="351499"/>
                  </a:moveTo>
                  <a:lnTo>
                    <a:pt x="24097" y="314659"/>
                  </a:lnTo>
                  <a:lnTo>
                    <a:pt x="61331" y="299117"/>
                  </a:lnTo>
                  <a:lnTo>
                    <a:pt x="104723" y="289366"/>
                  </a:lnTo>
                  <a:lnTo>
                    <a:pt x="162549" y="278259"/>
                  </a:lnTo>
                  <a:lnTo>
                    <a:pt x="224775" y="271606"/>
                  </a:lnTo>
                  <a:lnTo>
                    <a:pt x="290044" y="267171"/>
                  </a:lnTo>
                  <a:lnTo>
                    <a:pt x="358844" y="267171"/>
                  </a:lnTo>
                  <a:lnTo>
                    <a:pt x="423244" y="271606"/>
                  </a:lnTo>
                  <a:lnTo>
                    <a:pt x="488531" y="278259"/>
                  </a:lnTo>
                  <a:lnTo>
                    <a:pt x="542861" y="289366"/>
                  </a:lnTo>
                  <a:lnTo>
                    <a:pt x="586688" y="299117"/>
                  </a:lnTo>
                  <a:lnTo>
                    <a:pt x="623488" y="314659"/>
                  </a:lnTo>
                  <a:lnTo>
                    <a:pt x="651957" y="351499"/>
                  </a:lnTo>
                  <a:lnTo>
                    <a:pt x="645383" y="366143"/>
                  </a:lnTo>
                  <a:lnTo>
                    <a:pt x="586688" y="399427"/>
                  </a:lnTo>
                  <a:lnTo>
                    <a:pt x="542861" y="410516"/>
                  </a:lnTo>
                  <a:lnTo>
                    <a:pt x="488531" y="421623"/>
                  </a:lnTo>
                  <a:lnTo>
                    <a:pt x="423244" y="428276"/>
                  </a:lnTo>
                  <a:lnTo>
                    <a:pt x="358844" y="432712"/>
                  </a:lnTo>
                  <a:lnTo>
                    <a:pt x="290044" y="432712"/>
                  </a:lnTo>
                  <a:lnTo>
                    <a:pt x="224775" y="428276"/>
                  </a:lnTo>
                  <a:lnTo>
                    <a:pt x="162549" y="421623"/>
                  </a:lnTo>
                  <a:lnTo>
                    <a:pt x="104723" y="410516"/>
                  </a:lnTo>
                  <a:lnTo>
                    <a:pt x="61331" y="399427"/>
                  </a:lnTo>
                  <a:lnTo>
                    <a:pt x="24097" y="384783"/>
                  </a:lnTo>
                  <a:lnTo>
                    <a:pt x="0" y="351499"/>
                  </a:lnTo>
                  <a:close/>
                </a:path>
                <a:path w="652144" h="433070">
                  <a:moveTo>
                    <a:pt x="0" y="84768"/>
                  </a:moveTo>
                  <a:lnTo>
                    <a:pt x="24097" y="47928"/>
                  </a:lnTo>
                  <a:lnTo>
                    <a:pt x="61331" y="32386"/>
                  </a:lnTo>
                  <a:lnTo>
                    <a:pt x="104723" y="22177"/>
                  </a:lnTo>
                  <a:lnTo>
                    <a:pt x="162549" y="11088"/>
                  </a:lnTo>
                  <a:lnTo>
                    <a:pt x="224775" y="4435"/>
                  </a:lnTo>
                  <a:lnTo>
                    <a:pt x="290044" y="0"/>
                  </a:lnTo>
                  <a:lnTo>
                    <a:pt x="358844" y="0"/>
                  </a:lnTo>
                  <a:lnTo>
                    <a:pt x="423244" y="4435"/>
                  </a:lnTo>
                  <a:lnTo>
                    <a:pt x="488531" y="11088"/>
                  </a:lnTo>
                  <a:lnTo>
                    <a:pt x="542861" y="22177"/>
                  </a:lnTo>
                  <a:lnTo>
                    <a:pt x="586688" y="32386"/>
                  </a:lnTo>
                  <a:lnTo>
                    <a:pt x="623488" y="47928"/>
                  </a:lnTo>
                  <a:lnTo>
                    <a:pt x="651957" y="84768"/>
                  </a:lnTo>
                  <a:lnTo>
                    <a:pt x="645383" y="98972"/>
                  </a:lnTo>
                  <a:lnTo>
                    <a:pt x="586688" y="132256"/>
                  </a:lnTo>
                  <a:lnTo>
                    <a:pt x="542861" y="143345"/>
                  </a:lnTo>
                  <a:lnTo>
                    <a:pt x="488531" y="154433"/>
                  </a:lnTo>
                  <a:lnTo>
                    <a:pt x="423244" y="161105"/>
                  </a:lnTo>
                  <a:lnTo>
                    <a:pt x="358844" y="165540"/>
                  </a:lnTo>
                  <a:lnTo>
                    <a:pt x="290044" y="165540"/>
                  </a:lnTo>
                  <a:lnTo>
                    <a:pt x="224775" y="161105"/>
                  </a:lnTo>
                  <a:lnTo>
                    <a:pt x="162549" y="154433"/>
                  </a:lnTo>
                  <a:lnTo>
                    <a:pt x="104723" y="143345"/>
                  </a:lnTo>
                  <a:lnTo>
                    <a:pt x="61331" y="132256"/>
                  </a:lnTo>
                  <a:lnTo>
                    <a:pt x="24097" y="118052"/>
                  </a:lnTo>
                  <a:lnTo>
                    <a:pt x="0" y="84768"/>
                  </a:lnTo>
                  <a:close/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876356" y="5098723"/>
              <a:ext cx="725170" cy="122555"/>
            </a:xfrm>
            <a:custGeom>
              <a:avLst/>
              <a:gdLst/>
              <a:ahLst/>
              <a:cxnLst/>
              <a:rect l="l" t="t" r="r" b="b"/>
              <a:pathLst>
                <a:path w="725169" h="122554">
                  <a:moveTo>
                    <a:pt x="725129" y="0"/>
                  </a:moveTo>
                  <a:lnTo>
                    <a:pt x="0" y="0"/>
                  </a:lnTo>
                  <a:lnTo>
                    <a:pt x="0" y="122493"/>
                  </a:lnTo>
                  <a:lnTo>
                    <a:pt x="725129" y="122493"/>
                  </a:lnTo>
                  <a:lnTo>
                    <a:pt x="7251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914476" y="4938503"/>
              <a:ext cx="656590" cy="288290"/>
            </a:xfrm>
            <a:custGeom>
              <a:avLst/>
              <a:gdLst/>
              <a:ahLst/>
              <a:cxnLst/>
              <a:rect l="l" t="t" r="r" b="b"/>
              <a:pathLst>
                <a:path w="656590" h="288289">
                  <a:moveTo>
                    <a:pt x="0" y="0"/>
                  </a:moveTo>
                  <a:lnTo>
                    <a:pt x="0" y="288028"/>
                  </a:lnTo>
                </a:path>
                <a:path w="656590" h="288289">
                  <a:moveTo>
                    <a:pt x="656339" y="0"/>
                  </a:moveTo>
                  <a:lnTo>
                    <a:pt x="656340" y="288028"/>
                  </a:lnTo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914476" y="4821770"/>
              <a:ext cx="652145" cy="165735"/>
            </a:xfrm>
            <a:custGeom>
              <a:avLst/>
              <a:gdLst/>
              <a:ahLst/>
              <a:cxnLst/>
              <a:rect l="l" t="t" r="r" b="b"/>
              <a:pathLst>
                <a:path w="652144" h="165735">
                  <a:moveTo>
                    <a:pt x="358844" y="0"/>
                  </a:moveTo>
                  <a:lnTo>
                    <a:pt x="290044" y="0"/>
                  </a:lnTo>
                  <a:lnTo>
                    <a:pt x="224775" y="4435"/>
                  </a:lnTo>
                  <a:lnTo>
                    <a:pt x="162549" y="11106"/>
                  </a:lnTo>
                  <a:lnTo>
                    <a:pt x="104723" y="22195"/>
                  </a:lnTo>
                  <a:lnTo>
                    <a:pt x="61331" y="31964"/>
                  </a:lnTo>
                  <a:lnTo>
                    <a:pt x="24097" y="47928"/>
                  </a:lnTo>
                  <a:lnTo>
                    <a:pt x="0" y="84328"/>
                  </a:lnTo>
                  <a:lnTo>
                    <a:pt x="7885" y="98972"/>
                  </a:lnTo>
                  <a:lnTo>
                    <a:pt x="61331" y="132256"/>
                  </a:lnTo>
                  <a:lnTo>
                    <a:pt x="104723" y="143363"/>
                  </a:lnTo>
                  <a:lnTo>
                    <a:pt x="162549" y="154452"/>
                  </a:lnTo>
                  <a:lnTo>
                    <a:pt x="224775" y="161105"/>
                  </a:lnTo>
                  <a:lnTo>
                    <a:pt x="290044" y="165540"/>
                  </a:lnTo>
                  <a:lnTo>
                    <a:pt x="358844" y="165540"/>
                  </a:lnTo>
                  <a:lnTo>
                    <a:pt x="423244" y="161105"/>
                  </a:lnTo>
                  <a:lnTo>
                    <a:pt x="488531" y="154452"/>
                  </a:lnTo>
                  <a:lnTo>
                    <a:pt x="542861" y="143363"/>
                  </a:lnTo>
                  <a:lnTo>
                    <a:pt x="586688" y="132256"/>
                  </a:lnTo>
                  <a:lnTo>
                    <a:pt x="623488" y="117612"/>
                  </a:lnTo>
                  <a:lnTo>
                    <a:pt x="651957" y="84328"/>
                  </a:lnTo>
                  <a:lnTo>
                    <a:pt x="645383" y="65688"/>
                  </a:lnTo>
                  <a:lnTo>
                    <a:pt x="586688" y="31964"/>
                  </a:lnTo>
                  <a:lnTo>
                    <a:pt x="542861" y="22195"/>
                  </a:lnTo>
                  <a:lnTo>
                    <a:pt x="488531" y="11106"/>
                  </a:lnTo>
                  <a:lnTo>
                    <a:pt x="423244" y="4435"/>
                  </a:lnTo>
                  <a:lnTo>
                    <a:pt x="3588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914476" y="4554599"/>
              <a:ext cx="652145" cy="433070"/>
            </a:xfrm>
            <a:custGeom>
              <a:avLst/>
              <a:gdLst/>
              <a:ahLst/>
              <a:cxnLst/>
              <a:rect l="l" t="t" r="r" b="b"/>
              <a:pathLst>
                <a:path w="652144" h="433070">
                  <a:moveTo>
                    <a:pt x="0" y="351499"/>
                  </a:moveTo>
                  <a:lnTo>
                    <a:pt x="24097" y="315099"/>
                  </a:lnTo>
                  <a:lnTo>
                    <a:pt x="61331" y="299135"/>
                  </a:lnTo>
                  <a:lnTo>
                    <a:pt x="104723" y="289366"/>
                  </a:lnTo>
                  <a:lnTo>
                    <a:pt x="162549" y="278278"/>
                  </a:lnTo>
                  <a:lnTo>
                    <a:pt x="224775" y="271606"/>
                  </a:lnTo>
                  <a:lnTo>
                    <a:pt x="290044" y="267171"/>
                  </a:lnTo>
                  <a:lnTo>
                    <a:pt x="358844" y="267171"/>
                  </a:lnTo>
                  <a:lnTo>
                    <a:pt x="423244" y="271606"/>
                  </a:lnTo>
                  <a:lnTo>
                    <a:pt x="488531" y="278278"/>
                  </a:lnTo>
                  <a:lnTo>
                    <a:pt x="542861" y="289366"/>
                  </a:lnTo>
                  <a:lnTo>
                    <a:pt x="586688" y="299135"/>
                  </a:lnTo>
                  <a:lnTo>
                    <a:pt x="623488" y="315099"/>
                  </a:lnTo>
                  <a:lnTo>
                    <a:pt x="651957" y="351499"/>
                  </a:lnTo>
                  <a:lnTo>
                    <a:pt x="645383" y="366143"/>
                  </a:lnTo>
                  <a:lnTo>
                    <a:pt x="586688" y="399427"/>
                  </a:lnTo>
                  <a:lnTo>
                    <a:pt x="542861" y="410534"/>
                  </a:lnTo>
                  <a:lnTo>
                    <a:pt x="488531" y="421623"/>
                  </a:lnTo>
                  <a:lnTo>
                    <a:pt x="423244" y="428276"/>
                  </a:lnTo>
                  <a:lnTo>
                    <a:pt x="358844" y="432712"/>
                  </a:lnTo>
                  <a:lnTo>
                    <a:pt x="290044" y="432712"/>
                  </a:lnTo>
                  <a:lnTo>
                    <a:pt x="224775" y="428276"/>
                  </a:lnTo>
                  <a:lnTo>
                    <a:pt x="162549" y="421623"/>
                  </a:lnTo>
                  <a:lnTo>
                    <a:pt x="104723" y="410534"/>
                  </a:lnTo>
                  <a:lnTo>
                    <a:pt x="61331" y="399427"/>
                  </a:lnTo>
                  <a:lnTo>
                    <a:pt x="24097" y="384783"/>
                  </a:lnTo>
                  <a:lnTo>
                    <a:pt x="0" y="351499"/>
                  </a:lnTo>
                  <a:close/>
                </a:path>
                <a:path w="652144" h="433070">
                  <a:moveTo>
                    <a:pt x="0" y="84768"/>
                  </a:moveTo>
                  <a:lnTo>
                    <a:pt x="24097" y="47928"/>
                  </a:lnTo>
                  <a:lnTo>
                    <a:pt x="61331" y="32404"/>
                  </a:lnTo>
                  <a:lnTo>
                    <a:pt x="104723" y="22195"/>
                  </a:lnTo>
                  <a:lnTo>
                    <a:pt x="162549" y="11088"/>
                  </a:lnTo>
                  <a:lnTo>
                    <a:pt x="224775" y="4435"/>
                  </a:lnTo>
                  <a:lnTo>
                    <a:pt x="290044" y="0"/>
                  </a:lnTo>
                  <a:lnTo>
                    <a:pt x="358844" y="0"/>
                  </a:lnTo>
                  <a:lnTo>
                    <a:pt x="423244" y="4435"/>
                  </a:lnTo>
                  <a:lnTo>
                    <a:pt x="488531" y="11088"/>
                  </a:lnTo>
                  <a:lnTo>
                    <a:pt x="542861" y="22195"/>
                  </a:lnTo>
                  <a:lnTo>
                    <a:pt x="586688" y="32404"/>
                  </a:lnTo>
                  <a:lnTo>
                    <a:pt x="623488" y="47928"/>
                  </a:lnTo>
                  <a:lnTo>
                    <a:pt x="651957" y="84768"/>
                  </a:lnTo>
                  <a:lnTo>
                    <a:pt x="645383" y="98972"/>
                  </a:lnTo>
                  <a:lnTo>
                    <a:pt x="586688" y="132256"/>
                  </a:lnTo>
                  <a:lnTo>
                    <a:pt x="542861" y="143803"/>
                  </a:lnTo>
                  <a:lnTo>
                    <a:pt x="488531" y="154892"/>
                  </a:lnTo>
                  <a:lnTo>
                    <a:pt x="423244" y="161545"/>
                  </a:lnTo>
                  <a:lnTo>
                    <a:pt x="358844" y="165980"/>
                  </a:lnTo>
                  <a:lnTo>
                    <a:pt x="290044" y="165980"/>
                  </a:lnTo>
                  <a:lnTo>
                    <a:pt x="224775" y="161545"/>
                  </a:lnTo>
                  <a:lnTo>
                    <a:pt x="162549" y="154892"/>
                  </a:lnTo>
                  <a:lnTo>
                    <a:pt x="104723" y="143803"/>
                  </a:lnTo>
                  <a:lnTo>
                    <a:pt x="61331" y="132256"/>
                  </a:lnTo>
                  <a:lnTo>
                    <a:pt x="24097" y="118052"/>
                  </a:lnTo>
                  <a:lnTo>
                    <a:pt x="0" y="84768"/>
                  </a:lnTo>
                  <a:close/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876356" y="4787161"/>
              <a:ext cx="725170" cy="122555"/>
            </a:xfrm>
            <a:custGeom>
              <a:avLst/>
              <a:gdLst/>
              <a:ahLst/>
              <a:cxnLst/>
              <a:rect l="l" t="t" r="r" b="b"/>
              <a:pathLst>
                <a:path w="725169" h="122554">
                  <a:moveTo>
                    <a:pt x="725129" y="0"/>
                  </a:moveTo>
                  <a:lnTo>
                    <a:pt x="0" y="0"/>
                  </a:lnTo>
                  <a:lnTo>
                    <a:pt x="0" y="122493"/>
                  </a:lnTo>
                  <a:lnTo>
                    <a:pt x="725129" y="122493"/>
                  </a:lnTo>
                  <a:lnTo>
                    <a:pt x="7251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914476" y="4626941"/>
              <a:ext cx="656590" cy="288290"/>
            </a:xfrm>
            <a:custGeom>
              <a:avLst/>
              <a:gdLst/>
              <a:ahLst/>
              <a:cxnLst/>
              <a:rect l="l" t="t" r="r" b="b"/>
              <a:pathLst>
                <a:path w="656590" h="288289">
                  <a:moveTo>
                    <a:pt x="0" y="0"/>
                  </a:moveTo>
                  <a:lnTo>
                    <a:pt x="0" y="288028"/>
                  </a:lnTo>
                </a:path>
                <a:path w="656590" h="288289">
                  <a:moveTo>
                    <a:pt x="656339" y="0"/>
                  </a:moveTo>
                  <a:lnTo>
                    <a:pt x="656340" y="288028"/>
                  </a:lnTo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914476" y="4514662"/>
              <a:ext cx="652145" cy="165100"/>
            </a:xfrm>
            <a:custGeom>
              <a:avLst/>
              <a:gdLst/>
              <a:ahLst/>
              <a:cxnLst/>
              <a:rect l="l" t="t" r="r" b="b"/>
              <a:pathLst>
                <a:path w="652144" h="165100">
                  <a:moveTo>
                    <a:pt x="358844" y="0"/>
                  </a:moveTo>
                  <a:lnTo>
                    <a:pt x="290044" y="0"/>
                  </a:lnTo>
                  <a:lnTo>
                    <a:pt x="224775" y="3097"/>
                  </a:lnTo>
                  <a:lnTo>
                    <a:pt x="162549" y="11088"/>
                  </a:lnTo>
                  <a:lnTo>
                    <a:pt x="104723" y="22177"/>
                  </a:lnTo>
                  <a:lnTo>
                    <a:pt x="61331" y="32386"/>
                  </a:lnTo>
                  <a:lnTo>
                    <a:pt x="24097" y="46590"/>
                  </a:lnTo>
                  <a:lnTo>
                    <a:pt x="0" y="83430"/>
                  </a:lnTo>
                  <a:lnTo>
                    <a:pt x="7885" y="98972"/>
                  </a:lnTo>
                  <a:lnTo>
                    <a:pt x="61331" y="132256"/>
                  </a:lnTo>
                  <a:lnTo>
                    <a:pt x="104723" y="142465"/>
                  </a:lnTo>
                  <a:lnTo>
                    <a:pt x="162549" y="153554"/>
                  </a:lnTo>
                  <a:lnTo>
                    <a:pt x="224775" y="161105"/>
                  </a:lnTo>
                  <a:lnTo>
                    <a:pt x="290044" y="164642"/>
                  </a:lnTo>
                  <a:lnTo>
                    <a:pt x="358844" y="164642"/>
                  </a:lnTo>
                  <a:lnTo>
                    <a:pt x="423244" y="161105"/>
                  </a:lnTo>
                  <a:lnTo>
                    <a:pt x="488531" y="153554"/>
                  </a:lnTo>
                  <a:lnTo>
                    <a:pt x="542861" y="142465"/>
                  </a:lnTo>
                  <a:lnTo>
                    <a:pt x="586688" y="132256"/>
                  </a:lnTo>
                  <a:lnTo>
                    <a:pt x="623488" y="116714"/>
                  </a:lnTo>
                  <a:lnTo>
                    <a:pt x="651957" y="83430"/>
                  </a:lnTo>
                  <a:lnTo>
                    <a:pt x="645383" y="65670"/>
                  </a:lnTo>
                  <a:lnTo>
                    <a:pt x="586688" y="32386"/>
                  </a:lnTo>
                  <a:lnTo>
                    <a:pt x="542861" y="22177"/>
                  </a:lnTo>
                  <a:lnTo>
                    <a:pt x="488531" y="11088"/>
                  </a:lnTo>
                  <a:lnTo>
                    <a:pt x="423244" y="3097"/>
                  </a:lnTo>
                  <a:lnTo>
                    <a:pt x="3588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914476" y="4247473"/>
              <a:ext cx="652145" cy="432434"/>
            </a:xfrm>
            <a:custGeom>
              <a:avLst/>
              <a:gdLst/>
              <a:ahLst/>
              <a:cxnLst/>
              <a:rect l="l" t="t" r="r" b="b"/>
              <a:pathLst>
                <a:path w="652144" h="432435">
                  <a:moveTo>
                    <a:pt x="0" y="350619"/>
                  </a:moveTo>
                  <a:lnTo>
                    <a:pt x="24097" y="313779"/>
                  </a:lnTo>
                  <a:lnTo>
                    <a:pt x="61331" y="299575"/>
                  </a:lnTo>
                  <a:lnTo>
                    <a:pt x="104723" y="289366"/>
                  </a:lnTo>
                  <a:lnTo>
                    <a:pt x="162549" y="278278"/>
                  </a:lnTo>
                  <a:lnTo>
                    <a:pt x="224775" y="270286"/>
                  </a:lnTo>
                  <a:lnTo>
                    <a:pt x="290044" y="267189"/>
                  </a:lnTo>
                  <a:lnTo>
                    <a:pt x="358844" y="267189"/>
                  </a:lnTo>
                  <a:lnTo>
                    <a:pt x="423244" y="270286"/>
                  </a:lnTo>
                  <a:lnTo>
                    <a:pt x="488531" y="278278"/>
                  </a:lnTo>
                  <a:lnTo>
                    <a:pt x="542861" y="289366"/>
                  </a:lnTo>
                  <a:lnTo>
                    <a:pt x="586688" y="299575"/>
                  </a:lnTo>
                  <a:lnTo>
                    <a:pt x="623488" y="313779"/>
                  </a:lnTo>
                  <a:lnTo>
                    <a:pt x="651957" y="350619"/>
                  </a:lnTo>
                  <a:lnTo>
                    <a:pt x="645383" y="366162"/>
                  </a:lnTo>
                  <a:lnTo>
                    <a:pt x="586688" y="399446"/>
                  </a:lnTo>
                  <a:lnTo>
                    <a:pt x="542861" y="409655"/>
                  </a:lnTo>
                  <a:lnTo>
                    <a:pt x="488531" y="420743"/>
                  </a:lnTo>
                  <a:lnTo>
                    <a:pt x="423244" y="428294"/>
                  </a:lnTo>
                  <a:lnTo>
                    <a:pt x="358844" y="431832"/>
                  </a:lnTo>
                  <a:lnTo>
                    <a:pt x="290044" y="431832"/>
                  </a:lnTo>
                  <a:lnTo>
                    <a:pt x="224775" y="428294"/>
                  </a:lnTo>
                  <a:lnTo>
                    <a:pt x="162549" y="420743"/>
                  </a:lnTo>
                  <a:lnTo>
                    <a:pt x="104723" y="409655"/>
                  </a:lnTo>
                  <a:lnTo>
                    <a:pt x="61331" y="399446"/>
                  </a:lnTo>
                  <a:lnTo>
                    <a:pt x="24097" y="383903"/>
                  </a:lnTo>
                  <a:lnTo>
                    <a:pt x="0" y="350619"/>
                  </a:lnTo>
                  <a:close/>
                </a:path>
                <a:path w="652144" h="432435">
                  <a:moveTo>
                    <a:pt x="0" y="83448"/>
                  </a:moveTo>
                  <a:lnTo>
                    <a:pt x="24097" y="47048"/>
                  </a:lnTo>
                  <a:lnTo>
                    <a:pt x="61331" y="32404"/>
                  </a:lnTo>
                  <a:lnTo>
                    <a:pt x="104723" y="22635"/>
                  </a:lnTo>
                  <a:lnTo>
                    <a:pt x="162549" y="11106"/>
                  </a:lnTo>
                  <a:lnTo>
                    <a:pt x="224775" y="3555"/>
                  </a:lnTo>
                  <a:lnTo>
                    <a:pt x="290044" y="0"/>
                  </a:lnTo>
                  <a:lnTo>
                    <a:pt x="358844" y="0"/>
                  </a:lnTo>
                  <a:lnTo>
                    <a:pt x="423244" y="3555"/>
                  </a:lnTo>
                  <a:lnTo>
                    <a:pt x="488531" y="11106"/>
                  </a:lnTo>
                  <a:lnTo>
                    <a:pt x="542861" y="22635"/>
                  </a:lnTo>
                  <a:lnTo>
                    <a:pt x="586688" y="32404"/>
                  </a:lnTo>
                  <a:lnTo>
                    <a:pt x="623488" y="47048"/>
                  </a:lnTo>
                  <a:lnTo>
                    <a:pt x="651957" y="83448"/>
                  </a:lnTo>
                  <a:lnTo>
                    <a:pt x="645383" y="98972"/>
                  </a:lnTo>
                  <a:lnTo>
                    <a:pt x="586688" y="132714"/>
                  </a:lnTo>
                  <a:lnTo>
                    <a:pt x="542861" y="142465"/>
                  </a:lnTo>
                  <a:lnTo>
                    <a:pt x="488531" y="153572"/>
                  </a:lnTo>
                  <a:lnTo>
                    <a:pt x="423244" y="161563"/>
                  </a:lnTo>
                  <a:lnTo>
                    <a:pt x="358844" y="164661"/>
                  </a:lnTo>
                  <a:lnTo>
                    <a:pt x="290044" y="164661"/>
                  </a:lnTo>
                  <a:lnTo>
                    <a:pt x="224775" y="161563"/>
                  </a:lnTo>
                  <a:lnTo>
                    <a:pt x="162549" y="153572"/>
                  </a:lnTo>
                  <a:lnTo>
                    <a:pt x="104723" y="142465"/>
                  </a:lnTo>
                  <a:lnTo>
                    <a:pt x="61331" y="132714"/>
                  </a:lnTo>
                  <a:lnTo>
                    <a:pt x="24097" y="117172"/>
                  </a:lnTo>
                  <a:lnTo>
                    <a:pt x="0" y="83448"/>
                  </a:lnTo>
                  <a:close/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876356" y="4479158"/>
              <a:ext cx="725170" cy="122555"/>
            </a:xfrm>
            <a:custGeom>
              <a:avLst/>
              <a:gdLst/>
              <a:ahLst/>
              <a:cxnLst/>
              <a:rect l="l" t="t" r="r" b="b"/>
              <a:pathLst>
                <a:path w="725169" h="122554">
                  <a:moveTo>
                    <a:pt x="725129" y="0"/>
                  </a:moveTo>
                  <a:lnTo>
                    <a:pt x="0" y="0"/>
                  </a:lnTo>
                  <a:lnTo>
                    <a:pt x="0" y="122049"/>
                  </a:lnTo>
                  <a:lnTo>
                    <a:pt x="725129" y="122049"/>
                  </a:lnTo>
                  <a:lnTo>
                    <a:pt x="7251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914476" y="4319814"/>
              <a:ext cx="1605915" cy="1294130"/>
            </a:xfrm>
            <a:custGeom>
              <a:avLst/>
              <a:gdLst/>
              <a:ahLst/>
              <a:cxnLst/>
              <a:rect l="l" t="t" r="r" b="b"/>
              <a:pathLst>
                <a:path w="1605914" h="1294129">
                  <a:moveTo>
                    <a:pt x="0" y="0"/>
                  </a:moveTo>
                  <a:lnTo>
                    <a:pt x="0" y="287148"/>
                  </a:lnTo>
                </a:path>
                <a:path w="1605914" h="1294129">
                  <a:moveTo>
                    <a:pt x="656339" y="0"/>
                  </a:moveTo>
                  <a:lnTo>
                    <a:pt x="656340" y="287148"/>
                  </a:lnTo>
                </a:path>
                <a:path w="1605914" h="1294129">
                  <a:moveTo>
                    <a:pt x="953853" y="1212506"/>
                  </a:moveTo>
                  <a:lnTo>
                    <a:pt x="977939" y="1176106"/>
                  </a:lnTo>
                  <a:lnTo>
                    <a:pt x="1015192" y="1161462"/>
                  </a:lnTo>
                  <a:lnTo>
                    <a:pt x="1058565" y="1151711"/>
                  </a:lnTo>
                  <a:lnTo>
                    <a:pt x="1116409" y="1140604"/>
                  </a:lnTo>
                  <a:lnTo>
                    <a:pt x="1178617" y="1132613"/>
                  </a:lnTo>
                  <a:lnTo>
                    <a:pt x="1243905" y="1129076"/>
                  </a:lnTo>
                  <a:lnTo>
                    <a:pt x="1312687" y="1129076"/>
                  </a:lnTo>
                  <a:lnTo>
                    <a:pt x="1377104" y="1132613"/>
                  </a:lnTo>
                  <a:lnTo>
                    <a:pt x="1442392" y="1140604"/>
                  </a:lnTo>
                  <a:lnTo>
                    <a:pt x="1496722" y="1151711"/>
                  </a:lnTo>
                  <a:lnTo>
                    <a:pt x="1540530" y="1161462"/>
                  </a:lnTo>
                  <a:lnTo>
                    <a:pt x="1577330" y="1176106"/>
                  </a:lnTo>
                  <a:lnTo>
                    <a:pt x="1605817" y="1212506"/>
                  </a:lnTo>
                  <a:lnTo>
                    <a:pt x="1599243" y="1228488"/>
                  </a:lnTo>
                  <a:lnTo>
                    <a:pt x="1540530" y="1261772"/>
                  </a:lnTo>
                  <a:lnTo>
                    <a:pt x="1496722" y="1271541"/>
                  </a:lnTo>
                  <a:lnTo>
                    <a:pt x="1442392" y="1282630"/>
                  </a:lnTo>
                  <a:lnTo>
                    <a:pt x="1377104" y="1290621"/>
                  </a:lnTo>
                  <a:lnTo>
                    <a:pt x="1312687" y="1293718"/>
                  </a:lnTo>
                  <a:lnTo>
                    <a:pt x="1243905" y="1293718"/>
                  </a:lnTo>
                  <a:lnTo>
                    <a:pt x="1178618" y="1290621"/>
                  </a:lnTo>
                  <a:lnTo>
                    <a:pt x="1116409" y="1282630"/>
                  </a:lnTo>
                  <a:lnTo>
                    <a:pt x="1058565" y="1271541"/>
                  </a:lnTo>
                  <a:lnTo>
                    <a:pt x="1015192" y="1261772"/>
                  </a:lnTo>
                  <a:lnTo>
                    <a:pt x="977939" y="1246230"/>
                  </a:lnTo>
                  <a:lnTo>
                    <a:pt x="953853" y="1212506"/>
                  </a:lnTo>
                  <a:close/>
                </a:path>
                <a:path w="1605914" h="1294129">
                  <a:moveTo>
                    <a:pt x="953853" y="945775"/>
                  </a:moveTo>
                  <a:lnTo>
                    <a:pt x="977939" y="908935"/>
                  </a:lnTo>
                  <a:lnTo>
                    <a:pt x="1015192" y="894730"/>
                  </a:lnTo>
                  <a:lnTo>
                    <a:pt x="1058565" y="884522"/>
                  </a:lnTo>
                  <a:lnTo>
                    <a:pt x="1116409" y="873433"/>
                  </a:lnTo>
                  <a:lnTo>
                    <a:pt x="1178617" y="865442"/>
                  </a:lnTo>
                  <a:lnTo>
                    <a:pt x="1243904" y="862344"/>
                  </a:lnTo>
                  <a:lnTo>
                    <a:pt x="1312687" y="862344"/>
                  </a:lnTo>
                  <a:lnTo>
                    <a:pt x="1377104" y="865442"/>
                  </a:lnTo>
                  <a:lnTo>
                    <a:pt x="1442391" y="873433"/>
                  </a:lnTo>
                  <a:lnTo>
                    <a:pt x="1496722" y="884522"/>
                  </a:lnTo>
                  <a:lnTo>
                    <a:pt x="1540530" y="894730"/>
                  </a:lnTo>
                  <a:lnTo>
                    <a:pt x="1577330" y="908935"/>
                  </a:lnTo>
                  <a:lnTo>
                    <a:pt x="1605817" y="945775"/>
                  </a:lnTo>
                  <a:lnTo>
                    <a:pt x="1599243" y="961317"/>
                  </a:lnTo>
                  <a:lnTo>
                    <a:pt x="1540530" y="994601"/>
                  </a:lnTo>
                  <a:lnTo>
                    <a:pt x="1496722" y="1004810"/>
                  </a:lnTo>
                  <a:lnTo>
                    <a:pt x="1442391" y="1015899"/>
                  </a:lnTo>
                  <a:lnTo>
                    <a:pt x="1377104" y="1023450"/>
                  </a:lnTo>
                  <a:lnTo>
                    <a:pt x="1312687" y="1026987"/>
                  </a:lnTo>
                  <a:lnTo>
                    <a:pt x="1243905" y="1026987"/>
                  </a:lnTo>
                  <a:lnTo>
                    <a:pt x="1178617" y="1023450"/>
                  </a:lnTo>
                  <a:lnTo>
                    <a:pt x="1116409" y="1015899"/>
                  </a:lnTo>
                  <a:lnTo>
                    <a:pt x="1058565" y="1004810"/>
                  </a:lnTo>
                  <a:lnTo>
                    <a:pt x="1015192" y="994601"/>
                  </a:lnTo>
                  <a:lnTo>
                    <a:pt x="977939" y="979059"/>
                  </a:lnTo>
                  <a:lnTo>
                    <a:pt x="953853" y="945775"/>
                  </a:lnTo>
                  <a:close/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1830207" y="5413383"/>
              <a:ext cx="725170" cy="122555"/>
            </a:xfrm>
            <a:custGeom>
              <a:avLst/>
              <a:gdLst/>
              <a:ahLst/>
              <a:cxnLst/>
              <a:rect l="l" t="t" r="r" b="b"/>
              <a:pathLst>
                <a:path w="725169" h="122554">
                  <a:moveTo>
                    <a:pt x="725129" y="0"/>
                  </a:moveTo>
                  <a:lnTo>
                    <a:pt x="0" y="0"/>
                  </a:lnTo>
                  <a:lnTo>
                    <a:pt x="0" y="122493"/>
                  </a:lnTo>
                  <a:lnTo>
                    <a:pt x="725129" y="122493"/>
                  </a:lnTo>
                  <a:lnTo>
                    <a:pt x="7251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1868329" y="5254501"/>
              <a:ext cx="656590" cy="287020"/>
            </a:xfrm>
            <a:custGeom>
              <a:avLst/>
              <a:gdLst/>
              <a:ahLst/>
              <a:cxnLst/>
              <a:rect l="l" t="t" r="r" b="b"/>
              <a:pathLst>
                <a:path w="656589" h="287020">
                  <a:moveTo>
                    <a:pt x="0" y="0"/>
                  </a:moveTo>
                  <a:lnTo>
                    <a:pt x="0" y="286690"/>
                  </a:lnTo>
                </a:path>
                <a:path w="656589" h="287020">
                  <a:moveTo>
                    <a:pt x="656347" y="0"/>
                  </a:moveTo>
                  <a:lnTo>
                    <a:pt x="656347" y="286690"/>
                  </a:lnTo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1868329" y="5140884"/>
              <a:ext cx="652145" cy="165100"/>
            </a:xfrm>
            <a:custGeom>
              <a:avLst/>
              <a:gdLst/>
              <a:ahLst/>
              <a:cxnLst/>
              <a:rect l="l" t="t" r="r" b="b"/>
              <a:pathLst>
                <a:path w="652144" h="165100">
                  <a:moveTo>
                    <a:pt x="358834" y="0"/>
                  </a:moveTo>
                  <a:lnTo>
                    <a:pt x="290051" y="0"/>
                  </a:lnTo>
                  <a:lnTo>
                    <a:pt x="224764" y="3537"/>
                  </a:lnTo>
                  <a:lnTo>
                    <a:pt x="162556" y="11088"/>
                  </a:lnTo>
                  <a:lnTo>
                    <a:pt x="104712" y="22177"/>
                  </a:lnTo>
                  <a:lnTo>
                    <a:pt x="61338" y="32386"/>
                  </a:lnTo>
                  <a:lnTo>
                    <a:pt x="24086" y="46590"/>
                  </a:lnTo>
                  <a:lnTo>
                    <a:pt x="0" y="84768"/>
                  </a:lnTo>
                  <a:lnTo>
                    <a:pt x="7877" y="98972"/>
                  </a:lnTo>
                  <a:lnTo>
                    <a:pt x="61339" y="132256"/>
                  </a:lnTo>
                  <a:lnTo>
                    <a:pt x="104712" y="142465"/>
                  </a:lnTo>
                  <a:lnTo>
                    <a:pt x="162556" y="153554"/>
                  </a:lnTo>
                  <a:lnTo>
                    <a:pt x="224764" y="161545"/>
                  </a:lnTo>
                  <a:lnTo>
                    <a:pt x="290051" y="164642"/>
                  </a:lnTo>
                  <a:lnTo>
                    <a:pt x="358834" y="164642"/>
                  </a:lnTo>
                  <a:lnTo>
                    <a:pt x="423251" y="161545"/>
                  </a:lnTo>
                  <a:lnTo>
                    <a:pt x="488538" y="153554"/>
                  </a:lnTo>
                  <a:lnTo>
                    <a:pt x="542869" y="142465"/>
                  </a:lnTo>
                  <a:lnTo>
                    <a:pt x="586677" y="132256"/>
                  </a:lnTo>
                  <a:lnTo>
                    <a:pt x="623477" y="118052"/>
                  </a:lnTo>
                  <a:lnTo>
                    <a:pt x="651964" y="84768"/>
                  </a:lnTo>
                  <a:lnTo>
                    <a:pt x="645390" y="65670"/>
                  </a:lnTo>
                  <a:lnTo>
                    <a:pt x="586677" y="32386"/>
                  </a:lnTo>
                  <a:lnTo>
                    <a:pt x="542869" y="22177"/>
                  </a:lnTo>
                  <a:lnTo>
                    <a:pt x="488538" y="11088"/>
                  </a:lnTo>
                  <a:lnTo>
                    <a:pt x="423251" y="3537"/>
                  </a:lnTo>
                  <a:lnTo>
                    <a:pt x="35883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1868329" y="4874153"/>
              <a:ext cx="652145" cy="431800"/>
            </a:xfrm>
            <a:custGeom>
              <a:avLst/>
              <a:gdLst/>
              <a:ahLst/>
              <a:cxnLst/>
              <a:rect l="l" t="t" r="r" b="b"/>
              <a:pathLst>
                <a:path w="652144" h="431800">
                  <a:moveTo>
                    <a:pt x="0" y="351499"/>
                  </a:moveTo>
                  <a:lnTo>
                    <a:pt x="24086" y="313321"/>
                  </a:lnTo>
                  <a:lnTo>
                    <a:pt x="61339" y="299117"/>
                  </a:lnTo>
                  <a:lnTo>
                    <a:pt x="104712" y="288908"/>
                  </a:lnTo>
                  <a:lnTo>
                    <a:pt x="162556" y="277819"/>
                  </a:lnTo>
                  <a:lnTo>
                    <a:pt x="224764" y="270268"/>
                  </a:lnTo>
                  <a:lnTo>
                    <a:pt x="290051" y="266731"/>
                  </a:lnTo>
                  <a:lnTo>
                    <a:pt x="358834" y="266731"/>
                  </a:lnTo>
                  <a:lnTo>
                    <a:pt x="423251" y="270268"/>
                  </a:lnTo>
                  <a:lnTo>
                    <a:pt x="488538" y="277819"/>
                  </a:lnTo>
                  <a:lnTo>
                    <a:pt x="542869" y="288908"/>
                  </a:lnTo>
                  <a:lnTo>
                    <a:pt x="586677" y="299117"/>
                  </a:lnTo>
                  <a:lnTo>
                    <a:pt x="623477" y="313321"/>
                  </a:lnTo>
                  <a:lnTo>
                    <a:pt x="651964" y="351499"/>
                  </a:lnTo>
                  <a:lnTo>
                    <a:pt x="645390" y="365703"/>
                  </a:lnTo>
                  <a:lnTo>
                    <a:pt x="586677" y="398988"/>
                  </a:lnTo>
                  <a:lnTo>
                    <a:pt x="542869" y="409196"/>
                  </a:lnTo>
                  <a:lnTo>
                    <a:pt x="488538" y="420285"/>
                  </a:lnTo>
                  <a:lnTo>
                    <a:pt x="423251" y="428276"/>
                  </a:lnTo>
                  <a:lnTo>
                    <a:pt x="358834" y="431374"/>
                  </a:lnTo>
                  <a:lnTo>
                    <a:pt x="290051" y="431374"/>
                  </a:lnTo>
                  <a:lnTo>
                    <a:pt x="224764" y="428276"/>
                  </a:lnTo>
                  <a:lnTo>
                    <a:pt x="162556" y="420285"/>
                  </a:lnTo>
                  <a:lnTo>
                    <a:pt x="104712" y="409196"/>
                  </a:lnTo>
                  <a:lnTo>
                    <a:pt x="61339" y="398988"/>
                  </a:lnTo>
                  <a:lnTo>
                    <a:pt x="24086" y="384783"/>
                  </a:lnTo>
                  <a:lnTo>
                    <a:pt x="0" y="351499"/>
                  </a:lnTo>
                  <a:close/>
                </a:path>
                <a:path w="652144" h="431800">
                  <a:moveTo>
                    <a:pt x="0" y="84310"/>
                  </a:moveTo>
                  <a:lnTo>
                    <a:pt x="24086" y="46590"/>
                  </a:lnTo>
                  <a:lnTo>
                    <a:pt x="61338" y="31946"/>
                  </a:lnTo>
                  <a:lnTo>
                    <a:pt x="104712" y="22177"/>
                  </a:lnTo>
                  <a:lnTo>
                    <a:pt x="162556" y="11088"/>
                  </a:lnTo>
                  <a:lnTo>
                    <a:pt x="224764" y="3097"/>
                  </a:lnTo>
                  <a:lnTo>
                    <a:pt x="290051" y="0"/>
                  </a:lnTo>
                  <a:lnTo>
                    <a:pt x="358834" y="0"/>
                  </a:lnTo>
                  <a:lnTo>
                    <a:pt x="423251" y="3097"/>
                  </a:lnTo>
                  <a:lnTo>
                    <a:pt x="488538" y="11088"/>
                  </a:lnTo>
                  <a:lnTo>
                    <a:pt x="542869" y="22177"/>
                  </a:lnTo>
                  <a:lnTo>
                    <a:pt x="586677" y="31946"/>
                  </a:lnTo>
                  <a:lnTo>
                    <a:pt x="623477" y="46590"/>
                  </a:lnTo>
                  <a:lnTo>
                    <a:pt x="651964" y="84310"/>
                  </a:lnTo>
                  <a:lnTo>
                    <a:pt x="645390" y="98972"/>
                  </a:lnTo>
                  <a:lnTo>
                    <a:pt x="586677" y="132256"/>
                  </a:lnTo>
                  <a:lnTo>
                    <a:pt x="542869" y="142007"/>
                  </a:lnTo>
                  <a:lnTo>
                    <a:pt x="488538" y="153114"/>
                  </a:lnTo>
                  <a:lnTo>
                    <a:pt x="423251" y="161105"/>
                  </a:lnTo>
                  <a:lnTo>
                    <a:pt x="358834" y="164642"/>
                  </a:lnTo>
                  <a:lnTo>
                    <a:pt x="290051" y="164642"/>
                  </a:lnTo>
                  <a:lnTo>
                    <a:pt x="224764" y="161105"/>
                  </a:lnTo>
                  <a:lnTo>
                    <a:pt x="162556" y="153114"/>
                  </a:lnTo>
                  <a:lnTo>
                    <a:pt x="104712" y="142007"/>
                  </a:lnTo>
                  <a:lnTo>
                    <a:pt x="61339" y="132256"/>
                  </a:lnTo>
                  <a:lnTo>
                    <a:pt x="24086" y="117612"/>
                  </a:lnTo>
                  <a:lnTo>
                    <a:pt x="0" y="84310"/>
                  </a:lnTo>
                  <a:close/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1830207" y="5105377"/>
              <a:ext cx="725170" cy="122555"/>
            </a:xfrm>
            <a:custGeom>
              <a:avLst/>
              <a:gdLst/>
              <a:ahLst/>
              <a:cxnLst/>
              <a:rect l="l" t="t" r="r" b="b"/>
              <a:pathLst>
                <a:path w="725169" h="122554">
                  <a:moveTo>
                    <a:pt x="725129" y="0"/>
                  </a:moveTo>
                  <a:lnTo>
                    <a:pt x="0" y="0"/>
                  </a:lnTo>
                  <a:lnTo>
                    <a:pt x="0" y="122493"/>
                  </a:lnTo>
                  <a:lnTo>
                    <a:pt x="725129" y="122493"/>
                  </a:lnTo>
                  <a:lnTo>
                    <a:pt x="7251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1868329" y="4946036"/>
              <a:ext cx="656590" cy="287655"/>
            </a:xfrm>
            <a:custGeom>
              <a:avLst/>
              <a:gdLst/>
              <a:ahLst/>
              <a:cxnLst/>
              <a:rect l="l" t="t" r="r" b="b"/>
              <a:pathLst>
                <a:path w="656589" h="287654">
                  <a:moveTo>
                    <a:pt x="0" y="0"/>
                  </a:moveTo>
                  <a:lnTo>
                    <a:pt x="0" y="287148"/>
                  </a:lnTo>
                </a:path>
                <a:path w="656589" h="287654">
                  <a:moveTo>
                    <a:pt x="656347" y="0"/>
                  </a:moveTo>
                  <a:lnTo>
                    <a:pt x="656347" y="287148"/>
                  </a:lnTo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1868329" y="4829322"/>
              <a:ext cx="652145" cy="165100"/>
            </a:xfrm>
            <a:custGeom>
              <a:avLst/>
              <a:gdLst/>
              <a:ahLst/>
              <a:cxnLst/>
              <a:rect l="l" t="t" r="r" b="b"/>
              <a:pathLst>
                <a:path w="652144" h="165100">
                  <a:moveTo>
                    <a:pt x="358834" y="0"/>
                  </a:moveTo>
                  <a:lnTo>
                    <a:pt x="290051" y="0"/>
                  </a:lnTo>
                  <a:lnTo>
                    <a:pt x="224764" y="3555"/>
                  </a:lnTo>
                  <a:lnTo>
                    <a:pt x="162556" y="11088"/>
                  </a:lnTo>
                  <a:lnTo>
                    <a:pt x="104712" y="22195"/>
                  </a:lnTo>
                  <a:lnTo>
                    <a:pt x="61338" y="32404"/>
                  </a:lnTo>
                  <a:lnTo>
                    <a:pt x="24086" y="47048"/>
                  </a:lnTo>
                  <a:lnTo>
                    <a:pt x="0" y="84768"/>
                  </a:lnTo>
                  <a:lnTo>
                    <a:pt x="7877" y="98972"/>
                  </a:lnTo>
                  <a:lnTo>
                    <a:pt x="61339" y="132696"/>
                  </a:lnTo>
                  <a:lnTo>
                    <a:pt x="104712" y="142465"/>
                  </a:lnTo>
                  <a:lnTo>
                    <a:pt x="162556" y="153554"/>
                  </a:lnTo>
                  <a:lnTo>
                    <a:pt x="224764" y="161545"/>
                  </a:lnTo>
                  <a:lnTo>
                    <a:pt x="290051" y="164661"/>
                  </a:lnTo>
                  <a:lnTo>
                    <a:pt x="358834" y="164661"/>
                  </a:lnTo>
                  <a:lnTo>
                    <a:pt x="423251" y="161545"/>
                  </a:lnTo>
                  <a:lnTo>
                    <a:pt x="488538" y="153554"/>
                  </a:lnTo>
                  <a:lnTo>
                    <a:pt x="542869" y="142465"/>
                  </a:lnTo>
                  <a:lnTo>
                    <a:pt x="586677" y="132696"/>
                  </a:lnTo>
                  <a:lnTo>
                    <a:pt x="623477" y="118052"/>
                  </a:lnTo>
                  <a:lnTo>
                    <a:pt x="651964" y="84768"/>
                  </a:lnTo>
                  <a:lnTo>
                    <a:pt x="645390" y="65688"/>
                  </a:lnTo>
                  <a:lnTo>
                    <a:pt x="586677" y="32404"/>
                  </a:lnTo>
                  <a:lnTo>
                    <a:pt x="542869" y="22195"/>
                  </a:lnTo>
                  <a:lnTo>
                    <a:pt x="488538" y="11088"/>
                  </a:lnTo>
                  <a:lnTo>
                    <a:pt x="423251" y="3555"/>
                  </a:lnTo>
                  <a:lnTo>
                    <a:pt x="35883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1868329" y="4562590"/>
              <a:ext cx="652145" cy="431800"/>
            </a:xfrm>
            <a:custGeom>
              <a:avLst/>
              <a:gdLst/>
              <a:ahLst/>
              <a:cxnLst/>
              <a:rect l="l" t="t" r="r" b="b"/>
              <a:pathLst>
                <a:path w="652144" h="431800">
                  <a:moveTo>
                    <a:pt x="0" y="351499"/>
                  </a:moveTo>
                  <a:lnTo>
                    <a:pt x="24086" y="313779"/>
                  </a:lnTo>
                  <a:lnTo>
                    <a:pt x="61339" y="299135"/>
                  </a:lnTo>
                  <a:lnTo>
                    <a:pt x="104712" y="288926"/>
                  </a:lnTo>
                  <a:lnTo>
                    <a:pt x="162556" y="277819"/>
                  </a:lnTo>
                  <a:lnTo>
                    <a:pt x="224764" y="270286"/>
                  </a:lnTo>
                  <a:lnTo>
                    <a:pt x="290051" y="266731"/>
                  </a:lnTo>
                  <a:lnTo>
                    <a:pt x="358834" y="266731"/>
                  </a:lnTo>
                  <a:lnTo>
                    <a:pt x="423251" y="270286"/>
                  </a:lnTo>
                  <a:lnTo>
                    <a:pt x="488538" y="277819"/>
                  </a:lnTo>
                  <a:lnTo>
                    <a:pt x="542869" y="288926"/>
                  </a:lnTo>
                  <a:lnTo>
                    <a:pt x="586677" y="299135"/>
                  </a:lnTo>
                  <a:lnTo>
                    <a:pt x="623477" y="313779"/>
                  </a:lnTo>
                  <a:lnTo>
                    <a:pt x="651964" y="351499"/>
                  </a:lnTo>
                  <a:lnTo>
                    <a:pt x="645390" y="365703"/>
                  </a:lnTo>
                  <a:lnTo>
                    <a:pt x="586677" y="399427"/>
                  </a:lnTo>
                  <a:lnTo>
                    <a:pt x="542869" y="409196"/>
                  </a:lnTo>
                  <a:lnTo>
                    <a:pt x="488538" y="420285"/>
                  </a:lnTo>
                  <a:lnTo>
                    <a:pt x="423251" y="428276"/>
                  </a:lnTo>
                  <a:lnTo>
                    <a:pt x="358834" y="431392"/>
                  </a:lnTo>
                  <a:lnTo>
                    <a:pt x="290051" y="431392"/>
                  </a:lnTo>
                  <a:lnTo>
                    <a:pt x="224764" y="428276"/>
                  </a:lnTo>
                  <a:lnTo>
                    <a:pt x="162556" y="420285"/>
                  </a:lnTo>
                  <a:lnTo>
                    <a:pt x="104712" y="409196"/>
                  </a:lnTo>
                  <a:lnTo>
                    <a:pt x="61339" y="399427"/>
                  </a:lnTo>
                  <a:lnTo>
                    <a:pt x="24086" y="384783"/>
                  </a:lnTo>
                  <a:lnTo>
                    <a:pt x="0" y="351499"/>
                  </a:lnTo>
                  <a:close/>
                </a:path>
                <a:path w="652144" h="431800">
                  <a:moveTo>
                    <a:pt x="0" y="84328"/>
                  </a:moveTo>
                  <a:lnTo>
                    <a:pt x="24086" y="46590"/>
                  </a:lnTo>
                  <a:lnTo>
                    <a:pt x="61338" y="31946"/>
                  </a:lnTo>
                  <a:lnTo>
                    <a:pt x="104712" y="22195"/>
                  </a:lnTo>
                  <a:lnTo>
                    <a:pt x="162556" y="11088"/>
                  </a:lnTo>
                  <a:lnTo>
                    <a:pt x="224764" y="3097"/>
                  </a:lnTo>
                  <a:lnTo>
                    <a:pt x="290051" y="0"/>
                  </a:lnTo>
                  <a:lnTo>
                    <a:pt x="358834" y="0"/>
                  </a:lnTo>
                  <a:lnTo>
                    <a:pt x="423251" y="3097"/>
                  </a:lnTo>
                  <a:lnTo>
                    <a:pt x="488538" y="11088"/>
                  </a:lnTo>
                  <a:lnTo>
                    <a:pt x="542869" y="22195"/>
                  </a:lnTo>
                  <a:lnTo>
                    <a:pt x="586677" y="31946"/>
                  </a:lnTo>
                  <a:lnTo>
                    <a:pt x="623477" y="46590"/>
                  </a:lnTo>
                  <a:lnTo>
                    <a:pt x="651964" y="84328"/>
                  </a:lnTo>
                  <a:lnTo>
                    <a:pt x="645390" y="98972"/>
                  </a:lnTo>
                  <a:lnTo>
                    <a:pt x="586677" y="132256"/>
                  </a:lnTo>
                  <a:lnTo>
                    <a:pt x="542869" y="142465"/>
                  </a:lnTo>
                  <a:lnTo>
                    <a:pt x="488538" y="153554"/>
                  </a:lnTo>
                  <a:lnTo>
                    <a:pt x="423251" y="161105"/>
                  </a:lnTo>
                  <a:lnTo>
                    <a:pt x="358834" y="164661"/>
                  </a:lnTo>
                  <a:lnTo>
                    <a:pt x="290051" y="164661"/>
                  </a:lnTo>
                  <a:lnTo>
                    <a:pt x="224764" y="161105"/>
                  </a:lnTo>
                  <a:lnTo>
                    <a:pt x="162556" y="153554"/>
                  </a:lnTo>
                  <a:lnTo>
                    <a:pt x="104712" y="142465"/>
                  </a:lnTo>
                  <a:lnTo>
                    <a:pt x="61339" y="132256"/>
                  </a:lnTo>
                  <a:lnTo>
                    <a:pt x="24086" y="117612"/>
                  </a:lnTo>
                  <a:lnTo>
                    <a:pt x="0" y="84328"/>
                  </a:lnTo>
                  <a:close/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1830207" y="4793814"/>
              <a:ext cx="725170" cy="122555"/>
            </a:xfrm>
            <a:custGeom>
              <a:avLst/>
              <a:gdLst/>
              <a:ahLst/>
              <a:cxnLst/>
              <a:rect l="l" t="t" r="r" b="b"/>
              <a:pathLst>
                <a:path w="725169" h="122554">
                  <a:moveTo>
                    <a:pt x="725129" y="0"/>
                  </a:moveTo>
                  <a:lnTo>
                    <a:pt x="0" y="0"/>
                  </a:lnTo>
                  <a:lnTo>
                    <a:pt x="0" y="122493"/>
                  </a:lnTo>
                  <a:lnTo>
                    <a:pt x="725129" y="122493"/>
                  </a:lnTo>
                  <a:lnTo>
                    <a:pt x="7251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1868329" y="4634932"/>
              <a:ext cx="656590" cy="287020"/>
            </a:xfrm>
            <a:custGeom>
              <a:avLst/>
              <a:gdLst/>
              <a:ahLst/>
              <a:cxnLst/>
              <a:rect l="l" t="t" r="r" b="b"/>
              <a:pathLst>
                <a:path w="656589" h="287020">
                  <a:moveTo>
                    <a:pt x="0" y="0"/>
                  </a:moveTo>
                  <a:lnTo>
                    <a:pt x="0" y="286709"/>
                  </a:lnTo>
                </a:path>
                <a:path w="656589" h="287020">
                  <a:moveTo>
                    <a:pt x="656347" y="0"/>
                  </a:moveTo>
                  <a:lnTo>
                    <a:pt x="656347" y="286709"/>
                  </a:lnTo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1868329" y="4521315"/>
              <a:ext cx="652145" cy="165735"/>
            </a:xfrm>
            <a:custGeom>
              <a:avLst/>
              <a:gdLst/>
              <a:ahLst/>
              <a:cxnLst/>
              <a:rect l="l" t="t" r="r" b="b"/>
              <a:pathLst>
                <a:path w="652144" h="165735">
                  <a:moveTo>
                    <a:pt x="358834" y="0"/>
                  </a:moveTo>
                  <a:lnTo>
                    <a:pt x="290051" y="0"/>
                  </a:lnTo>
                  <a:lnTo>
                    <a:pt x="224764" y="4435"/>
                  </a:lnTo>
                  <a:lnTo>
                    <a:pt x="162556" y="11088"/>
                  </a:lnTo>
                  <a:lnTo>
                    <a:pt x="104712" y="22195"/>
                  </a:lnTo>
                  <a:lnTo>
                    <a:pt x="61338" y="32404"/>
                  </a:lnTo>
                  <a:lnTo>
                    <a:pt x="24086" y="47928"/>
                  </a:lnTo>
                  <a:lnTo>
                    <a:pt x="0" y="84328"/>
                  </a:lnTo>
                  <a:lnTo>
                    <a:pt x="7877" y="98972"/>
                  </a:lnTo>
                  <a:lnTo>
                    <a:pt x="61339" y="132256"/>
                  </a:lnTo>
                  <a:lnTo>
                    <a:pt x="104712" y="143345"/>
                  </a:lnTo>
                  <a:lnTo>
                    <a:pt x="162556" y="154452"/>
                  </a:lnTo>
                  <a:lnTo>
                    <a:pt x="224764" y="161105"/>
                  </a:lnTo>
                  <a:lnTo>
                    <a:pt x="290051" y="165540"/>
                  </a:lnTo>
                  <a:lnTo>
                    <a:pt x="358834" y="165540"/>
                  </a:lnTo>
                  <a:lnTo>
                    <a:pt x="423251" y="161105"/>
                  </a:lnTo>
                  <a:lnTo>
                    <a:pt x="488538" y="154452"/>
                  </a:lnTo>
                  <a:lnTo>
                    <a:pt x="542869" y="143345"/>
                  </a:lnTo>
                  <a:lnTo>
                    <a:pt x="586677" y="132256"/>
                  </a:lnTo>
                  <a:lnTo>
                    <a:pt x="623477" y="118052"/>
                  </a:lnTo>
                  <a:lnTo>
                    <a:pt x="651964" y="84328"/>
                  </a:lnTo>
                  <a:lnTo>
                    <a:pt x="645390" y="65688"/>
                  </a:lnTo>
                  <a:lnTo>
                    <a:pt x="586677" y="32404"/>
                  </a:lnTo>
                  <a:lnTo>
                    <a:pt x="542869" y="22195"/>
                  </a:lnTo>
                  <a:lnTo>
                    <a:pt x="488538" y="11088"/>
                  </a:lnTo>
                  <a:lnTo>
                    <a:pt x="423251" y="4435"/>
                  </a:lnTo>
                  <a:lnTo>
                    <a:pt x="35883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1868329" y="4254144"/>
              <a:ext cx="652145" cy="433070"/>
            </a:xfrm>
            <a:custGeom>
              <a:avLst/>
              <a:gdLst/>
              <a:ahLst/>
              <a:cxnLst/>
              <a:rect l="l" t="t" r="r" b="b"/>
              <a:pathLst>
                <a:path w="652144" h="433070">
                  <a:moveTo>
                    <a:pt x="0" y="351499"/>
                  </a:moveTo>
                  <a:lnTo>
                    <a:pt x="24086" y="315099"/>
                  </a:lnTo>
                  <a:lnTo>
                    <a:pt x="61339" y="299575"/>
                  </a:lnTo>
                  <a:lnTo>
                    <a:pt x="104712" y="289366"/>
                  </a:lnTo>
                  <a:lnTo>
                    <a:pt x="162556" y="278259"/>
                  </a:lnTo>
                  <a:lnTo>
                    <a:pt x="224764" y="271606"/>
                  </a:lnTo>
                  <a:lnTo>
                    <a:pt x="290051" y="267171"/>
                  </a:lnTo>
                  <a:lnTo>
                    <a:pt x="358834" y="267171"/>
                  </a:lnTo>
                  <a:lnTo>
                    <a:pt x="423251" y="271606"/>
                  </a:lnTo>
                  <a:lnTo>
                    <a:pt x="488538" y="278259"/>
                  </a:lnTo>
                  <a:lnTo>
                    <a:pt x="542869" y="289366"/>
                  </a:lnTo>
                  <a:lnTo>
                    <a:pt x="586677" y="299575"/>
                  </a:lnTo>
                  <a:lnTo>
                    <a:pt x="623477" y="315099"/>
                  </a:lnTo>
                  <a:lnTo>
                    <a:pt x="651964" y="351499"/>
                  </a:lnTo>
                  <a:lnTo>
                    <a:pt x="645390" y="366143"/>
                  </a:lnTo>
                  <a:lnTo>
                    <a:pt x="586677" y="399427"/>
                  </a:lnTo>
                  <a:lnTo>
                    <a:pt x="542869" y="410516"/>
                  </a:lnTo>
                  <a:lnTo>
                    <a:pt x="488538" y="421623"/>
                  </a:lnTo>
                  <a:lnTo>
                    <a:pt x="423251" y="428276"/>
                  </a:lnTo>
                  <a:lnTo>
                    <a:pt x="358834" y="432712"/>
                  </a:lnTo>
                  <a:lnTo>
                    <a:pt x="290051" y="432712"/>
                  </a:lnTo>
                  <a:lnTo>
                    <a:pt x="224764" y="428276"/>
                  </a:lnTo>
                  <a:lnTo>
                    <a:pt x="162556" y="421623"/>
                  </a:lnTo>
                  <a:lnTo>
                    <a:pt x="104712" y="410516"/>
                  </a:lnTo>
                  <a:lnTo>
                    <a:pt x="61339" y="399427"/>
                  </a:lnTo>
                  <a:lnTo>
                    <a:pt x="24086" y="385223"/>
                  </a:lnTo>
                  <a:lnTo>
                    <a:pt x="0" y="351499"/>
                  </a:lnTo>
                  <a:close/>
                </a:path>
                <a:path w="652144" h="433070">
                  <a:moveTo>
                    <a:pt x="0" y="84768"/>
                  </a:moveTo>
                  <a:lnTo>
                    <a:pt x="24086" y="47928"/>
                  </a:lnTo>
                  <a:lnTo>
                    <a:pt x="61338" y="32386"/>
                  </a:lnTo>
                  <a:lnTo>
                    <a:pt x="104712" y="22635"/>
                  </a:lnTo>
                  <a:lnTo>
                    <a:pt x="162556" y="11088"/>
                  </a:lnTo>
                  <a:lnTo>
                    <a:pt x="224764" y="4435"/>
                  </a:lnTo>
                  <a:lnTo>
                    <a:pt x="290051" y="0"/>
                  </a:lnTo>
                  <a:lnTo>
                    <a:pt x="358834" y="0"/>
                  </a:lnTo>
                  <a:lnTo>
                    <a:pt x="423251" y="4435"/>
                  </a:lnTo>
                  <a:lnTo>
                    <a:pt x="488538" y="11088"/>
                  </a:lnTo>
                  <a:lnTo>
                    <a:pt x="542869" y="22635"/>
                  </a:lnTo>
                  <a:lnTo>
                    <a:pt x="586677" y="32386"/>
                  </a:lnTo>
                  <a:lnTo>
                    <a:pt x="623477" y="47928"/>
                  </a:lnTo>
                  <a:lnTo>
                    <a:pt x="651964" y="84768"/>
                  </a:lnTo>
                  <a:lnTo>
                    <a:pt x="645390" y="99412"/>
                  </a:lnTo>
                  <a:lnTo>
                    <a:pt x="586677" y="132696"/>
                  </a:lnTo>
                  <a:lnTo>
                    <a:pt x="542869" y="143785"/>
                  </a:lnTo>
                  <a:lnTo>
                    <a:pt x="488538" y="154892"/>
                  </a:lnTo>
                  <a:lnTo>
                    <a:pt x="423251" y="161545"/>
                  </a:lnTo>
                  <a:lnTo>
                    <a:pt x="358834" y="165980"/>
                  </a:lnTo>
                  <a:lnTo>
                    <a:pt x="290051" y="165980"/>
                  </a:lnTo>
                  <a:lnTo>
                    <a:pt x="224764" y="161545"/>
                  </a:lnTo>
                  <a:lnTo>
                    <a:pt x="162556" y="154892"/>
                  </a:lnTo>
                  <a:lnTo>
                    <a:pt x="104712" y="143785"/>
                  </a:lnTo>
                  <a:lnTo>
                    <a:pt x="61339" y="132696"/>
                  </a:lnTo>
                  <a:lnTo>
                    <a:pt x="24086" y="118052"/>
                  </a:lnTo>
                  <a:lnTo>
                    <a:pt x="0" y="84768"/>
                  </a:lnTo>
                  <a:close/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1830207" y="4486688"/>
              <a:ext cx="725170" cy="122555"/>
            </a:xfrm>
            <a:custGeom>
              <a:avLst/>
              <a:gdLst/>
              <a:ahLst/>
              <a:cxnLst/>
              <a:rect l="l" t="t" r="r" b="b"/>
              <a:pathLst>
                <a:path w="725169" h="122554">
                  <a:moveTo>
                    <a:pt x="725129" y="0"/>
                  </a:moveTo>
                  <a:lnTo>
                    <a:pt x="0" y="0"/>
                  </a:lnTo>
                  <a:lnTo>
                    <a:pt x="0" y="122493"/>
                  </a:lnTo>
                  <a:lnTo>
                    <a:pt x="725129" y="122493"/>
                  </a:lnTo>
                  <a:lnTo>
                    <a:pt x="7251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1868329" y="4326486"/>
              <a:ext cx="1605915" cy="1279525"/>
            </a:xfrm>
            <a:custGeom>
              <a:avLst/>
              <a:gdLst/>
              <a:ahLst/>
              <a:cxnLst/>
              <a:rect l="l" t="t" r="r" b="b"/>
              <a:pathLst>
                <a:path w="1605914" h="1279525">
                  <a:moveTo>
                    <a:pt x="0" y="0"/>
                  </a:moveTo>
                  <a:lnTo>
                    <a:pt x="0" y="288468"/>
                  </a:lnTo>
                </a:path>
                <a:path w="1605914" h="1279525">
                  <a:moveTo>
                    <a:pt x="656347" y="0"/>
                  </a:moveTo>
                  <a:lnTo>
                    <a:pt x="656347" y="288468"/>
                  </a:lnTo>
                </a:path>
                <a:path w="1605914" h="1279525">
                  <a:moveTo>
                    <a:pt x="953878" y="1199181"/>
                  </a:moveTo>
                  <a:lnTo>
                    <a:pt x="977965" y="1161462"/>
                  </a:lnTo>
                  <a:lnTo>
                    <a:pt x="1015271" y="1147257"/>
                  </a:lnTo>
                  <a:lnTo>
                    <a:pt x="1058555" y="1137048"/>
                  </a:lnTo>
                  <a:lnTo>
                    <a:pt x="1116326" y="1125942"/>
                  </a:lnTo>
                  <a:lnTo>
                    <a:pt x="1178625" y="1117969"/>
                  </a:lnTo>
                  <a:lnTo>
                    <a:pt x="1243821" y="1114853"/>
                  </a:lnTo>
                  <a:lnTo>
                    <a:pt x="1312640" y="1114853"/>
                  </a:lnTo>
                  <a:lnTo>
                    <a:pt x="1377112" y="1117969"/>
                  </a:lnTo>
                  <a:lnTo>
                    <a:pt x="1442308" y="1125942"/>
                  </a:lnTo>
                  <a:lnTo>
                    <a:pt x="1496639" y="1137048"/>
                  </a:lnTo>
                  <a:lnTo>
                    <a:pt x="1540465" y="1147257"/>
                  </a:lnTo>
                  <a:lnTo>
                    <a:pt x="1577410" y="1161462"/>
                  </a:lnTo>
                  <a:lnTo>
                    <a:pt x="1605843" y="1199181"/>
                  </a:lnTo>
                  <a:lnTo>
                    <a:pt x="1599323" y="1213826"/>
                  </a:lnTo>
                  <a:lnTo>
                    <a:pt x="1540465" y="1247110"/>
                  </a:lnTo>
                  <a:lnTo>
                    <a:pt x="1496639" y="1257319"/>
                  </a:lnTo>
                  <a:lnTo>
                    <a:pt x="1442308" y="1268407"/>
                  </a:lnTo>
                  <a:lnTo>
                    <a:pt x="1377112" y="1275958"/>
                  </a:lnTo>
                  <a:lnTo>
                    <a:pt x="1312640" y="1279514"/>
                  </a:lnTo>
                  <a:lnTo>
                    <a:pt x="1243821" y="1279514"/>
                  </a:lnTo>
                  <a:lnTo>
                    <a:pt x="1178625" y="1275958"/>
                  </a:lnTo>
                  <a:lnTo>
                    <a:pt x="1116326" y="1268407"/>
                  </a:lnTo>
                  <a:lnTo>
                    <a:pt x="1058555" y="1257319"/>
                  </a:lnTo>
                  <a:lnTo>
                    <a:pt x="1015271" y="1247110"/>
                  </a:lnTo>
                  <a:lnTo>
                    <a:pt x="977965" y="1232905"/>
                  </a:lnTo>
                  <a:lnTo>
                    <a:pt x="953878" y="1199181"/>
                  </a:lnTo>
                  <a:close/>
                </a:path>
                <a:path w="1605914" h="1279525">
                  <a:moveTo>
                    <a:pt x="953878" y="932450"/>
                  </a:moveTo>
                  <a:lnTo>
                    <a:pt x="977965" y="894730"/>
                  </a:lnTo>
                  <a:lnTo>
                    <a:pt x="1015271" y="880068"/>
                  </a:lnTo>
                  <a:lnTo>
                    <a:pt x="1058555" y="869877"/>
                  </a:lnTo>
                  <a:lnTo>
                    <a:pt x="1116326" y="858770"/>
                  </a:lnTo>
                  <a:lnTo>
                    <a:pt x="1178625" y="851219"/>
                  </a:lnTo>
                  <a:lnTo>
                    <a:pt x="1243821" y="847682"/>
                  </a:lnTo>
                  <a:lnTo>
                    <a:pt x="1312640" y="847682"/>
                  </a:lnTo>
                  <a:lnTo>
                    <a:pt x="1377112" y="851219"/>
                  </a:lnTo>
                  <a:lnTo>
                    <a:pt x="1442308" y="858770"/>
                  </a:lnTo>
                  <a:lnTo>
                    <a:pt x="1496639" y="869877"/>
                  </a:lnTo>
                  <a:lnTo>
                    <a:pt x="1540465" y="880068"/>
                  </a:lnTo>
                  <a:lnTo>
                    <a:pt x="1577410" y="894730"/>
                  </a:lnTo>
                  <a:lnTo>
                    <a:pt x="1605843" y="932450"/>
                  </a:lnTo>
                  <a:lnTo>
                    <a:pt x="1599323" y="946654"/>
                  </a:lnTo>
                  <a:lnTo>
                    <a:pt x="1540465" y="980378"/>
                  </a:lnTo>
                  <a:lnTo>
                    <a:pt x="1496639" y="990147"/>
                  </a:lnTo>
                  <a:lnTo>
                    <a:pt x="1442308" y="1001236"/>
                  </a:lnTo>
                  <a:lnTo>
                    <a:pt x="1377112" y="1009227"/>
                  </a:lnTo>
                  <a:lnTo>
                    <a:pt x="1312640" y="1012325"/>
                  </a:lnTo>
                  <a:lnTo>
                    <a:pt x="1243821" y="1012325"/>
                  </a:lnTo>
                  <a:lnTo>
                    <a:pt x="1178625" y="1009227"/>
                  </a:lnTo>
                  <a:lnTo>
                    <a:pt x="1116326" y="1001236"/>
                  </a:lnTo>
                  <a:lnTo>
                    <a:pt x="1058555" y="990147"/>
                  </a:lnTo>
                  <a:lnTo>
                    <a:pt x="1015271" y="980378"/>
                  </a:lnTo>
                  <a:lnTo>
                    <a:pt x="977965" y="965734"/>
                  </a:lnTo>
                  <a:lnTo>
                    <a:pt x="953878" y="932450"/>
                  </a:lnTo>
                  <a:close/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2783995" y="5405836"/>
              <a:ext cx="725170" cy="122555"/>
            </a:xfrm>
            <a:custGeom>
              <a:avLst/>
              <a:gdLst/>
              <a:ahLst/>
              <a:cxnLst/>
              <a:rect l="l" t="t" r="r" b="b"/>
              <a:pathLst>
                <a:path w="725170" h="122554">
                  <a:moveTo>
                    <a:pt x="725129" y="0"/>
                  </a:moveTo>
                  <a:lnTo>
                    <a:pt x="0" y="0"/>
                  </a:lnTo>
                  <a:lnTo>
                    <a:pt x="0" y="122049"/>
                  </a:lnTo>
                  <a:lnTo>
                    <a:pt x="725129" y="122049"/>
                  </a:lnTo>
                  <a:lnTo>
                    <a:pt x="7251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2822207" y="5246510"/>
              <a:ext cx="656590" cy="287655"/>
            </a:xfrm>
            <a:custGeom>
              <a:avLst/>
              <a:gdLst/>
              <a:ahLst/>
              <a:cxnLst/>
              <a:rect l="l" t="t" r="r" b="b"/>
              <a:pathLst>
                <a:path w="656589" h="287654">
                  <a:moveTo>
                    <a:pt x="0" y="0"/>
                  </a:moveTo>
                  <a:lnTo>
                    <a:pt x="0" y="287148"/>
                  </a:lnTo>
                </a:path>
                <a:path w="656589" h="287654">
                  <a:moveTo>
                    <a:pt x="656311" y="0"/>
                  </a:moveTo>
                  <a:lnTo>
                    <a:pt x="656311" y="287148"/>
                  </a:lnTo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2822207" y="5133333"/>
              <a:ext cx="652145" cy="165735"/>
            </a:xfrm>
            <a:custGeom>
              <a:avLst/>
              <a:gdLst/>
              <a:ahLst/>
              <a:cxnLst/>
              <a:rect l="l" t="t" r="r" b="b"/>
              <a:pathLst>
                <a:path w="652145" h="165735">
                  <a:moveTo>
                    <a:pt x="358761" y="0"/>
                  </a:moveTo>
                  <a:lnTo>
                    <a:pt x="289943" y="0"/>
                  </a:lnTo>
                  <a:lnTo>
                    <a:pt x="224746" y="4435"/>
                  </a:lnTo>
                  <a:lnTo>
                    <a:pt x="162447" y="11088"/>
                  </a:lnTo>
                  <a:lnTo>
                    <a:pt x="104676" y="22195"/>
                  </a:lnTo>
                  <a:lnTo>
                    <a:pt x="61393" y="31946"/>
                  </a:lnTo>
                  <a:lnTo>
                    <a:pt x="24086" y="47488"/>
                  </a:lnTo>
                  <a:lnTo>
                    <a:pt x="0" y="84328"/>
                  </a:lnTo>
                  <a:lnTo>
                    <a:pt x="7787" y="98972"/>
                  </a:lnTo>
                  <a:lnTo>
                    <a:pt x="61393" y="132256"/>
                  </a:lnTo>
                  <a:lnTo>
                    <a:pt x="104676" y="143345"/>
                  </a:lnTo>
                  <a:lnTo>
                    <a:pt x="162447" y="154452"/>
                  </a:lnTo>
                  <a:lnTo>
                    <a:pt x="224746" y="161105"/>
                  </a:lnTo>
                  <a:lnTo>
                    <a:pt x="289943" y="165540"/>
                  </a:lnTo>
                  <a:lnTo>
                    <a:pt x="358761" y="165540"/>
                  </a:lnTo>
                  <a:lnTo>
                    <a:pt x="423233" y="161105"/>
                  </a:lnTo>
                  <a:lnTo>
                    <a:pt x="488430" y="154452"/>
                  </a:lnTo>
                  <a:lnTo>
                    <a:pt x="542760" y="143345"/>
                  </a:lnTo>
                  <a:lnTo>
                    <a:pt x="586587" y="132256"/>
                  </a:lnTo>
                  <a:lnTo>
                    <a:pt x="623531" y="117612"/>
                  </a:lnTo>
                  <a:lnTo>
                    <a:pt x="651964" y="84328"/>
                  </a:lnTo>
                  <a:lnTo>
                    <a:pt x="645444" y="65248"/>
                  </a:lnTo>
                  <a:lnTo>
                    <a:pt x="586587" y="31946"/>
                  </a:lnTo>
                  <a:lnTo>
                    <a:pt x="542760" y="22195"/>
                  </a:lnTo>
                  <a:lnTo>
                    <a:pt x="488430" y="11088"/>
                  </a:lnTo>
                  <a:lnTo>
                    <a:pt x="423233" y="4435"/>
                  </a:lnTo>
                  <a:lnTo>
                    <a:pt x="3587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2822207" y="4866162"/>
              <a:ext cx="652145" cy="433070"/>
            </a:xfrm>
            <a:custGeom>
              <a:avLst/>
              <a:gdLst/>
              <a:ahLst/>
              <a:cxnLst/>
              <a:rect l="l" t="t" r="r" b="b"/>
              <a:pathLst>
                <a:path w="652145" h="433070">
                  <a:moveTo>
                    <a:pt x="0" y="351499"/>
                  </a:moveTo>
                  <a:lnTo>
                    <a:pt x="24086" y="314659"/>
                  </a:lnTo>
                  <a:lnTo>
                    <a:pt x="61393" y="299117"/>
                  </a:lnTo>
                  <a:lnTo>
                    <a:pt x="104676" y="289366"/>
                  </a:lnTo>
                  <a:lnTo>
                    <a:pt x="162447" y="278259"/>
                  </a:lnTo>
                  <a:lnTo>
                    <a:pt x="224746" y="271606"/>
                  </a:lnTo>
                  <a:lnTo>
                    <a:pt x="289943" y="267171"/>
                  </a:lnTo>
                  <a:lnTo>
                    <a:pt x="358761" y="267171"/>
                  </a:lnTo>
                  <a:lnTo>
                    <a:pt x="423233" y="271606"/>
                  </a:lnTo>
                  <a:lnTo>
                    <a:pt x="488430" y="278259"/>
                  </a:lnTo>
                  <a:lnTo>
                    <a:pt x="542760" y="289366"/>
                  </a:lnTo>
                  <a:lnTo>
                    <a:pt x="586587" y="299117"/>
                  </a:lnTo>
                  <a:lnTo>
                    <a:pt x="623531" y="314659"/>
                  </a:lnTo>
                  <a:lnTo>
                    <a:pt x="651964" y="351499"/>
                  </a:lnTo>
                  <a:lnTo>
                    <a:pt x="645444" y="366143"/>
                  </a:lnTo>
                  <a:lnTo>
                    <a:pt x="586587" y="399427"/>
                  </a:lnTo>
                  <a:lnTo>
                    <a:pt x="542760" y="410516"/>
                  </a:lnTo>
                  <a:lnTo>
                    <a:pt x="488430" y="421623"/>
                  </a:lnTo>
                  <a:lnTo>
                    <a:pt x="423233" y="428276"/>
                  </a:lnTo>
                  <a:lnTo>
                    <a:pt x="358761" y="432712"/>
                  </a:lnTo>
                  <a:lnTo>
                    <a:pt x="289943" y="432712"/>
                  </a:lnTo>
                  <a:lnTo>
                    <a:pt x="224746" y="428276"/>
                  </a:lnTo>
                  <a:lnTo>
                    <a:pt x="162447" y="421623"/>
                  </a:lnTo>
                  <a:lnTo>
                    <a:pt x="104676" y="410516"/>
                  </a:lnTo>
                  <a:lnTo>
                    <a:pt x="61393" y="399427"/>
                  </a:lnTo>
                  <a:lnTo>
                    <a:pt x="24086" y="384783"/>
                  </a:lnTo>
                  <a:lnTo>
                    <a:pt x="0" y="351499"/>
                  </a:lnTo>
                  <a:close/>
                </a:path>
                <a:path w="652145" h="433070">
                  <a:moveTo>
                    <a:pt x="0" y="84768"/>
                  </a:moveTo>
                  <a:lnTo>
                    <a:pt x="24086" y="47928"/>
                  </a:lnTo>
                  <a:lnTo>
                    <a:pt x="61393" y="32386"/>
                  </a:lnTo>
                  <a:lnTo>
                    <a:pt x="104676" y="22177"/>
                  </a:lnTo>
                  <a:lnTo>
                    <a:pt x="162447" y="11088"/>
                  </a:lnTo>
                  <a:lnTo>
                    <a:pt x="224746" y="4435"/>
                  </a:lnTo>
                  <a:lnTo>
                    <a:pt x="289943" y="0"/>
                  </a:lnTo>
                  <a:lnTo>
                    <a:pt x="358761" y="0"/>
                  </a:lnTo>
                  <a:lnTo>
                    <a:pt x="423233" y="4435"/>
                  </a:lnTo>
                  <a:lnTo>
                    <a:pt x="488430" y="11088"/>
                  </a:lnTo>
                  <a:lnTo>
                    <a:pt x="542760" y="22177"/>
                  </a:lnTo>
                  <a:lnTo>
                    <a:pt x="586587" y="32386"/>
                  </a:lnTo>
                  <a:lnTo>
                    <a:pt x="623531" y="47928"/>
                  </a:lnTo>
                  <a:lnTo>
                    <a:pt x="651964" y="84768"/>
                  </a:lnTo>
                  <a:lnTo>
                    <a:pt x="645444" y="98972"/>
                  </a:lnTo>
                  <a:lnTo>
                    <a:pt x="586587" y="132256"/>
                  </a:lnTo>
                  <a:lnTo>
                    <a:pt x="542760" y="143345"/>
                  </a:lnTo>
                  <a:lnTo>
                    <a:pt x="488430" y="154433"/>
                  </a:lnTo>
                  <a:lnTo>
                    <a:pt x="423233" y="161105"/>
                  </a:lnTo>
                  <a:lnTo>
                    <a:pt x="358761" y="165540"/>
                  </a:lnTo>
                  <a:lnTo>
                    <a:pt x="289943" y="165540"/>
                  </a:lnTo>
                  <a:lnTo>
                    <a:pt x="224746" y="161105"/>
                  </a:lnTo>
                  <a:lnTo>
                    <a:pt x="162447" y="154433"/>
                  </a:lnTo>
                  <a:lnTo>
                    <a:pt x="104676" y="143345"/>
                  </a:lnTo>
                  <a:lnTo>
                    <a:pt x="61393" y="132256"/>
                  </a:lnTo>
                  <a:lnTo>
                    <a:pt x="24086" y="118052"/>
                  </a:lnTo>
                  <a:lnTo>
                    <a:pt x="0" y="84768"/>
                  </a:lnTo>
                  <a:close/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2783995" y="5098723"/>
              <a:ext cx="725170" cy="122555"/>
            </a:xfrm>
            <a:custGeom>
              <a:avLst/>
              <a:gdLst/>
              <a:ahLst/>
              <a:cxnLst/>
              <a:rect l="l" t="t" r="r" b="b"/>
              <a:pathLst>
                <a:path w="725170" h="122554">
                  <a:moveTo>
                    <a:pt x="725129" y="0"/>
                  </a:moveTo>
                  <a:lnTo>
                    <a:pt x="0" y="0"/>
                  </a:lnTo>
                  <a:lnTo>
                    <a:pt x="0" y="122493"/>
                  </a:lnTo>
                  <a:lnTo>
                    <a:pt x="725129" y="122493"/>
                  </a:lnTo>
                  <a:lnTo>
                    <a:pt x="7251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2822207" y="4938503"/>
              <a:ext cx="656590" cy="288290"/>
            </a:xfrm>
            <a:custGeom>
              <a:avLst/>
              <a:gdLst/>
              <a:ahLst/>
              <a:cxnLst/>
              <a:rect l="l" t="t" r="r" b="b"/>
              <a:pathLst>
                <a:path w="656589" h="288289">
                  <a:moveTo>
                    <a:pt x="0" y="0"/>
                  </a:moveTo>
                  <a:lnTo>
                    <a:pt x="0" y="288028"/>
                  </a:lnTo>
                </a:path>
                <a:path w="656589" h="288289">
                  <a:moveTo>
                    <a:pt x="656311" y="0"/>
                  </a:moveTo>
                  <a:lnTo>
                    <a:pt x="656311" y="288028"/>
                  </a:lnTo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2822207" y="4821770"/>
              <a:ext cx="652145" cy="165735"/>
            </a:xfrm>
            <a:custGeom>
              <a:avLst/>
              <a:gdLst/>
              <a:ahLst/>
              <a:cxnLst/>
              <a:rect l="l" t="t" r="r" b="b"/>
              <a:pathLst>
                <a:path w="652145" h="165735">
                  <a:moveTo>
                    <a:pt x="358761" y="0"/>
                  </a:moveTo>
                  <a:lnTo>
                    <a:pt x="289943" y="0"/>
                  </a:lnTo>
                  <a:lnTo>
                    <a:pt x="224746" y="4435"/>
                  </a:lnTo>
                  <a:lnTo>
                    <a:pt x="162447" y="11106"/>
                  </a:lnTo>
                  <a:lnTo>
                    <a:pt x="104676" y="22195"/>
                  </a:lnTo>
                  <a:lnTo>
                    <a:pt x="61393" y="31964"/>
                  </a:lnTo>
                  <a:lnTo>
                    <a:pt x="24086" y="47928"/>
                  </a:lnTo>
                  <a:lnTo>
                    <a:pt x="0" y="84328"/>
                  </a:lnTo>
                  <a:lnTo>
                    <a:pt x="7787" y="98972"/>
                  </a:lnTo>
                  <a:lnTo>
                    <a:pt x="61393" y="132256"/>
                  </a:lnTo>
                  <a:lnTo>
                    <a:pt x="104676" y="143363"/>
                  </a:lnTo>
                  <a:lnTo>
                    <a:pt x="162447" y="154452"/>
                  </a:lnTo>
                  <a:lnTo>
                    <a:pt x="224746" y="161105"/>
                  </a:lnTo>
                  <a:lnTo>
                    <a:pt x="289943" y="165540"/>
                  </a:lnTo>
                  <a:lnTo>
                    <a:pt x="358761" y="165540"/>
                  </a:lnTo>
                  <a:lnTo>
                    <a:pt x="423233" y="161105"/>
                  </a:lnTo>
                  <a:lnTo>
                    <a:pt x="488430" y="154452"/>
                  </a:lnTo>
                  <a:lnTo>
                    <a:pt x="542760" y="143363"/>
                  </a:lnTo>
                  <a:lnTo>
                    <a:pt x="586587" y="132256"/>
                  </a:lnTo>
                  <a:lnTo>
                    <a:pt x="623531" y="117612"/>
                  </a:lnTo>
                  <a:lnTo>
                    <a:pt x="651964" y="84328"/>
                  </a:lnTo>
                  <a:lnTo>
                    <a:pt x="645444" y="65688"/>
                  </a:lnTo>
                  <a:lnTo>
                    <a:pt x="586587" y="31964"/>
                  </a:lnTo>
                  <a:lnTo>
                    <a:pt x="542760" y="22195"/>
                  </a:lnTo>
                  <a:lnTo>
                    <a:pt x="488430" y="11106"/>
                  </a:lnTo>
                  <a:lnTo>
                    <a:pt x="423233" y="4435"/>
                  </a:lnTo>
                  <a:lnTo>
                    <a:pt x="3587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2822207" y="4554599"/>
              <a:ext cx="652145" cy="433070"/>
            </a:xfrm>
            <a:custGeom>
              <a:avLst/>
              <a:gdLst/>
              <a:ahLst/>
              <a:cxnLst/>
              <a:rect l="l" t="t" r="r" b="b"/>
              <a:pathLst>
                <a:path w="652145" h="433070">
                  <a:moveTo>
                    <a:pt x="0" y="351499"/>
                  </a:moveTo>
                  <a:lnTo>
                    <a:pt x="24086" y="315099"/>
                  </a:lnTo>
                  <a:lnTo>
                    <a:pt x="61393" y="299135"/>
                  </a:lnTo>
                  <a:lnTo>
                    <a:pt x="104676" y="289366"/>
                  </a:lnTo>
                  <a:lnTo>
                    <a:pt x="162447" y="278278"/>
                  </a:lnTo>
                  <a:lnTo>
                    <a:pt x="224746" y="271606"/>
                  </a:lnTo>
                  <a:lnTo>
                    <a:pt x="289943" y="267171"/>
                  </a:lnTo>
                  <a:lnTo>
                    <a:pt x="358761" y="267171"/>
                  </a:lnTo>
                  <a:lnTo>
                    <a:pt x="423233" y="271606"/>
                  </a:lnTo>
                  <a:lnTo>
                    <a:pt x="488430" y="278278"/>
                  </a:lnTo>
                  <a:lnTo>
                    <a:pt x="542760" y="289366"/>
                  </a:lnTo>
                  <a:lnTo>
                    <a:pt x="586587" y="299135"/>
                  </a:lnTo>
                  <a:lnTo>
                    <a:pt x="623531" y="315099"/>
                  </a:lnTo>
                  <a:lnTo>
                    <a:pt x="651964" y="351499"/>
                  </a:lnTo>
                  <a:lnTo>
                    <a:pt x="645444" y="366143"/>
                  </a:lnTo>
                  <a:lnTo>
                    <a:pt x="586587" y="399427"/>
                  </a:lnTo>
                  <a:lnTo>
                    <a:pt x="542760" y="410534"/>
                  </a:lnTo>
                  <a:lnTo>
                    <a:pt x="488430" y="421623"/>
                  </a:lnTo>
                  <a:lnTo>
                    <a:pt x="423233" y="428276"/>
                  </a:lnTo>
                  <a:lnTo>
                    <a:pt x="358761" y="432712"/>
                  </a:lnTo>
                  <a:lnTo>
                    <a:pt x="289943" y="432712"/>
                  </a:lnTo>
                  <a:lnTo>
                    <a:pt x="224746" y="428276"/>
                  </a:lnTo>
                  <a:lnTo>
                    <a:pt x="162447" y="421623"/>
                  </a:lnTo>
                  <a:lnTo>
                    <a:pt x="104676" y="410534"/>
                  </a:lnTo>
                  <a:lnTo>
                    <a:pt x="61393" y="399427"/>
                  </a:lnTo>
                  <a:lnTo>
                    <a:pt x="24086" y="384783"/>
                  </a:lnTo>
                  <a:lnTo>
                    <a:pt x="0" y="351499"/>
                  </a:lnTo>
                  <a:close/>
                </a:path>
                <a:path w="652145" h="433070">
                  <a:moveTo>
                    <a:pt x="0" y="84768"/>
                  </a:moveTo>
                  <a:lnTo>
                    <a:pt x="24086" y="47928"/>
                  </a:lnTo>
                  <a:lnTo>
                    <a:pt x="61393" y="32404"/>
                  </a:lnTo>
                  <a:lnTo>
                    <a:pt x="104676" y="22195"/>
                  </a:lnTo>
                  <a:lnTo>
                    <a:pt x="162447" y="11088"/>
                  </a:lnTo>
                  <a:lnTo>
                    <a:pt x="224746" y="4435"/>
                  </a:lnTo>
                  <a:lnTo>
                    <a:pt x="289943" y="0"/>
                  </a:lnTo>
                  <a:lnTo>
                    <a:pt x="358761" y="0"/>
                  </a:lnTo>
                  <a:lnTo>
                    <a:pt x="423233" y="4435"/>
                  </a:lnTo>
                  <a:lnTo>
                    <a:pt x="488430" y="11088"/>
                  </a:lnTo>
                  <a:lnTo>
                    <a:pt x="542760" y="22195"/>
                  </a:lnTo>
                  <a:lnTo>
                    <a:pt x="586587" y="32404"/>
                  </a:lnTo>
                  <a:lnTo>
                    <a:pt x="623531" y="47928"/>
                  </a:lnTo>
                  <a:lnTo>
                    <a:pt x="651964" y="84768"/>
                  </a:lnTo>
                  <a:lnTo>
                    <a:pt x="645444" y="98972"/>
                  </a:lnTo>
                  <a:lnTo>
                    <a:pt x="586587" y="132256"/>
                  </a:lnTo>
                  <a:lnTo>
                    <a:pt x="542760" y="143803"/>
                  </a:lnTo>
                  <a:lnTo>
                    <a:pt x="488430" y="154892"/>
                  </a:lnTo>
                  <a:lnTo>
                    <a:pt x="423233" y="161545"/>
                  </a:lnTo>
                  <a:lnTo>
                    <a:pt x="358761" y="165980"/>
                  </a:lnTo>
                  <a:lnTo>
                    <a:pt x="289943" y="165980"/>
                  </a:lnTo>
                  <a:lnTo>
                    <a:pt x="224746" y="161545"/>
                  </a:lnTo>
                  <a:lnTo>
                    <a:pt x="162447" y="154892"/>
                  </a:lnTo>
                  <a:lnTo>
                    <a:pt x="104676" y="143803"/>
                  </a:lnTo>
                  <a:lnTo>
                    <a:pt x="61393" y="132256"/>
                  </a:lnTo>
                  <a:lnTo>
                    <a:pt x="24086" y="118052"/>
                  </a:lnTo>
                  <a:lnTo>
                    <a:pt x="0" y="84768"/>
                  </a:lnTo>
                  <a:close/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2783995" y="4787161"/>
              <a:ext cx="725170" cy="122555"/>
            </a:xfrm>
            <a:custGeom>
              <a:avLst/>
              <a:gdLst/>
              <a:ahLst/>
              <a:cxnLst/>
              <a:rect l="l" t="t" r="r" b="b"/>
              <a:pathLst>
                <a:path w="725170" h="122554">
                  <a:moveTo>
                    <a:pt x="725129" y="0"/>
                  </a:moveTo>
                  <a:lnTo>
                    <a:pt x="0" y="0"/>
                  </a:lnTo>
                  <a:lnTo>
                    <a:pt x="0" y="122493"/>
                  </a:lnTo>
                  <a:lnTo>
                    <a:pt x="725129" y="122493"/>
                  </a:lnTo>
                  <a:lnTo>
                    <a:pt x="7251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2822207" y="4626941"/>
              <a:ext cx="656590" cy="288290"/>
            </a:xfrm>
            <a:custGeom>
              <a:avLst/>
              <a:gdLst/>
              <a:ahLst/>
              <a:cxnLst/>
              <a:rect l="l" t="t" r="r" b="b"/>
              <a:pathLst>
                <a:path w="656589" h="288289">
                  <a:moveTo>
                    <a:pt x="0" y="0"/>
                  </a:moveTo>
                  <a:lnTo>
                    <a:pt x="0" y="288028"/>
                  </a:lnTo>
                </a:path>
                <a:path w="656589" h="288289">
                  <a:moveTo>
                    <a:pt x="656311" y="0"/>
                  </a:moveTo>
                  <a:lnTo>
                    <a:pt x="656311" y="288028"/>
                  </a:lnTo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2822207" y="4514662"/>
              <a:ext cx="652145" cy="165100"/>
            </a:xfrm>
            <a:custGeom>
              <a:avLst/>
              <a:gdLst/>
              <a:ahLst/>
              <a:cxnLst/>
              <a:rect l="l" t="t" r="r" b="b"/>
              <a:pathLst>
                <a:path w="652145" h="165100">
                  <a:moveTo>
                    <a:pt x="358761" y="0"/>
                  </a:moveTo>
                  <a:lnTo>
                    <a:pt x="289943" y="0"/>
                  </a:lnTo>
                  <a:lnTo>
                    <a:pt x="224746" y="3097"/>
                  </a:lnTo>
                  <a:lnTo>
                    <a:pt x="162447" y="11088"/>
                  </a:lnTo>
                  <a:lnTo>
                    <a:pt x="104676" y="22177"/>
                  </a:lnTo>
                  <a:lnTo>
                    <a:pt x="61393" y="32386"/>
                  </a:lnTo>
                  <a:lnTo>
                    <a:pt x="24086" y="46590"/>
                  </a:lnTo>
                  <a:lnTo>
                    <a:pt x="0" y="83430"/>
                  </a:lnTo>
                  <a:lnTo>
                    <a:pt x="7787" y="98972"/>
                  </a:lnTo>
                  <a:lnTo>
                    <a:pt x="61393" y="132256"/>
                  </a:lnTo>
                  <a:lnTo>
                    <a:pt x="104676" y="142465"/>
                  </a:lnTo>
                  <a:lnTo>
                    <a:pt x="162447" y="153554"/>
                  </a:lnTo>
                  <a:lnTo>
                    <a:pt x="224746" y="161105"/>
                  </a:lnTo>
                  <a:lnTo>
                    <a:pt x="289943" y="164642"/>
                  </a:lnTo>
                  <a:lnTo>
                    <a:pt x="358761" y="164642"/>
                  </a:lnTo>
                  <a:lnTo>
                    <a:pt x="423233" y="161105"/>
                  </a:lnTo>
                  <a:lnTo>
                    <a:pt x="488430" y="153554"/>
                  </a:lnTo>
                  <a:lnTo>
                    <a:pt x="542760" y="142465"/>
                  </a:lnTo>
                  <a:lnTo>
                    <a:pt x="586587" y="132256"/>
                  </a:lnTo>
                  <a:lnTo>
                    <a:pt x="623531" y="116714"/>
                  </a:lnTo>
                  <a:lnTo>
                    <a:pt x="651964" y="83430"/>
                  </a:lnTo>
                  <a:lnTo>
                    <a:pt x="645444" y="65670"/>
                  </a:lnTo>
                  <a:lnTo>
                    <a:pt x="586587" y="32386"/>
                  </a:lnTo>
                  <a:lnTo>
                    <a:pt x="542760" y="22177"/>
                  </a:lnTo>
                  <a:lnTo>
                    <a:pt x="488430" y="11088"/>
                  </a:lnTo>
                  <a:lnTo>
                    <a:pt x="423233" y="3097"/>
                  </a:lnTo>
                  <a:lnTo>
                    <a:pt x="3587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2822207" y="4247473"/>
              <a:ext cx="652145" cy="432434"/>
            </a:xfrm>
            <a:custGeom>
              <a:avLst/>
              <a:gdLst/>
              <a:ahLst/>
              <a:cxnLst/>
              <a:rect l="l" t="t" r="r" b="b"/>
              <a:pathLst>
                <a:path w="652145" h="432435">
                  <a:moveTo>
                    <a:pt x="0" y="350619"/>
                  </a:moveTo>
                  <a:lnTo>
                    <a:pt x="24086" y="313779"/>
                  </a:lnTo>
                  <a:lnTo>
                    <a:pt x="61393" y="299575"/>
                  </a:lnTo>
                  <a:lnTo>
                    <a:pt x="104676" y="289366"/>
                  </a:lnTo>
                  <a:lnTo>
                    <a:pt x="162447" y="278278"/>
                  </a:lnTo>
                  <a:lnTo>
                    <a:pt x="224746" y="270286"/>
                  </a:lnTo>
                  <a:lnTo>
                    <a:pt x="289943" y="267189"/>
                  </a:lnTo>
                  <a:lnTo>
                    <a:pt x="358761" y="267189"/>
                  </a:lnTo>
                  <a:lnTo>
                    <a:pt x="423233" y="270286"/>
                  </a:lnTo>
                  <a:lnTo>
                    <a:pt x="488430" y="278278"/>
                  </a:lnTo>
                  <a:lnTo>
                    <a:pt x="542760" y="289366"/>
                  </a:lnTo>
                  <a:lnTo>
                    <a:pt x="586587" y="299575"/>
                  </a:lnTo>
                  <a:lnTo>
                    <a:pt x="623531" y="313779"/>
                  </a:lnTo>
                  <a:lnTo>
                    <a:pt x="651964" y="350619"/>
                  </a:lnTo>
                  <a:lnTo>
                    <a:pt x="645444" y="366162"/>
                  </a:lnTo>
                  <a:lnTo>
                    <a:pt x="586587" y="399446"/>
                  </a:lnTo>
                  <a:lnTo>
                    <a:pt x="542760" y="409655"/>
                  </a:lnTo>
                  <a:lnTo>
                    <a:pt x="488430" y="420743"/>
                  </a:lnTo>
                  <a:lnTo>
                    <a:pt x="423233" y="428294"/>
                  </a:lnTo>
                  <a:lnTo>
                    <a:pt x="358761" y="431832"/>
                  </a:lnTo>
                  <a:lnTo>
                    <a:pt x="289943" y="431832"/>
                  </a:lnTo>
                  <a:lnTo>
                    <a:pt x="224746" y="428294"/>
                  </a:lnTo>
                  <a:lnTo>
                    <a:pt x="162447" y="420743"/>
                  </a:lnTo>
                  <a:lnTo>
                    <a:pt x="104676" y="409655"/>
                  </a:lnTo>
                  <a:lnTo>
                    <a:pt x="61393" y="399446"/>
                  </a:lnTo>
                  <a:lnTo>
                    <a:pt x="24086" y="383903"/>
                  </a:lnTo>
                  <a:lnTo>
                    <a:pt x="0" y="350619"/>
                  </a:lnTo>
                  <a:close/>
                </a:path>
                <a:path w="652145" h="432435">
                  <a:moveTo>
                    <a:pt x="0" y="83448"/>
                  </a:moveTo>
                  <a:lnTo>
                    <a:pt x="24086" y="47048"/>
                  </a:lnTo>
                  <a:lnTo>
                    <a:pt x="61393" y="32404"/>
                  </a:lnTo>
                  <a:lnTo>
                    <a:pt x="104676" y="22635"/>
                  </a:lnTo>
                  <a:lnTo>
                    <a:pt x="162447" y="11106"/>
                  </a:lnTo>
                  <a:lnTo>
                    <a:pt x="224746" y="3555"/>
                  </a:lnTo>
                  <a:lnTo>
                    <a:pt x="289943" y="0"/>
                  </a:lnTo>
                  <a:lnTo>
                    <a:pt x="358761" y="0"/>
                  </a:lnTo>
                  <a:lnTo>
                    <a:pt x="423233" y="3555"/>
                  </a:lnTo>
                  <a:lnTo>
                    <a:pt x="488430" y="11106"/>
                  </a:lnTo>
                  <a:lnTo>
                    <a:pt x="542760" y="22635"/>
                  </a:lnTo>
                  <a:lnTo>
                    <a:pt x="586587" y="32404"/>
                  </a:lnTo>
                  <a:lnTo>
                    <a:pt x="623531" y="47048"/>
                  </a:lnTo>
                  <a:lnTo>
                    <a:pt x="651964" y="83448"/>
                  </a:lnTo>
                  <a:lnTo>
                    <a:pt x="645444" y="98972"/>
                  </a:lnTo>
                  <a:lnTo>
                    <a:pt x="586587" y="132714"/>
                  </a:lnTo>
                  <a:lnTo>
                    <a:pt x="542760" y="142465"/>
                  </a:lnTo>
                  <a:lnTo>
                    <a:pt x="488430" y="153572"/>
                  </a:lnTo>
                  <a:lnTo>
                    <a:pt x="423233" y="161563"/>
                  </a:lnTo>
                  <a:lnTo>
                    <a:pt x="358761" y="164661"/>
                  </a:lnTo>
                  <a:lnTo>
                    <a:pt x="289943" y="164661"/>
                  </a:lnTo>
                  <a:lnTo>
                    <a:pt x="224746" y="161563"/>
                  </a:lnTo>
                  <a:lnTo>
                    <a:pt x="162447" y="153572"/>
                  </a:lnTo>
                  <a:lnTo>
                    <a:pt x="104676" y="142465"/>
                  </a:lnTo>
                  <a:lnTo>
                    <a:pt x="61393" y="132714"/>
                  </a:lnTo>
                  <a:lnTo>
                    <a:pt x="24086" y="117172"/>
                  </a:lnTo>
                  <a:lnTo>
                    <a:pt x="0" y="83448"/>
                  </a:lnTo>
                  <a:close/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2783995" y="4479158"/>
              <a:ext cx="725170" cy="122555"/>
            </a:xfrm>
            <a:custGeom>
              <a:avLst/>
              <a:gdLst/>
              <a:ahLst/>
              <a:cxnLst/>
              <a:rect l="l" t="t" r="r" b="b"/>
              <a:pathLst>
                <a:path w="725170" h="122554">
                  <a:moveTo>
                    <a:pt x="725129" y="0"/>
                  </a:moveTo>
                  <a:lnTo>
                    <a:pt x="0" y="0"/>
                  </a:lnTo>
                  <a:lnTo>
                    <a:pt x="0" y="122049"/>
                  </a:lnTo>
                  <a:lnTo>
                    <a:pt x="725129" y="122049"/>
                  </a:lnTo>
                  <a:lnTo>
                    <a:pt x="7251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2822207" y="4319814"/>
              <a:ext cx="1605915" cy="1286510"/>
            </a:xfrm>
            <a:custGeom>
              <a:avLst/>
              <a:gdLst/>
              <a:ahLst/>
              <a:cxnLst/>
              <a:rect l="l" t="t" r="r" b="b"/>
              <a:pathLst>
                <a:path w="1605914" h="1286510">
                  <a:moveTo>
                    <a:pt x="0" y="0"/>
                  </a:moveTo>
                  <a:lnTo>
                    <a:pt x="0" y="287148"/>
                  </a:lnTo>
                </a:path>
                <a:path w="1605914" h="1286510">
                  <a:moveTo>
                    <a:pt x="656311" y="0"/>
                  </a:moveTo>
                  <a:lnTo>
                    <a:pt x="656311" y="287148"/>
                  </a:lnTo>
                </a:path>
                <a:path w="1605914" h="1286510">
                  <a:moveTo>
                    <a:pt x="953860" y="1205853"/>
                  </a:moveTo>
                  <a:lnTo>
                    <a:pt x="977946" y="1168133"/>
                  </a:lnTo>
                  <a:lnTo>
                    <a:pt x="1015072" y="1153929"/>
                  </a:lnTo>
                  <a:lnTo>
                    <a:pt x="1058536" y="1143720"/>
                  </a:lnTo>
                  <a:lnTo>
                    <a:pt x="1116308" y="1132613"/>
                  </a:lnTo>
                  <a:lnTo>
                    <a:pt x="1178607" y="1124640"/>
                  </a:lnTo>
                  <a:lnTo>
                    <a:pt x="1243803" y="1121524"/>
                  </a:lnTo>
                  <a:lnTo>
                    <a:pt x="1312622" y="1121524"/>
                  </a:lnTo>
                  <a:lnTo>
                    <a:pt x="1377094" y="1124640"/>
                  </a:lnTo>
                  <a:lnTo>
                    <a:pt x="1442290" y="1132613"/>
                  </a:lnTo>
                  <a:lnTo>
                    <a:pt x="1496620" y="1143720"/>
                  </a:lnTo>
                  <a:lnTo>
                    <a:pt x="1540447" y="1153929"/>
                  </a:lnTo>
                  <a:lnTo>
                    <a:pt x="1577211" y="1168133"/>
                  </a:lnTo>
                  <a:lnTo>
                    <a:pt x="1605825" y="1205853"/>
                  </a:lnTo>
                  <a:lnTo>
                    <a:pt x="1599124" y="1220497"/>
                  </a:lnTo>
                  <a:lnTo>
                    <a:pt x="1540447" y="1253781"/>
                  </a:lnTo>
                  <a:lnTo>
                    <a:pt x="1496620" y="1263990"/>
                  </a:lnTo>
                  <a:lnTo>
                    <a:pt x="1442290" y="1275079"/>
                  </a:lnTo>
                  <a:lnTo>
                    <a:pt x="1377094" y="1282630"/>
                  </a:lnTo>
                  <a:lnTo>
                    <a:pt x="1312622" y="1286186"/>
                  </a:lnTo>
                  <a:lnTo>
                    <a:pt x="1243803" y="1286186"/>
                  </a:lnTo>
                  <a:lnTo>
                    <a:pt x="1178607" y="1282630"/>
                  </a:lnTo>
                  <a:lnTo>
                    <a:pt x="1116308" y="1275079"/>
                  </a:lnTo>
                  <a:lnTo>
                    <a:pt x="1058536" y="1263990"/>
                  </a:lnTo>
                  <a:lnTo>
                    <a:pt x="1015072" y="1253781"/>
                  </a:lnTo>
                  <a:lnTo>
                    <a:pt x="977946" y="1239577"/>
                  </a:lnTo>
                  <a:lnTo>
                    <a:pt x="953860" y="1205853"/>
                  </a:lnTo>
                  <a:close/>
                </a:path>
                <a:path w="1605914" h="1286510">
                  <a:moveTo>
                    <a:pt x="953860" y="939122"/>
                  </a:moveTo>
                  <a:lnTo>
                    <a:pt x="977946" y="901402"/>
                  </a:lnTo>
                  <a:lnTo>
                    <a:pt x="1015072" y="886739"/>
                  </a:lnTo>
                  <a:lnTo>
                    <a:pt x="1058536" y="876549"/>
                  </a:lnTo>
                  <a:lnTo>
                    <a:pt x="1116308" y="865442"/>
                  </a:lnTo>
                  <a:lnTo>
                    <a:pt x="1178607" y="857891"/>
                  </a:lnTo>
                  <a:lnTo>
                    <a:pt x="1243803" y="854353"/>
                  </a:lnTo>
                  <a:lnTo>
                    <a:pt x="1312622" y="854353"/>
                  </a:lnTo>
                  <a:lnTo>
                    <a:pt x="1377094" y="857891"/>
                  </a:lnTo>
                  <a:lnTo>
                    <a:pt x="1442290" y="865442"/>
                  </a:lnTo>
                  <a:lnTo>
                    <a:pt x="1496620" y="876549"/>
                  </a:lnTo>
                  <a:lnTo>
                    <a:pt x="1540447" y="886739"/>
                  </a:lnTo>
                  <a:lnTo>
                    <a:pt x="1577211" y="901402"/>
                  </a:lnTo>
                  <a:lnTo>
                    <a:pt x="1605825" y="939122"/>
                  </a:lnTo>
                  <a:lnTo>
                    <a:pt x="1599124" y="953326"/>
                  </a:lnTo>
                  <a:lnTo>
                    <a:pt x="1540447" y="987050"/>
                  </a:lnTo>
                  <a:lnTo>
                    <a:pt x="1496620" y="996819"/>
                  </a:lnTo>
                  <a:lnTo>
                    <a:pt x="1442290" y="1007908"/>
                  </a:lnTo>
                  <a:lnTo>
                    <a:pt x="1377094" y="1015899"/>
                  </a:lnTo>
                  <a:lnTo>
                    <a:pt x="1312622" y="1018996"/>
                  </a:lnTo>
                  <a:lnTo>
                    <a:pt x="1243803" y="1018996"/>
                  </a:lnTo>
                  <a:lnTo>
                    <a:pt x="1178607" y="1015899"/>
                  </a:lnTo>
                  <a:lnTo>
                    <a:pt x="1116308" y="1007908"/>
                  </a:lnTo>
                  <a:lnTo>
                    <a:pt x="1058536" y="996819"/>
                  </a:lnTo>
                  <a:lnTo>
                    <a:pt x="1015072" y="987050"/>
                  </a:lnTo>
                  <a:lnTo>
                    <a:pt x="977946" y="972406"/>
                  </a:lnTo>
                  <a:lnTo>
                    <a:pt x="953860" y="939122"/>
                  </a:lnTo>
                  <a:close/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3737856" y="5405836"/>
              <a:ext cx="725170" cy="122555"/>
            </a:xfrm>
            <a:custGeom>
              <a:avLst/>
              <a:gdLst/>
              <a:ahLst/>
              <a:cxnLst/>
              <a:rect l="l" t="t" r="r" b="b"/>
              <a:pathLst>
                <a:path w="725170" h="122554">
                  <a:moveTo>
                    <a:pt x="725129" y="0"/>
                  </a:moveTo>
                  <a:lnTo>
                    <a:pt x="0" y="0"/>
                  </a:lnTo>
                  <a:lnTo>
                    <a:pt x="0" y="122049"/>
                  </a:lnTo>
                  <a:lnTo>
                    <a:pt x="725129" y="122049"/>
                  </a:lnTo>
                  <a:lnTo>
                    <a:pt x="7251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3776068" y="5246510"/>
              <a:ext cx="656590" cy="287655"/>
            </a:xfrm>
            <a:custGeom>
              <a:avLst/>
              <a:gdLst/>
              <a:ahLst/>
              <a:cxnLst/>
              <a:rect l="l" t="t" r="r" b="b"/>
              <a:pathLst>
                <a:path w="656589" h="287654">
                  <a:moveTo>
                    <a:pt x="0" y="0"/>
                  </a:moveTo>
                  <a:lnTo>
                    <a:pt x="0" y="287148"/>
                  </a:lnTo>
                </a:path>
                <a:path w="656589" h="287654">
                  <a:moveTo>
                    <a:pt x="656311" y="0"/>
                  </a:moveTo>
                  <a:lnTo>
                    <a:pt x="656311" y="287148"/>
                  </a:lnTo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3776068" y="5133333"/>
              <a:ext cx="652145" cy="165735"/>
            </a:xfrm>
            <a:custGeom>
              <a:avLst/>
              <a:gdLst/>
              <a:ahLst/>
              <a:cxnLst/>
              <a:rect l="l" t="t" r="r" b="b"/>
              <a:pathLst>
                <a:path w="652145" h="165735">
                  <a:moveTo>
                    <a:pt x="358761" y="0"/>
                  </a:moveTo>
                  <a:lnTo>
                    <a:pt x="289943" y="0"/>
                  </a:lnTo>
                  <a:lnTo>
                    <a:pt x="224746" y="4435"/>
                  </a:lnTo>
                  <a:lnTo>
                    <a:pt x="162447" y="11088"/>
                  </a:lnTo>
                  <a:lnTo>
                    <a:pt x="104676" y="22195"/>
                  </a:lnTo>
                  <a:lnTo>
                    <a:pt x="61212" y="31946"/>
                  </a:lnTo>
                  <a:lnTo>
                    <a:pt x="24086" y="47488"/>
                  </a:lnTo>
                  <a:lnTo>
                    <a:pt x="0" y="84328"/>
                  </a:lnTo>
                  <a:lnTo>
                    <a:pt x="7787" y="98972"/>
                  </a:lnTo>
                  <a:lnTo>
                    <a:pt x="61212" y="132256"/>
                  </a:lnTo>
                  <a:lnTo>
                    <a:pt x="104676" y="143345"/>
                  </a:lnTo>
                  <a:lnTo>
                    <a:pt x="162447" y="154452"/>
                  </a:lnTo>
                  <a:lnTo>
                    <a:pt x="224746" y="161105"/>
                  </a:lnTo>
                  <a:lnTo>
                    <a:pt x="289943" y="165540"/>
                  </a:lnTo>
                  <a:lnTo>
                    <a:pt x="358761" y="165540"/>
                  </a:lnTo>
                  <a:lnTo>
                    <a:pt x="423233" y="161105"/>
                  </a:lnTo>
                  <a:lnTo>
                    <a:pt x="488430" y="154452"/>
                  </a:lnTo>
                  <a:lnTo>
                    <a:pt x="542760" y="143345"/>
                  </a:lnTo>
                  <a:lnTo>
                    <a:pt x="586587" y="132256"/>
                  </a:lnTo>
                  <a:lnTo>
                    <a:pt x="623350" y="117612"/>
                  </a:lnTo>
                  <a:lnTo>
                    <a:pt x="651964" y="84328"/>
                  </a:lnTo>
                  <a:lnTo>
                    <a:pt x="645263" y="65248"/>
                  </a:lnTo>
                  <a:lnTo>
                    <a:pt x="586587" y="31946"/>
                  </a:lnTo>
                  <a:lnTo>
                    <a:pt x="542760" y="22195"/>
                  </a:lnTo>
                  <a:lnTo>
                    <a:pt x="488430" y="11088"/>
                  </a:lnTo>
                  <a:lnTo>
                    <a:pt x="423233" y="4435"/>
                  </a:lnTo>
                  <a:lnTo>
                    <a:pt x="3587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3776068" y="4866162"/>
              <a:ext cx="652145" cy="433070"/>
            </a:xfrm>
            <a:custGeom>
              <a:avLst/>
              <a:gdLst/>
              <a:ahLst/>
              <a:cxnLst/>
              <a:rect l="l" t="t" r="r" b="b"/>
              <a:pathLst>
                <a:path w="652145" h="433070">
                  <a:moveTo>
                    <a:pt x="0" y="351499"/>
                  </a:moveTo>
                  <a:lnTo>
                    <a:pt x="24086" y="314659"/>
                  </a:lnTo>
                  <a:lnTo>
                    <a:pt x="61212" y="299117"/>
                  </a:lnTo>
                  <a:lnTo>
                    <a:pt x="104676" y="289366"/>
                  </a:lnTo>
                  <a:lnTo>
                    <a:pt x="162447" y="278259"/>
                  </a:lnTo>
                  <a:lnTo>
                    <a:pt x="224746" y="271606"/>
                  </a:lnTo>
                  <a:lnTo>
                    <a:pt x="289943" y="267171"/>
                  </a:lnTo>
                  <a:lnTo>
                    <a:pt x="358761" y="267171"/>
                  </a:lnTo>
                  <a:lnTo>
                    <a:pt x="423233" y="271606"/>
                  </a:lnTo>
                  <a:lnTo>
                    <a:pt x="488430" y="278259"/>
                  </a:lnTo>
                  <a:lnTo>
                    <a:pt x="542760" y="289366"/>
                  </a:lnTo>
                  <a:lnTo>
                    <a:pt x="586587" y="299117"/>
                  </a:lnTo>
                  <a:lnTo>
                    <a:pt x="623350" y="314659"/>
                  </a:lnTo>
                  <a:lnTo>
                    <a:pt x="651964" y="351499"/>
                  </a:lnTo>
                  <a:lnTo>
                    <a:pt x="645263" y="366143"/>
                  </a:lnTo>
                  <a:lnTo>
                    <a:pt x="586587" y="399427"/>
                  </a:lnTo>
                  <a:lnTo>
                    <a:pt x="542760" y="410516"/>
                  </a:lnTo>
                  <a:lnTo>
                    <a:pt x="488430" y="421623"/>
                  </a:lnTo>
                  <a:lnTo>
                    <a:pt x="423233" y="428276"/>
                  </a:lnTo>
                  <a:lnTo>
                    <a:pt x="358761" y="432712"/>
                  </a:lnTo>
                  <a:lnTo>
                    <a:pt x="289943" y="432712"/>
                  </a:lnTo>
                  <a:lnTo>
                    <a:pt x="224746" y="428276"/>
                  </a:lnTo>
                  <a:lnTo>
                    <a:pt x="162447" y="421623"/>
                  </a:lnTo>
                  <a:lnTo>
                    <a:pt x="104676" y="410516"/>
                  </a:lnTo>
                  <a:lnTo>
                    <a:pt x="61212" y="399427"/>
                  </a:lnTo>
                  <a:lnTo>
                    <a:pt x="24086" y="384783"/>
                  </a:lnTo>
                  <a:lnTo>
                    <a:pt x="0" y="351499"/>
                  </a:lnTo>
                  <a:close/>
                </a:path>
                <a:path w="652145" h="433070">
                  <a:moveTo>
                    <a:pt x="0" y="84768"/>
                  </a:moveTo>
                  <a:lnTo>
                    <a:pt x="24086" y="47928"/>
                  </a:lnTo>
                  <a:lnTo>
                    <a:pt x="61212" y="32386"/>
                  </a:lnTo>
                  <a:lnTo>
                    <a:pt x="104676" y="22177"/>
                  </a:lnTo>
                  <a:lnTo>
                    <a:pt x="162447" y="11088"/>
                  </a:lnTo>
                  <a:lnTo>
                    <a:pt x="224746" y="4435"/>
                  </a:lnTo>
                  <a:lnTo>
                    <a:pt x="289943" y="0"/>
                  </a:lnTo>
                  <a:lnTo>
                    <a:pt x="358761" y="0"/>
                  </a:lnTo>
                  <a:lnTo>
                    <a:pt x="423233" y="4435"/>
                  </a:lnTo>
                  <a:lnTo>
                    <a:pt x="488430" y="11088"/>
                  </a:lnTo>
                  <a:lnTo>
                    <a:pt x="542760" y="22177"/>
                  </a:lnTo>
                  <a:lnTo>
                    <a:pt x="586587" y="32386"/>
                  </a:lnTo>
                  <a:lnTo>
                    <a:pt x="623350" y="47928"/>
                  </a:lnTo>
                  <a:lnTo>
                    <a:pt x="651964" y="84768"/>
                  </a:lnTo>
                  <a:lnTo>
                    <a:pt x="645263" y="98972"/>
                  </a:lnTo>
                  <a:lnTo>
                    <a:pt x="586587" y="132256"/>
                  </a:lnTo>
                  <a:lnTo>
                    <a:pt x="542760" y="143345"/>
                  </a:lnTo>
                  <a:lnTo>
                    <a:pt x="488430" y="154433"/>
                  </a:lnTo>
                  <a:lnTo>
                    <a:pt x="423233" y="161105"/>
                  </a:lnTo>
                  <a:lnTo>
                    <a:pt x="358761" y="165540"/>
                  </a:lnTo>
                  <a:lnTo>
                    <a:pt x="289943" y="165540"/>
                  </a:lnTo>
                  <a:lnTo>
                    <a:pt x="224746" y="161105"/>
                  </a:lnTo>
                  <a:lnTo>
                    <a:pt x="162447" y="154433"/>
                  </a:lnTo>
                  <a:lnTo>
                    <a:pt x="104676" y="143345"/>
                  </a:lnTo>
                  <a:lnTo>
                    <a:pt x="61212" y="132256"/>
                  </a:lnTo>
                  <a:lnTo>
                    <a:pt x="24086" y="118052"/>
                  </a:lnTo>
                  <a:lnTo>
                    <a:pt x="0" y="84768"/>
                  </a:lnTo>
                  <a:close/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3737856" y="5098723"/>
              <a:ext cx="725170" cy="122555"/>
            </a:xfrm>
            <a:custGeom>
              <a:avLst/>
              <a:gdLst/>
              <a:ahLst/>
              <a:cxnLst/>
              <a:rect l="l" t="t" r="r" b="b"/>
              <a:pathLst>
                <a:path w="725170" h="122554">
                  <a:moveTo>
                    <a:pt x="725129" y="0"/>
                  </a:moveTo>
                  <a:lnTo>
                    <a:pt x="0" y="0"/>
                  </a:lnTo>
                  <a:lnTo>
                    <a:pt x="0" y="122493"/>
                  </a:lnTo>
                  <a:lnTo>
                    <a:pt x="725129" y="122493"/>
                  </a:lnTo>
                  <a:lnTo>
                    <a:pt x="7251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3776068" y="4938503"/>
              <a:ext cx="656590" cy="288290"/>
            </a:xfrm>
            <a:custGeom>
              <a:avLst/>
              <a:gdLst/>
              <a:ahLst/>
              <a:cxnLst/>
              <a:rect l="l" t="t" r="r" b="b"/>
              <a:pathLst>
                <a:path w="656589" h="288289">
                  <a:moveTo>
                    <a:pt x="0" y="0"/>
                  </a:moveTo>
                  <a:lnTo>
                    <a:pt x="0" y="288028"/>
                  </a:lnTo>
                </a:path>
                <a:path w="656589" h="288289">
                  <a:moveTo>
                    <a:pt x="656311" y="0"/>
                  </a:moveTo>
                  <a:lnTo>
                    <a:pt x="656311" y="288028"/>
                  </a:lnTo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3776068" y="4821770"/>
              <a:ext cx="652145" cy="165735"/>
            </a:xfrm>
            <a:custGeom>
              <a:avLst/>
              <a:gdLst/>
              <a:ahLst/>
              <a:cxnLst/>
              <a:rect l="l" t="t" r="r" b="b"/>
              <a:pathLst>
                <a:path w="652145" h="165735">
                  <a:moveTo>
                    <a:pt x="358761" y="0"/>
                  </a:moveTo>
                  <a:lnTo>
                    <a:pt x="289943" y="0"/>
                  </a:lnTo>
                  <a:lnTo>
                    <a:pt x="224746" y="4435"/>
                  </a:lnTo>
                  <a:lnTo>
                    <a:pt x="162447" y="11106"/>
                  </a:lnTo>
                  <a:lnTo>
                    <a:pt x="104676" y="22195"/>
                  </a:lnTo>
                  <a:lnTo>
                    <a:pt x="61212" y="31964"/>
                  </a:lnTo>
                  <a:lnTo>
                    <a:pt x="24086" y="47928"/>
                  </a:lnTo>
                  <a:lnTo>
                    <a:pt x="0" y="84328"/>
                  </a:lnTo>
                  <a:lnTo>
                    <a:pt x="7787" y="98972"/>
                  </a:lnTo>
                  <a:lnTo>
                    <a:pt x="61212" y="132256"/>
                  </a:lnTo>
                  <a:lnTo>
                    <a:pt x="104676" y="143363"/>
                  </a:lnTo>
                  <a:lnTo>
                    <a:pt x="162447" y="154452"/>
                  </a:lnTo>
                  <a:lnTo>
                    <a:pt x="224746" y="161105"/>
                  </a:lnTo>
                  <a:lnTo>
                    <a:pt x="289943" y="165540"/>
                  </a:lnTo>
                  <a:lnTo>
                    <a:pt x="358761" y="165540"/>
                  </a:lnTo>
                  <a:lnTo>
                    <a:pt x="423233" y="161105"/>
                  </a:lnTo>
                  <a:lnTo>
                    <a:pt x="488430" y="154452"/>
                  </a:lnTo>
                  <a:lnTo>
                    <a:pt x="542760" y="143363"/>
                  </a:lnTo>
                  <a:lnTo>
                    <a:pt x="586587" y="132256"/>
                  </a:lnTo>
                  <a:lnTo>
                    <a:pt x="623350" y="117612"/>
                  </a:lnTo>
                  <a:lnTo>
                    <a:pt x="651964" y="84328"/>
                  </a:lnTo>
                  <a:lnTo>
                    <a:pt x="645263" y="65688"/>
                  </a:lnTo>
                  <a:lnTo>
                    <a:pt x="586587" y="31964"/>
                  </a:lnTo>
                  <a:lnTo>
                    <a:pt x="542760" y="22195"/>
                  </a:lnTo>
                  <a:lnTo>
                    <a:pt x="488430" y="11106"/>
                  </a:lnTo>
                  <a:lnTo>
                    <a:pt x="423233" y="4435"/>
                  </a:lnTo>
                  <a:lnTo>
                    <a:pt x="3587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3776068" y="4554599"/>
              <a:ext cx="652145" cy="433070"/>
            </a:xfrm>
            <a:custGeom>
              <a:avLst/>
              <a:gdLst/>
              <a:ahLst/>
              <a:cxnLst/>
              <a:rect l="l" t="t" r="r" b="b"/>
              <a:pathLst>
                <a:path w="652145" h="433070">
                  <a:moveTo>
                    <a:pt x="0" y="351499"/>
                  </a:moveTo>
                  <a:lnTo>
                    <a:pt x="24086" y="315099"/>
                  </a:lnTo>
                  <a:lnTo>
                    <a:pt x="61212" y="299135"/>
                  </a:lnTo>
                  <a:lnTo>
                    <a:pt x="104676" y="289366"/>
                  </a:lnTo>
                  <a:lnTo>
                    <a:pt x="162447" y="278278"/>
                  </a:lnTo>
                  <a:lnTo>
                    <a:pt x="224746" y="271606"/>
                  </a:lnTo>
                  <a:lnTo>
                    <a:pt x="289943" y="267171"/>
                  </a:lnTo>
                  <a:lnTo>
                    <a:pt x="358761" y="267171"/>
                  </a:lnTo>
                  <a:lnTo>
                    <a:pt x="423233" y="271606"/>
                  </a:lnTo>
                  <a:lnTo>
                    <a:pt x="488430" y="278278"/>
                  </a:lnTo>
                  <a:lnTo>
                    <a:pt x="542760" y="289366"/>
                  </a:lnTo>
                  <a:lnTo>
                    <a:pt x="586587" y="299135"/>
                  </a:lnTo>
                  <a:lnTo>
                    <a:pt x="623350" y="315099"/>
                  </a:lnTo>
                  <a:lnTo>
                    <a:pt x="651964" y="351499"/>
                  </a:lnTo>
                  <a:lnTo>
                    <a:pt x="645263" y="366143"/>
                  </a:lnTo>
                  <a:lnTo>
                    <a:pt x="586587" y="399427"/>
                  </a:lnTo>
                  <a:lnTo>
                    <a:pt x="542760" y="410534"/>
                  </a:lnTo>
                  <a:lnTo>
                    <a:pt x="488430" y="421623"/>
                  </a:lnTo>
                  <a:lnTo>
                    <a:pt x="423233" y="428276"/>
                  </a:lnTo>
                  <a:lnTo>
                    <a:pt x="358761" y="432712"/>
                  </a:lnTo>
                  <a:lnTo>
                    <a:pt x="289943" y="432712"/>
                  </a:lnTo>
                  <a:lnTo>
                    <a:pt x="224746" y="428276"/>
                  </a:lnTo>
                  <a:lnTo>
                    <a:pt x="162447" y="421623"/>
                  </a:lnTo>
                  <a:lnTo>
                    <a:pt x="104676" y="410534"/>
                  </a:lnTo>
                  <a:lnTo>
                    <a:pt x="61212" y="399427"/>
                  </a:lnTo>
                  <a:lnTo>
                    <a:pt x="24086" y="384783"/>
                  </a:lnTo>
                  <a:lnTo>
                    <a:pt x="0" y="351499"/>
                  </a:lnTo>
                  <a:close/>
                </a:path>
                <a:path w="652145" h="433070">
                  <a:moveTo>
                    <a:pt x="0" y="84768"/>
                  </a:moveTo>
                  <a:lnTo>
                    <a:pt x="24086" y="47928"/>
                  </a:lnTo>
                  <a:lnTo>
                    <a:pt x="61212" y="32404"/>
                  </a:lnTo>
                  <a:lnTo>
                    <a:pt x="104676" y="22195"/>
                  </a:lnTo>
                  <a:lnTo>
                    <a:pt x="162447" y="11088"/>
                  </a:lnTo>
                  <a:lnTo>
                    <a:pt x="224746" y="4435"/>
                  </a:lnTo>
                  <a:lnTo>
                    <a:pt x="289943" y="0"/>
                  </a:lnTo>
                  <a:lnTo>
                    <a:pt x="358761" y="0"/>
                  </a:lnTo>
                  <a:lnTo>
                    <a:pt x="423233" y="4435"/>
                  </a:lnTo>
                  <a:lnTo>
                    <a:pt x="488430" y="11088"/>
                  </a:lnTo>
                  <a:lnTo>
                    <a:pt x="542760" y="22195"/>
                  </a:lnTo>
                  <a:lnTo>
                    <a:pt x="586587" y="32404"/>
                  </a:lnTo>
                  <a:lnTo>
                    <a:pt x="623350" y="47928"/>
                  </a:lnTo>
                  <a:lnTo>
                    <a:pt x="651964" y="84768"/>
                  </a:lnTo>
                  <a:lnTo>
                    <a:pt x="645263" y="98972"/>
                  </a:lnTo>
                  <a:lnTo>
                    <a:pt x="586587" y="132256"/>
                  </a:lnTo>
                  <a:lnTo>
                    <a:pt x="542760" y="143803"/>
                  </a:lnTo>
                  <a:lnTo>
                    <a:pt x="488430" y="154892"/>
                  </a:lnTo>
                  <a:lnTo>
                    <a:pt x="423233" y="161545"/>
                  </a:lnTo>
                  <a:lnTo>
                    <a:pt x="358761" y="165980"/>
                  </a:lnTo>
                  <a:lnTo>
                    <a:pt x="289943" y="165980"/>
                  </a:lnTo>
                  <a:lnTo>
                    <a:pt x="224746" y="161545"/>
                  </a:lnTo>
                  <a:lnTo>
                    <a:pt x="162447" y="154892"/>
                  </a:lnTo>
                  <a:lnTo>
                    <a:pt x="104676" y="143803"/>
                  </a:lnTo>
                  <a:lnTo>
                    <a:pt x="61212" y="132256"/>
                  </a:lnTo>
                  <a:lnTo>
                    <a:pt x="24086" y="118052"/>
                  </a:lnTo>
                  <a:lnTo>
                    <a:pt x="0" y="84768"/>
                  </a:lnTo>
                  <a:close/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3737856" y="4787161"/>
              <a:ext cx="725170" cy="122555"/>
            </a:xfrm>
            <a:custGeom>
              <a:avLst/>
              <a:gdLst/>
              <a:ahLst/>
              <a:cxnLst/>
              <a:rect l="l" t="t" r="r" b="b"/>
              <a:pathLst>
                <a:path w="725170" h="122554">
                  <a:moveTo>
                    <a:pt x="725129" y="0"/>
                  </a:moveTo>
                  <a:lnTo>
                    <a:pt x="0" y="0"/>
                  </a:lnTo>
                  <a:lnTo>
                    <a:pt x="0" y="122493"/>
                  </a:lnTo>
                  <a:lnTo>
                    <a:pt x="725129" y="122493"/>
                  </a:lnTo>
                  <a:lnTo>
                    <a:pt x="7251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3776068" y="4626941"/>
              <a:ext cx="656590" cy="288290"/>
            </a:xfrm>
            <a:custGeom>
              <a:avLst/>
              <a:gdLst/>
              <a:ahLst/>
              <a:cxnLst/>
              <a:rect l="l" t="t" r="r" b="b"/>
              <a:pathLst>
                <a:path w="656589" h="288289">
                  <a:moveTo>
                    <a:pt x="0" y="0"/>
                  </a:moveTo>
                  <a:lnTo>
                    <a:pt x="0" y="288028"/>
                  </a:lnTo>
                </a:path>
                <a:path w="656589" h="288289">
                  <a:moveTo>
                    <a:pt x="656311" y="0"/>
                  </a:moveTo>
                  <a:lnTo>
                    <a:pt x="656311" y="288028"/>
                  </a:lnTo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3776068" y="4514662"/>
              <a:ext cx="652145" cy="165100"/>
            </a:xfrm>
            <a:custGeom>
              <a:avLst/>
              <a:gdLst/>
              <a:ahLst/>
              <a:cxnLst/>
              <a:rect l="l" t="t" r="r" b="b"/>
              <a:pathLst>
                <a:path w="652145" h="165100">
                  <a:moveTo>
                    <a:pt x="358761" y="0"/>
                  </a:moveTo>
                  <a:lnTo>
                    <a:pt x="289943" y="0"/>
                  </a:lnTo>
                  <a:lnTo>
                    <a:pt x="224746" y="3097"/>
                  </a:lnTo>
                  <a:lnTo>
                    <a:pt x="162447" y="11088"/>
                  </a:lnTo>
                  <a:lnTo>
                    <a:pt x="104676" y="22177"/>
                  </a:lnTo>
                  <a:lnTo>
                    <a:pt x="61212" y="32386"/>
                  </a:lnTo>
                  <a:lnTo>
                    <a:pt x="24086" y="46590"/>
                  </a:lnTo>
                  <a:lnTo>
                    <a:pt x="0" y="83430"/>
                  </a:lnTo>
                  <a:lnTo>
                    <a:pt x="7787" y="98972"/>
                  </a:lnTo>
                  <a:lnTo>
                    <a:pt x="61212" y="132256"/>
                  </a:lnTo>
                  <a:lnTo>
                    <a:pt x="104676" y="142465"/>
                  </a:lnTo>
                  <a:lnTo>
                    <a:pt x="162447" y="153554"/>
                  </a:lnTo>
                  <a:lnTo>
                    <a:pt x="224746" y="161105"/>
                  </a:lnTo>
                  <a:lnTo>
                    <a:pt x="289943" y="164642"/>
                  </a:lnTo>
                  <a:lnTo>
                    <a:pt x="358761" y="164642"/>
                  </a:lnTo>
                  <a:lnTo>
                    <a:pt x="423233" y="161105"/>
                  </a:lnTo>
                  <a:lnTo>
                    <a:pt x="488430" y="153554"/>
                  </a:lnTo>
                  <a:lnTo>
                    <a:pt x="542760" y="142465"/>
                  </a:lnTo>
                  <a:lnTo>
                    <a:pt x="586587" y="132256"/>
                  </a:lnTo>
                  <a:lnTo>
                    <a:pt x="623350" y="116714"/>
                  </a:lnTo>
                  <a:lnTo>
                    <a:pt x="651964" y="83430"/>
                  </a:lnTo>
                  <a:lnTo>
                    <a:pt x="645263" y="65670"/>
                  </a:lnTo>
                  <a:lnTo>
                    <a:pt x="586587" y="32386"/>
                  </a:lnTo>
                  <a:lnTo>
                    <a:pt x="542760" y="22177"/>
                  </a:lnTo>
                  <a:lnTo>
                    <a:pt x="488430" y="11088"/>
                  </a:lnTo>
                  <a:lnTo>
                    <a:pt x="423233" y="3097"/>
                  </a:lnTo>
                  <a:lnTo>
                    <a:pt x="3587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3776068" y="4247473"/>
              <a:ext cx="652145" cy="432434"/>
            </a:xfrm>
            <a:custGeom>
              <a:avLst/>
              <a:gdLst/>
              <a:ahLst/>
              <a:cxnLst/>
              <a:rect l="l" t="t" r="r" b="b"/>
              <a:pathLst>
                <a:path w="652145" h="432435">
                  <a:moveTo>
                    <a:pt x="0" y="350619"/>
                  </a:moveTo>
                  <a:lnTo>
                    <a:pt x="24086" y="313779"/>
                  </a:lnTo>
                  <a:lnTo>
                    <a:pt x="61212" y="299575"/>
                  </a:lnTo>
                  <a:lnTo>
                    <a:pt x="104676" y="289366"/>
                  </a:lnTo>
                  <a:lnTo>
                    <a:pt x="162447" y="278278"/>
                  </a:lnTo>
                  <a:lnTo>
                    <a:pt x="224746" y="270286"/>
                  </a:lnTo>
                  <a:lnTo>
                    <a:pt x="289943" y="267189"/>
                  </a:lnTo>
                  <a:lnTo>
                    <a:pt x="358761" y="267189"/>
                  </a:lnTo>
                  <a:lnTo>
                    <a:pt x="423233" y="270286"/>
                  </a:lnTo>
                  <a:lnTo>
                    <a:pt x="488430" y="278278"/>
                  </a:lnTo>
                  <a:lnTo>
                    <a:pt x="542760" y="289366"/>
                  </a:lnTo>
                  <a:lnTo>
                    <a:pt x="586587" y="299575"/>
                  </a:lnTo>
                  <a:lnTo>
                    <a:pt x="623350" y="313779"/>
                  </a:lnTo>
                  <a:lnTo>
                    <a:pt x="651964" y="350619"/>
                  </a:lnTo>
                  <a:lnTo>
                    <a:pt x="645263" y="366162"/>
                  </a:lnTo>
                  <a:lnTo>
                    <a:pt x="586587" y="399446"/>
                  </a:lnTo>
                  <a:lnTo>
                    <a:pt x="542760" y="409655"/>
                  </a:lnTo>
                  <a:lnTo>
                    <a:pt x="488430" y="420743"/>
                  </a:lnTo>
                  <a:lnTo>
                    <a:pt x="423233" y="428294"/>
                  </a:lnTo>
                  <a:lnTo>
                    <a:pt x="358761" y="431832"/>
                  </a:lnTo>
                  <a:lnTo>
                    <a:pt x="289943" y="431832"/>
                  </a:lnTo>
                  <a:lnTo>
                    <a:pt x="224746" y="428294"/>
                  </a:lnTo>
                  <a:lnTo>
                    <a:pt x="162447" y="420743"/>
                  </a:lnTo>
                  <a:lnTo>
                    <a:pt x="104676" y="409655"/>
                  </a:lnTo>
                  <a:lnTo>
                    <a:pt x="61212" y="399446"/>
                  </a:lnTo>
                  <a:lnTo>
                    <a:pt x="24086" y="383903"/>
                  </a:lnTo>
                  <a:lnTo>
                    <a:pt x="0" y="350619"/>
                  </a:lnTo>
                  <a:close/>
                </a:path>
                <a:path w="652145" h="432435">
                  <a:moveTo>
                    <a:pt x="0" y="83448"/>
                  </a:moveTo>
                  <a:lnTo>
                    <a:pt x="24086" y="47048"/>
                  </a:lnTo>
                  <a:lnTo>
                    <a:pt x="61212" y="32404"/>
                  </a:lnTo>
                  <a:lnTo>
                    <a:pt x="104676" y="22635"/>
                  </a:lnTo>
                  <a:lnTo>
                    <a:pt x="162447" y="11106"/>
                  </a:lnTo>
                  <a:lnTo>
                    <a:pt x="224746" y="3555"/>
                  </a:lnTo>
                  <a:lnTo>
                    <a:pt x="289943" y="0"/>
                  </a:lnTo>
                  <a:lnTo>
                    <a:pt x="358761" y="0"/>
                  </a:lnTo>
                  <a:lnTo>
                    <a:pt x="423233" y="3555"/>
                  </a:lnTo>
                  <a:lnTo>
                    <a:pt x="488430" y="11106"/>
                  </a:lnTo>
                  <a:lnTo>
                    <a:pt x="542760" y="22635"/>
                  </a:lnTo>
                  <a:lnTo>
                    <a:pt x="586587" y="32404"/>
                  </a:lnTo>
                  <a:lnTo>
                    <a:pt x="623350" y="47048"/>
                  </a:lnTo>
                  <a:lnTo>
                    <a:pt x="651964" y="83448"/>
                  </a:lnTo>
                  <a:lnTo>
                    <a:pt x="645263" y="98972"/>
                  </a:lnTo>
                  <a:lnTo>
                    <a:pt x="586587" y="132714"/>
                  </a:lnTo>
                  <a:lnTo>
                    <a:pt x="542760" y="142465"/>
                  </a:lnTo>
                  <a:lnTo>
                    <a:pt x="488430" y="153572"/>
                  </a:lnTo>
                  <a:lnTo>
                    <a:pt x="423233" y="161563"/>
                  </a:lnTo>
                  <a:lnTo>
                    <a:pt x="358761" y="164661"/>
                  </a:lnTo>
                  <a:lnTo>
                    <a:pt x="289943" y="164661"/>
                  </a:lnTo>
                  <a:lnTo>
                    <a:pt x="224746" y="161563"/>
                  </a:lnTo>
                  <a:lnTo>
                    <a:pt x="162447" y="153572"/>
                  </a:lnTo>
                  <a:lnTo>
                    <a:pt x="104676" y="142465"/>
                  </a:lnTo>
                  <a:lnTo>
                    <a:pt x="61212" y="132714"/>
                  </a:lnTo>
                  <a:lnTo>
                    <a:pt x="24086" y="117172"/>
                  </a:lnTo>
                  <a:lnTo>
                    <a:pt x="0" y="83448"/>
                  </a:lnTo>
                  <a:close/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3737856" y="4479158"/>
              <a:ext cx="725170" cy="122555"/>
            </a:xfrm>
            <a:custGeom>
              <a:avLst/>
              <a:gdLst/>
              <a:ahLst/>
              <a:cxnLst/>
              <a:rect l="l" t="t" r="r" b="b"/>
              <a:pathLst>
                <a:path w="725170" h="122554">
                  <a:moveTo>
                    <a:pt x="725129" y="0"/>
                  </a:moveTo>
                  <a:lnTo>
                    <a:pt x="0" y="0"/>
                  </a:lnTo>
                  <a:lnTo>
                    <a:pt x="0" y="122049"/>
                  </a:lnTo>
                  <a:lnTo>
                    <a:pt x="725129" y="122049"/>
                  </a:lnTo>
                  <a:lnTo>
                    <a:pt x="7251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3776068" y="4319814"/>
              <a:ext cx="656590" cy="287655"/>
            </a:xfrm>
            <a:custGeom>
              <a:avLst/>
              <a:gdLst/>
              <a:ahLst/>
              <a:cxnLst/>
              <a:rect l="l" t="t" r="r" b="b"/>
              <a:pathLst>
                <a:path w="656589" h="287654">
                  <a:moveTo>
                    <a:pt x="0" y="0"/>
                  </a:moveTo>
                  <a:lnTo>
                    <a:pt x="0" y="287148"/>
                  </a:lnTo>
                </a:path>
                <a:path w="656589" h="287654">
                  <a:moveTo>
                    <a:pt x="656311" y="0"/>
                  </a:moveTo>
                  <a:lnTo>
                    <a:pt x="656311" y="287148"/>
                  </a:lnTo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1212416" y="3907007"/>
              <a:ext cx="6711950" cy="433070"/>
            </a:xfrm>
            <a:custGeom>
              <a:avLst/>
              <a:gdLst/>
              <a:ahLst/>
              <a:cxnLst/>
              <a:rect l="l" t="t" r="r" b="b"/>
              <a:pathLst>
                <a:path w="6711950" h="433070">
                  <a:moveTo>
                    <a:pt x="8330" y="2199"/>
                  </a:moveTo>
                  <a:lnTo>
                    <a:pt x="9634" y="418580"/>
                  </a:lnTo>
                </a:path>
                <a:path w="6711950" h="433070">
                  <a:moveTo>
                    <a:pt x="983198" y="18328"/>
                  </a:moveTo>
                  <a:lnTo>
                    <a:pt x="984086" y="432785"/>
                  </a:lnTo>
                </a:path>
                <a:path w="6711950" h="433070">
                  <a:moveTo>
                    <a:pt x="1939214" y="10263"/>
                  </a:moveTo>
                  <a:lnTo>
                    <a:pt x="1939214" y="425234"/>
                  </a:lnTo>
                </a:path>
                <a:path w="6711950" h="433070">
                  <a:moveTo>
                    <a:pt x="2893074" y="2199"/>
                  </a:moveTo>
                  <a:lnTo>
                    <a:pt x="2893074" y="418580"/>
                  </a:lnTo>
                </a:path>
                <a:path w="6711950" h="433070">
                  <a:moveTo>
                    <a:pt x="0" y="2199"/>
                  </a:moveTo>
                  <a:lnTo>
                    <a:pt x="6711595" y="0"/>
                  </a:lnTo>
                </a:path>
              </a:pathLst>
            </a:custGeom>
            <a:ln w="18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1" name="object 81" descr=""/>
          <p:cNvSpPr txBox="1"/>
          <p:nvPr/>
        </p:nvSpPr>
        <p:spPr>
          <a:xfrm>
            <a:off x="1160291" y="4427535"/>
            <a:ext cx="144780" cy="2260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-50">
                <a:latin typeface="Times New Roman"/>
                <a:cs typeface="Times New Roman"/>
              </a:rPr>
              <a:t>A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82" name="object 82" descr=""/>
          <p:cNvSpPr txBox="1"/>
          <p:nvPr/>
        </p:nvSpPr>
        <p:spPr>
          <a:xfrm>
            <a:off x="2128150" y="4427535"/>
            <a:ext cx="144780" cy="2260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-50">
                <a:latin typeface="Times New Roman"/>
                <a:cs typeface="Times New Roman"/>
              </a:rPr>
              <a:t>A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83" name="object 83" descr=""/>
          <p:cNvSpPr txBox="1"/>
          <p:nvPr/>
        </p:nvSpPr>
        <p:spPr>
          <a:xfrm>
            <a:off x="3076813" y="4427535"/>
            <a:ext cx="126364" cy="2260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-50">
                <a:latin typeface="Times New Roman"/>
                <a:cs typeface="Times New Roman"/>
              </a:rPr>
              <a:t>E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84" name="object 84" descr=""/>
          <p:cNvSpPr txBox="1"/>
          <p:nvPr/>
        </p:nvSpPr>
        <p:spPr>
          <a:xfrm>
            <a:off x="4030674" y="4418697"/>
            <a:ext cx="143510" cy="25907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00" spc="-50">
                <a:latin typeface="Times New Roman"/>
                <a:cs typeface="Times New Roman"/>
              </a:rPr>
              <a:t>E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85" name="object 85" descr=""/>
          <p:cNvSpPr txBox="1"/>
          <p:nvPr/>
        </p:nvSpPr>
        <p:spPr>
          <a:xfrm>
            <a:off x="1161160" y="4750186"/>
            <a:ext cx="135890" cy="2260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-50">
                <a:latin typeface="Times New Roman"/>
                <a:cs typeface="Times New Roman"/>
              </a:rPr>
              <a:t>B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86" name="object 86" descr=""/>
          <p:cNvSpPr txBox="1"/>
          <p:nvPr/>
        </p:nvSpPr>
        <p:spPr>
          <a:xfrm>
            <a:off x="1166847" y="5354230"/>
            <a:ext cx="144780" cy="2260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-50">
                <a:latin typeface="Times New Roman"/>
                <a:cs typeface="Times New Roman"/>
              </a:rPr>
              <a:t>D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87" name="object 87" descr=""/>
          <p:cNvSpPr txBox="1"/>
          <p:nvPr/>
        </p:nvSpPr>
        <p:spPr>
          <a:xfrm>
            <a:off x="2128150" y="5352892"/>
            <a:ext cx="144780" cy="2260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-50">
                <a:latin typeface="Times New Roman"/>
                <a:cs typeface="Times New Roman"/>
              </a:rPr>
              <a:t>D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88" name="object 88" descr=""/>
          <p:cNvSpPr txBox="1"/>
          <p:nvPr/>
        </p:nvSpPr>
        <p:spPr>
          <a:xfrm>
            <a:off x="3076813" y="5345341"/>
            <a:ext cx="144780" cy="2260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-50">
                <a:latin typeface="Times New Roman"/>
                <a:cs typeface="Times New Roman"/>
              </a:rPr>
              <a:t>H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89" name="object 89" descr=""/>
          <p:cNvSpPr txBox="1"/>
          <p:nvPr/>
        </p:nvSpPr>
        <p:spPr>
          <a:xfrm>
            <a:off x="1176499" y="5067081"/>
            <a:ext cx="135890" cy="2260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-50">
                <a:latin typeface="Times New Roman"/>
                <a:cs typeface="Times New Roman"/>
              </a:rPr>
              <a:t>C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90" name="object 90" descr=""/>
          <p:cNvSpPr txBox="1"/>
          <p:nvPr/>
        </p:nvSpPr>
        <p:spPr>
          <a:xfrm>
            <a:off x="2136916" y="5067081"/>
            <a:ext cx="135890" cy="2260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-50">
                <a:latin typeface="Times New Roman"/>
                <a:cs typeface="Times New Roman"/>
              </a:rPr>
              <a:t>C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91" name="object 91" descr=""/>
          <p:cNvSpPr txBox="1"/>
          <p:nvPr/>
        </p:nvSpPr>
        <p:spPr>
          <a:xfrm>
            <a:off x="3082065" y="5067081"/>
            <a:ext cx="144780" cy="2260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-50">
                <a:latin typeface="Times New Roman"/>
                <a:cs typeface="Times New Roman"/>
              </a:rPr>
              <a:t>G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92" name="object 92" descr=""/>
          <p:cNvSpPr txBox="1"/>
          <p:nvPr/>
        </p:nvSpPr>
        <p:spPr>
          <a:xfrm>
            <a:off x="4035926" y="5067081"/>
            <a:ext cx="144780" cy="2260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-50">
                <a:latin typeface="Times New Roman"/>
                <a:cs typeface="Times New Roman"/>
              </a:rPr>
              <a:t>G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93" name="object 93" descr=""/>
          <p:cNvSpPr txBox="1"/>
          <p:nvPr/>
        </p:nvSpPr>
        <p:spPr>
          <a:xfrm>
            <a:off x="2136046" y="4752422"/>
            <a:ext cx="135890" cy="2260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-50">
                <a:latin typeface="Times New Roman"/>
                <a:cs typeface="Times New Roman"/>
              </a:rPr>
              <a:t>B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94" name="object 94" descr=""/>
          <p:cNvSpPr txBox="1"/>
          <p:nvPr/>
        </p:nvSpPr>
        <p:spPr>
          <a:xfrm>
            <a:off x="3082065" y="4757737"/>
            <a:ext cx="117475" cy="2260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-50">
                <a:latin typeface="Times New Roman"/>
                <a:cs typeface="Times New Roman"/>
              </a:rPr>
              <a:t>F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95" name="object 95" descr=""/>
          <p:cNvSpPr txBox="1"/>
          <p:nvPr/>
        </p:nvSpPr>
        <p:spPr>
          <a:xfrm>
            <a:off x="4033571" y="4757737"/>
            <a:ext cx="117475" cy="2260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-50">
                <a:latin typeface="Times New Roman"/>
                <a:cs typeface="Times New Roman"/>
              </a:rPr>
              <a:t>F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96" name="object 96" descr=""/>
          <p:cNvGrpSpPr/>
          <p:nvPr/>
        </p:nvGrpSpPr>
        <p:grpSpPr>
          <a:xfrm>
            <a:off x="4691716" y="4240805"/>
            <a:ext cx="3587115" cy="1379855"/>
            <a:chOff x="4691716" y="4240805"/>
            <a:chExt cx="3587115" cy="1379855"/>
          </a:xfrm>
        </p:grpSpPr>
        <p:sp>
          <p:nvSpPr>
            <p:cNvPr id="97" name="object 97" descr=""/>
            <p:cNvSpPr/>
            <p:nvPr/>
          </p:nvSpPr>
          <p:spPr>
            <a:xfrm>
              <a:off x="4729928" y="5174168"/>
              <a:ext cx="652145" cy="432434"/>
            </a:xfrm>
            <a:custGeom>
              <a:avLst/>
              <a:gdLst/>
              <a:ahLst/>
              <a:cxnLst/>
              <a:rect l="l" t="t" r="r" b="b"/>
              <a:pathLst>
                <a:path w="652145" h="432435">
                  <a:moveTo>
                    <a:pt x="0" y="351499"/>
                  </a:moveTo>
                  <a:lnTo>
                    <a:pt x="24086" y="313779"/>
                  </a:lnTo>
                  <a:lnTo>
                    <a:pt x="61212" y="299575"/>
                  </a:lnTo>
                  <a:lnTo>
                    <a:pt x="104676" y="289366"/>
                  </a:lnTo>
                  <a:lnTo>
                    <a:pt x="162447" y="278259"/>
                  </a:lnTo>
                  <a:lnTo>
                    <a:pt x="224746" y="270286"/>
                  </a:lnTo>
                  <a:lnTo>
                    <a:pt x="289943" y="267171"/>
                  </a:lnTo>
                  <a:lnTo>
                    <a:pt x="358761" y="267171"/>
                  </a:lnTo>
                  <a:lnTo>
                    <a:pt x="423233" y="270286"/>
                  </a:lnTo>
                  <a:lnTo>
                    <a:pt x="488430" y="278259"/>
                  </a:lnTo>
                  <a:lnTo>
                    <a:pt x="542760" y="289366"/>
                  </a:lnTo>
                  <a:lnTo>
                    <a:pt x="586587" y="299575"/>
                  </a:lnTo>
                  <a:lnTo>
                    <a:pt x="623350" y="313779"/>
                  </a:lnTo>
                  <a:lnTo>
                    <a:pt x="651964" y="351499"/>
                  </a:lnTo>
                  <a:lnTo>
                    <a:pt x="645263" y="366143"/>
                  </a:lnTo>
                  <a:lnTo>
                    <a:pt x="586587" y="399427"/>
                  </a:lnTo>
                  <a:lnTo>
                    <a:pt x="542760" y="409636"/>
                  </a:lnTo>
                  <a:lnTo>
                    <a:pt x="488430" y="420725"/>
                  </a:lnTo>
                  <a:lnTo>
                    <a:pt x="423233" y="428276"/>
                  </a:lnTo>
                  <a:lnTo>
                    <a:pt x="358761" y="431832"/>
                  </a:lnTo>
                  <a:lnTo>
                    <a:pt x="289943" y="431832"/>
                  </a:lnTo>
                  <a:lnTo>
                    <a:pt x="224746" y="428276"/>
                  </a:lnTo>
                  <a:lnTo>
                    <a:pt x="162447" y="420725"/>
                  </a:lnTo>
                  <a:lnTo>
                    <a:pt x="104676" y="409636"/>
                  </a:lnTo>
                  <a:lnTo>
                    <a:pt x="61212" y="399427"/>
                  </a:lnTo>
                  <a:lnTo>
                    <a:pt x="24086" y="385223"/>
                  </a:lnTo>
                  <a:lnTo>
                    <a:pt x="0" y="351499"/>
                  </a:lnTo>
                  <a:close/>
                </a:path>
                <a:path w="652145" h="432435">
                  <a:moveTo>
                    <a:pt x="0" y="84768"/>
                  </a:moveTo>
                  <a:lnTo>
                    <a:pt x="24086" y="47048"/>
                  </a:lnTo>
                  <a:lnTo>
                    <a:pt x="61212" y="32386"/>
                  </a:lnTo>
                  <a:lnTo>
                    <a:pt x="104676" y="22195"/>
                  </a:lnTo>
                  <a:lnTo>
                    <a:pt x="162447" y="11088"/>
                  </a:lnTo>
                  <a:lnTo>
                    <a:pt x="224746" y="3537"/>
                  </a:lnTo>
                  <a:lnTo>
                    <a:pt x="289943" y="0"/>
                  </a:lnTo>
                  <a:lnTo>
                    <a:pt x="358761" y="0"/>
                  </a:lnTo>
                  <a:lnTo>
                    <a:pt x="423233" y="3537"/>
                  </a:lnTo>
                  <a:lnTo>
                    <a:pt x="488430" y="11088"/>
                  </a:lnTo>
                  <a:lnTo>
                    <a:pt x="542760" y="22195"/>
                  </a:lnTo>
                  <a:lnTo>
                    <a:pt x="586587" y="32386"/>
                  </a:lnTo>
                  <a:lnTo>
                    <a:pt x="623350" y="47048"/>
                  </a:lnTo>
                  <a:lnTo>
                    <a:pt x="651964" y="84768"/>
                  </a:lnTo>
                  <a:lnTo>
                    <a:pt x="645263" y="98972"/>
                  </a:lnTo>
                  <a:lnTo>
                    <a:pt x="586587" y="132696"/>
                  </a:lnTo>
                  <a:lnTo>
                    <a:pt x="542760" y="142465"/>
                  </a:lnTo>
                  <a:lnTo>
                    <a:pt x="488430" y="153554"/>
                  </a:lnTo>
                  <a:lnTo>
                    <a:pt x="423233" y="161545"/>
                  </a:lnTo>
                  <a:lnTo>
                    <a:pt x="358761" y="164642"/>
                  </a:lnTo>
                  <a:lnTo>
                    <a:pt x="289943" y="164642"/>
                  </a:lnTo>
                  <a:lnTo>
                    <a:pt x="224746" y="161545"/>
                  </a:lnTo>
                  <a:lnTo>
                    <a:pt x="162447" y="153554"/>
                  </a:lnTo>
                  <a:lnTo>
                    <a:pt x="104676" y="142465"/>
                  </a:lnTo>
                  <a:lnTo>
                    <a:pt x="61212" y="132696"/>
                  </a:lnTo>
                  <a:lnTo>
                    <a:pt x="24086" y="118052"/>
                  </a:lnTo>
                  <a:lnTo>
                    <a:pt x="0" y="84768"/>
                  </a:lnTo>
                  <a:close/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 descr=""/>
            <p:cNvSpPr/>
            <p:nvPr/>
          </p:nvSpPr>
          <p:spPr>
            <a:xfrm>
              <a:off x="4691716" y="5405836"/>
              <a:ext cx="725170" cy="122555"/>
            </a:xfrm>
            <a:custGeom>
              <a:avLst/>
              <a:gdLst/>
              <a:ahLst/>
              <a:cxnLst/>
              <a:rect l="l" t="t" r="r" b="b"/>
              <a:pathLst>
                <a:path w="725170" h="122554">
                  <a:moveTo>
                    <a:pt x="725129" y="0"/>
                  </a:moveTo>
                  <a:lnTo>
                    <a:pt x="0" y="0"/>
                  </a:lnTo>
                  <a:lnTo>
                    <a:pt x="0" y="122049"/>
                  </a:lnTo>
                  <a:lnTo>
                    <a:pt x="725129" y="122049"/>
                  </a:lnTo>
                  <a:lnTo>
                    <a:pt x="7251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 descr=""/>
            <p:cNvSpPr/>
            <p:nvPr/>
          </p:nvSpPr>
          <p:spPr>
            <a:xfrm>
              <a:off x="4729928" y="5246510"/>
              <a:ext cx="656590" cy="287655"/>
            </a:xfrm>
            <a:custGeom>
              <a:avLst/>
              <a:gdLst/>
              <a:ahLst/>
              <a:cxnLst/>
              <a:rect l="l" t="t" r="r" b="b"/>
              <a:pathLst>
                <a:path w="656589" h="287654">
                  <a:moveTo>
                    <a:pt x="0" y="0"/>
                  </a:moveTo>
                  <a:lnTo>
                    <a:pt x="0" y="287148"/>
                  </a:lnTo>
                </a:path>
                <a:path w="656589" h="287654">
                  <a:moveTo>
                    <a:pt x="656311" y="0"/>
                  </a:moveTo>
                  <a:lnTo>
                    <a:pt x="656311" y="287148"/>
                  </a:lnTo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4729928" y="5133333"/>
              <a:ext cx="652145" cy="165735"/>
            </a:xfrm>
            <a:custGeom>
              <a:avLst/>
              <a:gdLst/>
              <a:ahLst/>
              <a:cxnLst/>
              <a:rect l="l" t="t" r="r" b="b"/>
              <a:pathLst>
                <a:path w="652145" h="165735">
                  <a:moveTo>
                    <a:pt x="358761" y="0"/>
                  </a:moveTo>
                  <a:lnTo>
                    <a:pt x="289943" y="0"/>
                  </a:lnTo>
                  <a:lnTo>
                    <a:pt x="224746" y="4435"/>
                  </a:lnTo>
                  <a:lnTo>
                    <a:pt x="162447" y="11088"/>
                  </a:lnTo>
                  <a:lnTo>
                    <a:pt x="104676" y="22195"/>
                  </a:lnTo>
                  <a:lnTo>
                    <a:pt x="61212" y="31946"/>
                  </a:lnTo>
                  <a:lnTo>
                    <a:pt x="24086" y="47488"/>
                  </a:lnTo>
                  <a:lnTo>
                    <a:pt x="0" y="84328"/>
                  </a:lnTo>
                  <a:lnTo>
                    <a:pt x="7787" y="98972"/>
                  </a:lnTo>
                  <a:lnTo>
                    <a:pt x="61212" y="132256"/>
                  </a:lnTo>
                  <a:lnTo>
                    <a:pt x="104676" y="143345"/>
                  </a:lnTo>
                  <a:lnTo>
                    <a:pt x="162447" y="154452"/>
                  </a:lnTo>
                  <a:lnTo>
                    <a:pt x="224746" y="161105"/>
                  </a:lnTo>
                  <a:lnTo>
                    <a:pt x="289943" y="165540"/>
                  </a:lnTo>
                  <a:lnTo>
                    <a:pt x="358761" y="165540"/>
                  </a:lnTo>
                  <a:lnTo>
                    <a:pt x="423233" y="161105"/>
                  </a:lnTo>
                  <a:lnTo>
                    <a:pt x="488430" y="154452"/>
                  </a:lnTo>
                  <a:lnTo>
                    <a:pt x="542760" y="143345"/>
                  </a:lnTo>
                  <a:lnTo>
                    <a:pt x="586587" y="132256"/>
                  </a:lnTo>
                  <a:lnTo>
                    <a:pt x="623350" y="117612"/>
                  </a:lnTo>
                  <a:lnTo>
                    <a:pt x="651964" y="84328"/>
                  </a:lnTo>
                  <a:lnTo>
                    <a:pt x="645263" y="65248"/>
                  </a:lnTo>
                  <a:lnTo>
                    <a:pt x="586587" y="31946"/>
                  </a:lnTo>
                  <a:lnTo>
                    <a:pt x="542760" y="22195"/>
                  </a:lnTo>
                  <a:lnTo>
                    <a:pt x="488430" y="11088"/>
                  </a:lnTo>
                  <a:lnTo>
                    <a:pt x="423233" y="4435"/>
                  </a:lnTo>
                  <a:lnTo>
                    <a:pt x="3587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 descr=""/>
            <p:cNvSpPr/>
            <p:nvPr/>
          </p:nvSpPr>
          <p:spPr>
            <a:xfrm>
              <a:off x="4729928" y="4866162"/>
              <a:ext cx="652145" cy="433070"/>
            </a:xfrm>
            <a:custGeom>
              <a:avLst/>
              <a:gdLst/>
              <a:ahLst/>
              <a:cxnLst/>
              <a:rect l="l" t="t" r="r" b="b"/>
              <a:pathLst>
                <a:path w="652145" h="433070">
                  <a:moveTo>
                    <a:pt x="0" y="351499"/>
                  </a:moveTo>
                  <a:lnTo>
                    <a:pt x="24086" y="314659"/>
                  </a:lnTo>
                  <a:lnTo>
                    <a:pt x="61212" y="299117"/>
                  </a:lnTo>
                  <a:lnTo>
                    <a:pt x="104676" y="289366"/>
                  </a:lnTo>
                  <a:lnTo>
                    <a:pt x="162447" y="278259"/>
                  </a:lnTo>
                  <a:lnTo>
                    <a:pt x="224746" y="271606"/>
                  </a:lnTo>
                  <a:lnTo>
                    <a:pt x="289943" y="267171"/>
                  </a:lnTo>
                  <a:lnTo>
                    <a:pt x="358761" y="267171"/>
                  </a:lnTo>
                  <a:lnTo>
                    <a:pt x="423233" y="271606"/>
                  </a:lnTo>
                  <a:lnTo>
                    <a:pt x="488430" y="278259"/>
                  </a:lnTo>
                  <a:lnTo>
                    <a:pt x="542760" y="289366"/>
                  </a:lnTo>
                  <a:lnTo>
                    <a:pt x="586587" y="299117"/>
                  </a:lnTo>
                  <a:lnTo>
                    <a:pt x="623350" y="314659"/>
                  </a:lnTo>
                  <a:lnTo>
                    <a:pt x="651964" y="351499"/>
                  </a:lnTo>
                  <a:lnTo>
                    <a:pt x="645263" y="366143"/>
                  </a:lnTo>
                  <a:lnTo>
                    <a:pt x="586587" y="399427"/>
                  </a:lnTo>
                  <a:lnTo>
                    <a:pt x="542760" y="410516"/>
                  </a:lnTo>
                  <a:lnTo>
                    <a:pt x="488430" y="421623"/>
                  </a:lnTo>
                  <a:lnTo>
                    <a:pt x="423233" y="428276"/>
                  </a:lnTo>
                  <a:lnTo>
                    <a:pt x="358761" y="432712"/>
                  </a:lnTo>
                  <a:lnTo>
                    <a:pt x="289943" y="432712"/>
                  </a:lnTo>
                  <a:lnTo>
                    <a:pt x="224746" y="428276"/>
                  </a:lnTo>
                  <a:lnTo>
                    <a:pt x="162447" y="421623"/>
                  </a:lnTo>
                  <a:lnTo>
                    <a:pt x="104676" y="410516"/>
                  </a:lnTo>
                  <a:lnTo>
                    <a:pt x="61212" y="399427"/>
                  </a:lnTo>
                  <a:lnTo>
                    <a:pt x="24086" y="384783"/>
                  </a:lnTo>
                  <a:lnTo>
                    <a:pt x="0" y="351499"/>
                  </a:lnTo>
                  <a:close/>
                </a:path>
                <a:path w="652145" h="433070">
                  <a:moveTo>
                    <a:pt x="0" y="84768"/>
                  </a:moveTo>
                  <a:lnTo>
                    <a:pt x="24086" y="47928"/>
                  </a:lnTo>
                  <a:lnTo>
                    <a:pt x="61212" y="32386"/>
                  </a:lnTo>
                  <a:lnTo>
                    <a:pt x="104676" y="22177"/>
                  </a:lnTo>
                  <a:lnTo>
                    <a:pt x="162447" y="11088"/>
                  </a:lnTo>
                  <a:lnTo>
                    <a:pt x="224746" y="4435"/>
                  </a:lnTo>
                  <a:lnTo>
                    <a:pt x="289943" y="0"/>
                  </a:lnTo>
                  <a:lnTo>
                    <a:pt x="358761" y="0"/>
                  </a:lnTo>
                  <a:lnTo>
                    <a:pt x="423233" y="4435"/>
                  </a:lnTo>
                  <a:lnTo>
                    <a:pt x="488430" y="11088"/>
                  </a:lnTo>
                  <a:lnTo>
                    <a:pt x="542760" y="22177"/>
                  </a:lnTo>
                  <a:lnTo>
                    <a:pt x="586587" y="32386"/>
                  </a:lnTo>
                  <a:lnTo>
                    <a:pt x="623350" y="47928"/>
                  </a:lnTo>
                  <a:lnTo>
                    <a:pt x="651964" y="84768"/>
                  </a:lnTo>
                  <a:lnTo>
                    <a:pt x="645263" y="98972"/>
                  </a:lnTo>
                  <a:lnTo>
                    <a:pt x="586587" y="132256"/>
                  </a:lnTo>
                  <a:lnTo>
                    <a:pt x="542760" y="143345"/>
                  </a:lnTo>
                  <a:lnTo>
                    <a:pt x="488430" y="154433"/>
                  </a:lnTo>
                  <a:lnTo>
                    <a:pt x="423233" y="161105"/>
                  </a:lnTo>
                  <a:lnTo>
                    <a:pt x="358761" y="165540"/>
                  </a:lnTo>
                  <a:lnTo>
                    <a:pt x="289943" y="165540"/>
                  </a:lnTo>
                  <a:lnTo>
                    <a:pt x="224746" y="161105"/>
                  </a:lnTo>
                  <a:lnTo>
                    <a:pt x="162447" y="154433"/>
                  </a:lnTo>
                  <a:lnTo>
                    <a:pt x="104676" y="143345"/>
                  </a:lnTo>
                  <a:lnTo>
                    <a:pt x="61212" y="132256"/>
                  </a:lnTo>
                  <a:lnTo>
                    <a:pt x="24086" y="118052"/>
                  </a:lnTo>
                  <a:lnTo>
                    <a:pt x="0" y="84768"/>
                  </a:lnTo>
                  <a:close/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 descr=""/>
            <p:cNvSpPr/>
            <p:nvPr/>
          </p:nvSpPr>
          <p:spPr>
            <a:xfrm>
              <a:off x="4691716" y="5098724"/>
              <a:ext cx="725170" cy="122555"/>
            </a:xfrm>
            <a:custGeom>
              <a:avLst/>
              <a:gdLst/>
              <a:ahLst/>
              <a:cxnLst/>
              <a:rect l="l" t="t" r="r" b="b"/>
              <a:pathLst>
                <a:path w="725170" h="122554">
                  <a:moveTo>
                    <a:pt x="725129" y="0"/>
                  </a:moveTo>
                  <a:lnTo>
                    <a:pt x="0" y="0"/>
                  </a:lnTo>
                  <a:lnTo>
                    <a:pt x="0" y="122493"/>
                  </a:lnTo>
                  <a:lnTo>
                    <a:pt x="725129" y="122493"/>
                  </a:lnTo>
                  <a:lnTo>
                    <a:pt x="7251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4729928" y="4938503"/>
              <a:ext cx="656590" cy="288290"/>
            </a:xfrm>
            <a:custGeom>
              <a:avLst/>
              <a:gdLst/>
              <a:ahLst/>
              <a:cxnLst/>
              <a:rect l="l" t="t" r="r" b="b"/>
              <a:pathLst>
                <a:path w="656589" h="288289">
                  <a:moveTo>
                    <a:pt x="0" y="0"/>
                  </a:moveTo>
                  <a:lnTo>
                    <a:pt x="0" y="288028"/>
                  </a:lnTo>
                </a:path>
                <a:path w="656589" h="288289">
                  <a:moveTo>
                    <a:pt x="656311" y="0"/>
                  </a:moveTo>
                  <a:lnTo>
                    <a:pt x="656311" y="288028"/>
                  </a:lnTo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 descr=""/>
            <p:cNvSpPr/>
            <p:nvPr/>
          </p:nvSpPr>
          <p:spPr>
            <a:xfrm>
              <a:off x="4729928" y="4821771"/>
              <a:ext cx="652145" cy="165735"/>
            </a:xfrm>
            <a:custGeom>
              <a:avLst/>
              <a:gdLst/>
              <a:ahLst/>
              <a:cxnLst/>
              <a:rect l="l" t="t" r="r" b="b"/>
              <a:pathLst>
                <a:path w="652145" h="165735">
                  <a:moveTo>
                    <a:pt x="358761" y="0"/>
                  </a:moveTo>
                  <a:lnTo>
                    <a:pt x="289943" y="0"/>
                  </a:lnTo>
                  <a:lnTo>
                    <a:pt x="224746" y="4435"/>
                  </a:lnTo>
                  <a:lnTo>
                    <a:pt x="162447" y="11106"/>
                  </a:lnTo>
                  <a:lnTo>
                    <a:pt x="104676" y="22195"/>
                  </a:lnTo>
                  <a:lnTo>
                    <a:pt x="61212" y="31964"/>
                  </a:lnTo>
                  <a:lnTo>
                    <a:pt x="24086" y="47928"/>
                  </a:lnTo>
                  <a:lnTo>
                    <a:pt x="0" y="84328"/>
                  </a:lnTo>
                  <a:lnTo>
                    <a:pt x="7787" y="98972"/>
                  </a:lnTo>
                  <a:lnTo>
                    <a:pt x="61212" y="132256"/>
                  </a:lnTo>
                  <a:lnTo>
                    <a:pt x="104676" y="143363"/>
                  </a:lnTo>
                  <a:lnTo>
                    <a:pt x="162447" y="154452"/>
                  </a:lnTo>
                  <a:lnTo>
                    <a:pt x="224746" y="161105"/>
                  </a:lnTo>
                  <a:lnTo>
                    <a:pt x="289943" y="165540"/>
                  </a:lnTo>
                  <a:lnTo>
                    <a:pt x="358761" y="165540"/>
                  </a:lnTo>
                  <a:lnTo>
                    <a:pt x="423233" y="161105"/>
                  </a:lnTo>
                  <a:lnTo>
                    <a:pt x="488430" y="154452"/>
                  </a:lnTo>
                  <a:lnTo>
                    <a:pt x="542760" y="143363"/>
                  </a:lnTo>
                  <a:lnTo>
                    <a:pt x="586587" y="132256"/>
                  </a:lnTo>
                  <a:lnTo>
                    <a:pt x="623350" y="117612"/>
                  </a:lnTo>
                  <a:lnTo>
                    <a:pt x="651964" y="84328"/>
                  </a:lnTo>
                  <a:lnTo>
                    <a:pt x="645263" y="65688"/>
                  </a:lnTo>
                  <a:lnTo>
                    <a:pt x="586587" y="31964"/>
                  </a:lnTo>
                  <a:lnTo>
                    <a:pt x="542760" y="22195"/>
                  </a:lnTo>
                  <a:lnTo>
                    <a:pt x="488430" y="11106"/>
                  </a:lnTo>
                  <a:lnTo>
                    <a:pt x="423233" y="4435"/>
                  </a:lnTo>
                  <a:lnTo>
                    <a:pt x="3587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 descr=""/>
            <p:cNvSpPr/>
            <p:nvPr/>
          </p:nvSpPr>
          <p:spPr>
            <a:xfrm>
              <a:off x="4729928" y="4554600"/>
              <a:ext cx="652145" cy="433070"/>
            </a:xfrm>
            <a:custGeom>
              <a:avLst/>
              <a:gdLst/>
              <a:ahLst/>
              <a:cxnLst/>
              <a:rect l="l" t="t" r="r" b="b"/>
              <a:pathLst>
                <a:path w="652145" h="433070">
                  <a:moveTo>
                    <a:pt x="0" y="351499"/>
                  </a:moveTo>
                  <a:lnTo>
                    <a:pt x="24086" y="315099"/>
                  </a:lnTo>
                  <a:lnTo>
                    <a:pt x="61212" y="299135"/>
                  </a:lnTo>
                  <a:lnTo>
                    <a:pt x="104676" y="289366"/>
                  </a:lnTo>
                  <a:lnTo>
                    <a:pt x="162447" y="278278"/>
                  </a:lnTo>
                  <a:lnTo>
                    <a:pt x="224746" y="271606"/>
                  </a:lnTo>
                  <a:lnTo>
                    <a:pt x="289943" y="267171"/>
                  </a:lnTo>
                  <a:lnTo>
                    <a:pt x="358761" y="267171"/>
                  </a:lnTo>
                  <a:lnTo>
                    <a:pt x="423233" y="271606"/>
                  </a:lnTo>
                  <a:lnTo>
                    <a:pt x="488430" y="278278"/>
                  </a:lnTo>
                  <a:lnTo>
                    <a:pt x="542760" y="289366"/>
                  </a:lnTo>
                  <a:lnTo>
                    <a:pt x="586587" y="299135"/>
                  </a:lnTo>
                  <a:lnTo>
                    <a:pt x="623350" y="315099"/>
                  </a:lnTo>
                  <a:lnTo>
                    <a:pt x="651964" y="351499"/>
                  </a:lnTo>
                  <a:lnTo>
                    <a:pt x="645263" y="366143"/>
                  </a:lnTo>
                  <a:lnTo>
                    <a:pt x="586587" y="399427"/>
                  </a:lnTo>
                  <a:lnTo>
                    <a:pt x="542760" y="410534"/>
                  </a:lnTo>
                  <a:lnTo>
                    <a:pt x="488430" y="421623"/>
                  </a:lnTo>
                  <a:lnTo>
                    <a:pt x="423233" y="428276"/>
                  </a:lnTo>
                  <a:lnTo>
                    <a:pt x="358761" y="432712"/>
                  </a:lnTo>
                  <a:lnTo>
                    <a:pt x="289943" y="432712"/>
                  </a:lnTo>
                  <a:lnTo>
                    <a:pt x="224746" y="428276"/>
                  </a:lnTo>
                  <a:lnTo>
                    <a:pt x="162447" y="421623"/>
                  </a:lnTo>
                  <a:lnTo>
                    <a:pt x="104676" y="410534"/>
                  </a:lnTo>
                  <a:lnTo>
                    <a:pt x="61212" y="399427"/>
                  </a:lnTo>
                  <a:lnTo>
                    <a:pt x="24086" y="384783"/>
                  </a:lnTo>
                  <a:lnTo>
                    <a:pt x="0" y="351499"/>
                  </a:lnTo>
                  <a:close/>
                </a:path>
                <a:path w="652145" h="433070">
                  <a:moveTo>
                    <a:pt x="0" y="84768"/>
                  </a:moveTo>
                  <a:lnTo>
                    <a:pt x="24086" y="47928"/>
                  </a:lnTo>
                  <a:lnTo>
                    <a:pt x="61212" y="32404"/>
                  </a:lnTo>
                  <a:lnTo>
                    <a:pt x="104676" y="22195"/>
                  </a:lnTo>
                  <a:lnTo>
                    <a:pt x="162447" y="11088"/>
                  </a:lnTo>
                  <a:lnTo>
                    <a:pt x="224746" y="4435"/>
                  </a:lnTo>
                  <a:lnTo>
                    <a:pt x="289943" y="0"/>
                  </a:lnTo>
                  <a:lnTo>
                    <a:pt x="358761" y="0"/>
                  </a:lnTo>
                  <a:lnTo>
                    <a:pt x="423233" y="4435"/>
                  </a:lnTo>
                  <a:lnTo>
                    <a:pt x="488430" y="11088"/>
                  </a:lnTo>
                  <a:lnTo>
                    <a:pt x="542760" y="22195"/>
                  </a:lnTo>
                  <a:lnTo>
                    <a:pt x="586587" y="32404"/>
                  </a:lnTo>
                  <a:lnTo>
                    <a:pt x="623350" y="47928"/>
                  </a:lnTo>
                  <a:lnTo>
                    <a:pt x="651964" y="84768"/>
                  </a:lnTo>
                  <a:lnTo>
                    <a:pt x="645263" y="98972"/>
                  </a:lnTo>
                  <a:lnTo>
                    <a:pt x="586587" y="132256"/>
                  </a:lnTo>
                  <a:lnTo>
                    <a:pt x="542760" y="143803"/>
                  </a:lnTo>
                  <a:lnTo>
                    <a:pt x="488430" y="154892"/>
                  </a:lnTo>
                  <a:lnTo>
                    <a:pt x="423233" y="161545"/>
                  </a:lnTo>
                  <a:lnTo>
                    <a:pt x="358761" y="165980"/>
                  </a:lnTo>
                  <a:lnTo>
                    <a:pt x="289943" y="165980"/>
                  </a:lnTo>
                  <a:lnTo>
                    <a:pt x="224746" y="161545"/>
                  </a:lnTo>
                  <a:lnTo>
                    <a:pt x="162447" y="154892"/>
                  </a:lnTo>
                  <a:lnTo>
                    <a:pt x="104676" y="143803"/>
                  </a:lnTo>
                  <a:lnTo>
                    <a:pt x="61212" y="132256"/>
                  </a:lnTo>
                  <a:lnTo>
                    <a:pt x="24086" y="118052"/>
                  </a:lnTo>
                  <a:lnTo>
                    <a:pt x="0" y="84768"/>
                  </a:lnTo>
                  <a:close/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 descr=""/>
            <p:cNvSpPr/>
            <p:nvPr/>
          </p:nvSpPr>
          <p:spPr>
            <a:xfrm>
              <a:off x="4691716" y="4787162"/>
              <a:ext cx="725170" cy="122555"/>
            </a:xfrm>
            <a:custGeom>
              <a:avLst/>
              <a:gdLst/>
              <a:ahLst/>
              <a:cxnLst/>
              <a:rect l="l" t="t" r="r" b="b"/>
              <a:pathLst>
                <a:path w="725170" h="122554">
                  <a:moveTo>
                    <a:pt x="725129" y="0"/>
                  </a:moveTo>
                  <a:lnTo>
                    <a:pt x="0" y="0"/>
                  </a:lnTo>
                  <a:lnTo>
                    <a:pt x="0" y="122493"/>
                  </a:lnTo>
                  <a:lnTo>
                    <a:pt x="725129" y="122493"/>
                  </a:lnTo>
                  <a:lnTo>
                    <a:pt x="7251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 descr=""/>
            <p:cNvSpPr/>
            <p:nvPr/>
          </p:nvSpPr>
          <p:spPr>
            <a:xfrm>
              <a:off x="4729928" y="4626941"/>
              <a:ext cx="656590" cy="288290"/>
            </a:xfrm>
            <a:custGeom>
              <a:avLst/>
              <a:gdLst/>
              <a:ahLst/>
              <a:cxnLst/>
              <a:rect l="l" t="t" r="r" b="b"/>
              <a:pathLst>
                <a:path w="656589" h="288289">
                  <a:moveTo>
                    <a:pt x="0" y="0"/>
                  </a:moveTo>
                  <a:lnTo>
                    <a:pt x="0" y="288028"/>
                  </a:lnTo>
                </a:path>
                <a:path w="656589" h="288289">
                  <a:moveTo>
                    <a:pt x="656311" y="0"/>
                  </a:moveTo>
                  <a:lnTo>
                    <a:pt x="656311" y="288028"/>
                  </a:lnTo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 descr=""/>
            <p:cNvSpPr/>
            <p:nvPr/>
          </p:nvSpPr>
          <p:spPr>
            <a:xfrm>
              <a:off x="4729928" y="4514662"/>
              <a:ext cx="652145" cy="165100"/>
            </a:xfrm>
            <a:custGeom>
              <a:avLst/>
              <a:gdLst/>
              <a:ahLst/>
              <a:cxnLst/>
              <a:rect l="l" t="t" r="r" b="b"/>
              <a:pathLst>
                <a:path w="652145" h="165100">
                  <a:moveTo>
                    <a:pt x="358761" y="0"/>
                  </a:moveTo>
                  <a:lnTo>
                    <a:pt x="289943" y="0"/>
                  </a:lnTo>
                  <a:lnTo>
                    <a:pt x="224746" y="3097"/>
                  </a:lnTo>
                  <a:lnTo>
                    <a:pt x="162447" y="11088"/>
                  </a:lnTo>
                  <a:lnTo>
                    <a:pt x="104676" y="22177"/>
                  </a:lnTo>
                  <a:lnTo>
                    <a:pt x="61212" y="32386"/>
                  </a:lnTo>
                  <a:lnTo>
                    <a:pt x="24086" y="46590"/>
                  </a:lnTo>
                  <a:lnTo>
                    <a:pt x="0" y="83430"/>
                  </a:lnTo>
                  <a:lnTo>
                    <a:pt x="7787" y="98972"/>
                  </a:lnTo>
                  <a:lnTo>
                    <a:pt x="61212" y="132256"/>
                  </a:lnTo>
                  <a:lnTo>
                    <a:pt x="104676" y="142465"/>
                  </a:lnTo>
                  <a:lnTo>
                    <a:pt x="162447" y="153554"/>
                  </a:lnTo>
                  <a:lnTo>
                    <a:pt x="224746" y="161105"/>
                  </a:lnTo>
                  <a:lnTo>
                    <a:pt x="289943" y="164642"/>
                  </a:lnTo>
                  <a:lnTo>
                    <a:pt x="358761" y="164642"/>
                  </a:lnTo>
                  <a:lnTo>
                    <a:pt x="423233" y="161105"/>
                  </a:lnTo>
                  <a:lnTo>
                    <a:pt x="488430" y="153554"/>
                  </a:lnTo>
                  <a:lnTo>
                    <a:pt x="542760" y="142465"/>
                  </a:lnTo>
                  <a:lnTo>
                    <a:pt x="586587" y="132256"/>
                  </a:lnTo>
                  <a:lnTo>
                    <a:pt x="623350" y="116714"/>
                  </a:lnTo>
                  <a:lnTo>
                    <a:pt x="651964" y="83430"/>
                  </a:lnTo>
                  <a:lnTo>
                    <a:pt x="645263" y="65670"/>
                  </a:lnTo>
                  <a:lnTo>
                    <a:pt x="586587" y="32386"/>
                  </a:lnTo>
                  <a:lnTo>
                    <a:pt x="542760" y="22177"/>
                  </a:lnTo>
                  <a:lnTo>
                    <a:pt x="488430" y="11088"/>
                  </a:lnTo>
                  <a:lnTo>
                    <a:pt x="423233" y="3097"/>
                  </a:lnTo>
                  <a:lnTo>
                    <a:pt x="3587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 descr=""/>
            <p:cNvSpPr/>
            <p:nvPr/>
          </p:nvSpPr>
          <p:spPr>
            <a:xfrm>
              <a:off x="4729928" y="4247473"/>
              <a:ext cx="652145" cy="432434"/>
            </a:xfrm>
            <a:custGeom>
              <a:avLst/>
              <a:gdLst/>
              <a:ahLst/>
              <a:cxnLst/>
              <a:rect l="l" t="t" r="r" b="b"/>
              <a:pathLst>
                <a:path w="652145" h="432435">
                  <a:moveTo>
                    <a:pt x="0" y="350619"/>
                  </a:moveTo>
                  <a:lnTo>
                    <a:pt x="24086" y="313779"/>
                  </a:lnTo>
                  <a:lnTo>
                    <a:pt x="61212" y="299575"/>
                  </a:lnTo>
                  <a:lnTo>
                    <a:pt x="104676" y="289366"/>
                  </a:lnTo>
                  <a:lnTo>
                    <a:pt x="162447" y="278278"/>
                  </a:lnTo>
                  <a:lnTo>
                    <a:pt x="224746" y="270286"/>
                  </a:lnTo>
                  <a:lnTo>
                    <a:pt x="289943" y="267189"/>
                  </a:lnTo>
                  <a:lnTo>
                    <a:pt x="358761" y="267189"/>
                  </a:lnTo>
                  <a:lnTo>
                    <a:pt x="423233" y="270286"/>
                  </a:lnTo>
                  <a:lnTo>
                    <a:pt x="488430" y="278278"/>
                  </a:lnTo>
                  <a:lnTo>
                    <a:pt x="542760" y="289366"/>
                  </a:lnTo>
                  <a:lnTo>
                    <a:pt x="586587" y="299575"/>
                  </a:lnTo>
                  <a:lnTo>
                    <a:pt x="623350" y="313779"/>
                  </a:lnTo>
                  <a:lnTo>
                    <a:pt x="651964" y="350619"/>
                  </a:lnTo>
                  <a:lnTo>
                    <a:pt x="645263" y="366162"/>
                  </a:lnTo>
                  <a:lnTo>
                    <a:pt x="586587" y="399446"/>
                  </a:lnTo>
                  <a:lnTo>
                    <a:pt x="542760" y="409655"/>
                  </a:lnTo>
                  <a:lnTo>
                    <a:pt x="488430" y="420743"/>
                  </a:lnTo>
                  <a:lnTo>
                    <a:pt x="423233" y="428294"/>
                  </a:lnTo>
                  <a:lnTo>
                    <a:pt x="358761" y="431832"/>
                  </a:lnTo>
                  <a:lnTo>
                    <a:pt x="289943" y="431832"/>
                  </a:lnTo>
                  <a:lnTo>
                    <a:pt x="224746" y="428294"/>
                  </a:lnTo>
                  <a:lnTo>
                    <a:pt x="162447" y="420743"/>
                  </a:lnTo>
                  <a:lnTo>
                    <a:pt x="104676" y="409655"/>
                  </a:lnTo>
                  <a:lnTo>
                    <a:pt x="61212" y="399446"/>
                  </a:lnTo>
                  <a:lnTo>
                    <a:pt x="24086" y="383903"/>
                  </a:lnTo>
                  <a:lnTo>
                    <a:pt x="0" y="350619"/>
                  </a:lnTo>
                  <a:close/>
                </a:path>
                <a:path w="652145" h="432435">
                  <a:moveTo>
                    <a:pt x="0" y="83448"/>
                  </a:moveTo>
                  <a:lnTo>
                    <a:pt x="24086" y="47048"/>
                  </a:lnTo>
                  <a:lnTo>
                    <a:pt x="61212" y="32404"/>
                  </a:lnTo>
                  <a:lnTo>
                    <a:pt x="104676" y="22635"/>
                  </a:lnTo>
                  <a:lnTo>
                    <a:pt x="162447" y="11106"/>
                  </a:lnTo>
                  <a:lnTo>
                    <a:pt x="224746" y="3555"/>
                  </a:lnTo>
                  <a:lnTo>
                    <a:pt x="289943" y="0"/>
                  </a:lnTo>
                  <a:lnTo>
                    <a:pt x="358761" y="0"/>
                  </a:lnTo>
                  <a:lnTo>
                    <a:pt x="423233" y="3555"/>
                  </a:lnTo>
                  <a:lnTo>
                    <a:pt x="488430" y="11106"/>
                  </a:lnTo>
                  <a:lnTo>
                    <a:pt x="542760" y="22635"/>
                  </a:lnTo>
                  <a:lnTo>
                    <a:pt x="586587" y="32404"/>
                  </a:lnTo>
                  <a:lnTo>
                    <a:pt x="623350" y="47048"/>
                  </a:lnTo>
                  <a:lnTo>
                    <a:pt x="651964" y="83448"/>
                  </a:lnTo>
                  <a:lnTo>
                    <a:pt x="645263" y="98972"/>
                  </a:lnTo>
                  <a:lnTo>
                    <a:pt x="586587" y="132714"/>
                  </a:lnTo>
                  <a:lnTo>
                    <a:pt x="542760" y="142465"/>
                  </a:lnTo>
                  <a:lnTo>
                    <a:pt x="488430" y="153572"/>
                  </a:lnTo>
                  <a:lnTo>
                    <a:pt x="423233" y="161563"/>
                  </a:lnTo>
                  <a:lnTo>
                    <a:pt x="358761" y="164661"/>
                  </a:lnTo>
                  <a:lnTo>
                    <a:pt x="289943" y="164661"/>
                  </a:lnTo>
                  <a:lnTo>
                    <a:pt x="224746" y="161563"/>
                  </a:lnTo>
                  <a:lnTo>
                    <a:pt x="162447" y="153572"/>
                  </a:lnTo>
                  <a:lnTo>
                    <a:pt x="104676" y="142465"/>
                  </a:lnTo>
                  <a:lnTo>
                    <a:pt x="61212" y="132714"/>
                  </a:lnTo>
                  <a:lnTo>
                    <a:pt x="24086" y="117172"/>
                  </a:lnTo>
                  <a:lnTo>
                    <a:pt x="0" y="83448"/>
                  </a:lnTo>
                  <a:close/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 descr=""/>
            <p:cNvSpPr/>
            <p:nvPr/>
          </p:nvSpPr>
          <p:spPr>
            <a:xfrm>
              <a:off x="4691716" y="4479159"/>
              <a:ext cx="725170" cy="122555"/>
            </a:xfrm>
            <a:custGeom>
              <a:avLst/>
              <a:gdLst/>
              <a:ahLst/>
              <a:cxnLst/>
              <a:rect l="l" t="t" r="r" b="b"/>
              <a:pathLst>
                <a:path w="725170" h="122554">
                  <a:moveTo>
                    <a:pt x="725129" y="0"/>
                  </a:moveTo>
                  <a:lnTo>
                    <a:pt x="0" y="0"/>
                  </a:lnTo>
                  <a:lnTo>
                    <a:pt x="0" y="122049"/>
                  </a:lnTo>
                  <a:lnTo>
                    <a:pt x="725129" y="122049"/>
                  </a:lnTo>
                  <a:lnTo>
                    <a:pt x="7251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 descr=""/>
            <p:cNvSpPr/>
            <p:nvPr/>
          </p:nvSpPr>
          <p:spPr>
            <a:xfrm>
              <a:off x="4729928" y="4319815"/>
              <a:ext cx="1605915" cy="1294130"/>
            </a:xfrm>
            <a:custGeom>
              <a:avLst/>
              <a:gdLst/>
              <a:ahLst/>
              <a:cxnLst/>
              <a:rect l="l" t="t" r="r" b="b"/>
              <a:pathLst>
                <a:path w="1605914" h="1294129">
                  <a:moveTo>
                    <a:pt x="0" y="0"/>
                  </a:moveTo>
                  <a:lnTo>
                    <a:pt x="0" y="287148"/>
                  </a:lnTo>
                </a:path>
                <a:path w="1605914" h="1294129">
                  <a:moveTo>
                    <a:pt x="656311" y="0"/>
                  </a:moveTo>
                  <a:lnTo>
                    <a:pt x="656311" y="287148"/>
                  </a:lnTo>
                </a:path>
                <a:path w="1605914" h="1294129">
                  <a:moveTo>
                    <a:pt x="953860" y="1212506"/>
                  </a:moveTo>
                  <a:lnTo>
                    <a:pt x="977946" y="1176106"/>
                  </a:lnTo>
                  <a:lnTo>
                    <a:pt x="1015072" y="1161462"/>
                  </a:lnTo>
                  <a:lnTo>
                    <a:pt x="1058536" y="1151711"/>
                  </a:lnTo>
                  <a:lnTo>
                    <a:pt x="1116308" y="1140604"/>
                  </a:lnTo>
                  <a:lnTo>
                    <a:pt x="1178607" y="1132613"/>
                  </a:lnTo>
                  <a:lnTo>
                    <a:pt x="1243803" y="1129076"/>
                  </a:lnTo>
                  <a:lnTo>
                    <a:pt x="1312622" y="1129076"/>
                  </a:lnTo>
                  <a:lnTo>
                    <a:pt x="1377094" y="1132613"/>
                  </a:lnTo>
                  <a:lnTo>
                    <a:pt x="1442290" y="1140604"/>
                  </a:lnTo>
                  <a:lnTo>
                    <a:pt x="1496620" y="1151711"/>
                  </a:lnTo>
                  <a:lnTo>
                    <a:pt x="1540447" y="1161462"/>
                  </a:lnTo>
                  <a:lnTo>
                    <a:pt x="1577211" y="1176106"/>
                  </a:lnTo>
                  <a:lnTo>
                    <a:pt x="1605825" y="1212506"/>
                  </a:lnTo>
                  <a:lnTo>
                    <a:pt x="1599124" y="1228488"/>
                  </a:lnTo>
                  <a:lnTo>
                    <a:pt x="1540447" y="1261772"/>
                  </a:lnTo>
                  <a:lnTo>
                    <a:pt x="1496620" y="1271541"/>
                  </a:lnTo>
                  <a:lnTo>
                    <a:pt x="1442290" y="1282630"/>
                  </a:lnTo>
                  <a:lnTo>
                    <a:pt x="1377094" y="1290621"/>
                  </a:lnTo>
                  <a:lnTo>
                    <a:pt x="1312622" y="1293718"/>
                  </a:lnTo>
                  <a:lnTo>
                    <a:pt x="1243803" y="1293718"/>
                  </a:lnTo>
                  <a:lnTo>
                    <a:pt x="1178607" y="1290621"/>
                  </a:lnTo>
                  <a:lnTo>
                    <a:pt x="1116308" y="1282630"/>
                  </a:lnTo>
                  <a:lnTo>
                    <a:pt x="1058536" y="1271541"/>
                  </a:lnTo>
                  <a:lnTo>
                    <a:pt x="1015072" y="1261772"/>
                  </a:lnTo>
                  <a:lnTo>
                    <a:pt x="977946" y="1246230"/>
                  </a:lnTo>
                  <a:lnTo>
                    <a:pt x="953860" y="1212506"/>
                  </a:lnTo>
                  <a:close/>
                </a:path>
                <a:path w="1605914" h="1294129">
                  <a:moveTo>
                    <a:pt x="953860" y="945775"/>
                  </a:moveTo>
                  <a:lnTo>
                    <a:pt x="977946" y="908935"/>
                  </a:lnTo>
                  <a:lnTo>
                    <a:pt x="1015072" y="894730"/>
                  </a:lnTo>
                  <a:lnTo>
                    <a:pt x="1058536" y="884522"/>
                  </a:lnTo>
                  <a:lnTo>
                    <a:pt x="1116308" y="873433"/>
                  </a:lnTo>
                  <a:lnTo>
                    <a:pt x="1178607" y="865442"/>
                  </a:lnTo>
                  <a:lnTo>
                    <a:pt x="1243803" y="862344"/>
                  </a:lnTo>
                  <a:lnTo>
                    <a:pt x="1312622" y="862344"/>
                  </a:lnTo>
                  <a:lnTo>
                    <a:pt x="1377094" y="865442"/>
                  </a:lnTo>
                  <a:lnTo>
                    <a:pt x="1442290" y="873433"/>
                  </a:lnTo>
                  <a:lnTo>
                    <a:pt x="1496620" y="884522"/>
                  </a:lnTo>
                  <a:lnTo>
                    <a:pt x="1540447" y="894730"/>
                  </a:lnTo>
                  <a:lnTo>
                    <a:pt x="1577211" y="908935"/>
                  </a:lnTo>
                  <a:lnTo>
                    <a:pt x="1605825" y="945775"/>
                  </a:lnTo>
                  <a:lnTo>
                    <a:pt x="1599124" y="961317"/>
                  </a:lnTo>
                  <a:lnTo>
                    <a:pt x="1540447" y="994601"/>
                  </a:lnTo>
                  <a:lnTo>
                    <a:pt x="1496620" y="1004810"/>
                  </a:lnTo>
                  <a:lnTo>
                    <a:pt x="1442290" y="1015899"/>
                  </a:lnTo>
                  <a:lnTo>
                    <a:pt x="1377094" y="1023450"/>
                  </a:lnTo>
                  <a:lnTo>
                    <a:pt x="1312622" y="1026987"/>
                  </a:lnTo>
                  <a:lnTo>
                    <a:pt x="1243803" y="1026987"/>
                  </a:lnTo>
                  <a:lnTo>
                    <a:pt x="1178607" y="1023450"/>
                  </a:lnTo>
                  <a:lnTo>
                    <a:pt x="1116308" y="1015899"/>
                  </a:lnTo>
                  <a:lnTo>
                    <a:pt x="1058536" y="1004810"/>
                  </a:lnTo>
                  <a:lnTo>
                    <a:pt x="1015072" y="994601"/>
                  </a:lnTo>
                  <a:lnTo>
                    <a:pt x="977946" y="979059"/>
                  </a:lnTo>
                  <a:lnTo>
                    <a:pt x="953860" y="945775"/>
                  </a:lnTo>
                  <a:close/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 descr=""/>
            <p:cNvSpPr/>
            <p:nvPr/>
          </p:nvSpPr>
          <p:spPr>
            <a:xfrm>
              <a:off x="5645576" y="5413383"/>
              <a:ext cx="725170" cy="122555"/>
            </a:xfrm>
            <a:custGeom>
              <a:avLst/>
              <a:gdLst/>
              <a:ahLst/>
              <a:cxnLst/>
              <a:rect l="l" t="t" r="r" b="b"/>
              <a:pathLst>
                <a:path w="725170" h="122554">
                  <a:moveTo>
                    <a:pt x="725129" y="0"/>
                  </a:moveTo>
                  <a:lnTo>
                    <a:pt x="0" y="0"/>
                  </a:lnTo>
                  <a:lnTo>
                    <a:pt x="0" y="122493"/>
                  </a:lnTo>
                  <a:lnTo>
                    <a:pt x="725129" y="122493"/>
                  </a:lnTo>
                  <a:lnTo>
                    <a:pt x="7251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 descr=""/>
            <p:cNvSpPr/>
            <p:nvPr/>
          </p:nvSpPr>
          <p:spPr>
            <a:xfrm>
              <a:off x="5683789" y="5254501"/>
              <a:ext cx="656590" cy="287020"/>
            </a:xfrm>
            <a:custGeom>
              <a:avLst/>
              <a:gdLst/>
              <a:ahLst/>
              <a:cxnLst/>
              <a:rect l="l" t="t" r="r" b="b"/>
              <a:pathLst>
                <a:path w="656589" h="287020">
                  <a:moveTo>
                    <a:pt x="0" y="0"/>
                  </a:moveTo>
                  <a:lnTo>
                    <a:pt x="0" y="286690"/>
                  </a:lnTo>
                </a:path>
                <a:path w="656589" h="287020">
                  <a:moveTo>
                    <a:pt x="656311" y="0"/>
                  </a:moveTo>
                  <a:lnTo>
                    <a:pt x="656311" y="286690"/>
                  </a:lnTo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 descr=""/>
            <p:cNvSpPr/>
            <p:nvPr/>
          </p:nvSpPr>
          <p:spPr>
            <a:xfrm>
              <a:off x="5683789" y="5140884"/>
              <a:ext cx="652145" cy="165100"/>
            </a:xfrm>
            <a:custGeom>
              <a:avLst/>
              <a:gdLst/>
              <a:ahLst/>
              <a:cxnLst/>
              <a:rect l="l" t="t" r="r" b="b"/>
              <a:pathLst>
                <a:path w="652145" h="165100">
                  <a:moveTo>
                    <a:pt x="358761" y="0"/>
                  </a:moveTo>
                  <a:lnTo>
                    <a:pt x="289943" y="0"/>
                  </a:lnTo>
                  <a:lnTo>
                    <a:pt x="224746" y="3537"/>
                  </a:lnTo>
                  <a:lnTo>
                    <a:pt x="162447" y="11088"/>
                  </a:lnTo>
                  <a:lnTo>
                    <a:pt x="104676" y="22177"/>
                  </a:lnTo>
                  <a:lnTo>
                    <a:pt x="61212" y="32386"/>
                  </a:lnTo>
                  <a:lnTo>
                    <a:pt x="24086" y="46590"/>
                  </a:lnTo>
                  <a:lnTo>
                    <a:pt x="0" y="84768"/>
                  </a:lnTo>
                  <a:lnTo>
                    <a:pt x="7787" y="98972"/>
                  </a:lnTo>
                  <a:lnTo>
                    <a:pt x="61212" y="132256"/>
                  </a:lnTo>
                  <a:lnTo>
                    <a:pt x="104676" y="142465"/>
                  </a:lnTo>
                  <a:lnTo>
                    <a:pt x="162447" y="153554"/>
                  </a:lnTo>
                  <a:lnTo>
                    <a:pt x="224746" y="161545"/>
                  </a:lnTo>
                  <a:lnTo>
                    <a:pt x="289943" y="164642"/>
                  </a:lnTo>
                  <a:lnTo>
                    <a:pt x="358761" y="164642"/>
                  </a:lnTo>
                  <a:lnTo>
                    <a:pt x="423233" y="161545"/>
                  </a:lnTo>
                  <a:lnTo>
                    <a:pt x="488430" y="153554"/>
                  </a:lnTo>
                  <a:lnTo>
                    <a:pt x="542760" y="142465"/>
                  </a:lnTo>
                  <a:lnTo>
                    <a:pt x="586587" y="132256"/>
                  </a:lnTo>
                  <a:lnTo>
                    <a:pt x="623350" y="118052"/>
                  </a:lnTo>
                  <a:lnTo>
                    <a:pt x="651964" y="84768"/>
                  </a:lnTo>
                  <a:lnTo>
                    <a:pt x="645263" y="65670"/>
                  </a:lnTo>
                  <a:lnTo>
                    <a:pt x="586587" y="32386"/>
                  </a:lnTo>
                  <a:lnTo>
                    <a:pt x="542760" y="22177"/>
                  </a:lnTo>
                  <a:lnTo>
                    <a:pt x="488430" y="11088"/>
                  </a:lnTo>
                  <a:lnTo>
                    <a:pt x="423233" y="3537"/>
                  </a:lnTo>
                  <a:lnTo>
                    <a:pt x="3587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 descr=""/>
            <p:cNvSpPr/>
            <p:nvPr/>
          </p:nvSpPr>
          <p:spPr>
            <a:xfrm>
              <a:off x="5683789" y="4874153"/>
              <a:ext cx="652145" cy="431800"/>
            </a:xfrm>
            <a:custGeom>
              <a:avLst/>
              <a:gdLst/>
              <a:ahLst/>
              <a:cxnLst/>
              <a:rect l="l" t="t" r="r" b="b"/>
              <a:pathLst>
                <a:path w="652145" h="431800">
                  <a:moveTo>
                    <a:pt x="0" y="351499"/>
                  </a:moveTo>
                  <a:lnTo>
                    <a:pt x="24086" y="313321"/>
                  </a:lnTo>
                  <a:lnTo>
                    <a:pt x="61212" y="299117"/>
                  </a:lnTo>
                  <a:lnTo>
                    <a:pt x="104676" y="288908"/>
                  </a:lnTo>
                  <a:lnTo>
                    <a:pt x="162447" y="277819"/>
                  </a:lnTo>
                  <a:lnTo>
                    <a:pt x="224746" y="270268"/>
                  </a:lnTo>
                  <a:lnTo>
                    <a:pt x="289943" y="266731"/>
                  </a:lnTo>
                  <a:lnTo>
                    <a:pt x="358761" y="266731"/>
                  </a:lnTo>
                  <a:lnTo>
                    <a:pt x="423233" y="270268"/>
                  </a:lnTo>
                  <a:lnTo>
                    <a:pt x="488430" y="277819"/>
                  </a:lnTo>
                  <a:lnTo>
                    <a:pt x="542760" y="288908"/>
                  </a:lnTo>
                  <a:lnTo>
                    <a:pt x="586587" y="299117"/>
                  </a:lnTo>
                  <a:lnTo>
                    <a:pt x="623350" y="313321"/>
                  </a:lnTo>
                  <a:lnTo>
                    <a:pt x="651964" y="351499"/>
                  </a:lnTo>
                  <a:lnTo>
                    <a:pt x="645263" y="365703"/>
                  </a:lnTo>
                  <a:lnTo>
                    <a:pt x="586587" y="398988"/>
                  </a:lnTo>
                  <a:lnTo>
                    <a:pt x="542760" y="409196"/>
                  </a:lnTo>
                  <a:lnTo>
                    <a:pt x="488430" y="420285"/>
                  </a:lnTo>
                  <a:lnTo>
                    <a:pt x="423233" y="428276"/>
                  </a:lnTo>
                  <a:lnTo>
                    <a:pt x="358761" y="431374"/>
                  </a:lnTo>
                  <a:lnTo>
                    <a:pt x="289943" y="431374"/>
                  </a:lnTo>
                  <a:lnTo>
                    <a:pt x="224746" y="428276"/>
                  </a:lnTo>
                  <a:lnTo>
                    <a:pt x="162447" y="420285"/>
                  </a:lnTo>
                  <a:lnTo>
                    <a:pt x="104676" y="409196"/>
                  </a:lnTo>
                  <a:lnTo>
                    <a:pt x="61212" y="398988"/>
                  </a:lnTo>
                  <a:lnTo>
                    <a:pt x="24086" y="384783"/>
                  </a:lnTo>
                  <a:lnTo>
                    <a:pt x="0" y="351499"/>
                  </a:lnTo>
                  <a:close/>
                </a:path>
                <a:path w="652145" h="431800">
                  <a:moveTo>
                    <a:pt x="0" y="84310"/>
                  </a:moveTo>
                  <a:lnTo>
                    <a:pt x="24086" y="46590"/>
                  </a:lnTo>
                  <a:lnTo>
                    <a:pt x="61212" y="31946"/>
                  </a:lnTo>
                  <a:lnTo>
                    <a:pt x="104676" y="22177"/>
                  </a:lnTo>
                  <a:lnTo>
                    <a:pt x="162447" y="11088"/>
                  </a:lnTo>
                  <a:lnTo>
                    <a:pt x="224746" y="3097"/>
                  </a:lnTo>
                  <a:lnTo>
                    <a:pt x="289943" y="0"/>
                  </a:lnTo>
                  <a:lnTo>
                    <a:pt x="358761" y="0"/>
                  </a:lnTo>
                  <a:lnTo>
                    <a:pt x="423233" y="3097"/>
                  </a:lnTo>
                  <a:lnTo>
                    <a:pt x="488430" y="11088"/>
                  </a:lnTo>
                  <a:lnTo>
                    <a:pt x="542760" y="22177"/>
                  </a:lnTo>
                  <a:lnTo>
                    <a:pt x="586587" y="31946"/>
                  </a:lnTo>
                  <a:lnTo>
                    <a:pt x="623350" y="46590"/>
                  </a:lnTo>
                  <a:lnTo>
                    <a:pt x="651964" y="84310"/>
                  </a:lnTo>
                  <a:lnTo>
                    <a:pt x="645263" y="98972"/>
                  </a:lnTo>
                  <a:lnTo>
                    <a:pt x="586587" y="132256"/>
                  </a:lnTo>
                  <a:lnTo>
                    <a:pt x="542760" y="142007"/>
                  </a:lnTo>
                  <a:lnTo>
                    <a:pt x="488430" y="153114"/>
                  </a:lnTo>
                  <a:lnTo>
                    <a:pt x="423233" y="161105"/>
                  </a:lnTo>
                  <a:lnTo>
                    <a:pt x="358761" y="164642"/>
                  </a:lnTo>
                  <a:lnTo>
                    <a:pt x="289943" y="164642"/>
                  </a:lnTo>
                  <a:lnTo>
                    <a:pt x="224746" y="161105"/>
                  </a:lnTo>
                  <a:lnTo>
                    <a:pt x="162447" y="153114"/>
                  </a:lnTo>
                  <a:lnTo>
                    <a:pt x="104676" y="142007"/>
                  </a:lnTo>
                  <a:lnTo>
                    <a:pt x="61212" y="132256"/>
                  </a:lnTo>
                  <a:lnTo>
                    <a:pt x="24086" y="117612"/>
                  </a:lnTo>
                  <a:lnTo>
                    <a:pt x="0" y="84310"/>
                  </a:lnTo>
                  <a:close/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 descr=""/>
            <p:cNvSpPr/>
            <p:nvPr/>
          </p:nvSpPr>
          <p:spPr>
            <a:xfrm>
              <a:off x="5645576" y="5105377"/>
              <a:ext cx="725170" cy="122555"/>
            </a:xfrm>
            <a:custGeom>
              <a:avLst/>
              <a:gdLst/>
              <a:ahLst/>
              <a:cxnLst/>
              <a:rect l="l" t="t" r="r" b="b"/>
              <a:pathLst>
                <a:path w="725170" h="122554">
                  <a:moveTo>
                    <a:pt x="725129" y="0"/>
                  </a:moveTo>
                  <a:lnTo>
                    <a:pt x="0" y="0"/>
                  </a:lnTo>
                  <a:lnTo>
                    <a:pt x="0" y="122493"/>
                  </a:lnTo>
                  <a:lnTo>
                    <a:pt x="725129" y="122493"/>
                  </a:lnTo>
                  <a:lnTo>
                    <a:pt x="7251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 descr=""/>
            <p:cNvSpPr/>
            <p:nvPr/>
          </p:nvSpPr>
          <p:spPr>
            <a:xfrm>
              <a:off x="5683789" y="4946036"/>
              <a:ext cx="656590" cy="287655"/>
            </a:xfrm>
            <a:custGeom>
              <a:avLst/>
              <a:gdLst/>
              <a:ahLst/>
              <a:cxnLst/>
              <a:rect l="l" t="t" r="r" b="b"/>
              <a:pathLst>
                <a:path w="656589" h="287654">
                  <a:moveTo>
                    <a:pt x="0" y="0"/>
                  </a:moveTo>
                  <a:lnTo>
                    <a:pt x="0" y="287148"/>
                  </a:lnTo>
                </a:path>
                <a:path w="656589" h="287654">
                  <a:moveTo>
                    <a:pt x="656311" y="0"/>
                  </a:moveTo>
                  <a:lnTo>
                    <a:pt x="656311" y="287148"/>
                  </a:lnTo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 descr=""/>
            <p:cNvSpPr/>
            <p:nvPr/>
          </p:nvSpPr>
          <p:spPr>
            <a:xfrm>
              <a:off x="5683789" y="4829322"/>
              <a:ext cx="652145" cy="165100"/>
            </a:xfrm>
            <a:custGeom>
              <a:avLst/>
              <a:gdLst/>
              <a:ahLst/>
              <a:cxnLst/>
              <a:rect l="l" t="t" r="r" b="b"/>
              <a:pathLst>
                <a:path w="652145" h="165100">
                  <a:moveTo>
                    <a:pt x="358761" y="0"/>
                  </a:moveTo>
                  <a:lnTo>
                    <a:pt x="289943" y="0"/>
                  </a:lnTo>
                  <a:lnTo>
                    <a:pt x="224746" y="3555"/>
                  </a:lnTo>
                  <a:lnTo>
                    <a:pt x="162447" y="11088"/>
                  </a:lnTo>
                  <a:lnTo>
                    <a:pt x="104676" y="22195"/>
                  </a:lnTo>
                  <a:lnTo>
                    <a:pt x="61212" y="32404"/>
                  </a:lnTo>
                  <a:lnTo>
                    <a:pt x="24086" y="47048"/>
                  </a:lnTo>
                  <a:lnTo>
                    <a:pt x="0" y="84768"/>
                  </a:lnTo>
                  <a:lnTo>
                    <a:pt x="7787" y="98972"/>
                  </a:lnTo>
                  <a:lnTo>
                    <a:pt x="61212" y="132696"/>
                  </a:lnTo>
                  <a:lnTo>
                    <a:pt x="104676" y="142465"/>
                  </a:lnTo>
                  <a:lnTo>
                    <a:pt x="162447" y="153554"/>
                  </a:lnTo>
                  <a:lnTo>
                    <a:pt x="224746" y="161545"/>
                  </a:lnTo>
                  <a:lnTo>
                    <a:pt x="289943" y="164661"/>
                  </a:lnTo>
                  <a:lnTo>
                    <a:pt x="358761" y="164661"/>
                  </a:lnTo>
                  <a:lnTo>
                    <a:pt x="423233" y="161545"/>
                  </a:lnTo>
                  <a:lnTo>
                    <a:pt x="488430" y="153554"/>
                  </a:lnTo>
                  <a:lnTo>
                    <a:pt x="542760" y="142465"/>
                  </a:lnTo>
                  <a:lnTo>
                    <a:pt x="586587" y="132696"/>
                  </a:lnTo>
                  <a:lnTo>
                    <a:pt x="623350" y="118052"/>
                  </a:lnTo>
                  <a:lnTo>
                    <a:pt x="651964" y="84768"/>
                  </a:lnTo>
                  <a:lnTo>
                    <a:pt x="645263" y="65688"/>
                  </a:lnTo>
                  <a:lnTo>
                    <a:pt x="586587" y="32404"/>
                  </a:lnTo>
                  <a:lnTo>
                    <a:pt x="542760" y="22195"/>
                  </a:lnTo>
                  <a:lnTo>
                    <a:pt x="488430" y="11088"/>
                  </a:lnTo>
                  <a:lnTo>
                    <a:pt x="423233" y="3555"/>
                  </a:lnTo>
                  <a:lnTo>
                    <a:pt x="3587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 descr=""/>
            <p:cNvSpPr/>
            <p:nvPr/>
          </p:nvSpPr>
          <p:spPr>
            <a:xfrm>
              <a:off x="5683789" y="4562591"/>
              <a:ext cx="652145" cy="431800"/>
            </a:xfrm>
            <a:custGeom>
              <a:avLst/>
              <a:gdLst/>
              <a:ahLst/>
              <a:cxnLst/>
              <a:rect l="l" t="t" r="r" b="b"/>
              <a:pathLst>
                <a:path w="652145" h="431800">
                  <a:moveTo>
                    <a:pt x="0" y="351499"/>
                  </a:moveTo>
                  <a:lnTo>
                    <a:pt x="24086" y="313779"/>
                  </a:lnTo>
                  <a:lnTo>
                    <a:pt x="61212" y="299135"/>
                  </a:lnTo>
                  <a:lnTo>
                    <a:pt x="104676" y="288926"/>
                  </a:lnTo>
                  <a:lnTo>
                    <a:pt x="162447" y="277819"/>
                  </a:lnTo>
                  <a:lnTo>
                    <a:pt x="224746" y="270286"/>
                  </a:lnTo>
                  <a:lnTo>
                    <a:pt x="289943" y="266731"/>
                  </a:lnTo>
                  <a:lnTo>
                    <a:pt x="358761" y="266731"/>
                  </a:lnTo>
                  <a:lnTo>
                    <a:pt x="423233" y="270286"/>
                  </a:lnTo>
                  <a:lnTo>
                    <a:pt x="488430" y="277819"/>
                  </a:lnTo>
                  <a:lnTo>
                    <a:pt x="542760" y="288926"/>
                  </a:lnTo>
                  <a:lnTo>
                    <a:pt x="586587" y="299135"/>
                  </a:lnTo>
                  <a:lnTo>
                    <a:pt x="623350" y="313779"/>
                  </a:lnTo>
                  <a:lnTo>
                    <a:pt x="651964" y="351499"/>
                  </a:lnTo>
                  <a:lnTo>
                    <a:pt x="645263" y="365703"/>
                  </a:lnTo>
                  <a:lnTo>
                    <a:pt x="586587" y="399427"/>
                  </a:lnTo>
                  <a:lnTo>
                    <a:pt x="542760" y="409196"/>
                  </a:lnTo>
                  <a:lnTo>
                    <a:pt x="488430" y="420285"/>
                  </a:lnTo>
                  <a:lnTo>
                    <a:pt x="423233" y="428276"/>
                  </a:lnTo>
                  <a:lnTo>
                    <a:pt x="358761" y="431392"/>
                  </a:lnTo>
                  <a:lnTo>
                    <a:pt x="289943" y="431392"/>
                  </a:lnTo>
                  <a:lnTo>
                    <a:pt x="224746" y="428276"/>
                  </a:lnTo>
                  <a:lnTo>
                    <a:pt x="162447" y="420285"/>
                  </a:lnTo>
                  <a:lnTo>
                    <a:pt x="104676" y="409196"/>
                  </a:lnTo>
                  <a:lnTo>
                    <a:pt x="61212" y="399427"/>
                  </a:lnTo>
                  <a:lnTo>
                    <a:pt x="24086" y="384783"/>
                  </a:lnTo>
                  <a:lnTo>
                    <a:pt x="0" y="351499"/>
                  </a:lnTo>
                  <a:close/>
                </a:path>
                <a:path w="652145" h="431800">
                  <a:moveTo>
                    <a:pt x="0" y="84328"/>
                  </a:moveTo>
                  <a:lnTo>
                    <a:pt x="24086" y="46590"/>
                  </a:lnTo>
                  <a:lnTo>
                    <a:pt x="61212" y="31946"/>
                  </a:lnTo>
                  <a:lnTo>
                    <a:pt x="104676" y="22195"/>
                  </a:lnTo>
                  <a:lnTo>
                    <a:pt x="162447" y="11088"/>
                  </a:lnTo>
                  <a:lnTo>
                    <a:pt x="224746" y="3097"/>
                  </a:lnTo>
                  <a:lnTo>
                    <a:pt x="289943" y="0"/>
                  </a:lnTo>
                  <a:lnTo>
                    <a:pt x="358761" y="0"/>
                  </a:lnTo>
                  <a:lnTo>
                    <a:pt x="423233" y="3097"/>
                  </a:lnTo>
                  <a:lnTo>
                    <a:pt x="488430" y="11088"/>
                  </a:lnTo>
                  <a:lnTo>
                    <a:pt x="542760" y="22195"/>
                  </a:lnTo>
                  <a:lnTo>
                    <a:pt x="586587" y="31946"/>
                  </a:lnTo>
                  <a:lnTo>
                    <a:pt x="623350" y="46590"/>
                  </a:lnTo>
                  <a:lnTo>
                    <a:pt x="651964" y="84328"/>
                  </a:lnTo>
                  <a:lnTo>
                    <a:pt x="645263" y="98972"/>
                  </a:lnTo>
                  <a:lnTo>
                    <a:pt x="586587" y="132256"/>
                  </a:lnTo>
                  <a:lnTo>
                    <a:pt x="542760" y="142465"/>
                  </a:lnTo>
                  <a:lnTo>
                    <a:pt x="488430" y="153554"/>
                  </a:lnTo>
                  <a:lnTo>
                    <a:pt x="423233" y="161105"/>
                  </a:lnTo>
                  <a:lnTo>
                    <a:pt x="358761" y="164661"/>
                  </a:lnTo>
                  <a:lnTo>
                    <a:pt x="289943" y="164661"/>
                  </a:lnTo>
                  <a:lnTo>
                    <a:pt x="224746" y="161105"/>
                  </a:lnTo>
                  <a:lnTo>
                    <a:pt x="162447" y="153554"/>
                  </a:lnTo>
                  <a:lnTo>
                    <a:pt x="104676" y="142465"/>
                  </a:lnTo>
                  <a:lnTo>
                    <a:pt x="61212" y="132256"/>
                  </a:lnTo>
                  <a:lnTo>
                    <a:pt x="24086" y="117612"/>
                  </a:lnTo>
                  <a:lnTo>
                    <a:pt x="0" y="84328"/>
                  </a:lnTo>
                  <a:close/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 descr=""/>
            <p:cNvSpPr/>
            <p:nvPr/>
          </p:nvSpPr>
          <p:spPr>
            <a:xfrm>
              <a:off x="5645576" y="4793815"/>
              <a:ext cx="725170" cy="122555"/>
            </a:xfrm>
            <a:custGeom>
              <a:avLst/>
              <a:gdLst/>
              <a:ahLst/>
              <a:cxnLst/>
              <a:rect l="l" t="t" r="r" b="b"/>
              <a:pathLst>
                <a:path w="725170" h="122554">
                  <a:moveTo>
                    <a:pt x="725129" y="0"/>
                  </a:moveTo>
                  <a:lnTo>
                    <a:pt x="0" y="0"/>
                  </a:lnTo>
                  <a:lnTo>
                    <a:pt x="0" y="122493"/>
                  </a:lnTo>
                  <a:lnTo>
                    <a:pt x="725129" y="122493"/>
                  </a:lnTo>
                  <a:lnTo>
                    <a:pt x="7251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 descr=""/>
            <p:cNvSpPr/>
            <p:nvPr/>
          </p:nvSpPr>
          <p:spPr>
            <a:xfrm>
              <a:off x="5683789" y="4634932"/>
              <a:ext cx="656590" cy="287020"/>
            </a:xfrm>
            <a:custGeom>
              <a:avLst/>
              <a:gdLst/>
              <a:ahLst/>
              <a:cxnLst/>
              <a:rect l="l" t="t" r="r" b="b"/>
              <a:pathLst>
                <a:path w="656589" h="287020">
                  <a:moveTo>
                    <a:pt x="0" y="0"/>
                  </a:moveTo>
                  <a:lnTo>
                    <a:pt x="0" y="286709"/>
                  </a:lnTo>
                </a:path>
                <a:path w="656589" h="287020">
                  <a:moveTo>
                    <a:pt x="656311" y="0"/>
                  </a:moveTo>
                  <a:lnTo>
                    <a:pt x="656311" y="286709"/>
                  </a:lnTo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 descr=""/>
            <p:cNvSpPr/>
            <p:nvPr/>
          </p:nvSpPr>
          <p:spPr>
            <a:xfrm>
              <a:off x="5683789" y="4521316"/>
              <a:ext cx="652145" cy="165735"/>
            </a:xfrm>
            <a:custGeom>
              <a:avLst/>
              <a:gdLst/>
              <a:ahLst/>
              <a:cxnLst/>
              <a:rect l="l" t="t" r="r" b="b"/>
              <a:pathLst>
                <a:path w="652145" h="165735">
                  <a:moveTo>
                    <a:pt x="358761" y="0"/>
                  </a:moveTo>
                  <a:lnTo>
                    <a:pt x="289943" y="0"/>
                  </a:lnTo>
                  <a:lnTo>
                    <a:pt x="224746" y="4435"/>
                  </a:lnTo>
                  <a:lnTo>
                    <a:pt x="162447" y="11088"/>
                  </a:lnTo>
                  <a:lnTo>
                    <a:pt x="104676" y="22195"/>
                  </a:lnTo>
                  <a:lnTo>
                    <a:pt x="61212" y="32404"/>
                  </a:lnTo>
                  <a:lnTo>
                    <a:pt x="24086" y="47928"/>
                  </a:lnTo>
                  <a:lnTo>
                    <a:pt x="0" y="84328"/>
                  </a:lnTo>
                  <a:lnTo>
                    <a:pt x="7787" y="98972"/>
                  </a:lnTo>
                  <a:lnTo>
                    <a:pt x="61212" y="132256"/>
                  </a:lnTo>
                  <a:lnTo>
                    <a:pt x="104676" y="143345"/>
                  </a:lnTo>
                  <a:lnTo>
                    <a:pt x="162447" y="154452"/>
                  </a:lnTo>
                  <a:lnTo>
                    <a:pt x="224746" y="161105"/>
                  </a:lnTo>
                  <a:lnTo>
                    <a:pt x="289943" y="165540"/>
                  </a:lnTo>
                  <a:lnTo>
                    <a:pt x="358761" y="165540"/>
                  </a:lnTo>
                  <a:lnTo>
                    <a:pt x="423233" y="161105"/>
                  </a:lnTo>
                  <a:lnTo>
                    <a:pt x="488430" y="154452"/>
                  </a:lnTo>
                  <a:lnTo>
                    <a:pt x="542760" y="143345"/>
                  </a:lnTo>
                  <a:lnTo>
                    <a:pt x="586587" y="132256"/>
                  </a:lnTo>
                  <a:lnTo>
                    <a:pt x="623350" y="118052"/>
                  </a:lnTo>
                  <a:lnTo>
                    <a:pt x="651964" y="84328"/>
                  </a:lnTo>
                  <a:lnTo>
                    <a:pt x="645263" y="65688"/>
                  </a:lnTo>
                  <a:lnTo>
                    <a:pt x="586587" y="32404"/>
                  </a:lnTo>
                  <a:lnTo>
                    <a:pt x="542760" y="22195"/>
                  </a:lnTo>
                  <a:lnTo>
                    <a:pt x="488430" y="11088"/>
                  </a:lnTo>
                  <a:lnTo>
                    <a:pt x="423233" y="4435"/>
                  </a:lnTo>
                  <a:lnTo>
                    <a:pt x="3587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 descr=""/>
            <p:cNvSpPr/>
            <p:nvPr/>
          </p:nvSpPr>
          <p:spPr>
            <a:xfrm>
              <a:off x="5683789" y="4254144"/>
              <a:ext cx="652145" cy="433070"/>
            </a:xfrm>
            <a:custGeom>
              <a:avLst/>
              <a:gdLst/>
              <a:ahLst/>
              <a:cxnLst/>
              <a:rect l="l" t="t" r="r" b="b"/>
              <a:pathLst>
                <a:path w="652145" h="433070">
                  <a:moveTo>
                    <a:pt x="0" y="351499"/>
                  </a:moveTo>
                  <a:lnTo>
                    <a:pt x="24086" y="315099"/>
                  </a:lnTo>
                  <a:lnTo>
                    <a:pt x="61212" y="299575"/>
                  </a:lnTo>
                  <a:lnTo>
                    <a:pt x="104676" y="289366"/>
                  </a:lnTo>
                  <a:lnTo>
                    <a:pt x="162447" y="278259"/>
                  </a:lnTo>
                  <a:lnTo>
                    <a:pt x="224746" y="271606"/>
                  </a:lnTo>
                  <a:lnTo>
                    <a:pt x="289943" y="267171"/>
                  </a:lnTo>
                  <a:lnTo>
                    <a:pt x="358761" y="267171"/>
                  </a:lnTo>
                  <a:lnTo>
                    <a:pt x="423233" y="271606"/>
                  </a:lnTo>
                  <a:lnTo>
                    <a:pt x="488430" y="278259"/>
                  </a:lnTo>
                  <a:lnTo>
                    <a:pt x="542760" y="289366"/>
                  </a:lnTo>
                  <a:lnTo>
                    <a:pt x="586587" y="299575"/>
                  </a:lnTo>
                  <a:lnTo>
                    <a:pt x="623350" y="315099"/>
                  </a:lnTo>
                  <a:lnTo>
                    <a:pt x="651964" y="351499"/>
                  </a:lnTo>
                  <a:lnTo>
                    <a:pt x="645263" y="366143"/>
                  </a:lnTo>
                  <a:lnTo>
                    <a:pt x="586587" y="399427"/>
                  </a:lnTo>
                  <a:lnTo>
                    <a:pt x="542760" y="410516"/>
                  </a:lnTo>
                  <a:lnTo>
                    <a:pt x="488430" y="421623"/>
                  </a:lnTo>
                  <a:lnTo>
                    <a:pt x="423233" y="428276"/>
                  </a:lnTo>
                  <a:lnTo>
                    <a:pt x="358761" y="432712"/>
                  </a:lnTo>
                  <a:lnTo>
                    <a:pt x="289943" y="432712"/>
                  </a:lnTo>
                  <a:lnTo>
                    <a:pt x="224746" y="428276"/>
                  </a:lnTo>
                  <a:lnTo>
                    <a:pt x="162447" y="421623"/>
                  </a:lnTo>
                  <a:lnTo>
                    <a:pt x="104676" y="410516"/>
                  </a:lnTo>
                  <a:lnTo>
                    <a:pt x="61212" y="399427"/>
                  </a:lnTo>
                  <a:lnTo>
                    <a:pt x="24086" y="385223"/>
                  </a:lnTo>
                  <a:lnTo>
                    <a:pt x="0" y="351499"/>
                  </a:lnTo>
                  <a:close/>
                </a:path>
                <a:path w="652145" h="433070">
                  <a:moveTo>
                    <a:pt x="0" y="84768"/>
                  </a:moveTo>
                  <a:lnTo>
                    <a:pt x="24086" y="47928"/>
                  </a:lnTo>
                  <a:lnTo>
                    <a:pt x="61212" y="32386"/>
                  </a:lnTo>
                  <a:lnTo>
                    <a:pt x="104676" y="22635"/>
                  </a:lnTo>
                  <a:lnTo>
                    <a:pt x="162447" y="11088"/>
                  </a:lnTo>
                  <a:lnTo>
                    <a:pt x="224746" y="4435"/>
                  </a:lnTo>
                  <a:lnTo>
                    <a:pt x="289943" y="0"/>
                  </a:lnTo>
                  <a:lnTo>
                    <a:pt x="358761" y="0"/>
                  </a:lnTo>
                  <a:lnTo>
                    <a:pt x="423233" y="4435"/>
                  </a:lnTo>
                  <a:lnTo>
                    <a:pt x="488430" y="11088"/>
                  </a:lnTo>
                  <a:lnTo>
                    <a:pt x="542760" y="22635"/>
                  </a:lnTo>
                  <a:lnTo>
                    <a:pt x="586587" y="32386"/>
                  </a:lnTo>
                  <a:lnTo>
                    <a:pt x="623350" y="47928"/>
                  </a:lnTo>
                  <a:lnTo>
                    <a:pt x="651964" y="84768"/>
                  </a:lnTo>
                  <a:lnTo>
                    <a:pt x="645263" y="99412"/>
                  </a:lnTo>
                  <a:lnTo>
                    <a:pt x="586587" y="132696"/>
                  </a:lnTo>
                  <a:lnTo>
                    <a:pt x="542760" y="143785"/>
                  </a:lnTo>
                  <a:lnTo>
                    <a:pt x="488430" y="154892"/>
                  </a:lnTo>
                  <a:lnTo>
                    <a:pt x="423233" y="161545"/>
                  </a:lnTo>
                  <a:lnTo>
                    <a:pt x="358761" y="165980"/>
                  </a:lnTo>
                  <a:lnTo>
                    <a:pt x="289943" y="165980"/>
                  </a:lnTo>
                  <a:lnTo>
                    <a:pt x="224746" y="161545"/>
                  </a:lnTo>
                  <a:lnTo>
                    <a:pt x="162447" y="154892"/>
                  </a:lnTo>
                  <a:lnTo>
                    <a:pt x="104676" y="143785"/>
                  </a:lnTo>
                  <a:lnTo>
                    <a:pt x="61212" y="132696"/>
                  </a:lnTo>
                  <a:lnTo>
                    <a:pt x="24086" y="118052"/>
                  </a:lnTo>
                  <a:lnTo>
                    <a:pt x="0" y="84768"/>
                  </a:lnTo>
                  <a:close/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 descr=""/>
            <p:cNvSpPr/>
            <p:nvPr/>
          </p:nvSpPr>
          <p:spPr>
            <a:xfrm>
              <a:off x="5645576" y="4486688"/>
              <a:ext cx="725170" cy="122555"/>
            </a:xfrm>
            <a:custGeom>
              <a:avLst/>
              <a:gdLst/>
              <a:ahLst/>
              <a:cxnLst/>
              <a:rect l="l" t="t" r="r" b="b"/>
              <a:pathLst>
                <a:path w="725170" h="122554">
                  <a:moveTo>
                    <a:pt x="725129" y="0"/>
                  </a:moveTo>
                  <a:lnTo>
                    <a:pt x="0" y="0"/>
                  </a:lnTo>
                  <a:lnTo>
                    <a:pt x="0" y="122493"/>
                  </a:lnTo>
                  <a:lnTo>
                    <a:pt x="725129" y="122493"/>
                  </a:lnTo>
                  <a:lnTo>
                    <a:pt x="7251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 descr=""/>
            <p:cNvSpPr/>
            <p:nvPr/>
          </p:nvSpPr>
          <p:spPr>
            <a:xfrm>
              <a:off x="5683789" y="4326486"/>
              <a:ext cx="1605915" cy="1279525"/>
            </a:xfrm>
            <a:custGeom>
              <a:avLst/>
              <a:gdLst/>
              <a:ahLst/>
              <a:cxnLst/>
              <a:rect l="l" t="t" r="r" b="b"/>
              <a:pathLst>
                <a:path w="1605915" h="1279525">
                  <a:moveTo>
                    <a:pt x="0" y="0"/>
                  </a:moveTo>
                  <a:lnTo>
                    <a:pt x="0" y="288468"/>
                  </a:lnTo>
                </a:path>
                <a:path w="1605915" h="1279525">
                  <a:moveTo>
                    <a:pt x="656311" y="0"/>
                  </a:moveTo>
                  <a:lnTo>
                    <a:pt x="656311" y="288468"/>
                  </a:lnTo>
                </a:path>
                <a:path w="1605915" h="1279525">
                  <a:moveTo>
                    <a:pt x="953860" y="1199181"/>
                  </a:moveTo>
                  <a:lnTo>
                    <a:pt x="977946" y="1161462"/>
                  </a:lnTo>
                  <a:lnTo>
                    <a:pt x="1015072" y="1147257"/>
                  </a:lnTo>
                  <a:lnTo>
                    <a:pt x="1058536" y="1137048"/>
                  </a:lnTo>
                  <a:lnTo>
                    <a:pt x="1116308" y="1125942"/>
                  </a:lnTo>
                  <a:lnTo>
                    <a:pt x="1178607" y="1117969"/>
                  </a:lnTo>
                  <a:lnTo>
                    <a:pt x="1243803" y="1114853"/>
                  </a:lnTo>
                  <a:lnTo>
                    <a:pt x="1312622" y="1114853"/>
                  </a:lnTo>
                  <a:lnTo>
                    <a:pt x="1377094" y="1117969"/>
                  </a:lnTo>
                  <a:lnTo>
                    <a:pt x="1442290" y="1125942"/>
                  </a:lnTo>
                  <a:lnTo>
                    <a:pt x="1496620" y="1137048"/>
                  </a:lnTo>
                  <a:lnTo>
                    <a:pt x="1540447" y="1147257"/>
                  </a:lnTo>
                  <a:lnTo>
                    <a:pt x="1577211" y="1161462"/>
                  </a:lnTo>
                  <a:lnTo>
                    <a:pt x="1605825" y="1199181"/>
                  </a:lnTo>
                  <a:lnTo>
                    <a:pt x="1599124" y="1213826"/>
                  </a:lnTo>
                  <a:lnTo>
                    <a:pt x="1540447" y="1247110"/>
                  </a:lnTo>
                  <a:lnTo>
                    <a:pt x="1496620" y="1257319"/>
                  </a:lnTo>
                  <a:lnTo>
                    <a:pt x="1442290" y="1268407"/>
                  </a:lnTo>
                  <a:lnTo>
                    <a:pt x="1377094" y="1275958"/>
                  </a:lnTo>
                  <a:lnTo>
                    <a:pt x="1312622" y="1279514"/>
                  </a:lnTo>
                  <a:lnTo>
                    <a:pt x="1243803" y="1279514"/>
                  </a:lnTo>
                  <a:lnTo>
                    <a:pt x="1178607" y="1275958"/>
                  </a:lnTo>
                  <a:lnTo>
                    <a:pt x="1116308" y="1268407"/>
                  </a:lnTo>
                  <a:lnTo>
                    <a:pt x="1058536" y="1257319"/>
                  </a:lnTo>
                  <a:lnTo>
                    <a:pt x="1015072" y="1247110"/>
                  </a:lnTo>
                  <a:lnTo>
                    <a:pt x="977946" y="1232905"/>
                  </a:lnTo>
                  <a:lnTo>
                    <a:pt x="953860" y="1199181"/>
                  </a:lnTo>
                  <a:close/>
                </a:path>
                <a:path w="1605915" h="1279525">
                  <a:moveTo>
                    <a:pt x="953860" y="932450"/>
                  </a:moveTo>
                  <a:lnTo>
                    <a:pt x="977946" y="894730"/>
                  </a:lnTo>
                  <a:lnTo>
                    <a:pt x="1015072" y="880068"/>
                  </a:lnTo>
                  <a:lnTo>
                    <a:pt x="1058536" y="869877"/>
                  </a:lnTo>
                  <a:lnTo>
                    <a:pt x="1116308" y="858770"/>
                  </a:lnTo>
                  <a:lnTo>
                    <a:pt x="1178607" y="851219"/>
                  </a:lnTo>
                  <a:lnTo>
                    <a:pt x="1243803" y="847682"/>
                  </a:lnTo>
                  <a:lnTo>
                    <a:pt x="1312622" y="847682"/>
                  </a:lnTo>
                  <a:lnTo>
                    <a:pt x="1377094" y="851219"/>
                  </a:lnTo>
                  <a:lnTo>
                    <a:pt x="1442290" y="858770"/>
                  </a:lnTo>
                  <a:lnTo>
                    <a:pt x="1496620" y="869877"/>
                  </a:lnTo>
                  <a:lnTo>
                    <a:pt x="1540447" y="880068"/>
                  </a:lnTo>
                  <a:lnTo>
                    <a:pt x="1577211" y="894730"/>
                  </a:lnTo>
                  <a:lnTo>
                    <a:pt x="1605825" y="932450"/>
                  </a:lnTo>
                  <a:lnTo>
                    <a:pt x="1599124" y="946654"/>
                  </a:lnTo>
                  <a:lnTo>
                    <a:pt x="1540447" y="980378"/>
                  </a:lnTo>
                  <a:lnTo>
                    <a:pt x="1496620" y="990147"/>
                  </a:lnTo>
                  <a:lnTo>
                    <a:pt x="1442290" y="1001236"/>
                  </a:lnTo>
                  <a:lnTo>
                    <a:pt x="1377094" y="1009227"/>
                  </a:lnTo>
                  <a:lnTo>
                    <a:pt x="1312622" y="1012325"/>
                  </a:lnTo>
                  <a:lnTo>
                    <a:pt x="1243803" y="1012325"/>
                  </a:lnTo>
                  <a:lnTo>
                    <a:pt x="1178607" y="1009227"/>
                  </a:lnTo>
                  <a:lnTo>
                    <a:pt x="1116308" y="1001236"/>
                  </a:lnTo>
                  <a:lnTo>
                    <a:pt x="1058536" y="990147"/>
                  </a:lnTo>
                  <a:lnTo>
                    <a:pt x="1015072" y="980378"/>
                  </a:lnTo>
                  <a:lnTo>
                    <a:pt x="977946" y="965734"/>
                  </a:lnTo>
                  <a:lnTo>
                    <a:pt x="953860" y="932450"/>
                  </a:lnTo>
                  <a:close/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 descr=""/>
            <p:cNvSpPr/>
            <p:nvPr/>
          </p:nvSpPr>
          <p:spPr>
            <a:xfrm>
              <a:off x="6599437" y="5405836"/>
              <a:ext cx="725170" cy="122555"/>
            </a:xfrm>
            <a:custGeom>
              <a:avLst/>
              <a:gdLst/>
              <a:ahLst/>
              <a:cxnLst/>
              <a:rect l="l" t="t" r="r" b="b"/>
              <a:pathLst>
                <a:path w="725170" h="122554">
                  <a:moveTo>
                    <a:pt x="725129" y="0"/>
                  </a:moveTo>
                  <a:lnTo>
                    <a:pt x="0" y="0"/>
                  </a:lnTo>
                  <a:lnTo>
                    <a:pt x="0" y="122049"/>
                  </a:lnTo>
                  <a:lnTo>
                    <a:pt x="725129" y="122049"/>
                  </a:lnTo>
                  <a:lnTo>
                    <a:pt x="7251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 descr=""/>
            <p:cNvSpPr/>
            <p:nvPr/>
          </p:nvSpPr>
          <p:spPr>
            <a:xfrm>
              <a:off x="6637649" y="5246510"/>
              <a:ext cx="656590" cy="287655"/>
            </a:xfrm>
            <a:custGeom>
              <a:avLst/>
              <a:gdLst/>
              <a:ahLst/>
              <a:cxnLst/>
              <a:rect l="l" t="t" r="r" b="b"/>
              <a:pathLst>
                <a:path w="656590" h="287654">
                  <a:moveTo>
                    <a:pt x="0" y="0"/>
                  </a:moveTo>
                  <a:lnTo>
                    <a:pt x="0" y="287148"/>
                  </a:lnTo>
                </a:path>
                <a:path w="656590" h="287654">
                  <a:moveTo>
                    <a:pt x="656311" y="0"/>
                  </a:moveTo>
                  <a:lnTo>
                    <a:pt x="656311" y="287148"/>
                  </a:lnTo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 descr=""/>
            <p:cNvSpPr/>
            <p:nvPr/>
          </p:nvSpPr>
          <p:spPr>
            <a:xfrm>
              <a:off x="6637649" y="5133333"/>
              <a:ext cx="652145" cy="165735"/>
            </a:xfrm>
            <a:custGeom>
              <a:avLst/>
              <a:gdLst/>
              <a:ahLst/>
              <a:cxnLst/>
              <a:rect l="l" t="t" r="r" b="b"/>
              <a:pathLst>
                <a:path w="652145" h="165735">
                  <a:moveTo>
                    <a:pt x="358761" y="0"/>
                  </a:moveTo>
                  <a:lnTo>
                    <a:pt x="289943" y="0"/>
                  </a:lnTo>
                  <a:lnTo>
                    <a:pt x="224746" y="4435"/>
                  </a:lnTo>
                  <a:lnTo>
                    <a:pt x="162447" y="11088"/>
                  </a:lnTo>
                  <a:lnTo>
                    <a:pt x="104676" y="22195"/>
                  </a:lnTo>
                  <a:lnTo>
                    <a:pt x="61212" y="31946"/>
                  </a:lnTo>
                  <a:lnTo>
                    <a:pt x="24086" y="47488"/>
                  </a:lnTo>
                  <a:lnTo>
                    <a:pt x="0" y="84328"/>
                  </a:lnTo>
                  <a:lnTo>
                    <a:pt x="7787" y="98972"/>
                  </a:lnTo>
                  <a:lnTo>
                    <a:pt x="61212" y="132256"/>
                  </a:lnTo>
                  <a:lnTo>
                    <a:pt x="104676" y="143345"/>
                  </a:lnTo>
                  <a:lnTo>
                    <a:pt x="162447" y="154452"/>
                  </a:lnTo>
                  <a:lnTo>
                    <a:pt x="224746" y="161105"/>
                  </a:lnTo>
                  <a:lnTo>
                    <a:pt x="289943" y="165540"/>
                  </a:lnTo>
                  <a:lnTo>
                    <a:pt x="358761" y="165540"/>
                  </a:lnTo>
                  <a:lnTo>
                    <a:pt x="423233" y="161105"/>
                  </a:lnTo>
                  <a:lnTo>
                    <a:pt x="488430" y="154452"/>
                  </a:lnTo>
                  <a:lnTo>
                    <a:pt x="542760" y="143345"/>
                  </a:lnTo>
                  <a:lnTo>
                    <a:pt x="586587" y="132256"/>
                  </a:lnTo>
                  <a:lnTo>
                    <a:pt x="623350" y="117612"/>
                  </a:lnTo>
                  <a:lnTo>
                    <a:pt x="651964" y="84328"/>
                  </a:lnTo>
                  <a:lnTo>
                    <a:pt x="645263" y="65248"/>
                  </a:lnTo>
                  <a:lnTo>
                    <a:pt x="586587" y="31946"/>
                  </a:lnTo>
                  <a:lnTo>
                    <a:pt x="542760" y="22195"/>
                  </a:lnTo>
                  <a:lnTo>
                    <a:pt x="488430" y="11088"/>
                  </a:lnTo>
                  <a:lnTo>
                    <a:pt x="423233" y="4435"/>
                  </a:lnTo>
                  <a:lnTo>
                    <a:pt x="3587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 descr=""/>
            <p:cNvSpPr/>
            <p:nvPr/>
          </p:nvSpPr>
          <p:spPr>
            <a:xfrm>
              <a:off x="6637649" y="4866162"/>
              <a:ext cx="652145" cy="433070"/>
            </a:xfrm>
            <a:custGeom>
              <a:avLst/>
              <a:gdLst/>
              <a:ahLst/>
              <a:cxnLst/>
              <a:rect l="l" t="t" r="r" b="b"/>
              <a:pathLst>
                <a:path w="652145" h="433070">
                  <a:moveTo>
                    <a:pt x="0" y="351499"/>
                  </a:moveTo>
                  <a:lnTo>
                    <a:pt x="24086" y="314659"/>
                  </a:lnTo>
                  <a:lnTo>
                    <a:pt x="61212" y="299117"/>
                  </a:lnTo>
                  <a:lnTo>
                    <a:pt x="104676" y="289366"/>
                  </a:lnTo>
                  <a:lnTo>
                    <a:pt x="162447" y="278259"/>
                  </a:lnTo>
                  <a:lnTo>
                    <a:pt x="224746" y="271606"/>
                  </a:lnTo>
                  <a:lnTo>
                    <a:pt x="289943" y="267171"/>
                  </a:lnTo>
                  <a:lnTo>
                    <a:pt x="358761" y="267171"/>
                  </a:lnTo>
                  <a:lnTo>
                    <a:pt x="423233" y="271606"/>
                  </a:lnTo>
                  <a:lnTo>
                    <a:pt x="488430" y="278259"/>
                  </a:lnTo>
                  <a:lnTo>
                    <a:pt x="542760" y="289366"/>
                  </a:lnTo>
                  <a:lnTo>
                    <a:pt x="586587" y="299117"/>
                  </a:lnTo>
                  <a:lnTo>
                    <a:pt x="623350" y="314659"/>
                  </a:lnTo>
                  <a:lnTo>
                    <a:pt x="651964" y="351499"/>
                  </a:lnTo>
                  <a:lnTo>
                    <a:pt x="645263" y="366143"/>
                  </a:lnTo>
                  <a:lnTo>
                    <a:pt x="586587" y="399427"/>
                  </a:lnTo>
                  <a:lnTo>
                    <a:pt x="542760" y="410516"/>
                  </a:lnTo>
                  <a:lnTo>
                    <a:pt x="488430" y="421623"/>
                  </a:lnTo>
                  <a:lnTo>
                    <a:pt x="423233" y="428276"/>
                  </a:lnTo>
                  <a:lnTo>
                    <a:pt x="358761" y="432712"/>
                  </a:lnTo>
                  <a:lnTo>
                    <a:pt x="289943" y="432712"/>
                  </a:lnTo>
                  <a:lnTo>
                    <a:pt x="224746" y="428276"/>
                  </a:lnTo>
                  <a:lnTo>
                    <a:pt x="162447" y="421623"/>
                  </a:lnTo>
                  <a:lnTo>
                    <a:pt x="104676" y="410516"/>
                  </a:lnTo>
                  <a:lnTo>
                    <a:pt x="61212" y="399427"/>
                  </a:lnTo>
                  <a:lnTo>
                    <a:pt x="24086" y="384783"/>
                  </a:lnTo>
                  <a:lnTo>
                    <a:pt x="0" y="351499"/>
                  </a:lnTo>
                  <a:close/>
                </a:path>
                <a:path w="652145" h="433070">
                  <a:moveTo>
                    <a:pt x="0" y="84768"/>
                  </a:moveTo>
                  <a:lnTo>
                    <a:pt x="24086" y="47928"/>
                  </a:lnTo>
                  <a:lnTo>
                    <a:pt x="61212" y="32386"/>
                  </a:lnTo>
                  <a:lnTo>
                    <a:pt x="104676" y="22177"/>
                  </a:lnTo>
                  <a:lnTo>
                    <a:pt x="162447" y="11088"/>
                  </a:lnTo>
                  <a:lnTo>
                    <a:pt x="224746" y="4435"/>
                  </a:lnTo>
                  <a:lnTo>
                    <a:pt x="289943" y="0"/>
                  </a:lnTo>
                  <a:lnTo>
                    <a:pt x="358761" y="0"/>
                  </a:lnTo>
                  <a:lnTo>
                    <a:pt x="423233" y="4435"/>
                  </a:lnTo>
                  <a:lnTo>
                    <a:pt x="488430" y="11088"/>
                  </a:lnTo>
                  <a:lnTo>
                    <a:pt x="542760" y="22177"/>
                  </a:lnTo>
                  <a:lnTo>
                    <a:pt x="586587" y="32386"/>
                  </a:lnTo>
                  <a:lnTo>
                    <a:pt x="623350" y="47928"/>
                  </a:lnTo>
                  <a:lnTo>
                    <a:pt x="651964" y="84768"/>
                  </a:lnTo>
                  <a:lnTo>
                    <a:pt x="645263" y="98972"/>
                  </a:lnTo>
                  <a:lnTo>
                    <a:pt x="586587" y="132256"/>
                  </a:lnTo>
                  <a:lnTo>
                    <a:pt x="542760" y="143345"/>
                  </a:lnTo>
                  <a:lnTo>
                    <a:pt x="488430" y="154433"/>
                  </a:lnTo>
                  <a:lnTo>
                    <a:pt x="423233" y="161105"/>
                  </a:lnTo>
                  <a:lnTo>
                    <a:pt x="358761" y="165540"/>
                  </a:lnTo>
                  <a:lnTo>
                    <a:pt x="289943" y="165540"/>
                  </a:lnTo>
                  <a:lnTo>
                    <a:pt x="224746" y="161105"/>
                  </a:lnTo>
                  <a:lnTo>
                    <a:pt x="162447" y="154433"/>
                  </a:lnTo>
                  <a:lnTo>
                    <a:pt x="104676" y="143345"/>
                  </a:lnTo>
                  <a:lnTo>
                    <a:pt x="61212" y="132256"/>
                  </a:lnTo>
                  <a:lnTo>
                    <a:pt x="24086" y="118052"/>
                  </a:lnTo>
                  <a:lnTo>
                    <a:pt x="0" y="84768"/>
                  </a:lnTo>
                  <a:close/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 descr=""/>
            <p:cNvSpPr/>
            <p:nvPr/>
          </p:nvSpPr>
          <p:spPr>
            <a:xfrm>
              <a:off x="6599437" y="5098724"/>
              <a:ext cx="725170" cy="122555"/>
            </a:xfrm>
            <a:custGeom>
              <a:avLst/>
              <a:gdLst/>
              <a:ahLst/>
              <a:cxnLst/>
              <a:rect l="l" t="t" r="r" b="b"/>
              <a:pathLst>
                <a:path w="725170" h="122554">
                  <a:moveTo>
                    <a:pt x="725129" y="0"/>
                  </a:moveTo>
                  <a:lnTo>
                    <a:pt x="0" y="0"/>
                  </a:lnTo>
                  <a:lnTo>
                    <a:pt x="0" y="122493"/>
                  </a:lnTo>
                  <a:lnTo>
                    <a:pt x="725129" y="122493"/>
                  </a:lnTo>
                  <a:lnTo>
                    <a:pt x="7251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 descr=""/>
            <p:cNvSpPr/>
            <p:nvPr/>
          </p:nvSpPr>
          <p:spPr>
            <a:xfrm>
              <a:off x="6637649" y="4938503"/>
              <a:ext cx="656590" cy="288290"/>
            </a:xfrm>
            <a:custGeom>
              <a:avLst/>
              <a:gdLst/>
              <a:ahLst/>
              <a:cxnLst/>
              <a:rect l="l" t="t" r="r" b="b"/>
              <a:pathLst>
                <a:path w="656590" h="288289">
                  <a:moveTo>
                    <a:pt x="0" y="0"/>
                  </a:moveTo>
                  <a:lnTo>
                    <a:pt x="0" y="288028"/>
                  </a:lnTo>
                </a:path>
                <a:path w="656590" h="288289">
                  <a:moveTo>
                    <a:pt x="656311" y="0"/>
                  </a:moveTo>
                  <a:lnTo>
                    <a:pt x="656311" y="288028"/>
                  </a:lnTo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 descr=""/>
            <p:cNvSpPr/>
            <p:nvPr/>
          </p:nvSpPr>
          <p:spPr>
            <a:xfrm>
              <a:off x="6637649" y="4821771"/>
              <a:ext cx="652145" cy="165735"/>
            </a:xfrm>
            <a:custGeom>
              <a:avLst/>
              <a:gdLst/>
              <a:ahLst/>
              <a:cxnLst/>
              <a:rect l="l" t="t" r="r" b="b"/>
              <a:pathLst>
                <a:path w="652145" h="165735">
                  <a:moveTo>
                    <a:pt x="358761" y="0"/>
                  </a:moveTo>
                  <a:lnTo>
                    <a:pt x="289943" y="0"/>
                  </a:lnTo>
                  <a:lnTo>
                    <a:pt x="224746" y="4435"/>
                  </a:lnTo>
                  <a:lnTo>
                    <a:pt x="162447" y="11106"/>
                  </a:lnTo>
                  <a:lnTo>
                    <a:pt x="104676" y="22195"/>
                  </a:lnTo>
                  <a:lnTo>
                    <a:pt x="61212" y="31964"/>
                  </a:lnTo>
                  <a:lnTo>
                    <a:pt x="24086" y="47928"/>
                  </a:lnTo>
                  <a:lnTo>
                    <a:pt x="0" y="84328"/>
                  </a:lnTo>
                  <a:lnTo>
                    <a:pt x="7787" y="98972"/>
                  </a:lnTo>
                  <a:lnTo>
                    <a:pt x="61212" y="132256"/>
                  </a:lnTo>
                  <a:lnTo>
                    <a:pt x="104676" y="143363"/>
                  </a:lnTo>
                  <a:lnTo>
                    <a:pt x="162447" y="154452"/>
                  </a:lnTo>
                  <a:lnTo>
                    <a:pt x="224746" y="161105"/>
                  </a:lnTo>
                  <a:lnTo>
                    <a:pt x="289943" y="165540"/>
                  </a:lnTo>
                  <a:lnTo>
                    <a:pt x="358761" y="165540"/>
                  </a:lnTo>
                  <a:lnTo>
                    <a:pt x="423233" y="161105"/>
                  </a:lnTo>
                  <a:lnTo>
                    <a:pt x="488430" y="154452"/>
                  </a:lnTo>
                  <a:lnTo>
                    <a:pt x="542760" y="143363"/>
                  </a:lnTo>
                  <a:lnTo>
                    <a:pt x="586587" y="132256"/>
                  </a:lnTo>
                  <a:lnTo>
                    <a:pt x="623350" y="117612"/>
                  </a:lnTo>
                  <a:lnTo>
                    <a:pt x="651964" y="84328"/>
                  </a:lnTo>
                  <a:lnTo>
                    <a:pt x="645263" y="65688"/>
                  </a:lnTo>
                  <a:lnTo>
                    <a:pt x="586587" y="31964"/>
                  </a:lnTo>
                  <a:lnTo>
                    <a:pt x="542760" y="22195"/>
                  </a:lnTo>
                  <a:lnTo>
                    <a:pt x="488430" y="11106"/>
                  </a:lnTo>
                  <a:lnTo>
                    <a:pt x="423233" y="4435"/>
                  </a:lnTo>
                  <a:lnTo>
                    <a:pt x="3587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 descr=""/>
            <p:cNvSpPr/>
            <p:nvPr/>
          </p:nvSpPr>
          <p:spPr>
            <a:xfrm>
              <a:off x="6637649" y="4554600"/>
              <a:ext cx="652145" cy="433070"/>
            </a:xfrm>
            <a:custGeom>
              <a:avLst/>
              <a:gdLst/>
              <a:ahLst/>
              <a:cxnLst/>
              <a:rect l="l" t="t" r="r" b="b"/>
              <a:pathLst>
                <a:path w="652145" h="433070">
                  <a:moveTo>
                    <a:pt x="0" y="351499"/>
                  </a:moveTo>
                  <a:lnTo>
                    <a:pt x="24086" y="315099"/>
                  </a:lnTo>
                  <a:lnTo>
                    <a:pt x="61212" y="299135"/>
                  </a:lnTo>
                  <a:lnTo>
                    <a:pt x="104676" y="289366"/>
                  </a:lnTo>
                  <a:lnTo>
                    <a:pt x="162447" y="278278"/>
                  </a:lnTo>
                  <a:lnTo>
                    <a:pt x="224746" y="271606"/>
                  </a:lnTo>
                  <a:lnTo>
                    <a:pt x="289943" y="267171"/>
                  </a:lnTo>
                  <a:lnTo>
                    <a:pt x="358761" y="267171"/>
                  </a:lnTo>
                  <a:lnTo>
                    <a:pt x="423233" y="271606"/>
                  </a:lnTo>
                  <a:lnTo>
                    <a:pt x="488430" y="278278"/>
                  </a:lnTo>
                  <a:lnTo>
                    <a:pt x="542760" y="289366"/>
                  </a:lnTo>
                  <a:lnTo>
                    <a:pt x="586587" y="299135"/>
                  </a:lnTo>
                  <a:lnTo>
                    <a:pt x="623350" y="315099"/>
                  </a:lnTo>
                  <a:lnTo>
                    <a:pt x="651964" y="351499"/>
                  </a:lnTo>
                  <a:lnTo>
                    <a:pt x="645263" y="366143"/>
                  </a:lnTo>
                  <a:lnTo>
                    <a:pt x="586587" y="399427"/>
                  </a:lnTo>
                  <a:lnTo>
                    <a:pt x="542760" y="410534"/>
                  </a:lnTo>
                  <a:lnTo>
                    <a:pt x="488430" y="421623"/>
                  </a:lnTo>
                  <a:lnTo>
                    <a:pt x="423233" y="428276"/>
                  </a:lnTo>
                  <a:lnTo>
                    <a:pt x="358761" y="432712"/>
                  </a:lnTo>
                  <a:lnTo>
                    <a:pt x="289943" y="432712"/>
                  </a:lnTo>
                  <a:lnTo>
                    <a:pt x="224746" y="428276"/>
                  </a:lnTo>
                  <a:lnTo>
                    <a:pt x="162447" y="421623"/>
                  </a:lnTo>
                  <a:lnTo>
                    <a:pt x="104676" y="410534"/>
                  </a:lnTo>
                  <a:lnTo>
                    <a:pt x="61212" y="399427"/>
                  </a:lnTo>
                  <a:lnTo>
                    <a:pt x="24086" y="384783"/>
                  </a:lnTo>
                  <a:lnTo>
                    <a:pt x="0" y="351499"/>
                  </a:lnTo>
                  <a:close/>
                </a:path>
                <a:path w="652145" h="433070">
                  <a:moveTo>
                    <a:pt x="0" y="84768"/>
                  </a:moveTo>
                  <a:lnTo>
                    <a:pt x="24086" y="47928"/>
                  </a:lnTo>
                  <a:lnTo>
                    <a:pt x="61212" y="32404"/>
                  </a:lnTo>
                  <a:lnTo>
                    <a:pt x="104676" y="22195"/>
                  </a:lnTo>
                  <a:lnTo>
                    <a:pt x="162447" y="11088"/>
                  </a:lnTo>
                  <a:lnTo>
                    <a:pt x="224746" y="4435"/>
                  </a:lnTo>
                  <a:lnTo>
                    <a:pt x="289943" y="0"/>
                  </a:lnTo>
                  <a:lnTo>
                    <a:pt x="358761" y="0"/>
                  </a:lnTo>
                  <a:lnTo>
                    <a:pt x="423233" y="4435"/>
                  </a:lnTo>
                  <a:lnTo>
                    <a:pt x="488430" y="11088"/>
                  </a:lnTo>
                  <a:lnTo>
                    <a:pt x="542760" y="22195"/>
                  </a:lnTo>
                  <a:lnTo>
                    <a:pt x="586587" y="32404"/>
                  </a:lnTo>
                  <a:lnTo>
                    <a:pt x="623350" y="47928"/>
                  </a:lnTo>
                  <a:lnTo>
                    <a:pt x="651964" y="84768"/>
                  </a:lnTo>
                  <a:lnTo>
                    <a:pt x="645263" y="98972"/>
                  </a:lnTo>
                  <a:lnTo>
                    <a:pt x="586587" y="132256"/>
                  </a:lnTo>
                  <a:lnTo>
                    <a:pt x="542760" y="143803"/>
                  </a:lnTo>
                  <a:lnTo>
                    <a:pt x="488430" y="154892"/>
                  </a:lnTo>
                  <a:lnTo>
                    <a:pt x="423233" y="161545"/>
                  </a:lnTo>
                  <a:lnTo>
                    <a:pt x="358761" y="165980"/>
                  </a:lnTo>
                  <a:lnTo>
                    <a:pt x="289943" y="165980"/>
                  </a:lnTo>
                  <a:lnTo>
                    <a:pt x="224746" y="161545"/>
                  </a:lnTo>
                  <a:lnTo>
                    <a:pt x="162447" y="154892"/>
                  </a:lnTo>
                  <a:lnTo>
                    <a:pt x="104676" y="143803"/>
                  </a:lnTo>
                  <a:lnTo>
                    <a:pt x="61212" y="132256"/>
                  </a:lnTo>
                  <a:lnTo>
                    <a:pt x="24086" y="118052"/>
                  </a:lnTo>
                  <a:lnTo>
                    <a:pt x="0" y="84768"/>
                  </a:lnTo>
                  <a:close/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 descr=""/>
            <p:cNvSpPr/>
            <p:nvPr/>
          </p:nvSpPr>
          <p:spPr>
            <a:xfrm>
              <a:off x="6599437" y="4787162"/>
              <a:ext cx="725170" cy="122555"/>
            </a:xfrm>
            <a:custGeom>
              <a:avLst/>
              <a:gdLst/>
              <a:ahLst/>
              <a:cxnLst/>
              <a:rect l="l" t="t" r="r" b="b"/>
              <a:pathLst>
                <a:path w="725170" h="122554">
                  <a:moveTo>
                    <a:pt x="725129" y="0"/>
                  </a:moveTo>
                  <a:lnTo>
                    <a:pt x="0" y="0"/>
                  </a:lnTo>
                  <a:lnTo>
                    <a:pt x="0" y="122493"/>
                  </a:lnTo>
                  <a:lnTo>
                    <a:pt x="725129" y="122493"/>
                  </a:lnTo>
                  <a:lnTo>
                    <a:pt x="7251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 descr=""/>
            <p:cNvSpPr/>
            <p:nvPr/>
          </p:nvSpPr>
          <p:spPr>
            <a:xfrm>
              <a:off x="6637649" y="4626941"/>
              <a:ext cx="656590" cy="288290"/>
            </a:xfrm>
            <a:custGeom>
              <a:avLst/>
              <a:gdLst/>
              <a:ahLst/>
              <a:cxnLst/>
              <a:rect l="l" t="t" r="r" b="b"/>
              <a:pathLst>
                <a:path w="656590" h="288289">
                  <a:moveTo>
                    <a:pt x="0" y="0"/>
                  </a:moveTo>
                  <a:lnTo>
                    <a:pt x="0" y="288028"/>
                  </a:lnTo>
                </a:path>
                <a:path w="656590" h="288289">
                  <a:moveTo>
                    <a:pt x="656311" y="0"/>
                  </a:moveTo>
                  <a:lnTo>
                    <a:pt x="656311" y="288028"/>
                  </a:lnTo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 descr=""/>
            <p:cNvSpPr/>
            <p:nvPr/>
          </p:nvSpPr>
          <p:spPr>
            <a:xfrm>
              <a:off x="6637649" y="4514662"/>
              <a:ext cx="652145" cy="165100"/>
            </a:xfrm>
            <a:custGeom>
              <a:avLst/>
              <a:gdLst/>
              <a:ahLst/>
              <a:cxnLst/>
              <a:rect l="l" t="t" r="r" b="b"/>
              <a:pathLst>
                <a:path w="652145" h="165100">
                  <a:moveTo>
                    <a:pt x="358761" y="0"/>
                  </a:moveTo>
                  <a:lnTo>
                    <a:pt x="289943" y="0"/>
                  </a:lnTo>
                  <a:lnTo>
                    <a:pt x="224746" y="3097"/>
                  </a:lnTo>
                  <a:lnTo>
                    <a:pt x="162447" y="11088"/>
                  </a:lnTo>
                  <a:lnTo>
                    <a:pt x="104676" y="22177"/>
                  </a:lnTo>
                  <a:lnTo>
                    <a:pt x="61212" y="32386"/>
                  </a:lnTo>
                  <a:lnTo>
                    <a:pt x="24086" y="46590"/>
                  </a:lnTo>
                  <a:lnTo>
                    <a:pt x="0" y="83430"/>
                  </a:lnTo>
                  <a:lnTo>
                    <a:pt x="7787" y="98972"/>
                  </a:lnTo>
                  <a:lnTo>
                    <a:pt x="61212" y="132256"/>
                  </a:lnTo>
                  <a:lnTo>
                    <a:pt x="104676" y="142465"/>
                  </a:lnTo>
                  <a:lnTo>
                    <a:pt x="162447" y="153554"/>
                  </a:lnTo>
                  <a:lnTo>
                    <a:pt x="224746" y="161105"/>
                  </a:lnTo>
                  <a:lnTo>
                    <a:pt x="289943" y="164642"/>
                  </a:lnTo>
                  <a:lnTo>
                    <a:pt x="358761" y="164642"/>
                  </a:lnTo>
                  <a:lnTo>
                    <a:pt x="423233" y="161105"/>
                  </a:lnTo>
                  <a:lnTo>
                    <a:pt x="488430" y="153554"/>
                  </a:lnTo>
                  <a:lnTo>
                    <a:pt x="542760" y="142465"/>
                  </a:lnTo>
                  <a:lnTo>
                    <a:pt x="586587" y="132256"/>
                  </a:lnTo>
                  <a:lnTo>
                    <a:pt x="623350" y="116714"/>
                  </a:lnTo>
                  <a:lnTo>
                    <a:pt x="651964" y="83430"/>
                  </a:lnTo>
                  <a:lnTo>
                    <a:pt x="645263" y="65670"/>
                  </a:lnTo>
                  <a:lnTo>
                    <a:pt x="586587" y="32386"/>
                  </a:lnTo>
                  <a:lnTo>
                    <a:pt x="542760" y="22177"/>
                  </a:lnTo>
                  <a:lnTo>
                    <a:pt x="488430" y="11088"/>
                  </a:lnTo>
                  <a:lnTo>
                    <a:pt x="423233" y="3097"/>
                  </a:lnTo>
                  <a:lnTo>
                    <a:pt x="3587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 descr=""/>
            <p:cNvSpPr/>
            <p:nvPr/>
          </p:nvSpPr>
          <p:spPr>
            <a:xfrm>
              <a:off x="6637649" y="4247473"/>
              <a:ext cx="652145" cy="432434"/>
            </a:xfrm>
            <a:custGeom>
              <a:avLst/>
              <a:gdLst/>
              <a:ahLst/>
              <a:cxnLst/>
              <a:rect l="l" t="t" r="r" b="b"/>
              <a:pathLst>
                <a:path w="652145" h="432435">
                  <a:moveTo>
                    <a:pt x="0" y="350619"/>
                  </a:moveTo>
                  <a:lnTo>
                    <a:pt x="24086" y="313779"/>
                  </a:lnTo>
                  <a:lnTo>
                    <a:pt x="61212" y="299575"/>
                  </a:lnTo>
                  <a:lnTo>
                    <a:pt x="104676" y="289366"/>
                  </a:lnTo>
                  <a:lnTo>
                    <a:pt x="162447" y="278278"/>
                  </a:lnTo>
                  <a:lnTo>
                    <a:pt x="224746" y="270286"/>
                  </a:lnTo>
                  <a:lnTo>
                    <a:pt x="289943" y="267189"/>
                  </a:lnTo>
                  <a:lnTo>
                    <a:pt x="358761" y="267189"/>
                  </a:lnTo>
                  <a:lnTo>
                    <a:pt x="423233" y="270286"/>
                  </a:lnTo>
                  <a:lnTo>
                    <a:pt x="488430" y="278278"/>
                  </a:lnTo>
                  <a:lnTo>
                    <a:pt x="542760" y="289366"/>
                  </a:lnTo>
                  <a:lnTo>
                    <a:pt x="586587" y="299575"/>
                  </a:lnTo>
                  <a:lnTo>
                    <a:pt x="623350" y="313779"/>
                  </a:lnTo>
                  <a:lnTo>
                    <a:pt x="651964" y="350619"/>
                  </a:lnTo>
                  <a:lnTo>
                    <a:pt x="645263" y="366162"/>
                  </a:lnTo>
                  <a:lnTo>
                    <a:pt x="586587" y="399446"/>
                  </a:lnTo>
                  <a:lnTo>
                    <a:pt x="542760" y="409655"/>
                  </a:lnTo>
                  <a:lnTo>
                    <a:pt x="488430" y="420743"/>
                  </a:lnTo>
                  <a:lnTo>
                    <a:pt x="423233" y="428294"/>
                  </a:lnTo>
                  <a:lnTo>
                    <a:pt x="358761" y="431832"/>
                  </a:lnTo>
                  <a:lnTo>
                    <a:pt x="289943" y="431832"/>
                  </a:lnTo>
                  <a:lnTo>
                    <a:pt x="224746" y="428294"/>
                  </a:lnTo>
                  <a:lnTo>
                    <a:pt x="162447" y="420743"/>
                  </a:lnTo>
                  <a:lnTo>
                    <a:pt x="104676" y="409655"/>
                  </a:lnTo>
                  <a:lnTo>
                    <a:pt x="61212" y="399446"/>
                  </a:lnTo>
                  <a:lnTo>
                    <a:pt x="24086" y="383903"/>
                  </a:lnTo>
                  <a:lnTo>
                    <a:pt x="0" y="350619"/>
                  </a:lnTo>
                  <a:close/>
                </a:path>
                <a:path w="652145" h="432435">
                  <a:moveTo>
                    <a:pt x="0" y="83448"/>
                  </a:moveTo>
                  <a:lnTo>
                    <a:pt x="24086" y="47048"/>
                  </a:lnTo>
                  <a:lnTo>
                    <a:pt x="61212" y="32404"/>
                  </a:lnTo>
                  <a:lnTo>
                    <a:pt x="104676" y="22635"/>
                  </a:lnTo>
                  <a:lnTo>
                    <a:pt x="162447" y="11106"/>
                  </a:lnTo>
                  <a:lnTo>
                    <a:pt x="224746" y="3555"/>
                  </a:lnTo>
                  <a:lnTo>
                    <a:pt x="289943" y="0"/>
                  </a:lnTo>
                  <a:lnTo>
                    <a:pt x="358761" y="0"/>
                  </a:lnTo>
                  <a:lnTo>
                    <a:pt x="423233" y="3555"/>
                  </a:lnTo>
                  <a:lnTo>
                    <a:pt x="488430" y="11106"/>
                  </a:lnTo>
                  <a:lnTo>
                    <a:pt x="542760" y="22635"/>
                  </a:lnTo>
                  <a:lnTo>
                    <a:pt x="586587" y="32404"/>
                  </a:lnTo>
                  <a:lnTo>
                    <a:pt x="623350" y="47048"/>
                  </a:lnTo>
                  <a:lnTo>
                    <a:pt x="651964" y="83448"/>
                  </a:lnTo>
                  <a:lnTo>
                    <a:pt x="645263" y="98972"/>
                  </a:lnTo>
                  <a:lnTo>
                    <a:pt x="586587" y="132714"/>
                  </a:lnTo>
                  <a:lnTo>
                    <a:pt x="542760" y="142465"/>
                  </a:lnTo>
                  <a:lnTo>
                    <a:pt x="488430" y="153572"/>
                  </a:lnTo>
                  <a:lnTo>
                    <a:pt x="423233" y="161563"/>
                  </a:lnTo>
                  <a:lnTo>
                    <a:pt x="358761" y="164661"/>
                  </a:lnTo>
                  <a:lnTo>
                    <a:pt x="289943" y="164661"/>
                  </a:lnTo>
                  <a:lnTo>
                    <a:pt x="224746" y="161563"/>
                  </a:lnTo>
                  <a:lnTo>
                    <a:pt x="162447" y="153572"/>
                  </a:lnTo>
                  <a:lnTo>
                    <a:pt x="104676" y="142465"/>
                  </a:lnTo>
                  <a:lnTo>
                    <a:pt x="61212" y="132714"/>
                  </a:lnTo>
                  <a:lnTo>
                    <a:pt x="24086" y="117172"/>
                  </a:lnTo>
                  <a:lnTo>
                    <a:pt x="0" y="83448"/>
                  </a:lnTo>
                  <a:close/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 descr=""/>
            <p:cNvSpPr/>
            <p:nvPr/>
          </p:nvSpPr>
          <p:spPr>
            <a:xfrm>
              <a:off x="6599437" y="4479159"/>
              <a:ext cx="725170" cy="122555"/>
            </a:xfrm>
            <a:custGeom>
              <a:avLst/>
              <a:gdLst/>
              <a:ahLst/>
              <a:cxnLst/>
              <a:rect l="l" t="t" r="r" b="b"/>
              <a:pathLst>
                <a:path w="725170" h="122554">
                  <a:moveTo>
                    <a:pt x="725129" y="0"/>
                  </a:moveTo>
                  <a:lnTo>
                    <a:pt x="0" y="0"/>
                  </a:lnTo>
                  <a:lnTo>
                    <a:pt x="0" y="122049"/>
                  </a:lnTo>
                  <a:lnTo>
                    <a:pt x="725129" y="122049"/>
                  </a:lnTo>
                  <a:lnTo>
                    <a:pt x="7251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 descr=""/>
            <p:cNvSpPr/>
            <p:nvPr/>
          </p:nvSpPr>
          <p:spPr>
            <a:xfrm>
              <a:off x="6637649" y="4319815"/>
              <a:ext cx="1605915" cy="1286510"/>
            </a:xfrm>
            <a:custGeom>
              <a:avLst/>
              <a:gdLst/>
              <a:ahLst/>
              <a:cxnLst/>
              <a:rect l="l" t="t" r="r" b="b"/>
              <a:pathLst>
                <a:path w="1605915" h="1286510">
                  <a:moveTo>
                    <a:pt x="0" y="0"/>
                  </a:moveTo>
                  <a:lnTo>
                    <a:pt x="0" y="287148"/>
                  </a:lnTo>
                </a:path>
                <a:path w="1605915" h="1286510">
                  <a:moveTo>
                    <a:pt x="656311" y="0"/>
                  </a:moveTo>
                  <a:lnTo>
                    <a:pt x="656311" y="287148"/>
                  </a:lnTo>
                </a:path>
                <a:path w="1605915" h="1286510">
                  <a:moveTo>
                    <a:pt x="953679" y="1205853"/>
                  </a:moveTo>
                  <a:lnTo>
                    <a:pt x="977946" y="1168133"/>
                  </a:lnTo>
                  <a:lnTo>
                    <a:pt x="1015072" y="1153929"/>
                  </a:lnTo>
                  <a:lnTo>
                    <a:pt x="1058536" y="1143720"/>
                  </a:lnTo>
                  <a:lnTo>
                    <a:pt x="1116308" y="1132613"/>
                  </a:lnTo>
                  <a:lnTo>
                    <a:pt x="1178607" y="1124640"/>
                  </a:lnTo>
                  <a:lnTo>
                    <a:pt x="1243803" y="1121524"/>
                  </a:lnTo>
                  <a:lnTo>
                    <a:pt x="1312622" y="1121524"/>
                  </a:lnTo>
                  <a:lnTo>
                    <a:pt x="1377094" y="1124640"/>
                  </a:lnTo>
                  <a:lnTo>
                    <a:pt x="1442290" y="1132613"/>
                  </a:lnTo>
                  <a:lnTo>
                    <a:pt x="1496620" y="1143720"/>
                  </a:lnTo>
                  <a:lnTo>
                    <a:pt x="1540447" y="1153929"/>
                  </a:lnTo>
                  <a:lnTo>
                    <a:pt x="1577211" y="1168133"/>
                  </a:lnTo>
                  <a:lnTo>
                    <a:pt x="1605643" y="1205853"/>
                  </a:lnTo>
                  <a:lnTo>
                    <a:pt x="1599124" y="1220497"/>
                  </a:lnTo>
                  <a:lnTo>
                    <a:pt x="1540447" y="1253781"/>
                  </a:lnTo>
                  <a:lnTo>
                    <a:pt x="1496620" y="1263990"/>
                  </a:lnTo>
                  <a:lnTo>
                    <a:pt x="1442290" y="1275079"/>
                  </a:lnTo>
                  <a:lnTo>
                    <a:pt x="1377094" y="1282630"/>
                  </a:lnTo>
                  <a:lnTo>
                    <a:pt x="1312622" y="1286186"/>
                  </a:lnTo>
                  <a:lnTo>
                    <a:pt x="1243803" y="1286186"/>
                  </a:lnTo>
                  <a:lnTo>
                    <a:pt x="1178607" y="1282630"/>
                  </a:lnTo>
                  <a:lnTo>
                    <a:pt x="1116308" y="1275079"/>
                  </a:lnTo>
                  <a:lnTo>
                    <a:pt x="1058536" y="1263990"/>
                  </a:lnTo>
                  <a:lnTo>
                    <a:pt x="1015072" y="1253781"/>
                  </a:lnTo>
                  <a:lnTo>
                    <a:pt x="977946" y="1239577"/>
                  </a:lnTo>
                  <a:lnTo>
                    <a:pt x="953679" y="1205853"/>
                  </a:lnTo>
                  <a:close/>
                </a:path>
                <a:path w="1605915" h="1286510">
                  <a:moveTo>
                    <a:pt x="953679" y="939122"/>
                  </a:moveTo>
                  <a:lnTo>
                    <a:pt x="977946" y="901402"/>
                  </a:lnTo>
                  <a:lnTo>
                    <a:pt x="1015072" y="886739"/>
                  </a:lnTo>
                  <a:lnTo>
                    <a:pt x="1058536" y="876549"/>
                  </a:lnTo>
                  <a:lnTo>
                    <a:pt x="1116308" y="865442"/>
                  </a:lnTo>
                  <a:lnTo>
                    <a:pt x="1178607" y="857891"/>
                  </a:lnTo>
                  <a:lnTo>
                    <a:pt x="1243803" y="854353"/>
                  </a:lnTo>
                  <a:lnTo>
                    <a:pt x="1312622" y="854353"/>
                  </a:lnTo>
                  <a:lnTo>
                    <a:pt x="1377094" y="857891"/>
                  </a:lnTo>
                  <a:lnTo>
                    <a:pt x="1442290" y="865442"/>
                  </a:lnTo>
                  <a:lnTo>
                    <a:pt x="1496620" y="876549"/>
                  </a:lnTo>
                  <a:lnTo>
                    <a:pt x="1540447" y="886739"/>
                  </a:lnTo>
                  <a:lnTo>
                    <a:pt x="1577211" y="901402"/>
                  </a:lnTo>
                  <a:lnTo>
                    <a:pt x="1605643" y="939122"/>
                  </a:lnTo>
                  <a:lnTo>
                    <a:pt x="1599124" y="953326"/>
                  </a:lnTo>
                  <a:lnTo>
                    <a:pt x="1540447" y="987050"/>
                  </a:lnTo>
                  <a:lnTo>
                    <a:pt x="1496620" y="996819"/>
                  </a:lnTo>
                  <a:lnTo>
                    <a:pt x="1442290" y="1007908"/>
                  </a:lnTo>
                  <a:lnTo>
                    <a:pt x="1377094" y="1015899"/>
                  </a:lnTo>
                  <a:lnTo>
                    <a:pt x="1312622" y="1018996"/>
                  </a:lnTo>
                  <a:lnTo>
                    <a:pt x="1243803" y="1018996"/>
                  </a:lnTo>
                  <a:lnTo>
                    <a:pt x="1178607" y="1015899"/>
                  </a:lnTo>
                  <a:lnTo>
                    <a:pt x="1116308" y="1007908"/>
                  </a:lnTo>
                  <a:lnTo>
                    <a:pt x="1058536" y="996819"/>
                  </a:lnTo>
                  <a:lnTo>
                    <a:pt x="1015072" y="987050"/>
                  </a:lnTo>
                  <a:lnTo>
                    <a:pt x="977946" y="972406"/>
                  </a:lnTo>
                  <a:lnTo>
                    <a:pt x="953679" y="939122"/>
                  </a:lnTo>
                  <a:close/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 descr=""/>
            <p:cNvSpPr/>
            <p:nvPr/>
          </p:nvSpPr>
          <p:spPr>
            <a:xfrm>
              <a:off x="7553297" y="5405836"/>
              <a:ext cx="725170" cy="122555"/>
            </a:xfrm>
            <a:custGeom>
              <a:avLst/>
              <a:gdLst/>
              <a:ahLst/>
              <a:cxnLst/>
              <a:rect l="l" t="t" r="r" b="b"/>
              <a:pathLst>
                <a:path w="725170" h="122554">
                  <a:moveTo>
                    <a:pt x="725129" y="0"/>
                  </a:moveTo>
                  <a:lnTo>
                    <a:pt x="0" y="0"/>
                  </a:lnTo>
                  <a:lnTo>
                    <a:pt x="0" y="122049"/>
                  </a:lnTo>
                  <a:lnTo>
                    <a:pt x="725129" y="122049"/>
                  </a:lnTo>
                  <a:lnTo>
                    <a:pt x="7251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 descr=""/>
            <p:cNvSpPr/>
            <p:nvPr/>
          </p:nvSpPr>
          <p:spPr>
            <a:xfrm>
              <a:off x="7591328" y="5246510"/>
              <a:ext cx="656590" cy="287655"/>
            </a:xfrm>
            <a:custGeom>
              <a:avLst/>
              <a:gdLst/>
              <a:ahLst/>
              <a:cxnLst/>
              <a:rect l="l" t="t" r="r" b="b"/>
              <a:pathLst>
                <a:path w="656590" h="287654">
                  <a:moveTo>
                    <a:pt x="0" y="0"/>
                  </a:moveTo>
                  <a:lnTo>
                    <a:pt x="0" y="287148"/>
                  </a:lnTo>
                </a:path>
                <a:path w="656590" h="287654">
                  <a:moveTo>
                    <a:pt x="656492" y="0"/>
                  </a:moveTo>
                  <a:lnTo>
                    <a:pt x="656492" y="287148"/>
                  </a:lnTo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 descr=""/>
            <p:cNvSpPr/>
            <p:nvPr/>
          </p:nvSpPr>
          <p:spPr>
            <a:xfrm>
              <a:off x="7591328" y="5133333"/>
              <a:ext cx="652145" cy="165735"/>
            </a:xfrm>
            <a:custGeom>
              <a:avLst/>
              <a:gdLst/>
              <a:ahLst/>
              <a:cxnLst/>
              <a:rect l="l" t="t" r="r" b="b"/>
              <a:pathLst>
                <a:path w="652145" h="165735">
                  <a:moveTo>
                    <a:pt x="358942" y="0"/>
                  </a:moveTo>
                  <a:lnTo>
                    <a:pt x="290124" y="0"/>
                  </a:lnTo>
                  <a:lnTo>
                    <a:pt x="224927" y="4435"/>
                  </a:lnTo>
                  <a:lnTo>
                    <a:pt x="162628" y="11088"/>
                  </a:lnTo>
                  <a:lnTo>
                    <a:pt x="104857" y="22195"/>
                  </a:lnTo>
                  <a:lnTo>
                    <a:pt x="61393" y="31946"/>
                  </a:lnTo>
                  <a:lnTo>
                    <a:pt x="24267" y="47488"/>
                  </a:lnTo>
                  <a:lnTo>
                    <a:pt x="0" y="84328"/>
                  </a:lnTo>
                  <a:lnTo>
                    <a:pt x="7968" y="98972"/>
                  </a:lnTo>
                  <a:lnTo>
                    <a:pt x="61393" y="132256"/>
                  </a:lnTo>
                  <a:lnTo>
                    <a:pt x="104857" y="143345"/>
                  </a:lnTo>
                  <a:lnTo>
                    <a:pt x="162628" y="154452"/>
                  </a:lnTo>
                  <a:lnTo>
                    <a:pt x="224927" y="161105"/>
                  </a:lnTo>
                  <a:lnTo>
                    <a:pt x="290124" y="165540"/>
                  </a:lnTo>
                  <a:lnTo>
                    <a:pt x="358942" y="165540"/>
                  </a:lnTo>
                  <a:lnTo>
                    <a:pt x="423414" y="161105"/>
                  </a:lnTo>
                  <a:lnTo>
                    <a:pt x="488611" y="154452"/>
                  </a:lnTo>
                  <a:lnTo>
                    <a:pt x="542941" y="143345"/>
                  </a:lnTo>
                  <a:lnTo>
                    <a:pt x="586768" y="132256"/>
                  </a:lnTo>
                  <a:lnTo>
                    <a:pt x="623531" y="117612"/>
                  </a:lnTo>
                  <a:lnTo>
                    <a:pt x="651964" y="84328"/>
                  </a:lnTo>
                  <a:lnTo>
                    <a:pt x="645444" y="65248"/>
                  </a:lnTo>
                  <a:lnTo>
                    <a:pt x="586768" y="31946"/>
                  </a:lnTo>
                  <a:lnTo>
                    <a:pt x="542941" y="22195"/>
                  </a:lnTo>
                  <a:lnTo>
                    <a:pt x="488611" y="11088"/>
                  </a:lnTo>
                  <a:lnTo>
                    <a:pt x="423414" y="4435"/>
                  </a:lnTo>
                  <a:lnTo>
                    <a:pt x="3589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 descr=""/>
            <p:cNvSpPr/>
            <p:nvPr/>
          </p:nvSpPr>
          <p:spPr>
            <a:xfrm>
              <a:off x="7591328" y="4866162"/>
              <a:ext cx="652145" cy="433070"/>
            </a:xfrm>
            <a:custGeom>
              <a:avLst/>
              <a:gdLst/>
              <a:ahLst/>
              <a:cxnLst/>
              <a:rect l="l" t="t" r="r" b="b"/>
              <a:pathLst>
                <a:path w="652145" h="433070">
                  <a:moveTo>
                    <a:pt x="0" y="351499"/>
                  </a:moveTo>
                  <a:lnTo>
                    <a:pt x="24267" y="314659"/>
                  </a:lnTo>
                  <a:lnTo>
                    <a:pt x="61393" y="299117"/>
                  </a:lnTo>
                  <a:lnTo>
                    <a:pt x="104857" y="289366"/>
                  </a:lnTo>
                  <a:lnTo>
                    <a:pt x="162628" y="278259"/>
                  </a:lnTo>
                  <a:lnTo>
                    <a:pt x="224927" y="271606"/>
                  </a:lnTo>
                  <a:lnTo>
                    <a:pt x="290124" y="267171"/>
                  </a:lnTo>
                  <a:lnTo>
                    <a:pt x="358942" y="267171"/>
                  </a:lnTo>
                  <a:lnTo>
                    <a:pt x="423414" y="271606"/>
                  </a:lnTo>
                  <a:lnTo>
                    <a:pt x="488611" y="278259"/>
                  </a:lnTo>
                  <a:lnTo>
                    <a:pt x="542941" y="289366"/>
                  </a:lnTo>
                  <a:lnTo>
                    <a:pt x="586768" y="299117"/>
                  </a:lnTo>
                  <a:lnTo>
                    <a:pt x="623531" y="314659"/>
                  </a:lnTo>
                  <a:lnTo>
                    <a:pt x="651964" y="351499"/>
                  </a:lnTo>
                  <a:lnTo>
                    <a:pt x="645444" y="366143"/>
                  </a:lnTo>
                  <a:lnTo>
                    <a:pt x="586768" y="399427"/>
                  </a:lnTo>
                  <a:lnTo>
                    <a:pt x="542941" y="410516"/>
                  </a:lnTo>
                  <a:lnTo>
                    <a:pt x="488611" y="421623"/>
                  </a:lnTo>
                  <a:lnTo>
                    <a:pt x="423414" y="428276"/>
                  </a:lnTo>
                  <a:lnTo>
                    <a:pt x="358942" y="432712"/>
                  </a:lnTo>
                  <a:lnTo>
                    <a:pt x="290124" y="432712"/>
                  </a:lnTo>
                  <a:lnTo>
                    <a:pt x="224927" y="428276"/>
                  </a:lnTo>
                  <a:lnTo>
                    <a:pt x="162628" y="421623"/>
                  </a:lnTo>
                  <a:lnTo>
                    <a:pt x="104857" y="410516"/>
                  </a:lnTo>
                  <a:lnTo>
                    <a:pt x="61393" y="399427"/>
                  </a:lnTo>
                  <a:lnTo>
                    <a:pt x="24267" y="384783"/>
                  </a:lnTo>
                  <a:lnTo>
                    <a:pt x="0" y="351499"/>
                  </a:lnTo>
                  <a:close/>
                </a:path>
                <a:path w="652145" h="433070">
                  <a:moveTo>
                    <a:pt x="0" y="84768"/>
                  </a:moveTo>
                  <a:lnTo>
                    <a:pt x="24267" y="47928"/>
                  </a:lnTo>
                  <a:lnTo>
                    <a:pt x="61393" y="32386"/>
                  </a:lnTo>
                  <a:lnTo>
                    <a:pt x="104857" y="22177"/>
                  </a:lnTo>
                  <a:lnTo>
                    <a:pt x="162628" y="11088"/>
                  </a:lnTo>
                  <a:lnTo>
                    <a:pt x="224927" y="4435"/>
                  </a:lnTo>
                  <a:lnTo>
                    <a:pt x="290124" y="0"/>
                  </a:lnTo>
                  <a:lnTo>
                    <a:pt x="358942" y="0"/>
                  </a:lnTo>
                  <a:lnTo>
                    <a:pt x="423414" y="4435"/>
                  </a:lnTo>
                  <a:lnTo>
                    <a:pt x="488611" y="11088"/>
                  </a:lnTo>
                  <a:lnTo>
                    <a:pt x="542941" y="22177"/>
                  </a:lnTo>
                  <a:lnTo>
                    <a:pt x="586768" y="32386"/>
                  </a:lnTo>
                  <a:lnTo>
                    <a:pt x="623531" y="47928"/>
                  </a:lnTo>
                  <a:lnTo>
                    <a:pt x="651964" y="84768"/>
                  </a:lnTo>
                  <a:lnTo>
                    <a:pt x="645444" y="98972"/>
                  </a:lnTo>
                  <a:lnTo>
                    <a:pt x="586768" y="132256"/>
                  </a:lnTo>
                  <a:lnTo>
                    <a:pt x="542941" y="143345"/>
                  </a:lnTo>
                  <a:lnTo>
                    <a:pt x="488611" y="154433"/>
                  </a:lnTo>
                  <a:lnTo>
                    <a:pt x="423414" y="161105"/>
                  </a:lnTo>
                  <a:lnTo>
                    <a:pt x="358942" y="165540"/>
                  </a:lnTo>
                  <a:lnTo>
                    <a:pt x="290124" y="165540"/>
                  </a:lnTo>
                  <a:lnTo>
                    <a:pt x="224927" y="161105"/>
                  </a:lnTo>
                  <a:lnTo>
                    <a:pt x="162628" y="154433"/>
                  </a:lnTo>
                  <a:lnTo>
                    <a:pt x="104857" y="143345"/>
                  </a:lnTo>
                  <a:lnTo>
                    <a:pt x="61393" y="132256"/>
                  </a:lnTo>
                  <a:lnTo>
                    <a:pt x="24267" y="118052"/>
                  </a:lnTo>
                  <a:lnTo>
                    <a:pt x="0" y="84768"/>
                  </a:lnTo>
                  <a:close/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 descr=""/>
            <p:cNvSpPr/>
            <p:nvPr/>
          </p:nvSpPr>
          <p:spPr>
            <a:xfrm>
              <a:off x="7553297" y="5098724"/>
              <a:ext cx="725170" cy="122555"/>
            </a:xfrm>
            <a:custGeom>
              <a:avLst/>
              <a:gdLst/>
              <a:ahLst/>
              <a:cxnLst/>
              <a:rect l="l" t="t" r="r" b="b"/>
              <a:pathLst>
                <a:path w="725170" h="122554">
                  <a:moveTo>
                    <a:pt x="725129" y="0"/>
                  </a:moveTo>
                  <a:lnTo>
                    <a:pt x="0" y="0"/>
                  </a:lnTo>
                  <a:lnTo>
                    <a:pt x="0" y="122493"/>
                  </a:lnTo>
                  <a:lnTo>
                    <a:pt x="725129" y="122493"/>
                  </a:lnTo>
                  <a:lnTo>
                    <a:pt x="7251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 descr=""/>
            <p:cNvSpPr/>
            <p:nvPr/>
          </p:nvSpPr>
          <p:spPr>
            <a:xfrm>
              <a:off x="7591328" y="4938503"/>
              <a:ext cx="656590" cy="288290"/>
            </a:xfrm>
            <a:custGeom>
              <a:avLst/>
              <a:gdLst/>
              <a:ahLst/>
              <a:cxnLst/>
              <a:rect l="l" t="t" r="r" b="b"/>
              <a:pathLst>
                <a:path w="656590" h="288289">
                  <a:moveTo>
                    <a:pt x="0" y="0"/>
                  </a:moveTo>
                  <a:lnTo>
                    <a:pt x="0" y="288028"/>
                  </a:lnTo>
                </a:path>
                <a:path w="656590" h="288289">
                  <a:moveTo>
                    <a:pt x="656492" y="0"/>
                  </a:moveTo>
                  <a:lnTo>
                    <a:pt x="656492" y="288028"/>
                  </a:lnTo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 descr=""/>
            <p:cNvSpPr/>
            <p:nvPr/>
          </p:nvSpPr>
          <p:spPr>
            <a:xfrm>
              <a:off x="7591328" y="4821771"/>
              <a:ext cx="652145" cy="165735"/>
            </a:xfrm>
            <a:custGeom>
              <a:avLst/>
              <a:gdLst/>
              <a:ahLst/>
              <a:cxnLst/>
              <a:rect l="l" t="t" r="r" b="b"/>
              <a:pathLst>
                <a:path w="652145" h="165735">
                  <a:moveTo>
                    <a:pt x="358942" y="0"/>
                  </a:moveTo>
                  <a:lnTo>
                    <a:pt x="290124" y="0"/>
                  </a:lnTo>
                  <a:lnTo>
                    <a:pt x="224927" y="4435"/>
                  </a:lnTo>
                  <a:lnTo>
                    <a:pt x="162628" y="11106"/>
                  </a:lnTo>
                  <a:lnTo>
                    <a:pt x="104857" y="22195"/>
                  </a:lnTo>
                  <a:lnTo>
                    <a:pt x="61393" y="31964"/>
                  </a:lnTo>
                  <a:lnTo>
                    <a:pt x="24267" y="47928"/>
                  </a:lnTo>
                  <a:lnTo>
                    <a:pt x="0" y="84328"/>
                  </a:lnTo>
                  <a:lnTo>
                    <a:pt x="7968" y="98972"/>
                  </a:lnTo>
                  <a:lnTo>
                    <a:pt x="61393" y="132256"/>
                  </a:lnTo>
                  <a:lnTo>
                    <a:pt x="104857" y="143363"/>
                  </a:lnTo>
                  <a:lnTo>
                    <a:pt x="162628" y="154452"/>
                  </a:lnTo>
                  <a:lnTo>
                    <a:pt x="224927" y="161105"/>
                  </a:lnTo>
                  <a:lnTo>
                    <a:pt x="290124" y="165540"/>
                  </a:lnTo>
                  <a:lnTo>
                    <a:pt x="358942" y="165540"/>
                  </a:lnTo>
                  <a:lnTo>
                    <a:pt x="423414" y="161105"/>
                  </a:lnTo>
                  <a:lnTo>
                    <a:pt x="488611" y="154452"/>
                  </a:lnTo>
                  <a:lnTo>
                    <a:pt x="542941" y="143363"/>
                  </a:lnTo>
                  <a:lnTo>
                    <a:pt x="586768" y="132256"/>
                  </a:lnTo>
                  <a:lnTo>
                    <a:pt x="623531" y="117612"/>
                  </a:lnTo>
                  <a:lnTo>
                    <a:pt x="651964" y="84328"/>
                  </a:lnTo>
                  <a:lnTo>
                    <a:pt x="645444" y="65688"/>
                  </a:lnTo>
                  <a:lnTo>
                    <a:pt x="586768" y="31964"/>
                  </a:lnTo>
                  <a:lnTo>
                    <a:pt x="542941" y="22195"/>
                  </a:lnTo>
                  <a:lnTo>
                    <a:pt x="488611" y="11106"/>
                  </a:lnTo>
                  <a:lnTo>
                    <a:pt x="423414" y="4435"/>
                  </a:lnTo>
                  <a:lnTo>
                    <a:pt x="3589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 descr=""/>
            <p:cNvSpPr/>
            <p:nvPr/>
          </p:nvSpPr>
          <p:spPr>
            <a:xfrm>
              <a:off x="7591328" y="4554600"/>
              <a:ext cx="652145" cy="433070"/>
            </a:xfrm>
            <a:custGeom>
              <a:avLst/>
              <a:gdLst/>
              <a:ahLst/>
              <a:cxnLst/>
              <a:rect l="l" t="t" r="r" b="b"/>
              <a:pathLst>
                <a:path w="652145" h="433070">
                  <a:moveTo>
                    <a:pt x="0" y="351499"/>
                  </a:moveTo>
                  <a:lnTo>
                    <a:pt x="24267" y="315099"/>
                  </a:lnTo>
                  <a:lnTo>
                    <a:pt x="61393" y="299135"/>
                  </a:lnTo>
                  <a:lnTo>
                    <a:pt x="104857" y="289366"/>
                  </a:lnTo>
                  <a:lnTo>
                    <a:pt x="162628" y="278278"/>
                  </a:lnTo>
                  <a:lnTo>
                    <a:pt x="224927" y="271606"/>
                  </a:lnTo>
                  <a:lnTo>
                    <a:pt x="290124" y="267171"/>
                  </a:lnTo>
                  <a:lnTo>
                    <a:pt x="358942" y="267171"/>
                  </a:lnTo>
                  <a:lnTo>
                    <a:pt x="423414" y="271606"/>
                  </a:lnTo>
                  <a:lnTo>
                    <a:pt x="488611" y="278278"/>
                  </a:lnTo>
                  <a:lnTo>
                    <a:pt x="542941" y="289366"/>
                  </a:lnTo>
                  <a:lnTo>
                    <a:pt x="586768" y="299135"/>
                  </a:lnTo>
                  <a:lnTo>
                    <a:pt x="623531" y="315099"/>
                  </a:lnTo>
                  <a:lnTo>
                    <a:pt x="651964" y="351499"/>
                  </a:lnTo>
                  <a:lnTo>
                    <a:pt x="645444" y="366143"/>
                  </a:lnTo>
                  <a:lnTo>
                    <a:pt x="586768" y="399427"/>
                  </a:lnTo>
                  <a:lnTo>
                    <a:pt x="542941" y="410534"/>
                  </a:lnTo>
                  <a:lnTo>
                    <a:pt x="488611" y="421623"/>
                  </a:lnTo>
                  <a:lnTo>
                    <a:pt x="423414" y="428276"/>
                  </a:lnTo>
                  <a:lnTo>
                    <a:pt x="358942" y="432712"/>
                  </a:lnTo>
                  <a:lnTo>
                    <a:pt x="290124" y="432712"/>
                  </a:lnTo>
                  <a:lnTo>
                    <a:pt x="224927" y="428276"/>
                  </a:lnTo>
                  <a:lnTo>
                    <a:pt x="162628" y="421623"/>
                  </a:lnTo>
                  <a:lnTo>
                    <a:pt x="104857" y="410534"/>
                  </a:lnTo>
                  <a:lnTo>
                    <a:pt x="61393" y="399427"/>
                  </a:lnTo>
                  <a:lnTo>
                    <a:pt x="24267" y="384783"/>
                  </a:lnTo>
                  <a:lnTo>
                    <a:pt x="0" y="351499"/>
                  </a:lnTo>
                  <a:close/>
                </a:path>
                <a:path w="652145" h="433070">
                  <a:moveTo>
                    <a:pt x="0" y="84768"/>
                  </a:moveTo>
                  <a:lnTo>
                    <a:pt x="24267" y="47928"/>
                  </a:lnTo>
                  <a:lnTo>
                    <a:pt x="61393" y="32404"/>
                  </a:lnTo>
                  <a:lnTo>
                    <a:pt x="104857" y="22195"/>
                  </a:lnTo>
                  <a:lnTo>
                    <a:pt x="162628" y="11088"/>
                  </a:lnTo>
                  <a:lnTo>
                    <a:pt x="224927" y="4435"/>
                  </a:lnTo>
                  <a:lnTo>
                    <a:pt x="290124" y="0"/>
                  </a:lnTo>
                  <a:lnTo>
                    <a:pt x="358942" y="0"/>
                  </a:lnTo>
                  <a:lnTo>
                    <a:pt x="423414" y="4435"/>
                  </a:lnTo>
                  <a:lnTo>
                    <a:pt x="488611" y="11088"/>
                  </a:lnTo>
                  <a:lnTo>
                    <a:pt x="542941" y="22195"/>
                  </a:lnTo>
                  <a:lnTo>
                    <a:pt x="586768" y="32404"/>
                  </a:lnTo>
                  <a:lnTo>
                    <a:pt x="623531" y="47928"/>
                  </a:lnTo>
                  <a:lnTo>
                    <a:pt x="651964" y="84768"/>
                  </a:lnTo>
                  <a:lnTo>
                    <a:pt x="645444" y="98972"/>
                  </a:lnTo>
                  <a:lnTo>
                    <a:pt x="586768" y="132256"/>
                  </a:lnTo>
                  <a:lnTo>
                    <a:pt x="542941" y="143803"/>
                  </a:lnTo>
                  <a:lnTo>
                    <a:pt x="488611" y="154892"/>
                  </a:lnTo>
                  <a:lnTo>
                    <a:pt x="423414" y="161545"/>
                  </a:lnTo>
                  <a:lnTo>
                    <a:pt x="358942" y="165980"/>
                  </a:lnTo>
                  <a:lnTo>
                    <a:pt x="290124" y="165980"/>
                  </a:lnTo>
                  <a:lnTo>
                    <a:pt x="224927" y="161545"/>
                  </a:lnTo>
                  <a:lnTo>
                    <a:pt x="162628" y="154892"/>
                  </a:lnTo>
                  <a:lnTo>
                    <a:pt x="104857" y="143803"/>
                  </a:lnTo>
                  <a:lnTo>
                    <a:pt x="61393" y="132256"/>
                  </a:lnTo>
                  <a:lnTo>
                    <a:pt x="24267" y="118052"/>
                  </a:lnTo>
                  <a:lnTo>
                    <a:pt x="0" y="84768"/>
                  </a:lnTo>
                  <a:close/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 descr=""/>
            <p:cNvSpPr/>
            <p:nvPr/>
          </p:nvSpPr>
          <p:spPr>
            <a:xfrm>
              <a:off x="7553297" y="4787162"/>
              <a:ext cx="725170" cy="122555"/>
            </a:xfrm>
            <a:custGeom>
              <a:avLst/>
              <a:gdLst/>
              <a:ahLst/>
              <a:cxnLst/>
              <a:rect l="l" t="t" r="r" b="b"/>
              <a:pathLst>
                <a:path w="725170" h="122554">
                  <a:moveTo>
                    <a:pt x="725129" y="0"/>
                  </a:moveTo>
                  <a:lnTo>
                    <a:pt x="0" y="0"/>
                  </a:lnTo>
                  <a:lnTo>
                    <a:pt x="0" y="122493"/>
                  </a:lnTo>
                  <a:lnTo>
                    <a:pt x="725129" y="122493"/>
                  </a:lnTo>
                  <a:lnTo>
                    <a:pt x="7251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 descr=""/>
            <p:cNvSpPr/>
            <p:nvPr/>
          </p:nvSpPr>
          <p:spPr>
            <a:xfrm>
              <a:off x="7591328" y="4626941"/>
              <a:ext cx="656590" cy="288290"/>
            </a:xfrm>
            <a:custGeom>
              <a:avLst/>
              <a:gdLst/>
              <a:ahLst/>
              <a:cxnLst/>
              <a:rect l="l" t="t" r="r" b="b"/>
              <a:pathLst>
                <a:path w="656590" h="288289">
                  <a:moveTo>
                    <a:pt x="0" y="0"/>
                  </a:moveTo>
                  <a:lnTo>
                    <a:pt x="0" y="288028"/>
                  </a:lnTo>
                </a:path>
                <a:path w="656590" h="288289">
                  <a:moveTo>
                    <a:pt x="656492" y="0"/>
                  </a:moveTo>
                  <a:lnTo>
                    <a:pt x="656492" y="288028"/>
                  </a:lnTo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 descr=""/>
            <p:cNvSpPr/>
            <p:nvPr/>
          </p:nvSpPr>
          <p:spPr>
            <a:xfrm>
              <a:off x="7591328" y="4514662"/>
              <a:ext cx="652145" cy="165100"/>
            </a:xfrm>
            <a:custGeom>
              <a:avLst/>
              <a:gdLst/>
              <a:ahLst/>
              <a:cxnLst/>
              <a:rect l="l" t="t" r="r" b="b"/>
              <a:pathLst>
                <a:path w="652145" h="165100">
                  <a:moveTo>
                    <a:pt x="358942" y="0"/>
                  </a:moveTo>
                  <a:lnTo>
                    <a:pt x="290124" y="0"/>
                  </a:lnTo>
                  <a:lnTo>
                    <a:pt x="224927" y="3097"/>
                  </a:lnTo>
                  <a:lnTo>
                    <a:pt x="162628" y="11088"/>
                  </a:lnTo>
                  <a:lnTo>
                    <a:pt x="104857" y="22177"/>
                  </a:lnTo>
                  <a:lnTo>
                    <a:pt x="61393" y="32386"/>
                  </a:lnTo>
                  <a:lnTo>
                    <a:pt x="24267" y="46590"/>
                  </a:lnTo>
                  <a:lnTo>
                    <a:pt x="0" y="83430"/>
                  </a:lnTo>
                  <a:lnTo>
                    <a:pt x="7968" y="98972"/>
                  </a:lnTo>
                  <a:lnTo>
                    <a:pt x="61393" y="132256"/>
                  </a:lnTo>
                  <a:lnTo>
                    <a:pt x="104857" y="142465"/>
                  </a:lnTo>
                  <a:lnTo>
                    <a:pt x="162628" y="153554"/>
                  </a:lnTo>
                  <a:lnTo>
                    <a:pt x="224927" y="161105"/>
                  </a:lnTo>
                  <a:lnTo>
                    <a:pt x="290124" y="164642"/>
                  </a:lnTo>
                  <a:lnTo>
                    <a:pt x="358942" y="164642"/>
                  </a:lnTo>
                  <a:lnTo>
                    <a:pt x="423414" y="161105"/>
                  </a:lnTo>
                  <a:lnTo>
                    <a:pt x="488611" y="153554"/>
                  </a:lnTo>
                  <a:lnTo>
                    <a:pt x="542941" y="142465"/>
                  </a:lnTo>
                  <a:lnTo>
                    <a:pt x="586768" y="132256"/>
                  </a:lnTo>
                  <a:lnTo>
                    <a:pt x="623531" y="116714"/>
                  </a:lnTo>
                  <a:lnTo>
                    <a:pt x="651964" y="83430"/>
                  </a:lnTo>
                  <a:lnTo>
                    <a:pt x="645444" y="65670"/>
                  </a:lnTo>
                  <a:lnTo>
                    <a:pt x="586768" y="32386"/>
                  </a:lnTo>
                  <a:lnTo>
                    <a:pt x="542941" y="22177"/>
                  </a:lnTo>
                  <a:lnTo>
                    <a:pt x="488611" y="11088"/>
                  </a:lnTo>
                  <a:lnTo>
                    <a:pt x="423414" y="3097"/>
                  </a:lnTo>
                  <a:lnTo>
                    <a:pt x="3589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 descr=""/>
            <p:cNvSpPr/>
            <p:nvPr/>
          </p:nvSpPr>
          <p:spPr>
            <a:xfrm>
              <a:off x="7591328" y="4247473"/>
              <a:ext cx="652145" cy="432434"/>
            </a:xfrm>
            <a:custGeom>
              <a:avLst/>
              <a:gdLst/>
              <a:ahLst/>
              <a:cxnLst/>
              <a:rect l="l" t="t" r="r" b="b"/>
              <a:pathLst>
                <a:path w="652145" h="432435">
                  <a:moveTo>
                    <a:pt x="0" y="350619"/>
                  </a:moveTo>
                  <a:lnTo>
                    <a:pt x="24267" y="313779"/>
                  </a:lnTo>
                  <a:lnTo>
                    <a:pt x="61393" y="299575"/>
                  </a:lnTo>
                  <a:lnTo>
                    <a:pt x="104857" y="289366"/>
                  </a:lnTo>
                  <a:lnTo>
                    <a:pt x="162628" y="278278"/>
                  </a:lnTo>
                  <a:lnTo>
                    <a:pt x="224927" y="270286"/>
                  </a:lnTo>
                  <a:lnTo>
                    <a:pt x="290124" y="267189"/>
                  </a:lnTo>
                  <a:lnTo>
                    <a:pt x="358942" y="267189"/>
                  </a:lnTo>
                  <a:lnTo>
                    <a:pt x="423414" y="270286"/>
                  </a:lnTo>
                  <a:lnTo>
                    <a:pt x="488611" y="278278"/>
                  </a:lnTo>
                  <a:lnTo>
                    <a:pt x="542941" y="289366"/>
                  </a:lnTo>
                  <a:lnTo>
                    <a:pt x="586768" y="299575"/>
                  </a:lnTo>
                  <a:lnTo>
                    <a:pt x="623531" y="313779"/>
                  </a:lnTo>
                  <a:lnTo>
                    <a:pt x="651964" y="350619"/>
                  </a:lnTo>
                  <a:lnTo>
                    <a:pt x="645444" y="366162"/>
                  </a:lnTo>
                  <a:lnTo>
                    <a:pt x="586768" y="399446"/>
                  </a:lnTo>
                  <a:lnTo>
                    <a:pt x="542941" y="409655"/>
                  </a:lnTo>
                  <a:lnTo>
                    <a:pt x="488611" y="420743"/>
                  </a:lnTo>
                  <a:lnTo>
                    <a:pt x="423414" y="428294"/>
                  </a:lnTo>
                  <a:lnTo>
                    <a:pt x="358942" y="431832"/>
                  </a:lnTo>
                  <a:lnTo>
                    <a:pt x="290124" y="431832"/>
                  </a:lnTo>
                  <a:lnTo>
                    <a:pt x="224927" y="428294"/>
                  </a:lnTo>
                  <a:lnTo>
                    <a:pt x="162628" y="420743"/>
                  </a:lnTo>
                  <a:lnTo>
                    <a:pt x="104857" y="409655"/>
                  </a:lnTo>
                  <a:lnTo>
                    <a:pt x="61393" y="399446"/>
                  </a:lnTo>
                  <a:lnTo>
                    <a:pt x="24267" y="383903"/>
                  </a:lnTo>
                  <a:lnTo>
                    <a:pt x="0" y="350619"/>
                  </a:lnTo>
                  <a:close/>
                </a:path>
                <a:path w="652145" h="432435">
                  <a:moveTo>
                    <a:pt x="0" y="83448"/>
                  </a:moveTo>
                  <a:lnTo>
                    <a:pt x="24267" y="47048"/>
                  </a:lnTo>
                  <a:lnTo>
                    <a:pt x="61393" y="32404"/>
                  </a:lnTo>
                  <a:lnTo>
                    <a:pt x="104857" y="22635"/>
                  </a:lnTo>
                  <a:lnTo>
                    <a:pt x="162628" y="11106"/>
                  </a:lnTo>
                  <a:lnTo>
                    <a:pt x="224927" y="3555"/>
                  </a:lnTo>
                  <a:lnTo>
                    <a:pt x="290124" y="0"/>
                  </a:lnTo>
                  <a:lnTo>
                    <a:pt x="358942" y="0"/>
                  </a:lnTo>
                  <a:lnTo>
                    <a:pt x="423414" y="3555"/>
                  </a:lnTo>
                  <a:lnTo>
                    <a:pt x="488611" y="11106"/>
                  </a:lnTo>
                  <a:lnTo>
                    <a:pt x="542941" y="22635"/>
                  </a:lnTo>
                  <a:lnTo>
                    <a:pt x="586768" y="32404"/>
                  </a:lnTo>
                  <a:lnTo>
                    <a:pt x="623531" y="47048"/>
                  </a:lnTo>
                  <a:lnTo>
                    <a:pt x="651964" y="83448"/>
                  </a:lnTo>
                  <a:lnTo>
                    <a:pt x="645444" y="98972"/>
                  </a:lnTo>
                  <a:lnTo>
                    <a:pt x="586768" y="132714"/>
                  </a:lnTo>
                  <a:lnTo>
                    <a:pt x="542941" y="142465"/>
                  </a:lnTo>
                  <a:lnTo>
                    <a:pt x="488611" y="153572"/>
                  </a:lnTo>
                  <a:lnTo>
                    <a:pt x="423414" y="161563"/>
                  </a:lnTo>
                  <a:lnTo>
                    <a:pt x="358942" y="164661"/>
                  </a:lnTo>
                  <a:lnTo>
                    <a:pt x="290124" y="164661"/>
                  </a:lnTo>
                  <a:lnTo>
                    <a:pt x="224927" y="161563"/>
                  </a:lnTo>
                  <a:lnTo>
                    <a:pt x="162628" y="153572"/>
                  </a:lnTo>
                  <a:lnTo>
                    <a:pt x="104857" y="142465"/>
                  </a:lnTo>
                  <a:lnTo>
                    <a:pt x="61393" y="132714"/>
                  </a:lnTo>
                  <a:lnTo>
                    <a:pt x="24267" y="117172"/>
                  </a:lnTo>
                  <a:lnTo>
                    <a:pt x="0" y="83448"/>
                  </a:lnTo>
                  <a:close/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 descr=""/>
            <p:cNvSpPr/>
            <p:nvPr/>
          </p:nvSpPr>
          <p:spPr>
            <a:xfrm>
              <a:off x="7553297" y="4479159"/>
              <a:ext cx="725170" cy="122555"/>
            </a:xfrm>
            <a:custGeom>
              <a:avLst/>
              <a:gdLst/>
              <a:ahLst/>
              <a:cxnLst/>
              <a:rect l="l" t="t" r="r" b="b"/>
              <a:pathLst>
                <a:path w="725170" h="122554">
                  <a:moveTo>
                    <a:pt x="725129" y="0"/>
                  </a:moveTo>
                  <a:lnTo>
                    <a:pt x="0" y="0"/>
                  </a:lnTo>
                  <a:lnTo>
                    <a:pt x="0" y="122049"/>
                  </a:lnTo>
                  <a:lnTo>
                    <a:pt x="725129" y="122049"/>
                  </a:lnTo>
                  <a:lnTo>
                    <a:pt x="7251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 descr=""/>
            <p:cNvSpPr/>
            <p:nvPr/>
          </p:nvSpPr>
          <p:spPr>
            <a:xfrm>
              <a:off x="7591328" y="4319815"/>
              <a:ext cx="656590" cy="287655"/>
            </a:xfrm>
            <a:custGeom>
              <a:avLst/>
              <a:gdLst/>
              <a:ahLst/>
              <a:cxnLst/>
              <a:rect l="l" t="t" r="r" b="b"/>
              <a:pathLst>
                <a:path w="656590" h="287654">
                  <a:moveTo>
                    <a:pt x="0" y="0"/>
                  </a:moveTo>
                  <a:lnTo>
                    <a:pt x="0" y="287148"/>
                  </a:lnTo>
                </a:path>
                <a:path w="656590" h="287654">
                  <a:moveTo>
                    <a:pt x="656492" y="0"/>
                  </a:moveTo>
                  <a:lnTo>
                    <a:pt x="656492" y="287148"/>
                  </a:lnTo>
                </a:path>
              </a:pathLst>
            </a:custGeom>
            <a:ln w="13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4" name="object 154" descr=""/>
          <p:cNvSpPr txBox="1"/>
          <p:nvPr/>
        </p:nvSpPr>
        <p:spPr>
          <a:xfrm>
            <a:off x="5004093" y="4427535"/>
            <a:ext cx="80645" cy="2260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-50">
                <a:latin typeface="Times New Roman"/>
                <a:cs typeface="Times New Roman"/>
              </a:rPr>
              <a:t>I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55" name="object 155" descr=""/>
          <p:cNvSpPr txBox="1"/>
          <p:nvPr/>
        </p:nvSpPr>
        <p:spPr>
          <a:xfrm>
            <a:off x="5987292" y="4427535"/>
            <a:ext cx="80645" cy="2260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-50">
                <a:latin typeface="Times New Roman"/>
                <a:cs typeface="Times New Roman"/>
              </a:rPr>
              <a:t>I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56" name="object 156" descr=""/>
          <p:cNvSpPr txBox="1"/>
          <p:nvPr/>
        </p:nvSpPr>
        <p:spPr>
          <a:xfrm>
            <a:off x="6892073" y="4427535"/>
            <a:ext cx="172085" cy="2260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-50">
                <a:latin typeface="Times New Roman"/>
                <a:cs typeface="Times New Roman"/>
              </a:rPr>
              <a:t>M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57" name="object 157" descr=""/>
          <p:cNvSpPr txBox="1"/>
          <p:nvPr/>
        </p:nvSpPr>
        <p:spPr>
          <a:xfrm>
            <a:off x="7845934" y="4418697"/>
            <a:ext cx="196850" cy="25907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00" spc="-50">
                <a:latin typeface="Times New Roman"/>
                <a:cs typeface="Times New Roman"/>
              </a:rPr>
              <a:t>M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58" name="object 158" descr=""/>
          <p:cNvSpPr txBox="1"/>
          <p:nvPr/>
        </p:nvSpPr>
        <p:spPr>
          <a:xfrm>
            <a:off x="4998479" y="4750186"/>
            <a:ext cx="89535" cy="2260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-50">
                <a:latin typeface="Times New Roman"/>
                <a:cs typeface="Times New Roman"/>
              </a:rPr>
              <a:t>J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59" name="object 159" descr=""/>
          <p:cNvSpPr txBox="1"/>
          <p:nvPr/>
        </p:nvSpPr>
        <p:spPr>
          <a:xfrm>
            <a:off x="4982180" y="5354230"/>
            <a:ext cx="126364" cy="2260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-50">
                <a:latin typeface="Times New Roman"/>
                <a:cs typeface="Times New Roman"/>
              </a:rPr>
              <a:t>L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60" name="object 160" descr=""/>
          <p:cNvSpPr txBox="1"/>
          <p:nvPr/>
        </p:nvSpPr>
        <p:spPr>
          <a:xfrm>
            <a:off x="5951434" y="5352892"/>
            <a:ext cx="126364" cy="2260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-50">
                <a:latin typeface="Times New Roman"/>
                <a:cs typeface="Times New Roman"/>
              </a:rPr>
              <a:t>L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61" name="object 161" descr=""/>
          <p:cNvSpPr txBox="1"/>
          <p:nvPr/>
        </p:nvSpPr>
        <p:spPr>
          <a:xfrm>
            <a:off x="6892073" y="5345341"/>
            <a:ext cx="117475" cy="2260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-50">
                <a:latin typeface="Times New Roman"/>
                <a:cs typeface="Times New Roman"/>
              </a:rPr>
              <a:t>P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62" name="object 162" descr=""/>
          <p:cNvSpPr txBox="1"/>
          <p:nvPr/>
        </p:nvSpPr>
        <p:spPr>
          <a:xfrm>
            <a:off x="4991959" y="5067081"/>
            <a:ext cx="144780" cy="2260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-50">
                <a:latin typeface="Times New Roman"/>
                <a:cs typeface="Times New Roman"/>
              </a:rPr>
              <a:t>K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63" name="object 163" descr=""/>
          <p:cNvSpPr txBox="1"/>
          <p:nvPr/>
        </p:nvSpPr>
        <p:spPr>
          <a:xfrm>
            <a:off x="5952339" y="5067081"/>
            <a:ext cx="144780" cy="2260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-50">
                <a:latin typeface="Times New Roman"/>
                <a:cs typeface="Times New Roman"/>
              </a:rPr>
              <a:t>K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64" name="object 164" descr=""/>
          <p:cNvSpPr txBox="1"/>
          <p:nvPr/>
        </p:nvSpPr>
        <p:spPr>
          <a:xfrm>
            <a:off x="6897326" y="5067081"/>
            <a:ext cx="144780" cy="2260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-50">
                <a:latin typeface="Times New Roman"/>
                <a:cs typeface="Times New Roman"/>
              </a:rPr>
              <a:t>O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65" name="object 165" descr=""/>
          <p:cNvSpPr txBox="1"/>
          <p:nvPr/>
        </p:nvSpPr>
        <p:spPr>
          <a:xfrm>
            <a:off x="7851186" y="5067081"/>
            <a:ext cx="144780" cy="2260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-50">
                <a:latin typeface="Times New Roman"/>
                <a:cs typeface="Times New Roman"/>
              </a:rPr>
              <a:t>O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66" name="object 166" descr=""/>
          <p:cNvSpPr txBox="1"/>
          <p:nvPr/>
        </p:nvSpPr>
        <p:spPr>
          <a:xfrm>
            <a:off x="5979504" y="4752422"/>
            <a:ext cx="89535" cy="2260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-50">
                <a:latin typeface="Times New Roman"/>
                <a:cs typeface="Times New Roman"/>
              </a:rPr>
              <a:t>J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67" name="object 167" descr=""/>
          <p:cNvSpPr txBox="1"/>
          <p:nvPr/>
        </p:nvSpPr>
        <p:spPr>
          <a:xfrm>
            <a:off x="6897326" y="4757737"/>
            <a:ext cx="144780" cy="2260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-50">
                <a:latin typeface="Times New Roman"/>
                <a:cs typeface="Times New Roman"/>
              </a:rPr>
              <a:t>N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68" name="object 168" descr=""/>
          <p:cNvSpPr txBox="1"/>
          <p:nvPr/>
        </p:nvSpPr>
        <p:spPr>
          <a:xfrm>
            <a:off x="7849013" y="4757737"/>
            <a:ext cx="144780" cy="2260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-50">
                <a:latin typeface="Times New Roman"/>
                <a:cs typeface="Times New Roman"/>
              </a:rPr>
              <a:t>N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169" name="object 169" descr=""/>
          <p:cNvGrpSpPr/>
          <p:nvPr/>
        </p:nvGrpSpPr>
        <p:grpSpPr>
          <a:xfrm>
            <a:off x="4654953" y="3893407"/>
            <a:ext cx="3676015" cy="1855470"/>
            <a:chOff x="4654953" y="3893407"/>
            <a:chExt cx="3676015" cy="1855470"/>
          </a:xfrm>
        </p:grpSpPr>
        <p:sp>
          <p:nvSpPr>
            <p:cNvPr id="170" name="object 170" descr=""/>
            <p:cNvSpPr/>
            <p:nvPr/>
          </p:nvSpPr>
          <p:spPr>
            <a:xfrm>
              <a:off x="5042690" y="3902608"/>
              <a:ext cx="2886075" cy="429895"/>
            </a:xfrm>
            <a:custGeom>
              <a:avLst/>
              <a:gdLst/>
              <a:ahLst/>
              <a:cxnLst/>
              <a:rect l="l" t="t" r="r" b="b"/>
              <a:pathLst>
                <a:path w="2886075" h="429895">
                  <a:moveTo>
                    <a:pt x="0" y="0"/>
                  </a:moveTo>
                  <a:lnTo>
                    <a:pt x="1267" y="414988"/>
                  </a:lnTo>
                </a:path>
                <a:path w="2886075" h="429895">
                  <a:moveTo>
                    <a:pt x="975773" y="14662"/>
                  </a:moveTo>
                  <a:lnTo>
                    <a:pt x="975773" y="429632"/>
                  </a:lnTo>
                </a:path>
                <a:path w="2886075" h="429895">
                  <a:moveTo>
                    <a:pt x="1930901" y="6598"/>
                  </a:moveTo>
                  <a:lnTo>
                    <a:pt x="1931807" y="422979"/>
                  </a:lnTo>
                </a:path>
                <a:path w="2886075" h="429895">
                  <a:moveTo>
                    <a:pt x="2884762" y="0"/>
                  </a:moveTo>
                  <a:lnTo>
                    <a:pt x="2885667" y="414988"/>
                  </a:lnTo>
                </a:path>
              </a:pathLst>
            </a:custGeom>
            <a:ln w="18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 descr=""/>
            <p:cNvSpPr/>
            <p:nvPr/>
          </p:nvSpPr>
          <p:spPr>
            <a:xfrm>
              <a:off x="4661525" y="4132155"/>
              <a:ext cx="0" cy="1548765"/>
            </a:xfrm>
            <a:custGeom>
              <a:avLst/>
              <a:gdLst/>
              <a:ahLst/>
              <a:cxnLst/>
              <a:rect l="l" t="t" r="r" b="b"/>
              <a:pathLst>
                <a:path w="0" h="1548764">
                  <a:moveTo>
                    <a:pt x="0" y="0"/>
                  </a:moveTo>
                  <a:lnTo>
                    <a:pt x="0" y="1548404"/>
                  </a:lnTo>
                </a:path>
              </a:pathLst>
            </a:custGeom>
            <a:ln w="13144">
              <a:solidFill>
                <a:srgbClr val="0000F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 descr=""/>
            <p:cNvSpPr/>
            <p:nvPr/>
          </p:nvSpPr>
          <p:spPr>
            <a:xfrm>
              <a:off x="4654953" y="5720497"/>
              <a:ext cx="38100" cy="28575"/>
            </a:xfrm>
            <a:custGeom>
              <a:avLst/>
              <a:gdLst/>
              <a:ahLst/>
              <a:cxnLst/>
              <a:rect l="l" t="t" r="r" b="b"/>
              <a:pathLst>
                <a:path w="38100" h="28575">
                  <a:moveTo>
                    <a:pt x="13220" y="0"/>
                  </a:moveTo>
                  <a:lnTo>
                    <a:pt x="0" y="0"/>
                  </a:lnTo>
                  <a:lnTo>
                    <a:pt x="0" y="27968"/>
                  </a:lnTo>
                  <a:lnTo>
                    <a:pt x="38031" y="27968"/>
                  </a:lnTo>
                  <a:lnTo>
                    <a:pt x="38031" y="14644"/>
                  </a:lnTo>
                  <a:lnTo>
                    <a:pt x="6519" y="14644"/>
                  </a:lnTo>
                  <a:lnTo>
                    <a:pt x="6519" y="21297"/>
                  </a:lnTo>
                  <a:lnTo>
                    <a:pt x="13220" y="21297"/>
                  </a:lnTo>
                  <a:lnTo>
                    <a:pt x="1322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 descr=""/>
            <p:cNvSpPr/>
            <p:nvPr/>
          </p:nvSpPr>
          <p:spPr>
            <a:xfrm>
              <a:off x="4732102" y="5741809"/>
              <a:ext cx="1609725" cy="0"/>
            </a:xfrm>
            <a:custGeom>
              <a:avLst/>
              <a:gdLst/>
              <a:ahLst/>
              <a:cxnLst/>
              <a:rect l="l" t="t" r="r" b="b"/>
              <a:pathLst>
                <a:path w="1609725" h="0">
                  <a:moveTo>
                    <a:pt x="0" y="0"/>
                  </a:moveTo>
                  <a:lnTo>
                    <a:pt x="1609323" y="0"/>
                  </a:lnTo>
                </a:path>
              </a:pathLst>
            </a:custGeom>
            <a:ln w="13314">
              <a:solidFill>
                <a:srgbClr val="0000F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 descr=""/>
            <p:cNvSpPr/>
            <p:nvPr/>
          </p:nvSpPr>
          <p:spPr>
            <a:xfrm>
              <a:off x="6380304" y="5724933"/>
              <a:ext cx="43180" cy="24130"/>
            </a:xfrm>
            <a:custGeom>
              <a:avLst/>
              <a:gdLst/>
              <a:ahLst/>
              <a:cxnLst/>
              <a:rect l="l" t="t" r="r" b="b"/>
              <a:pathLst>
                <a:path w="43179" h="24129">
                  <a:moveTo>
                    <a:pt x="42558" y="0"/>
                  </a:moveTo>
                  <a:lnTo>
                    <a:pt x="29338" y="0"/>
                  </a:lnTo>
                  <a:lnTo>
                    <a:pt x="29338" y="16862"/>
                  </a:lnTo>
                  <a:lnTo>
                    <a:pt x="36039" y="16862"/>
                  </a:lnTo>
                  <a:lnTo>
                    <a:pt x="36039" y="10208"/>
                  </a:lnTo>
                  <a:lnTo>
                    <a:pt x="0" y="10208"/>
                  </a:lnTo>
                  <a:lnTo>
                    <a:pt x="0" y="23533"/>
                  </a:lnTo>
                  <a:lnTo>
                    <a:pt x="42558" y="23533"/>
                  </a:lnTo>
                  <a:lnTo>
                    <a:pt x="4255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 descr=""/>
            <p:cNvSpPr/>
            <p:nvPr/>
          </p:nvSpPr>
          <p:spPr>
            <a:xfrm>
              <a:off x="6416215" y="4136554"/>
              <a:ext cx="0" cy="1548765"/>
            </a:xfrm>
            <a:custGeom>
              <a:avLst/>
              <a:gdLst/>
              <a:ahLst/>
              <a:cxnLst/>
              <a:rect l="l" t="t" r="r" b="b"/>
              <a:pathLst>
                <a:path w="0" h="1548764">
                  <a:moveTo>
                    <a:pt x="0" y="0"/>
                  </a:moveTo>
                  <a:lnTo>
                    <a:pt x="0" y="1548441"/>
                  </a:lnTo>
                </a:path>
              </a:pathLst>
            </a:custGeom>
            <a:ln w="13144">
              <a:solidFill>
                <a:srgbClr val="0000F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6" name="object 176" descr=""/>
            <p:cNvSpPr/>
            <p:nvPr/>
          </p:nvSpPr>
          <p:spPr>
            <a:xfrm>
              <a:off x="4680850" y="4132019"/>
              <a:ext cx="1701164" cy="0"/>
            </a:xfrm>
            <a:custGeom>
              <a:avLst/>
              <a:gdLst/>
              <a:ahLst/>
              <a:cxnLst/>
              <a:rect l="l" t="t" r="r" b="b"/>
              <a:pathLst>
                <a:path w="1701164" h="0">
                  <a:moveTo>
                    <a:pt x="0" y="0"/>
                  </a:moveTo>
                  <a:lnTo>
                    <a:pt x="1700780" y="0"/>
                  </a:lnTo>
                </a:path>
              </a:pathLst>
            </a:custGeom>
            <a:ln w="13314">
              <a:solidFill>
                <a:srgbClr val="0000F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 descr=""/>
            <p:cNvSpPr/>
            <p:nvPr/>
          </p:nvSpPr>
          <p:spPr>
            <a:xfrm>
              <a:off x="6569246" y="4132155"/>
              <a:ext cx="0" cy="1548765"/>
            </a:xfrm>
            <a:custGeom>
              <a:avLst/>
              <a:gdLst/>
              <a:ahLst/>
              <a:cxnLst/>
              <a:rect l="l" t="t" r="r" b="b"/>
              <a:pathLst>
                <a:path w="0" h="1548764">
                  <a:moveTo>
                    <a:pt x="0" y="0"/>
                  </a:moveTo>
                  <a:lnTo>
                    <a:pt x="0" y="1548404"/>
                  </a:lnTo>
                </a:path>
              </a:pathLst>
            </a:custGeom>
            <a:ln w="13144">
              <a:solidFill>
                <a:srgbClr val="0000F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 descr=""/>
            <p:cNvSpPr/>
            <p:nvPr/>
          </p:nvSpPr>
          <p:spPr>
            <a:xfrm>
              <a:off x="6562674" y="5720497"/>
              <a:ext cx="38100" cy="28575"/>
            </a:xfrm>
            <a:custGeom>
              <a:avLst/>
              <a:gdLst/>
              <a:ahLst/>
              <a:cxnLst/>
              <a:rect l="l" t="t" r="r" b="b"/>
              <a:pathLst>
                <a:path w="38100" h="28575">
                  <a:moveTo>
                    <a:pt x="13039" y="0"/>
                  </a:moveTo>
                  <a:lnTo>
                    <a:pt x="0" y="0"/>
                  </a:lnTo>
                  <a:lnTo>
                    <a:pt x="0" y="27968"/>
                  </a:lnTo>
                  <a:lnTo>
                    <a:pt x="38031" y="27968"/>
                  </a:lnTo>
                  <a:lnTo>
                    <a:pt x="38031" y="14644"/>
                  </a:lnTo>
                  <a:lnTo>
                    <a:pt x="6519" y="14644"/>
                  </a:lnTo>
                  <a:lnTo>
                    <a:pt x="6519" y="21297"/>
                  </a:lnTo>
                  <a:lnTo>
                    <a:pt x="13039" y="21297"/>
                  </a:lnTo>
                  <a:lnTo>
                    <a:pt x="13039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 descr=""/>
            <p:cNvSpPr/>
            <p:nvPr/>
          </p:nvSpPr>
          <p:spPr>
            <a:xfrm>
              <a:off x="6639823" y="5741809"/>
              <a:ext cx="1609725" cy="0"/>
            </a:xfrm>
            <a:custGeom>
              <a:avLst/>
              <a:gdLst/>
              <a:ahLst/>
              <a:cxnLst/>
              <a:rect l="l" t="t" r="r" b="b"/>
              <a:pathLst>
                <a:path w="1609725" h="0">
                  <a:moveTo>
                    <a:pt x="0" y="0"/>
                  </a:moveTo>
                  <a:lnTo>
                    <a:pt x="1609323" y="0"/>
                  </a:lnTo>
                </a:path>
              </a:pathLst>
            </a:custGeom>
            <a:ln w="13314">
              <a:solidFill>
                <a:srgbClr val="0000F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 descr=""/>
            <p:cNvSpPr/>
            <p:nvPr/>
          </p:nvSpPr>
          <p:spPr>
            <a:xfrm>
              <a:off x="8288025" y="5724933"/>
              <a:ext cx="43180" cy="24130"/>
            </a:xfrm>
            <a:custGeom>
              <a:avLst/>
              <a:gdLst/>
              <a:ahLst/>
              <a:cxnLst/>
              <a:rect l="l" t="t" r="r" b="b"/>
              <a:pathLst>
                <a:path w="43179" h="24129">
                  <a:moveTo>
                    <a:pt x="42558" y="0"/>
                  </a:moveTo>
                  <a:lnTo>
                    <a:pt x="29338" y="0"/>
                  </a:lnTo>
                  <a:lnTo>
                    <a:pt x="29338" y="16862"/>
                  </a:lnTo>
                  <a:lnTo>
                    <a:pt x="36039" y="16862"/>
                  </a:lnTo>
                  <a:lnTo>
                    <a:pt x="36039" y="10208"/>
                  </a:lnTo>
                  <a:lnTo>
                    <a:pt x="0" y="10208"/>
                  </a:lnTo>
                  <a:lnTo>
                    <a:pt x="0" y="23533"/>
                  </a:lnTo>
                  <a:lnTo>
                    <a:pt x="42558" y="23533"/>
                  </a:lnTo>
                  <a:lnTo>
                    <a:pt x="4255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 descr=""/>
            <p:cNvSpPr/>
            <p:nvPr/>
          </p:nvSpPr>
          <p:spPr>
            <a:xfrm>
              <a:off x="8323936" y="4136554"/>
              <a:ext cx="0" cy="1548765"/>
            </a:xfrm>
            <a:custGeom>
              <a:avLst/>
              <a:gdLst/>
              <a:ahLst/>
              <a:cxnLst/>
              <a:rect l="l" t="t" r="r" b="b"/>
              <a:pathLst>
                <a:path w="0" h="1548764">
                  <a:moveTo>
                    <a:pt x="0" y="0"/>
                  </a:moveTo>
                  <a:lnTo>
                    <a:pt x="0" y="1548441"/>
                  </a:lnTo>
                </a:path>
              </a:pathLst>
            </a:custGeom>
            <a:ln w="13144">
              <a:solidFill>
                <a:srgbClr val="0000F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 descr=""/>
            <p:cNvSpPr/>
            <p:nvPr/>
          </p:nvSpPr>
          <p:spPr>
            <a:xfrm>
              <a:off x="6588571" y="4132019"/>
              <a:ext cx="1701164" cy="0"/>
            </a:xfrm>
            <a:custGeom>
              <a:avLst/>
              <a:gdLst/>
              <a:ahLst/>
              <a:cxnLst/>
              <a:rect l="l" t="t" r="r" b="b"/>
              <a:pathLst>
                <a:path w="1701165" h="0">
                  <a:moveTo>
                    <a:pt x="0" y="0"/>
                  </a:moveTo>
                  <a:lnTo>
                    <a:pt x="1700780" y="0"/>
                  </a:lnTo>
                </a:path>
              </a:pathLst>
            </a:custGeom>
            <a:ln w="13314">
              <a:solidFill>
                <a:srgbClr val="0000F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3" name="object 183" descr=""/>
          <p:cNvSpPr txBox="1"/>
          <p:nvPr/>
        </p:nvSpPr>
        <p:spPr>
          <a:xfrm>
            <a:off x="1559438" y="5833544"/>
            <a:ext cx="354965" cy="2260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-35" b="1">
                <a:solidFill>
                  <a:srgbClr val="993300"/>
                </a:solidFill>
                <a:latin typeface="宋体"/>
                <a:cs typeface="宋体"/>
              </a:rPr>
              <a:t>镜像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184" name="object 184" descr=""/>
          <p:cNvSpPr txBox="1"/>
          <p:nvPr/>
        </p:nvSpPr>
        <p:spPr>
          <a:xfrm>
            <a:off x="3436480" y="5833544"/>
            <a:ext cx="354965" cy="2260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-35" b="1">
                <a:solidFill>
                  <a:srgbClr val="993300"/>
                </a:solidFill>
                <a:latin typeface="宋体"/>
                <a:cs typeface="宋体"/>
              </a:rPr>
              <a:t>镜像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185" name="object 185" descr=""/>
          <p:cNvSpPr txBox="1"/>
          <p:nvPr/>
        </p:nvSpPr>
        <p:spPr>
          <a:xfrm>
            <a:off x="5382232" y="5833544"/>
            <a:ext cx="354965" cy="2260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-35" b="1">
                <a:solidFill>
                  <a:srgbClr val="993300"/>
                </a:solidFill>
                <a:latin typeface="宋体"/>
                <a:cs typeface="宋体"/>
              </a:rPr>
              <a:t>镜像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186" name="object 186" descr=""/>
          <p:cNvSpPr txBox="1"/>
          <p:nvPr/>
        </p:nvSpPr>
        <p:spPr>
          <a:xfrm>
            <a:off x="7259347" y="5833544"/>
            <a:ext cx="354965" cy="2260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-35" b="1">
                <a:solidFill>
                  <a:srgbClr val="993300"/>
                </a:solidFill>
                <a:latin typeface="宋体"/>
                <a:cs typeface="宋体"/>
              </a:rPr>
              <a:t>镜像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187" name="object 187" descr=""/>
          <p:cNvSpPr txBox="1"/>
          <p:nvPr/>
        </p:nvSpPr>
        <p:spPr>
          <a:xfrm>
            <a:off x="1621212" y="4811439"/>
            <a:ext cx="190500" cy="2260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-50">
                <a:latin typeface="宋体"/>
                <a:cs typeface="宋体"/>
              </a:rPr>
              <a:t>＝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188" name="object 188" descr=""/>
          <p:cNvSpPr txBox="1"/>
          <p:nvPr/>
        </p:nvSpPr>
        <p:spPr>
          <a:xfrm>
            <a:off x="3526669" y="4813656"/>
            <a:ext cx="190500" cy="2260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-50">
                <a:latin typeface="宋体"/>
                <a:cs typeface="宋体"/>
              </a:rPr>
              <a:t>＝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189" name="object 189" descr=""/>
          <p:cNvSpPr txBox="1"/>
          <p:nvPr/>
        </p:nvSpPr>
        <p:spPr>
          <a:xfrm>
            <a:off x="5434389" y="4811439"/>
            <a:ext cx="190500" cy="2260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-50">
                <a:latin typeface="宋体"/>
                <a:cs typeface="宋体"/>
              </a:rPr>
              <a:t>＝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190" name="object 190" descr=""/>
          <p:cNvSpPr txBox="1"/>
          <p:nvPr/>
        </p:nvSpPr>
        <p:spPr>
          <a:xfrm>
            <a:off x="7342110" y="4811439"/>
            <a:ext cx="190500" cy="2260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-50">
                <a:latin typeface="宋体"/>
                <a:cs typeface="宋体"/>
              </a:rPr>
              <a:t>＝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191" name="object 191" descr=""/>
          <p:cNvSpPr txBox="1"/>
          <p:nvPr/>
        </p:nvSpPr>
        <p:spPr>
          <a:xfrm>
            <a:off x="4035020" y="5347559"/>
            <a:ext cx="144780" cy="2260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-50">
                <a:latin typeface="Times New Roman"/>
                <a:cs typeface="Times New Roman"/>
              </a:rPr>
              <a:t>H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92" name="object 192" descr=""/>
          <p:cNvSpPr txBox="1"/>
          <p:nvPr/>
        </p:nvSpPr>
        <p:spPr>
          <a:xfrm>
            <a:off x="7861327" y="5347559"/>
            <a:ext cx="117475" cy="2260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-50">
                <a:latin typeface="Times New Roman"/>
                <a:cs typeface="Times New Roman"/>
              </a:rPr>
              <a:t>P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93" name="object 193" descr=""/>
          <p:cNvSpPr txBox="1"/>
          <p:nvPr/>
        </p:nvSpPr>
        <p:spPr>
          <a:xfrm>
            <a:off x="3498850" y="6168644"/>
            <a:ext cx="8845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solidFill>
                  <a:srgbClr val="40458B"/>
                </a:solidFill>
                <a:latin typeface="Tahoma"/>
                <a:cs typeface="Tahoma"/>
              </a:rPr>
              <a:t>RAID1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53605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34809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15" b="1">
                <a:solidFill>
                  <a:srgbClr val="40458B"/>
                </a:solidFill>
                <a:latin typeface="宋体"/>
                <a:cs typeface="宋体"/>
              </a:rPr>
              <a:t>31/81</a:t>
            </a:r>
            <a:endParaRPr baseline="1736" sz="2400">
              <a:latin typeface="宋体"/>
              <a:cs typeface="宋体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1555750" y="549275"/>
            <a:ext cx="7588250" cy="0"/>
          </a:xfrm>
          <a:custGeom>
            <a:avLst/>
            <a:gdLst/>
            <a:ahLst/>
            <a:cxnLst/>
            <a:rect l="l" t="t" r="r" b="b"/>
            <a:pathLst>
              <a:path w="7588250" h="0">
                <a:moveTo>
                  <a:pt x="0" y="0"/>
                </a:moveTo>
                <a:lnTo>
                  <a:pt x="7588250" y="0"/>
                </a:lnTo>
              </a:path>
            </a:pathLst>
          </a:custGeom>
          <a:ln w="38100">
            <a:solidFill>
              <a:srgbClr val="2C44A3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119062" y="188976"/>
            <a:ext cx="1437005" cy="274955"/>
            <a:chOff x="119062" y="188976"/>
            <a:chExt cx="1437005" cy="274955"/>
          </a:xfrm>
        </p:grpSpPr>
        <p:sp>
          <p:nvSpPr>
            <p:cNvPr id="5" name="object 5" descr=""/>
            <p:cNvSpPr/>
            <p:nvPr/>
          </p:nvSpPr>
          <p:spPr>
            <a:xfrm>
              <a:off x="119062" y="188976"/>
              <a:ext cx="499745" cy="274955"/>
            </a:xfrm>
            <a:custGeom>
              <a:avLst/>
              <a:gdLst/>
              <a:ahLst/>
              <a:cxnLst/>
              <a:rect l="l" t="t" r="r" b="b"/>
              <a:pathLst>
                <a:path w="499745" h="274955">
                  <a:moveTo>
                    <a:pt x="119837" y="0"/>
                  </a:moveTo>
                  <a:lnTo>
                    <a:pt x="4993" y="41528"/>
                  </a:lnTo>
                  <a:lnTo>
                    <a:pt x="264655" y="135508"/>
                  </a:lnTo>
                  <a:lnTo>
                    <a:pt x="0" y="231266"/>
                  </a:lnTo>
                  <a:lnTo>
                    <a:pt x="119837" y="274574"/>
                  </a:lnTo>
                  <a:lnTo>
                    <a:pt x="499338" y="137287"/>
                  </a:lnTo>
                  <a:lnTo>
                    <a:pt x="119837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85546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9621" y="0"/>
                  </a:moveTo>
                  <a:lnTo>
                    <a:pt x="4991" y="41528"/>
                  </a:lnTo>
                  <a:lnTo>
                    <a:pt x="264147" y="135508"/>
                  </a:lnTo>
                  <a:lnTo>
                    <a:pt x="0" y="231266"/>
                  </a:lnTo>
                  <a:lnTo>
                    <a:pt x="119621" y="274574"/>
                  </a:lnTo>
                  <a:lnTo>
                    <a:pt x="497141" y="137287"/>
                  </a:lnTo>
                  <a:lnTo>
                    <a:pt x="119621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058608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8363" y="0"/>
                  </a:moveTo>
                  <a:lnTo>
                    <a:pt x="4978" y="41528"/>
                  </a:lnTo>
                  <a:lnTo>
                    <a:pt x="264096" y="135508"/>
                  </a:lnTo>
                  <a:lnTo>
                    <a:pt x="0" y="231266"/>
                  </a:lnTo>
                  <a:lnTo>
                    <a:pt x="118363" y="274574"/>
                  </a:lnTo>
                  <a:lnTo>
                    <a:pt x="497141" y="137287"/>
                  </a:lnTo>
                  <a:lnTo>
                    <a:pt x="118363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701164" y="138176"/>
            <a:ext cx="459803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065" algn="l"/>
              </a:tabLst>
            </a:pPr>
            <a:r>
              <a:rPr dirty="0" u="none" spc="-25"/>
              <a:t>8.3</a:t>
            </a:r>
            <a:r>
              <a:rPr dirty="0" u="none"/>
              <a:t>	</a:t>
            </a:r>
            <a:r>
              <a:rPr dirty="0" u="none" spc="-5"/>
              <a:t>廉价磁盘冗余阵列</a:t>
            </a:r>
            <a:r>
              <a:rPr dirty="0" u="none" spc="-20"/>
              <a:t>RAID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78739" y="541589"/>
            <a:ext cx="8790305" cy="2759710"/>
          </a:xfrm>
          <a:prstGeom prst="rect">
            <a:avLst/>
          </a:prstGeom>
        </p:spPr>
        <p:txBody>
          <a:bodyPr wrap="square" lIns="0" tIns="163830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290"/>
              </a:spcBef>
              <a:buClr>
                <a:srgbClr val="40458B"/>
              </a:buClr>
              <a:buAutoNum type="arabicPeriod"/>
              <a:tabLst>
                <a:tab pos="469265" algn="l"/>
              </a:tabLst>
            </a:pPr>
            <a:r>
              <a:rPr dirty="0" sz="2400">
                <a:solidFill>
                  <a:srgbClr val="E14B04"/>
                </a:solidFill>
                <a:latin typeface="黑体"/>
                <a:cs typeface="黑体"/>
              </a:rPr>
              <a:t>存储器式的磁盘阵列（</a:t>
            </a:r>
            <a:r>
              <a:rPr dirty="0" sz="2400" spc="-20">
                <a:solidFill>
                  <a:srgbClr val="E14B04"/>
                </a:solidFill>
                <a:latin typeface="黑体"/>
                <a:cs typeface="黑体"/>
              </a:rPr>
              <a:t>按</a:t>
            </a:r>
            <a:r>
              <a:rPr dirty="0" sz="2400">
                <a:solidFill>
                  <a:srgbClr val="9933FF"/>
                </a:solidFill>
                <a:latin typeface="黑体"/>
                <a:cs typeface="黑体"/>
              </a:rPr>
              <a:t>汉明</a:t>
            </a:r>
            <a:r>
              <a:rPr dirty="0" sz="2400">
                <a:solidFill>
                  <a:srgbClr val="E14B04"/>
                </a:solidFill>
                <a:latin typeface="黑体"/>
                <a:cs typeface="黑体"/>
              </a:rPr>
              <a:t>纠错码的思路构建</a:t>
            </a:r>
            <a:r>
              <a:rPr dirty="0" sz="2400" spc="-50">
                <a:solidFill>
                  <a:srgbClr val="E14B04"/>
                </a:solidFill>
                <a:latin typeface="黑体"/>
                <a:cs typeface="黑体"/>
              </a:rPr>
              <a:t>）</a:t>
            </a:r>
            <a:endParaRPr sz="2400">
              <a:latin typeface="黑体"/>
              <a:cs typeface="黑体"/>
            </a:endParaRPr>
          </a:p>
          <a:p>
            <a:pPr lvl="1" marL="1099185" indent="-457200">
              <a:lnSpc>
                <a:spcPct val="100000"/>
              </a:lnSpc>
              <a:spcBef>
                <a:spcPts val="1085"/>
              </a:spcBef>
              <a:buSzPct val="88636"/>
              <a:buFont typeface="Wingdings"/>
              <a:buChar char=""/>
              <a:tabLst>
                <a:tab pos="1099185" algn="l"/>
              </a:tabLst>
            </a:pPr>
            <a:r>
              <a:rPr dirty="0" sz="2200" spc="-25">
                <a:solidFill>
                  <a:srgbClr val="40458B"/>
                </a:solidFill>
                <a:latin typeface="黑体"/>
                <a:cs typeface="黑体"/>
              </a:rPr>
              <a:t>含</a:t>
            </a:r>
            <a:r>
              <a:rPr dirty="0" sz="2200" spc="-30">
                <a:solidFill>
                  <a:srgbClr val="9933FF"/>
                </a:solidFill>
                <a:latin typeface="黑体"/>
                <a:cs typeface="黑体"/>
              </a:rPr>
              <a:t>4</a:t>
            </a: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个数据盘的</a:t>
            </a:r>
            <a:r>
              <a:rPr dirty="0" sz="2200" spc="-10">
                <a:solidFill>
                  <a:srgbClr val="9933FF"/>
                </a:solidFill>
                <a:latin typeface="黑体"/>
                <a:cs typeface="黑体"/>
              </a:rPr>
              <a:t>RAID</a:t>
            </a:r>
            <a:r>
              <a:rPr dirty="0" sz="2200" spc="-10">
                <a:solidFill>
                  <a:srgbClr val="FF0000"/>
                </a:solidFill>
                <a:latin typeface="黑体"/>
                <a:cs typeface="黑体"/>
              </a:rPr>
              <a:t>2</a:t>
            </a:r>
            <a:endParaRPr sz="2200">
              <a:latin typeface="黑体"/>
              <a:cs typeface="黑体"/>
            </a:endParaRPr>
          </a:p>
          <a:p>
            <a:pPr lvl="1" marL="1099185" marR="13970" indent="-457834">
              <a:lnSpc>
                <a:spcPct val="120000"/>
              </a:lnSpc>
              <a:spcBef>
                <a:spcPts val="530"/>
              </a:spcBef>
              <a:buSzPct val="88636"/>
              <a:buFont typeface="Wingdings"/>
              <a:buChar char=""/>
              <a:tabLst>
                <a:tab pos="1099185" algn="l"/>
              </a:tabLst>
            </a:pPr>
            <a:r>
              <a:rPr dirty="0" sz="2200" spc="-10" b="1">
                <a:solidFill>
                  <a:srgbClr val="40458B"/>
                </a:solidFill>
                <a:latin typeface="黑体"/>
                <a:cs typeface="黑体"/>
              </a:rPr>
              <a:t>为了给这</a:t>
            </a:r>
            <a:r>
              <a:rPr dirty="0" sz="2200" spc="-10" b="1">
                <a:solidFill>
                  <a:srgbClr val="40458B"/>
                </a:solidFill>
                <a:latin typeface="Tahoma"/>
                <a:cs typeface="Tahoma"/>
              </a:rPr>
              <a:t>4</a:t>
            </a:r>
            <a:r>
              <a:rPr dirty="0" sz="2200" spc="-25" b="1">
                <a:solidFill>
                  <a:srgbClr val="40458B"/>
                </a:solidFill>
                <a:latin typeface="黑体"/>
                <a:cs typeface="黑体"/>
              </a:rPr>
              <a:t>个数据盘上的数据位提供纠错能力，至少需要</a:t>
            </a:r>
            <a:r>
              <a:rPr dirty="0" sz="2200" spc="-30" b="1">
                <a:solidFill>
                  <a:srgbClr val="40458B"/>
                </a:solidFill>
                <a:latin typeface="Tahoma"/>
                <a:cs typeface="Tahoma"/>
              </a:rPr>
              <a:t>3</a:t>
            </a:r>
            <a:r>
              <a:rPr dirty="0" sz="2200" spc="-25" b="1">
                <a:solidFill>
                  <a:srgbClr val="40458B"/>
                </a:solidFill>
                <a:latin typeface="黑体"/>
                <a:cs typeface="黑体"/>
              </a:rPr>
              <a:t>个专</a:t>
            </a:r>
            <a:r>
              <a:rPr dirty="0" sz="2200" spc="-30" b="1">
                <a:solidFill>
                  <a:srgbClr val="40458B"/>
                </a:solidFill>
                <a:latin typeface="黑体"/>
                <a:cs typeface="黑体"/>
              </a:rPr>
              <a:t>用的校验盘</a:t>
            </a:r>
            <a:endParaRPr sz="2200">
              <a:latin typeface="黑体"/>
              <a:cs typeface="黑体"/>
            </a:endParaRPr>
          </a:p>
          <a:p>
            <a:pPr lvl="1" marL="1099185" indent="-457200">
              <a:lnSpc>
                <a:spcPct val="100000"/>
              </a:lnSpc>
              <a:spcBef>
                <a:spcPts val="1055"/>
              </a:spcBef>
              <a:buSzPct val="88636"/>
              <a:buFont typeface="Wingdings"/>
              <a:buChar char=""/>
              <a:tabLst>
                <a:tab pos="1099185" algn="l"/>
              </a:tabLst>
            </a:pPr>
            <a:r>
              <a:rPr dirty="0" sz="2200" spc="-20" b="1">
                <a:solidFill>
                  <a:srgbClr val="40458B"/>
                </a:solidFill>
                <a:latin typeface="黑体"/>
                <a:cs typeface="黑体"/>
              </a:rPr>
              <a:t>每个盘只存放数据</a:t>
            </a:r>
            <a:r>
              <a:rPr dirty="0" sz="2200" spc="-25" b="1">
                <a:solidFill>
                  <a:srgbClr val="40458B"/>
                </a:solidFill>
                <a:latin typeface="黑体"/>
                <a:cs typeface="黑体"/>
              </a:rPr>
              <a:t>（</a:t>
            </a:r>
            <a:r>
              <a:rPr dirty="0" sz="2200" spc="-5" b="1">
                <a:solidFill>
                  <a:srgbClr val="40458B"/>
                </a:solidFill>
                <a:latin typeface="黑体"/>
                <a:cs typeface="黑体"/>
              </a:rPr>
              <a:t>例如</a:t>
            </a:r>
            <a:r>
              <a:rPr dirty="0" sz="2200" spc="-20" b="1">
                <a:solidFill>
                  <a:srgbClr val="40458B"/>
                </a:solidFill>
                <a:latin typeface="Tahoma"/>
                <a:cs typeface="Tahoma"/>
              </a:rPr>
              <a:t>1B</a:t>
            </a:r>
            <a:r>
              <a:rPr dirty="0" sz="2200" spc="-25" b="1">
                <a:solidFill>
                  <a:srgbClr val="40458B"/>
                </a:solidFill>
                <a:latin typeface="黑体"/>
                <a:cs typeface="黑体"/>
              </a:rPr>
              <a:t>的数据）</a:t>
            </a:r>
            <a:r>
              <a:rPr dirty="0" sz="2200" spc="-30" b="1">
                <a:solidFill>
                  <a:srgbClr val="40458B"/>
                </a:solidFill>
                <a:latin typeface="黑体"/>
                <a:cs typeface="黑体"/>
              </a:rPr>
              <a:t>的一位，每个磁盘的磁头</a:t>
            </a:r>
            <a:endParaRPr sz="2200">
              <a:latin typeface="黑体"/>
              <a:cs typeface="黑体"/>
            </a:endParaRPr>
          </a:p>
          <a:p>
            <a:pPr marL="1099185">
              <a:lnSpc>
                <a:spcPct val="100000"/>
              </a:lnSpc>
              <a:spcBef>
                <a:spcPts val="530"/>
              </a:spcBef>
            </a:pPr>
            <a:r>
              <a:rPr dirty="0" sz="2200" spc="-25" b="1">
                <a:solidFill>
                  <a:srgbClr val="40458B"/>
                </a:solidFill>
                <a:latin typeface="黑体"/>
                <a:cs typeface="黑体"/>
              </a:rPr>
              <a:t>在任何一个时刻，都只参与读取</a:t>
            </a:r>
            <a:r>
              <a:rPr dirty="0" sz="2200" spc="-10" b="1">
                <a:solidFill>
                  <a:srgbClr val="40458B"/>
                </a:solidFill>
                <a:latin typeface="Tahoma"/>
                <a:cs typeface="Tahoma"/>
              </a:rPr>
              <a:t>1</a:t>
            </a:r>
            <a:r>
              <a:rPr dirty="0" sz="2200" spc="-15" b="1">
                <a:solidFill>
                  <a:srgbClr val="40458B"/>
                </a:solidFill>
                <a:latin typeface="黑体"/>
                <a:cs typeface="黑体"/>
              </a:rPr>
              <a:t>个位</a:t>
            </a:r>
            <a:r>
              <a:rPr dirty="0" sz="2200" spc="-50">
                <a:solidFill>
                  <a:srgbClr val="40458B"/>
                </a:solidFill>
                <a:latin typeface="黑体"/>
                <a:cs typeface="黑体"/>
              </a:rPr>
              <a:t>。</a:t>
            </a:r>
            <a:endParaRPr sz="2200">
              <a:latin typeface="黑体"/>
              <a:cs typeface="黑体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884034" y="185115"/>
            <a:ext cx="1843405" cy="42290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00">
                <a:solidFill>
                  <a:srgbClr val="0000CC"/>
                </a:solidFill>
                <a:latin typeface="黑体"/>
                <a:cs typeface="黑体"/>
              </a:rPr>
              <a:t>8.3.3</a:t>
            </a:r>
            <a:r>
              <a:rPr dirty="0" sz="2600" spc="-25">
                <a:solidFill>
                  <a:srgbClr val="0000CC"/>
                </a:solidFill>
                <a:latin typeface="黑体"/>
                <a:cs typeface="黑体"/>
              </a:rPr>
              <a:t> </a:t>
            </a:r>
            <a:r>
              <a:rPr dirty="0" sz="2600" spc="-10">
                <a:solidFill>
                  <a:srgbClr val="0000CC"/>
                </a:solidFill>
                <a:latin typeface="黑体"/>
                <a:cs typeface="黑体"/>
              </a:rPr>
              <a:t>RAID</a:t>
            </a:r>
            <a:r>
              <a:rPr dirty="0" sz="2600" spc="-10">
                <a:solidFill>
                  <a:srgbClr val="FF0000"/>
                </a:solidFill>
                <a:latin typeface="黑体"/>
                <a:cs typeface="黑体"/>
              </a:rPr>
              <a:t>2</a:t>
            </a:r>
            <a:endParaRPr sz="2600">
              <a:latin typeface="黑体"/>
              <a:cs typeface="黑体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501959" y="3813135"/>
            <a:ext cx="4210050" cy="1797685"/>
            <a:chOff x="501959" y="3813135"/>
            <a:chExt cx="4210050" cy="1797685"/>
          </a:xfrm>
        </p:grpSpPr>
        <p:sp>
          <p:nvSpPr>
            <p:cNvPr id="13" name="object 13" descr=""/>
            <p:cNvSpPr/>
            <p:nvPr/>
          </p:nvSpPr>
          <p:spPr>
            <a:xfrm>
              <a:off x="546721" y="5099010"/>
              <a:ext cx="765175" cy="495300"/>
            </a:xfrm>
            <a:custGeom>
              <a:avLst/>
              <a:gdLst/>
              <a:ahLst/>
              <a:cxnLst/>
              <a:rect l="l" t="t" r="r" b="b"/>
              <a:pathLst>
                <a:path w="765175" h="495300">
                  <a:moveTo>
                    <a:pt x="0" y="402892"/>
                  </a:moveTo>
                  <a:lnTo>
                    <a:pt x="28295" y="359781"/>
                  </a:lnTo>
                  <a:lnTo>
                    <a:pt x="71513" y="342847"/>
                  </a:lnTo>
                  <a:lnTo>
                    <a:pt x="122961" y="331550"/>
                  </a:lnTo>
                  <a:lnTo>
                    <a:pt x="190864" y="318727"/>
                  </a:lnTo>
                  <a:lnTo>
                    <a:pt x="263422" y="309995"/>
                  </a:lnTo>
                  <a:lnTo>
                    <a:pt x="340594" y="305883"/>
                  </a:lnTo>
                  <a:lnTo>
                    <a:pt x="420850" y="305883"/>
                  </a:lnTo>
                  <a:lnTo>
                    <a:pt x="496471" y="309995"/>
                  </a:lnTo>
                  <a:lnTo>
                    <a:pt x="573133" y="318727"/>
                  </a:lnTo>
                  <a:lnTo>
                    <a:pt x="637440" y="331550"/>
                  </a:lnTo>
                  <a:lnTo>
                    <a:pt x="688392" y="342847"/>
                  </a:lnTo>
                  <a:lnTo>
                    <a:pt x="732114" y="359781"/>
                  </a:lnTo>
                  <a:lnTo>
                    <a:pt x="765033" y="402892"/>
                  </a:lnTo>
                  <a:lnTo>
                    <a:pt x="757335" y="419318"/>
                  </a:lnTo>
                  <a:lnTo>
                    <a:pt x="688392" y="457807"/>
                  </a:lnTo>
                  <a:lnTo>
                    <a:pt x="637440" y="469104"/>
                  </a:lnTo>
                  <a:lnTo>
                    <a:pt x="573133" y="481927"/>
                  </a:lnTo>
                  <a:lnTo>
                    <a:pt x="496471" y="491168"/>
                  </a:lnTo>
                  <a:lnTo>
                    <a:pt x="420850" y="494750"/>
                  </a:lnTo>
                  <a:lnTo>
                    <a:pt x="340594" y="494750"/>
                  </a:lnTo>
                  <a:lnTo>
                    <a:pt x="263422" y="491168"/>
                  </a:lnTo>
                  <a:lnTo>
                    <a:pt x="190864" y="481927"/>
                  </a:lnTo>
                  <a:lnTo>
                    <a:pt x="122961" y="469104"/>
                  </a:lnTo>
                  <a:lnTo>
                    <a:pt x="71513" y="457807"/>
                  </a:lnTo>
                  <a:lnTo>
                    <a:pt x="28295" y="441381"/>
                  </a:lnTo>
                  <a:lnTo>
                    <a:pt x="0" y="402892"/>
                  </a:lnTo>
                  <a:close/>
                </a:path>
                <a:path w="765175" h="495300">
                  <a:moveTo>
                    <a:pt x="0" y="97008"/>
                  </a:moveTo>
                  <a:lnTo>
                    <a:pt x="28295" y="53898"/>
                  </a:lnTo>
                  <a:lnTo>
                    <a:pt x="71513" y="36963"/>
                  </a:lnTo>
                  <a:lnTo>
                    <a:pt x="122961" y="25666"/>
                  </a:lnTo>
                  <a:lnTo>
                    <a:pt x="190864" y="12844"/>
                  </a:lnTo>
                  <a:lnTo>
                    <a:pt x="263422" y="4111"/>
                  </a:lnTo>
                  <a:lnTo>
                    <a:pt x="340594" y="0"/>
                  </a:lnTo>
                  <a:lnTo>
                    <a:pt x="420850" y="0"/>
                  </a:lnTo>
                  <a:lnTo>
                    <a:pt x="496471" y="4111"/>
                  </a:lnTo>
                  <a:lnTo>
                    <a:pt x="573133" y="12844"/>
                  </a:lnTo>
                  <a:lnTo>
                    <a:pt x="637440" y="25666"/>
                  </a:lnTo>
                  <a:lnTo>
                    <a:pt x="688392" y="36963"/>
                  </a:lnTo>
                  <a:lnTo>
                    <a:pt x="732114" y="53898"/>
                  </a:lnTo>
                  <a:lnTo>
                    <a:pt x="765033" y="97008"/>
                  </a:lnTo>
                  <a:lnTo>
                    <a:pt x="757335" y="113434"/>
                  </a:lnTo>
                  <a:lnTo>
                    <a:pt x="688392" y="151924"/>
                  </a:lnTo>
                  <a:lnTo>
                    <a:pt x="637440" y="163221"/>
                  </a:lnTo>
                  <a:lnTo>
                    <a:pt x="573133" y="176044"/>
                  </a:lnTo>
                  <a:lnTo>
                    <a:pt x="496471" y="184776"/>
                  </a:lnTo>
                  <a:lnTo>
                    <a:pt x="420850" y="188866"/>
                  </a:lnTo>
                  <a:lnTo>
                    <a:pt x="340594" y="188866"/>
                  </a:lnTo>
                  <a:lnTo>
                    <a:pt x="263422" y="184776"/>
                  </a:lnTo>
                  <a:lnTo>
                    <a:pt x="190864" y="176044"/>
                  </a:lnTo>
                  <a:lnTo>
                    <a:pt x="122961" y="163221"/>
                  </a:lnTo>
                  <a:lnTo>
                    <a:pt x="71513" y="151924"/>
                  </a:lnTo>
                  <a:lnTo>
                    <a:pt x="28295" y="135498"/>
                  </a:lnTo>
                  <a:lnTo>
                    <a:pt x="0" y="97008"/>
                  </a:lnTo>
                  <a:close/>
                </a:path>
              </a:pathLst>
            </a:custGeom>
            <a:ln w="154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501959" y="5364356"/>
              <a:ext cx="851535" cy="140335"/>
            </a:xfrm>
            <a:custGeom>
              <a:avLst/>
              <a:gdLst/>
              <a:ahLst/>
              <a:cxnLst/>
              <a:rect l="l" t="t" r="r" b="b"/>
              <a:pathLst>
                <a:path w="851535" h="140335">
                  <a:moveTo>
                    <a:pt x="850960" y="0"/>
                  </a:moveTo>
                  <a:lnTo>
                    <a:pt x="0" y="0"/>
                  </a:lnTo>
                  <a:lnTo>
                    <a:pt x="0" y="140110"/>
                  </a:lnTo>
                  <a:lnTo>
                    <a:pt x="850960" y="140110"/>
                  </a:lnTo>
                  <a:lnTo>
                    <a:pt x="8509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546721" y="5182157"/>
              <a:ext cx="770255" cy="329565"/>
            </a:xfrm>
            <a:custGeom>
              <a:avLst/>
              <a:gdLst/>
              <a:ahLst/>
              <a:cxnLst/>
              <a:rect l="l" t="t" r="r" b="b"/>
              <a:pathLst>
                <a:path w="770255" h="329564">
                  <a:moveTo>
                    <a:pt x="0" y="0"/>
                  </a:moveTo>
                  <a:lnTo>
                    <a:pt x="0" y="328985"/>
                  </a:lnTo>
                </a:path>
                <a:path w="770255" h="329564">
                  <a:moveTo>
                    <a:pt x="770179" y="0"/>
                  </a:moveTo>
                  <a:lnTo>
                    <a:pt x="770179" y="328985"/>
                  </a:lnTo>
                </a:path>
              </a:pathLst>
            </a:custGeom>
            <a:ln w="154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546721" y="5051809"/>
              <a:ext cx="765175" cy="190500"/>
            </a:xfrm>
            <a:custGeom>
              <a:avLst/>
              <a:gdLst/>
              <a:ahLst/>
              <a:cxnLst/>
              <a:rect l="l" t="t" r="r" b="b"/>
              <a:pathLst>
                <a:path w="765175" h="190500">
                  <a:moveTo>
                    <a:pt x="420850" y="0"/>
                  </a:moveTo>
                  <a:lnTo>
                    <a:pt x="340594" y="0"/>
                  </a:lnTo>
                  <a:lnTo>
                    <a:pt x="263422" y="5129"/>
                  </a:lnTo>
                  <a:lnTo>
                    <a:pt x="190864" y="12822"/>
                  </a:lnTo>
                  <a:lnTo>
                    <a:pt x="122961" y="25645"/>
                  </a:lnTo>
                  <a:lnTo>
                    <a:pt x="71513" y="36942"/>
                  </a:lnTo>
                  <a:lnTo>
                    <a:pt x="28295" y="54894"/>
                  </a:lnTo>
                  <a:lnTo>
                    <a:pt x="0" y="96987"/>
                  </a:lnTo>
                  <a:lnTo>
                    <a:pt x="9261" y="113413"/>
                  </a:lnTo>
                  <a:lnTo>
                    <a:pt x="71513" y="151903"/>
                  </a:lnTo>
                  <a:lnTo>
                    <a:pt x="122961" y="164726"/>
                  </a:lnTo>
                  <a:lnTo>
                    <a:pt x="190864" y="177570"/>
                  </a:lnTo>
                  <a:lnTo>
                    <a:pt x="263422" y="184755"/>
                  </a:lnTo>
                  <a:lnTo>
                    <a:pt x="340594" y="189884"/>
                  </a:lnTo>
                  <a:lnTo>
                    <a:pt x="420850" y="189884"/>
                  </a:lnTo>
                  <a:lnTo>
                    <a:pt x="496471" y="184755"/>
                  </a:lnTo>
                  <a:lnTo>
                    <a:pt x="573133" y="177570"/>
                  </a:lnTo>
                  <a:lnTo>
                    <a:pt x="637440" y="164726"/>
                  </a:lnTo>
                  <a:lnTo>
                    <a:pt x="688392" y="151903"/>
                  </a:lnTo>
                  <a:lnTo>
                    <a:pt x="732114" y="135477"/>
                  </a:lnTo>
                  <a:lnTo>
                    <a:pt x="765033" y="96987"/>
                  </a:lnTo>
                  <a:lnTo>
                    <a:pt x="757335" y="75432"/>
                  </a:lnTo>
                  <a:lnTo>
                    <a:pt x="688392" y="36942"/>
                  </a:lnTo>
                  <a:lnTo>
                    <a:pt x="637440" y="25645"/>
                  </a:lnTo>
                  <a:lnTo>
                    <a:pt x="573133" y="12822"/>
                  </a:lnTo>
                  <a:lnTo>
                    <a:pt x="496471" y="5129"/>
                  </a:lnTo>
                  <a:lnTo>
                    <a:pt x="4208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546721" y="4745925"/>
              <a:ext cx="765175" cy="495934"/>
            </a:xfrm>
            <a:custGeom>
              <a:avLst/>
              <a:gdLst/>
              <a:ahLst/>
              <a:cxnLst/>
              <a:rect l="l" t="t" r="r" b="b"/>
              <a:pathLst>
                <a:path w="765175" h="495935">
                  <a:moveTo>
                    <a:pt x="0" y="402870"/>
                  </a:moveTo>
                  <a:lnTo>
                    <a:pt x="28295" y="360778"/>
                  </a:lnTo>
                  <a:lnTo>
                    <a:pt x="71513" y="342826"/>
                  </a:lnTo>
                  <a:lnTo>
                    <a:pt x="122961" y="331529"/>
                  </a:lnTo>
                  <a:lnTo>
                    <a:pt x="190864" y="318706"/>
                  </a:lnTo>
                  <a:lnTo>
                    <a:pt x="263422" y="311012"/>
                  </a:lnTo>
                  <a:lnTo>
                    <a:pt x="340594" y="305883"/>
                  </a:lnTo>
                  <a:lnTo>
                    <a:pt x="420850" y="305883"/>
                  </a:lnTo>
                  <a:lnTo>
                    <a:pt x="496471" y="311012"/>
                  </a:lnTo>
                  <a:lnTo>
                    <a:pt x="573133" y="318706"/>
                  </a:lnTo>
                  <a:lnTo>
                    <a:pt x="637440" y="331529"/>
                  </a:lnTo>
                  <a:lnTo>
                    <a:pt x="688392" y="342826"/>
                  </a:lnTo>
                  <a:lnTo>
                    <a:pt x="732114" y="360778"/>
                  </a:lnTo>
                  <a:lnTo>
                    <a:pt x="765033" y="402870"/>
                  </a:lnTo>
                  <a:lnTo>
                    <a:pt x="757335" y="419296"/>
                  </a:lnTo>
                  <a:lnTo>
                    <a:pt x="688392" y="457786"/>
                  </a:lnTo>
                  <a:lnTo>
                    <a:pt x="637440" y="470609"/>
                  </a:lnTo>
                  <a:lnTo>
                    <a:pt x="573133" y="483453"/>
                  </a:lnTo>
                  <a:lnTo>
                    <a:pt x="496471" y="490638"/>
                  </a:lnTo>
                  <a:lnTo>
                    <a:pt x="420850" y="495767"/>
                  </a:lnTo>
                  <a:lnTo>
                    <a:pt x="340594" y="495767"/>
                  </a:lnTo>
                  <a:lnTo>
                    <a:pt x="263422" y="490638"/>
                  </a:lnTo>
                  <a:lnTo>
                    <a:pt x="190864" y="483453"/>
                  </a:lnTo>
                  <a:lnTo>
                    <a:pt x="122961" y="470609"/>
                  </a:lnTo>
                  <a:lnTo>
                    <a:pt x="71513" y="457786"/>
                  </a:lnTo>
                  <a:lnTo>
                    <a:pt x="28295" y="441360"/>
                  </a:lnTo>
                  <a:lnTo>
                    <a:pt x="0" y="402870"/>
                  </a:lnTo>
                  <a:close/>
                </a:path>
                <a:path w="765175" h="495935">
                  <a:moveTo>
                    <a:pt x="0" y="96987"/>
                  </a:moveTo>
                  <a:lnTo>
                    <a:pt x="28295" y="54915"/>
                  </a:lnTo>
                  <a:lnTo>
                    <a:pt x="71513" y="36942"/>
                  </a:lnTo>
                  <a:lnTo>
                    <a:pt x="122961" y="25645"/>
                  </a:lnTo>
                  <a:lnTo>
                    <a:pt x="190864" y="12822"/>
                  </a:lnTo>
                  <a:lnTo>
                    <a:pt x="263422" y="5129"/>
                  </a:lnTo>
                  <a:lnTo>
                    <a:pt x="340594" y="0"/>
                  </a:lnTo>
                  <a:lnTo>
                    <a:pt x="420850" y="0"/>
                  </a:lnTo>
                  <a:lnTo>
                    <a:pt x="496471" y="5129"/>
                  </a:lnTo>
                  <a:lnTo>
                    <a:pt x="573133" y="12822"/>
                  </a:lnTo>
                  <a:lnTo>
                    <a:pt x="637440" y="25645"/>
                  </a:lnTo>
                  <a:lnTo>
                    <a:pt x="688392" y="36942"/>
                  </a:lnTo>
                  <a:lnTo>
                    <a:pt x="732114" y="54915"/>
                  </a:lnTo>
                  <a:lnTo>
                    <a:pt x="765033" y="96987"/>
                  </a:lnTo>
                  <a:lnTo>
                    <a:pt x="757335" y="113413"/>
                  </a:lnTo>
                  <a:lnTo>
                    <a:pt x="688392" y="151903"/>
                  </a:lnTo>
                  <a:lnTo>
                    <a:pt x="637440" y="164726"/>
                  </a:lnTo>
                  <a:lnTo>
                    <a:pt x="573133" y="177061"/>
                  </a:lnTo>
                  <a:lnTo>
                    <a:pt x="496471" y="184755"/>
                  </a:lnTo>
                  <a:lnTo>
                    <a:pt x="420850" y="189884"/>
                  </a:lnTo>
                  <a:lnTo>
                    <a:pt x="340594" y="189884"/>
                  </a:lnTo>
                  <a:lnTo>
                    <a:pt x="263422" y="184755"/>
                  </a:lnTo>
                  <a:lnTo>
                    <a:pt x="190864" y="177061"/>
                  </a:lnTo>
                  <a:lnTo>
                    <a:pt x="122961" y="164726"/>
                  </a:lnTo>
                  <a:lnTo>
                    <a:pt x="71513" y="151903"/>
                  </a:lnTo>
                  <a:lnTo>
                    <a:pt x="28295" y="134968"/>
                  </a:lnTo>
                  <a:lnTo>
                    <a:pt x="0" y="96987"/>
                  </a:lnTo>
                  <a:close/>
                </a:path>
              </a:pathLst>
            </a:custGeom>
            <a:ln w="154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501959" y="5012285"/>
              <a:ext cx="851535" cy="140970"/>
            </a:xfrm>
            <a:custGeom>
              <a:avLst/>
              <a:gdLst/>
              <a:ahLst/>
              <a:cxnLst/>
              <a:rect l="l" t="t" r="r" b="b"/>
              <a:pathLst>
                <a:path w="851535" h="140970">
                  <a:moveTo>
                    <a:pt x="850960" y="0"/>
                  </a:moveTo>
                  <a:lnTo>
                    <a:pt x="0" y="0"/>
                  </a:lnTo>
                  <a:lnTo>
                    <a:pt x="0" y="140623"/>
                  </a:lnTo>
                  <a:lnTo>
                    <a:pt x="850960" y="140623"/>
                  </a:lnTo>
                  <a:lnTo>
                    <a:pt x="8509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546721" y="4829051"/>
              <a:ext cx="770255" cy="330200"/>
            </a:xfrm>
            <a:custGeom>
              <a:avLst/>
              <a:gdLst/>
              <a:ahLst/>
              <a:cxnLst/>
              <a:rect l="l" t="t" r="r" b="b"/>
              <a:pathLst>
                <a:path w="770255" h="330200">
                  <a:moveTo>
                    <a:pt x="0" y="0"/>
                  </a:moveTo>
                  <a:lnTo>
                    <a:pt x="0" y="330003"/>
                  </a:lnTo>
                </a:path>
                <a:path w="770255" h="330200">
                  <a:moveTo>
                    <a:pt x="770179" y="0"/>
                  </a:moveTo>
                  <a:lnTo>
                    <a:pt x="770179" y="330003"/>
                  </a:lnTo>
                </a:path>
              </a:pathLst>
            </a:custGeom>
            <a:ln w="154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546721" y="4695100"/>
              <a:ext cx="765175" cy="190500"/>
            </a:xfrm>
            <a:custGeom>
              <a:avLst/>
              <a:gdLst/>
              <a:ahLst/>
              <a:cxnLst/>
              <a:rect l="l" t="t" r="r" b="b"/>
              <a:pathLst>
                <a:path w="765175" h="190500">
                  <a:moveTo>
                    <a:pt x="420850" y="0"/>
                  </a:moveTo>
                  <a:lnTo>
                    <a:pt x="340594" y="0"/>
                  </a:lnTo>
                  <a:lnTo>
                    <a:pt x="263422" y="5129"/>
                  </a:lnTo>
                  <a:lnTo>
                    <a:pt x="190864" y="12844"/>
                  </a:lnTo>
                  <a:lnTo>
                    <a:pt x="122961" y="25158"/>
                  </a:lnTo>
                  <a:lnTo>
                    <a:pt x="71513" y="36963"/>
                  </a:lnTo>
                  <a:lnTo>
                    <a:pt x="28295" y="54915"/>
                  </a:lnTo>
                  <a:lnTo>
                    <a:pt x="0" y="97008"/>
                  </a:lnTo>
                  <a:lnTo>
                    <a:pt x="9261" y="113434"/>
                  </a:lnTo>
                  <a:lnTo>
                    <a:pt x="71513" y="151415"/>
                  </a:lnTo>
                  <a:lnTo>
                    <a:pt x="122961" y="164238"/>
                  </a:lnTo>
                  <a:lnTo>
                    <a:pt x="190864" y="177061"/>
                  </a:lnTo>
                  <a:lnTo>
                    <a:pt x="263422" y="184776"/>
                  </a:lnTo>
                  <a:lnTo>
                    <a:pt x="340594" y="189905"/>
                  </a:lnTo>
                  <a:lnTo>
                    <a:pt x="420850" y="189905"/>
                  </a:lnTo>
                  <a:lnTo>
                    <a:pt x="496471" y="184776"/>
                  </a:lnTo>
                  <a:lnTo>
                    <a:pt x="573133" y="177061"/>
                  </a:lnTo>
                  <a:lnTo>
                    <a:pt x="637440" y="164238"/>
                  </a:lnTo>
                  <a:lnTo>
                    <a:pt x="688392" y="151415"/>
                  </a:lnTo>
                  <a:lnTo>
                    <a:pt x="732114" y="134989"/>
                  </a:lnTo>
                  <a:lnTo>
                    <a:pt x="765033" y="97008"/>
                  </a:lnTo>
                  <a:lnTo>
                    <a:pt x="757335" y="74944"/>
                  </a:lnTo>
                  <a:lnTo>
                    <a:pt x="688392" y="36963"/>
                  </a:lnTo>
                  <a:lnTo>
                    <a:pt x="637440" y="25158"/>
                  </a:lnTo>
                  <a:lnTo>
                    <a:pt x="573133" y="12844"/>
                  </a:lnTo>
                  <a:lnTo>
                    <a:pt x="496471" y="5129"/>
                  </a:lnTo>
                  <a:lnTo>
                    <a:pt x="4208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546721" y="4389217"/>
              <a:ext cx="765175" cy="495934"/>
            </a:xfrm>
            <a:custGeom>
              <a:avLst/>
              <a:gdLst/>
              <a:ahLst/>
              <a:cxnLst/>
              <a:rect l="l" t="t" r="r" b="b"/>
              <a:pathLst>
                <a:path w="765175" h="495935">
                  <a:moveTo>
                    <a:pt x="0" y="402892"/>
                  </a:moveTo>
                  <a:lnTo>
                    <a:pt x="28295" y="360799"/>
                  </a:lnTo>
                  <a:lnTo>
                    <a:pt x="71513" y="342847"/>
                  </a:lnTo>
                  <a:lnTo>
                    <a:pt x="122961" y="331041"/>
                  </a:lnTo>
                  <a:lnTo>
                    <a:pt x="190864" y="318727"/>
                  </a:lnTo>
                  <a:lnTo>
                    <a:pt x="263422" y="311012"/>
                  </a:lnTo>
                  <a:lnTo>
                    <a:pt x="340594" y="305883"/>
                  </a:lnTo>
                  <a:lnTo>
                    <a:pt x="420850" y="305883"/>
                  </a:lnTo>
                  <a:lnTo>
                    <a:pt x="496471" y="311012"/>
                  </a:lnTo>
                  <a:lnTo>
                    <a:pt x="573133" y="318727"/>
                  </a:lnTo>
                  <a:lnTo>
                    <a:pt x="637440" y="331041"/>
                  </a:lnTo>
                  <a:lnTo>
                    <a:pt x="688392" y="342847"/>
                  </a:lnTo>
                  <a:lnTo>
                    <a:pt x="732114" y="360799"/>
                  </a:lnTo>
                  <a:lnTo>
                    <a:pt x="765033" y="402892"/>
                  </a:lnTo>
                  <a:lnTo>
                    <a:pt x="757335" y="419318"/>
                  </a:lnTo>
                  <a:lnTo>
                    <a:pt x="688392" y="457299"/>
                  </a:lnTo>
                  <a:lnTo>
                    <a:pt x="637440" y="470122"/>
                  </a:lnTo>
                  <a:lnTo>
                    <a:pt x="573133" y="482944"/>
                  </a:lnTo>
                  <a:lnTo>
                    <a:pt x="496471" y="490659"/>
                  </a:lnTo>
                  <a:lnTo>
                    <a:pt x="420850" y="495788"/>
                  </a:lnTo>
                  <a:lnTo>
                    <a:pt x="340594" y="495788"/>
                  </a:lnTo>
                  <a:lnTo>
                    <a:pt x="263422" y="490659"/>
                  </a:lnTo>
                  <a:lnTo>
                    <a:pt x="190864" y="482944"/>
                  </a:lnTo>
                  <a:lnTo>
                    <a:pt x="122961" y="470122"/>
                  </a:lnTo>
                  <a:lnTo>
                    <a:pt x="71513" y="457299"/>
                  </a:lnTo>
                  <a:lnTo>
                    <a:pt x="28295" y="440873"/>
                  </a:lnTo>
                  <a:lnTo>
                    <a:pt x="0" y="402892"/>
                  </a:lnTo>
                  <a:close/>
                </a:path>
                <a:path w="765175" h="495935">
                  <a:moveTo>
                    <a:pt x="0" y="96499"/>
                  </a:moveTo>
                  <a:lnTo>
                    <a:pt x="28295" y="54407"/>
                  </a:lnTo>
                  <a:lnTo>
                    <a:pt x="71513" y="36963"/>
                  </a:lnTo>
                  <a:lnTo>
                    <a:pt x="122961" y="25158"/>
                  </a:lnTo>
                  <a:lnTo>
                    <a:pt x="190864" y="12314"/>
                  </a:lnTo>
                  <a:lnTo>
                    <a:pt x="263422" y="4620"/>
                  </a:lnTo>
                  <a:lnTo>
                    <a:pt x="340594" y="0"/>
                  </a:lnTo>
                  <a:lnTo>
                    <a:pt x="420850" y="0"/>
                  </a:lnTo>
                  <a:lnTo>
                    <a:pt x="496471" y="4620"/>
                  </a:lnTo>
                  <a:lnTo>
                    <a:pt x="573133" y="12314"/>
                  </a:lnTo>
                  <a:lnTo>
                    <a:pt x="637440" y="25158"/>
                  </a:lnTo>
                  <a:lnTo>
                    <a:pt x="688392" y="36963"/>
                  </a:lnTo>
                  <a:lnTo>
                    <a:pt x="732114" y="54407"/>
                  </a:lnTo>
                  <a:lnTo>
                    <a:pt x="765033" y="96499"/>
                  </a:lnTo>
                  <a:lnTo>
                    <a:pt x="757335" y="113434"/>
                  </a:lnTo>
                  <a:lnTo>
                    <a:pt x="688392" y="151415"/>
                  </a:lnTo>
                  <a:lnTo>
                    <a:pt x="637440" y="164238"/>
                  </a:lnTo>
                  <a:lnTo>
                    <a:pt x="573133" y="177061"/>
                  </a:lnTo>
                  <a:lnTo>
                    <a:pt x="496471" y="184776"/>
                  </a:lnTo>
                  <a:lnTo>
                    <a:pt x="420850" y="189905"/>
                  </a:lnTo>
                  <a:lnTo>
                    <a:pt x="340594" y="189905"/>
                  </a:lnTo>
                  <a:lnTo>
                    <a:pt x="263422" y="184776"/>
                  </a:lnTo>
                  <a:lnTo>
                    <a:pt x="190864" y="177061"/>
                  </a:lnTo>
                  <a:lnTo>
                    <a:pt x="122961" y="164238"/>
                  </a:lnTo>
                  <a:lnTo>
                    <a:pt x="71513" y="151415"/>
                  </a:lnTo>
                  <a:lnTo>
                    <a:pt x="28295" y="134989"/>
                  </a:lnTo>
                  <a:lnTo>
                    <a:pt x="0" y="96499"/>
                  </a:lnTo>
                  <a:close/>
                </a:path>
              </a:pathLst>
            </a:custGeom>
            <a:ln w="154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501959" y="4655580"/>
              <a:ext cx="851535" cy="140335"/>
            </a:xfrm>
            <a:custGeom>
              <a:avLst/>
              <a:gdLst/>
              <a:ahLst/>
              <a:cxnLst/>
              <a:rect l="l" t="t" r="r" b="b"/>
              <a:pathLst>
                <a:path w="851535" h="140335">
                  <a:moveTo>
                    <a:pt x="850960" y="0"/>
                  </a:moveTo>
                  <a:lnTo>
                    <a:pt x="0" y="0"/>
                  </a:lnTo>
                  <a:lnTo>
                    <a:pt x="0" y="140110"/>
                  </a:lnTo>
                  <a:lnTo>
                    <a:pt x="850960" y="140110"/>
                  </a:lnTo>
                  <a:lnTo>
                    <a:pt x="8509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546721" y="4471855"/>
              <a:ext cx="770255" cy="330200"/>
            </a:xfrm>
            <a:custGeom>
              <a:avLst/>
              <a:gdLst/>
              <a:ahLst/>
              <a:cxnLst/>
              <a:rect l="l" t="t" r="r" b="b"/>
              <a:pathLst>
                <a:path w="770255" h="330200">
                  <a:moveTo>
                    <a:pt x="0" y="0"/>
                  </a:moveTo>
                  <a:lnTo>
                    <a:pt x="0" y="330003"/>
                  </a:lnTo>
                </a:path>
                <a:path w="770255" h="330200">
                  <a:moveTo>
                    <a:pt x="770179" y="0"/>
                  </a:moveTo>
                  <a:lnTo>
                    <a:pt x="770179" y="330003"/>
                  </a:lnTo>
                </a:path>
              </a:pathLst>
            </a:custGeom>
            <a:ln w="154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546721" y="4343033"/>
              <a:ext cx="765175" cy="189230"/>
            </a:xfrm>
            <a:custGeom>
              <a:avLst/>
              <a:gdLst/>
              <a:ahLst/>
              <a:cxnLst/>
              <a:rect l="l" t="t" r="r" b="b"/>
              <a:pathLst>
                <a:path w="765175" h="189229">
                  <a:moveTo>
                    <a:pt x="420850" y="0"/>
                  </a:moveTo>
                  <a:lnTo>
                    <a:pt x="340594" y="0"/>
                  </a:lnTo>
                  <a:lnTo>
                    <a:pt x="263422" y="4111"/>
                  </a:lnTo>
                  <a:lnTo>
                    <a:pt x="190864" y="12822"/>
                  </a:lnTo>
                  <a:lnTo>
                    <a:pt x="122961" y="25666"/>
                  </a:lnTo>
                  <a:lnTo>
                    <a:pt x="71513" y="36942"/>
                  </a:lnTo>
                  <a:lnTo>
                    <a:pt x="28295" y="53368"/>
                  </a:lnTo>
                  <a:lnTo>
                    <a:pt x="0" y="95461"/>
                  </a:lnTo>
                  <a:lnTo>
                    <a:pt x="9261" y="113413"/>
                  </a:lnTo>
                  <a:lnTo>
                    <a:pt x="71513" y="151924"/>
                  </a:lnTo>
                  <a:lnTo>
                    <a:pt x="122961" y="163200"/>
                  </a:lnTo>
                  <a:lnTo>
                    <a:pt x="190864" y="176044"/>
                  </a:lnTo>
                  <a:lnTo>
                    <a:pt x="263422" y="184755"/>
                  </a:lnTo>
                  <a:lnTo>
                    <a:pt x="340594" y="188866"/>
                  </a:lnTo>
                  <a:lnTo>
                    <a:pt x="420850" y="188866"/>
                  </a:lnTo>
                  <a:lnTo>
                    <a:pt x="496471" y="184755"/>
                  </a:lnTo>
                  <a:lnTo>
                    <a:pt x="573133" y="176044"/>
                  </a:lnTo>
                  <a:lnTo>
                    <a:pt x="637440" y="163200"/>
                  </a:lnTo>
                  <a:lnTo>
                    <a:pt x="688392" y="151924"/>
                  </a:lnTo>
                  <a:lnTo>
                    <a:pt x="732114" y="133951"/>
                  </a:lnTo>
                  <a:lnTo>
                    <a:pt x="765033" y="95461"/>
                  </a:lnTo>
                  <a:lnTo>
                    <a:pt x="757335" y="75453"/>
                  </a:lnTo>
                  <a:lnTo>
                    <a:pt x="688392" y="36942"/>
                  </a:lnTo>
                  <a:lnTo>
                    <a:pt x="637440" y="25666"/>
                  </a:lnTo>
                  <a:lnTo>
                    <a:pt x="573133" y="12822"/>
                  </a:lnTo>
                  <a:lnTo>
                    <a:pt x="496471" y="4111"/>
                  </a:lnTo>
                  <a:lnTo>
                    <a:pt x="4208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546721" y="4037256"/>
              <a:ext cx="765175" cy="494665"/>
            </a:xfrm>
            <a:custGeom>
              <a:avLst/>
              <a:gdLst/>
              <a:ahLst/>
              <a:cxnLst/>
              <a:rect l="l" t="t" r="r" b="b"/>
              <a:pathLst>
                <a:path w="765175" h="494664">
                  <a:moveTo>
                    <a:pt x="0" y="401238"/>
                  </a:moveTo>
                  <a:lnTo>
                    <a:pt x="28295" y="359146"/>
                  </a:lnTo>
                  <a:lnTo>
                    <a:pt x="71513" y="342720"/>
                  </a:lnTo>
                  <a:lnTo>
                    <a:pt x="122961" y="331444"/>
                  </a:lnTo>
                  <a:lnTo>
                    <a:pt x="190864" y="318600"/>
                  </a:lnTo>
                  <a:lnTo>
                    <a:pt x="263422" y="309889"/>
                  </a:lnTo>
                  <a:lnTo>
                    <a:pt x="340594" y="305777"/>
                  </a:lnTo>
                  <a:lnTo>
                    <a:pt x="420850" y="305777"/>
                  </a:lnTo>
                  <a:lnTo>
                    <a:pt x="496471" y="309889"/>
                  </a:lnTo>
                  <a:lnTo>
                    <a:pt x="573133" y="318600"/>
                  </a:lnTo>
                  <a:lnTo>
                    <a:pt x="637440" y="331444"/>
                  </a:lnTo>
                  <a:lnTo>
                    <a:pt x="688392" y="342720"/>
                  </a:lnTo>
                  <a:lnTo>
                    <a:pt x="732114" y="359146"/>
                  </a:lnTo>
                  <a:lnTo>
                    <a:pt x="765033" y="401238"/>
                  </a:lnTo>
                  <a:lnTo>
                    <a:pt x="757335" y="419190"/>
                  </a:lnTo>
                  <a:lnTo>
                    <a:pt x="688392" y="457701"/>
                  </a:lnTo>
                  <a:lnTo>
                    <a:pt x="637440" y="468977"/>
                  </a:lnTo>
                  <a:lnTo>
                    <a:pt x="573133" y="481821"/>
                  </a:lnTo>
                  <a:lnTo>
                    <a:pt x="496471" y="490532"/>
                  </a:lnTo>
                  <a:lnTo>
                    <a:pt x="420850" y="494644"/>
                  </a:lnTo>
                  <a:lnTo>
                    <a:pt x="340594" y="494644"/>
                  </a:lnTo>
                  <a:lnTo>
                    <a:pt x="263422" y="490532"/>
                  </a:lnTo>
                  <a:lnTo>
                    <a:pt x="190864" y="481821"/>
                  </a:lnTo>
                  <a:lnTo>
                    <a:pt x="122961" y="468977"/>
                  </a:lnTo>
                  <a:lnTo>
                    <a:pt x="71513" y="457701"/>
                  </a:lnTo>
                  <a:lnTo>
                    <a:pt x="28295" y="439728"/>
                  </a:lnTo>
                  <a:lnTo>
                    <a:pt x="0" y="401238"/>
                  </a:lnTo>
                  <a:close/>
                </a:path>
                <a:path w="765175" h="494664">
                  <a:moveTo>
                    <a:pt x="0" y="95376"/>
                  </a:moveTo>
                  <a:lnTo>
                    <a:pt x="28295" y="53198"/>
                  </a:lnTo>
                  <a:lnTo>
                    <a:pt x="71513" y="36878"/>
                  </a:lnTo>
                  <a:lnTo>
                    <a:pt x="122961" y="25645"/>
                  </a:lnTo>
                  <a:lnTo>
                    <a:pt x="190864" y="12716"/>
                  </a:lnTo>
                  <a:lnTo>
                    <a:pt x="263422" y="3391"/>
                  </a:lnTo>
                  <a:lnTo>
                    <a:pt x="340594" y="0"/>
                  </a:lnTo>
                  <a:lnTo>
                    <a:pt x="420850" y="0"/>
                  </a:lnTo>
                  <a:lnTo>
                    <a:pt x="496471" y="3391"/>
                  </a:lnTo>
                  <a:lnTo>
                    <a:pt x="573133" y="12716"/>
                  </a:lnTo>
                  <a:lnTo>
                    <a:pt x="637440" y="25645"/>
                  </a:lnTo>
                  <a:lnTo>
                    <a:pt x="688392" y="36878"/>
                  </a:lnTo>
                  <a:lnTo>
                    <a:pt x="732114" y="53198"/>
                  </a:lnTo>
                  <a:lnTo>
                    <a:pt x="765033" y="95376"/>
                  </a:lnTo>
                  <a:lnTo>
                    <a:pt x="757335" y="113392"/>
                  </a:lnTo>
                  <a:lnTo>
                    <a:pt x="688392" y="151754"/>
                  </a:lnTo>
                  <a:lnTo>
                    <a:pt x="637440" y="163200"/>
                  </a:lnTo>
                  <a:lnTo>
                    <a:pt x="573133" y="175938"/>
                  </a:lnTo>
                  <a:lnTo>
                    <a:pt x="496471" y="184649"/>
                  </a:lnTo>
                  <a:lnTo>
                    <a:pt x="420850" y="188760"/>
                  </a:lnTo>
                  <a:lnTo>
                    <a:pt x="340594" y="188760"/>
                  </a:lnTo>
                  <a:lnTo>
                    <a:pt x="263422" y="184649"/>
                  </a:lnTo>
                  <a:lnTo>
                    <a:pt x="190864" y="175938"/>
                  </a:lnTo>
                  <a:lnTo>
                    <a:pt x="122961" y="163200"/>
                  </a:lnTo>
                  <a:lnTo>
                    <a:pt x="71513" y="151754"/>
                  </a:lnTo>
                  <a:lnTo>
                    <a:pt x="28295" y="133951"/>
                  </a:lnTo>
                  <a:lnTo>
                    <a:pt x="0" y="95376"/>
                  </a:lnTo>
                  <a:close/>
                </a:path>
              </a:pathLst>
            </a:custGeom>
            <a:ln w="154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501959" y="4302496"/>
              <a:ext cx="851535" cy="140335"/>
            </a:xfrm>
            <a:custGeom>
              <a:avLst/>
              <a:gdLst/>
              <a:ahLst/>
              <a:cxnLst/>
              <a:rect l="l" t="t" r="r" b="b"/>
              <a:pathLst>
                <a:path w="851535" h="140335">
                  <a:moveTo>
                    <a:pt x="850960" y="0"/>
                  </a:moveTo>
                  <a:lnTo>
                    <a:pt x="0" y="0"/>
                  </a:lnTo>
                  <a:lnTo>
                    <a:pt x="0" y="140110"/>
                  </a:lnTo>
                  <a:lnTo>
                    <a:pt x="850960" y="140110"/>
                  </a:lnTo>
                  <a:lnTo>
                    <a:pt x="8509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546721" y="4119703"/>
              <a:ext cx="1884680" cy="1483360"/>
            </a:xfrm>
            <a:custGeom>
              <a:avLst/>
              <a:gdLst/>
              <a:ahLst/>
              <a:cxnLst/>
              <a:rect l="l" t="t" r="r" b="b"/>
              <a:pathLst>
                <a:path w="1884680" h="1483360">
                  <a:moveTo>
                    <a:pt x="0" y="0"/>
                  </a:moveTo>
                  <a:lnTo>
                    <a:pt x="0" y="329049"/>
                  </a:lnTo>
                </a:path>
                <a:path w="1884680" h="1483360">
                  <a:moveTo>
                    <a:pt x="770179" y="0"/>
                  </a:moveTo>
                  <a:lnTo>
                    <a:pt x="770179" y="329049"/>
                  </a:lnTo>
                </a:path>
                <a:path w="1884680" h="1483360">
                  <a:moveTo>
                    <a:pt x="1119529" y="1389891"/>
                  </a:moveTo>
                  <a:lnTo>
                    <a:pt x="1147812" y="1347799"/>
                  </a:lnTo>
                  <a:lnTo>
                    <a:pt x="1191045" y="1331394"/>
                  </a:lnTo>
                  <a:lnTo>
                    <a:pt x="1242486" y="1319588"/>
                  </a:lnTo>
                  <a:lnTo>
                    <a:pt x="1310408" y="1307253"/>
                  </a:lnTo>
                  <a:lnTo>
                    <a:pt x="1382945" y="1298033"/>
                  </a:lnTo>
                  <a:lnTo>
                    <a:pt x="1460117" y="1294430"/>
                  </a:lnTo>
                  <a:lnTo>
                    <a:pt x="1540373" y="1294430"/>
                  </a:lnTo>
                  <a:lnTo>
                    <a:pt x="1616015" y="1298033"/>
                  </a:lnTo>
                  <a:lnTo>
                    <a:pt x="1692656" y="1307253"/>
                  </a:lnTo>
                  <a:lnTo>
                    <a:pt x="1756984" y="1319588"/>
                  </a:lnTo>
                  <a:lnTo>
                    <a:pt x="1807915" y="1331394"/>
                  </a:lnTo>
                  <a:lnTo>
                    <a:pt x="1851637" y="1347799"/>
                  </a:lnTo>
                  <a:lnTo>
                    <a:pt x="1884577" y="1389891"/>
                  </a:lnTo>
                  <a:lnTo>
                    <a:pt x="1876858" y="1407865"/>
                  </a:lnTo>
                  <a:lnTo>
                    <a:pt x="1807915" y="1445825"/>
                  </a:lnTo>
                  <a:lnTo>
                    <a:pt x="1756984" y="1457630"/>
                  </a:lnTo>
                  <a:lnTo>
                    <a:pt x="1692656" y="1470474"/>
                  </a:lnTo>
                  <a:lnTo>
                    <a:pt x="1616015" y="1479185"/>
                  </a:lnTo>
                  <a:lnTo>
                    <a:pt x="1540373" y="1482788"/>
                  </a:lnTo>
                  <a:lnTo>
                    <a:pt x="1460117" y="1482788"/>
                  </a:lnTo>
                  <a:lnTo>
                    <a:pt x="1382945" y="1479185"/>
                  </a:lnTo>
                  <a:lnTo>
                    <a:pt x="1310408" y="1470474"/>
                  </a:lnTo>
                  <a:lnTo>
                    <a:pt x="1242486" y="1457630"/>
                  </a:lnTo>
                  <a:lnTo>
                    <a:pt x="1191045" y="1445825"/>
                  </a:lnTo>
                  <a:lnTo>
                    <a:pt x="1147812" y="1428381"/>
                  </a:lnTo>
                  <a:lnTo>
                    <a:pt x="1119529" y="1389891"/>
                  </a:lnTo>
                  <a:close/>
                </a:path>
                <a:path w="1884680" h="1483360">
                  <a:moveTo>
                    <a:pt x="1119529" y="1084008"/>
                  </a:moveTo>
                  <a:lnTo>
                    <a:pt x="1147812" y="1041915"/>
                  </a:lnTo>
                  <a:lnTo>
                    <a:pt x="1191045" y="1025510"/>
                  </a:lnTo>
                  <a:lnTo>
                    <a:pt x="1242486" y="1013705"/>
                  </a:lnTo>
                  <a:lnTo>
                    <a:pt x="1310408" y="1000861"/>
                  </a:lnTo>
                  <a:lnTo>
                    <a:pt x="1382945" y="992150"/>
                  </a:lnTo>
                  <a:lnTo>
                    <a:pt x="1460117" y="988547"/>
                  </a:lnTo>
                  <a:lnTo>
                    <a:pt x="1540373" y="988547"/>
                  </a:lnTo>
                  <a:lnTo>
                    <a:pt x="1616015" y="992150"/>
                  </a:lnTo>
                  <a:lnTo>
                    <a:pt x="1692656" y="1000861"/>
                  </a:lnTo>
                  <a:lnTo>
                    <a:pt x="1756984" y="1013705"/>
                  </a:lnTo>
                  <a:lnTo>
                    <a:pt x="1807915" y="1025510"/>
                  </a:lnTo>
                  <a:lnTo>
                    <a:pt x="1851637" y="1041915"/>
                  </a:lnTo>
                  <a:lnTo>
                    <a:pt x="1884577" y="1084008"/>
                  </a:lnTo>
                  <a:lnTo>
                    <a:pt x="1876858" y="1101981"/>
                  </a:lnTo>
                  <a:lnTo>
                    <a:pt x="1807915" y="1139941"/>
                  </a:lnTo>
                  <a:lnTo>
                    <a:pt x="1756984" y="1151747"/>
                  </a:lnTo>
                  <a:lnTo>
                    <a:pt x="1692656" y="1164082"/>
                  </a:lnTo>
                  <a:lnTo>
                    <a:pt x="1616015" y="1173302"/>
                  </a:lnTo>
                  <a:lnTo>
                    <a:pt x="1540373" y="1176905"/>
                  </a:lnTo>
                  <a:lnTo>
                    <a:pt x="1460117" y="1176905"/>
                  </a:lnTo>
                  <a:lnTo>
                    <a:pt x="1382945" y="1173302"/>
                  </a:lnTo>
                  <a:lnTo>
                    <a:pt x="1310408" y="1164082"/>
                  </a:lnTo>
                  <a:lnTo>
                    <a:pt x="1242486" y="1151747"/>
                  </a:lnTo>
                  <a:lnTo>
                    <a:pt x="1191045" y="1139941"/>
                  </a:lnTo>
                  <a:lnTo>
                    <a:pt x="1147812" y="1121989"/>
                  </a:lnTo>
                  <a:lnTo>
                    <a:pt x="1119529" y="1084008"/>
                  </a:lnTo>
                  <a:close/>
                </a:path>
              </a:pathLst>
            </a:custGeom>
            <a:ln w="154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1621486" y="5373084"/>
              <a:ext cx="851535" cy="140970"/>
            </a:xfrm>
            <a:custGeom>
              <a:avLst/>
              <a:gdLst/>
              <a:ahLst/>
              <a:cxnLst/>
              <a:rect l="l" t="t" r="r" b="b"/>
              <a:pathLst>
                <a:path w="851535" h="140970">
                  <a:moveTo>
                    <a:pt x="850960" y="0"/>
                  </a:moveTo>
                  <a:lnTo>
                    <a:pt x="0" y="0"/>
                  </a:lnTo>
                  <a:lnTo>
                    <a:pt x="0" y="140623"/>
                  </a:lnTo>
                  <a:lnTo>
                    <a:pt x="850960" y="140623"/>
                  </a:lnTo>
                  <a:lnTo>
                    <a:pt x="8509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1666250" y="5190889"/>
              <a:ext cx="770255" cy="329565"/>
            </a:xfrm>
            <a:custGeom>
              <a:avLst/>
              <a:gdLst/>
              <a:ahLst/>
              <a:cxnLst/>
              <a:rect l="l" t="t" r="r" b="b"/>
              <a:pathLst>
                <a:path w="770255" h="329564">
                  <a:moveTo>
                    <a:pt x="0" y="0"/>
                  </a:moveTo>
                  <a:lnTo>
                    <a:pt x="0" y="328964"/>
                  </a:lnTo>
                </a:path>
                <a:path w="770255" h="329564">
                  <a:moveTo>
                    <a:pt x="770194" y="0"/>
                  </a:moveTo>
                  <a:lnTo>
                    <a:pt x="770194" y="328964"/>
                  </a:lnTo>
                </a:path>
              </a:pathLst>
            </a:custGeom>
            <a:ln w="154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666250" y="5061029"/>
              <a:ext cx="765175" cy="188595"/>
            </a:xfrm>
            <a:custGeom>
              <a:avLst/>
              <a:gdLst/>
              <a:ahLst/>
              <a:cxnLst/>
              <a:rect l="l" t="t" r="r" b="b"/>
              <a:pathLst>
                <a:path w="765175" h="188595">
                  <a:moveTo>
                    <a:pt x="420844" y="0"/>
                  </a:moveTo>
                  <a:lnTo>
                    <a:pt x="340588" y="0"/>
                  </a:lnTo>
                  <a:lnTo>
                    <a:pt x="263415" y="3603"/>
                  </a:lnTo>
                  <a:lnTo>
                    <a:pt x="190879" y="12844"/>
                  </a:lnTo>
                  <a:lnTo>
                    <a:pt x="122957" y="25158"/>
                  </a:lnTo>
                  <a:lnTo>
                    <a:pt x="71515" y="36963"/>
                  </a:lnTo>
                  <a:lnTo>
                    <a:pt x="28283" y="53389"/>
                  </a:lnTo>
                  <a:lnTo>
                    <a:pt x="0" y="96499"/>
                  </a:lnTo>
                  <a:lnTo>
                    <a:pt x="9250" y="113434"/>
                  </a:lnTo>
                  <a:lnTo>
                    <a:pt x="71515" y="151415"/>
                  </a:lnTo>
                  <a:lnTo>
                    <a:pt x="122957" y="163221"/>
                  </a:lnTo>
                  <a:lnTo>
                    <a:pt x="190879" y="175535"/>
                  </a:lnTo>
                  <a:lnTo>
                    <a:pt x="263415" y="184776"/>
                  </a:lnTo>
                  <a:lnTo>
                    <a:pt x="340588" y="188358"/>
                  </a:lnTo>
                  <a:lnTo>
                    <a:pt x="420844" y="188358"/>
                  </a:lnTo>
                  <a:lnTo>
                    <a:pt x="496485" y="184776"/>
                  </a:lnTo>
                  <a:lnTo>
                    <a:pt x="573126" y="175535"/>
                  </a:lnTo>
                  <a:lnTo>
                    <a:pt x="637455" y="163221"/>
                  </a:lnTo>
                  <a:lnTo>
                    <a:pt x="688385" y="151415"/>
                  </a:lnTo>
                  <a:lnTo>
                    <a:pt x="732107" y="134989"/>
                  </a:lnTo>
                  <a:lnTo>
                    <a:pt x="765048" y="96499"/>
                  </a:lnTo>
                  <a:lnTo>
                    <a:pt x="757328" y="74944"/>
                  </a:lnTo>
                  <a:lnTo>
                    <a:pt x="688385" y="36963"/>
                  </a:lnTo>
                  <a:lnTo>
                    <a:pt x="637455" y="25158"/>
                  </a:lnTo>
                  <a:lnTo>
                    <a:pt x="573126" y="12844"/>
                  </a:lnTo>
                  <a:lnTo>
                    <a:pt x="496485" y="3603"/>
                  </a:lnTo>
                  <a:lnTo>
                    <a:pt x="4208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1666250" y="4754636"/>
              <a:ext cx="765175" cy="495300"/>
            </a:xfrm>
            <a:custGeom>
              <a:avLst/>
              <a:gdLst/>
              <a:ahLst/>
              <a:cxnLst/>
              <a:rect l="l" t="t" r="r" b="b"/>
              <a:pathLst>
                <a:path w="765175" h="495300">
                  <a:moveTo>
                    <a:pt x="0" y="402892"/>
                  </a:moveTo>
                  <a:lnTo>
                    <a:pt x="28283" y="359781"/>
                  </a:lnTo>
                  <a:lnTo>
                    <a:pt x="71515" y="343355"/>
                  </a:lnTo>
                  <a:lnTo>
                    <a:pt x="122957" y="331550"/>
                  </a:lnTo>
                  <a:lnTo>
                    <a:pt x="190879" y="319236"/>
                  </a:lnTo>
                  <a:lnTo>
                    <a:pt x="263415" y="309995"/>
                  </a:lnTo>
                  <a:lnTo>
                    <a:pt x="340588" y="306392"/>
                  </a:lnTo>
                  <a:lnTo>
                    <a:pt x="420844" y="306392"/>
                  </a:lnTo>
                  <a:lnTo>
                    <a:pt x="496485" y="309995"/>
                  </a:lnTo>
                  <a:lnTo>
                    <a:pt x="573126" y="319236"/>
                  </a:lnTo>
                  <a:lnTo>
                    <a:pt x="637455" y="331550"/>
                  </a:lnTo>
                  <a:lnTo>
                    <a:pt x="688385" y="343355"/>
                  </a:lnTo>
                  <a:lnTo>
                    <a:pt x="732107" y="359781"/>
                  </a:lnTo>
                  <a:lnTo>
                    <a:pt x="765048" y="402892"/>
                  </a:lnTo>
                  <a:lnTo>
                    <a:pt x="757328" y="419826"/>
                  </a:lnTo>
                  <a:lnTo>
                    <a:pt x="688385" y="457807"/>
                  </a:lnTo>
                  <a:lnTo>
                    <a:pt x="637455" y="469613"/>
                  </a:lnTo>
                  <a:lnTo>
                    <a:pt x="573126" y="481927"/>
                  </a:lnTo>
                  <a:lnTo>
                    <a:pt x="496485" y="491168"/>
                  </a:lnTo>
                  <a:lnTo>
                    <a:pt x="420844" y="494750"/>
                  </a:lnTo>
                  <a:lnTo>
                    <a:pt x="340588" y="494750"/>
                  </a:lnTo>
                  <a:lnTo>
                    <a:pt x="263415" y="491168"/>
                  </a:lnTo>
                  <a:lnTo>
                    <a:pt x="190879" y="481927"/>
                  </a:lnTo>
                  <a:lnTo>
                    <a:pt x="122957" y="469613"/>
                  </a:lnTo>
                  <a:lnTo>
                    <a:pt x="71515" y="457807"/>
                  </a:lnTo>
                  <a:lnTo>
                    <a:pt x="28283" y="441381"/>
                  </a:lnTo>
                  <a:lnTo>
                    <a:pt x="0" y="402892"/>
                  </a:lnTo>
                  <a:close/>
                </a:path>
                <a:path w="765175" h="495300">
                  <a:moveTo>
                    <a:pt x="0" y="97008"/>
                  </a:moveTo>
                  <a:lnTo>
                    <a:pt x="28283" y="53898"/>
                  </a:lnTo>
                  <a:lnTo>
                    <a:pt x="71515" y="37472"/>
                  </a:lnTo>
                  <a:lnTo>
                    <a:pt x="122957" y="25666"/>
                  </a:lnTo>
                  <a:lnTo>
                    <a:pt x="190879" y="12844"/>
                  </a:lnTo>
                  <a:lnTo>
                    <a:pt x="263415" y="4111"/>
                  </a:lnTo>
                  <a:lnTo>
                    <a:pt x="340588" y="0"/>
                  </a:lnTo>
                  <a:lnTo>
                    <a:pt x="420844" y="0"/>
                  </a:lnTo>
                  <a:lnTo>
                    <a:pt x="496485" y="4111"/>
                  </a:lnTo>
                  <a:lnTo>
                    <a:pt x="573126" y="12844"/>
                  </a:lnTo>
                  <a:lnTo>
                    <a:pt x="637455" y="25666"/>
                  </a:lnTo>
                  <a:lnTo>
                    <a:pt x="688385" y="37472"/>
                  </a:lnTo>
                  <a:lnTo>
                    <a:pt x="732107" y="53898"/>
                  </a:lnTo>
                  <a:lnTo>
                    <a:pt x="765048" y="97008"/>
                  </a:lnTo>
                  <a:lnTo>
                    <a:pt x="757328" y="113943"/>
                  </a:lnTo>
                  <a:lnTo>
                    <a:pt x="688385" y="151924"/>
                  </a:lnTo>
                  <a:lnTo>
                    <a:pt x="637455" y="163200"/>
                  </a:lnTo>
                  <a:lnTo>
                    <a:pt x="573126" y="176044"/>
                  </a:lnTo>
                  <a:lnTo>
                    <a:pt x="496485" y="185285"/>
                  </a:lnTo>
                  <a:lnTo>
                    <a:pt x="420844" y="188866"/>
                  </a:lnTo>
                  <a:lnTo>
                    <a:pt x="340588" y="188866"/>
                  </a:lnTo>
                  <a:lnTo>
                    <a:pt x="263415" y="185285"/>
                  </a:lnTo>
                  <a:lnTo>
                    <a:pt x="190879" y="176044"/>
                  </a:lnTo>
                  <a:lnTo>
                    <a:pt x="122957" y="163200"/>
                  </a:lnTo>
                  <a:lnTo>
                    <a:pt x="71515" y="151924"/>
                  </a:lnTo>
                  <a:lnTo>
                    <a:pt x="28283" y="135498"/>
                  </a:lnTo>
                  <a:lnTo>
                    <a:pt x="0" y="97008"/>
                  </a:lnTo>
                  <a:close/>
                </a:path>
              </a:pathLst>
            </a:custGeom>
            <a:ln w="154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1621486" y="5019983"/>
              <a:ext cx="851535" cy="140335"/>
            </a:xfrm>
            <a:custGeom>
              <a:avLst/>
              <a:gdLst/>
              <a:ahLst/>
              <a:cxnLst/>
              <a:rect l="l" t="t" r="r" b="b"/>
              <a:pathLst>
                <a:path w="851535" h="140335">
                  <a:moveTo>
                    <a:pt x="850960" y="0"/>
                  </a:moveTo>
                  <a:lnTo>
                    <a:pt x="0" y="0"/>
                  </a:lnTo>
                  <a:lnTo>
                    <a:pt x="0" y="140110"/>
                  </a:lnTo>
                  <a:lnTo>
                    <a:pt x="850960" y="140110"/>
                  </a:lnTo>
                  <a:lnTo>
                    <a:pt x="8509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1666250" y="4837784"/>
              <a:ext cx="770255" cy="329565"/>
            </a:xfrm>
            <a:custGeom>
              <a:avLst/>
              <a:gdLst/>
              <a:ahLst/>
              <a:cxnLst/>
              <a:rect l="l" t="t" r="r" b="b"/>
              <a:pathLst>
                <a:path w="770255" h="329564">
                  <a:moveTo>
                    <a:pt x="0" y="0"/>
                  </a:moveTo>
                  <a:lnTo>
                    <a:pt x="0" y="328985"/>
                  </a:lnTo>
                </a:path>
                <a:path w="770255" h="329564">
                  <a:moveTo>
                    <a:pt x="770194" y="0"/>
                  </a:moveTo>
                  <a:lnTo>
                    <a:pt x="770194" y="328985"/>
                  </a:lnTo>
                </a:path>
              </a:pathLst>
            </a:custGeom>
            <a:ln w="154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1666250" y="4703832"/>
              <a:ext cx="765175" cy="189230"/>
            </a:xfrm>
            <a:custGeom>
              <a:avLst/>
              <a:gdLst/>
              <a:ahLst/>
              <a:cxnLst/>
              <a:rect l="l" t="t" r="r" b="b"/>
              <a:pathLst>
                <a:path w="765175" h="189229">
                  <a:moveTo>
                    <a:pt x="420844" y="0"/>
                  </a:moveTo>
                  <a:lnTo>
                    <a:pt x="340588" y="0"/>
                  </a:lnTo>
                  <a:lnTo>
                    <a:pt x="263415" y="4111"/>
                  </a:lnTo>
                  <a:lnTo>
                    <a:pt x="190879" y="12822"/>
                  </a:lnTo>
                  <a:lnTo>
                    <a:pt x="122957" y="25666"/>
                  </a:lnTo>
                  <a:lnTo>
                    <a:pt x="71515" y="36942"/>
                  </a:lnTo>
                  <a:lnTo>
                    <a:pt x="28283" y="53368"/>
                  </a:lnTo>
                  <a:lnTo>
                    <a:pt x="0" y="97008"/>
                  </a:lnTo>
                  <a:lnTo>
                    <a:pt x="9250" y="113413"/>
                  </a:lnTo>
                  <a:lnTo>
                    <a:pt x="71515" y="151903"/>
                  </a:lnTo>
                  <a:lnTo>
                    <a:pt x="122957" y="163200"/>
                  </a:lnTo>
                  <a:lnTo>
                    <a:pt x="190879" y="176044"/>
                  </a:lnTo>
                  <a:lnTo>
                    <a:pt x="263415" y="184755"/>
                  </a:lnTo>
                  <a:lnTo>
                    <a:pt x="340588" y="188866"/>
                  </a:lnTo>
                  <a:lnTo>
                    <a:pt x="420844" y="188866"/>
                  </a:lnTo>
                  <a:lnTo>
                    <a:pt x="496485" y="184755"/>
                  </a:lnTo>
                  <a:lnTo>
                    <a:pt x="573126" y="176044"/>
                  </a:lnTo>
                  <a:lnTo>
                    <a:pt x="637455" y="163200"/>
                  </a:lnTo>
                  <a:lnTo>
                    <a:pt x="688385" y="151903"/>
                  </a:lnTo>
                  <a:lnTo>
                    <a:pt x="732107" y="134968"/>
                  </a:lnTo>
                  <a:lnTo>
                    <a:pt x="765048" y="97008"/>
                  </a:lnTo>
                  <a:lnTo>
                    <a:pt x="757328" y="75432"/>
                  </a:lnTo>
                  <a:lnTo>
                    <a:pt x="688385" y="36942"/>
                  </a:lnTo>
                  <a:lnTo>
                    <a:pt x="637455" y="25666"/>
                  </a:lnTo>
                  <a:lnTo>
                    <a:pt x="573126" y="12822"/>
                  </a:lnTo>
                  <a:lnTo>
                    <a:pt x="496485" y="4111"/>
                  </a:lnTo>
                  <a:lnTo>
                    <a:pt x="4208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1666250" y="4397949"/>
              <a:ext cx="765175" cy="495300"/>
            </a:xfrm>
            <a:custGeom>
              <a:avLst/>
              <a:gdLst/>
              <a:ahLst/>
              <a:cxnLst/>
              <a:rect l="l" t="t" r="r" b="b"/>
              <a:pathLst>
                <a:path w="765175" h="495300">
                  <a:moveTo>
                    <a:pt x="0" y="402892"/>
                  </a:moveTo>
                  <a:lnTo>
                    <a:pt x="28283" y="359252"/>
                  </a:lnTo>
                  <a:lnTo>
                    <a:pt x="71515" y="342826"/>
                  </a:lnTo>
                  <a:lnTo>
                    <a:pt x="122957" y="331550"/>
                  </a:lnTo>
                  <a:lnTo>
                    <a:pt x="190879" y="318706"/>
                  </a:lnTo>
                  <a:lnTo>
                    <a:pt x="263415" y="309995"/>
                  </a:lnTo>
                  <a:lnTo>
                    <a:pt x="340588" y="305883"/>
                  </a:lnTo>
                  <a:lnTo>
                    <a:pt x="420844" y="305883"/>
                  </a:lnTo>
                  <a:lnTo>
                    <a:pt x="496485" y="309995"/>
                  </a:lnTo>
                  <a:lnTo>
                    <a:pt x="573126" y="318706"/>
                  </a:lnTo>
                  <a:lnTo>
                    <a:pt x="637455" y="331550"/>
                  </a:lnTo>
                  <a:lnTo>
                    <a:pt x="688385" y="342826"/>
                  </a:lnTo>
                  <a:lnTo>
                    <a:pt x="732107" y="359252"/>
                  </a:lnTo>
                  <a:lnTo>
                    <a:pt x="765048" y="402892"/>
                  </a:lnTo>
                  <a:lnTo>
                    <a:pt x="757328" y="419296"/>
                  </a:lnTo>
                  <a:lnTo>
                    <a:pt x="688385" y="457786"/>
                  </a:lnTo>
                  <a:lnTo>
                    <a:pt x="637455" y="469083"/>
                  </a:lnTo>
                  <a:lnTo>
                    <a:pt x="573126" y="481927"/>
                  </a:lnTo>
                  <a:lnTo>
                    <a:pt x="496485" y="490638"/>
                  </a:lnTo>
                  <a:lnTo>
                    <a:pt x="420844" y="494750"/>
                  </a:lnTo>
                  <a:lnTo>
                    <a:pt x="340588" y="494750"/>
                  </a:lnTo>
                  <a:lnTo>
                    <a:pt x="263415" y="490638"/>
                  </a:lnTo>
                  <a:lnTo>
                    <a:pt x="190879" y="481927"/>
                  </a:lnTo>
                  <a:lnTo>
                    <a:pt x="122957" y="469083"/>
                  </a:lnTo>
                  <a:lnTo>
                    <a:pt x="71515" y="457786"/>
                  </a:lnTo>
                  <a:lnTo>
                    <a:pt x="28283" y="440852"/>
                  </a:lnTo>
                  <a:lnTo>
                    <a:pt x="0" y="402892"/>
                  </a:lnTo>
                  <a:close/>
                </a:path>
                <a:path w="765175" h="495300">
                  <a:moveTo>
                    <a:pt x="0" y="97008"/>
                  </a:moveTo>
                  <a:lnTo>
                    <a:pt x="28283" y="53368"/>
                  </a:lnTo>
                  <a:lnTo>
                    <a:pt x="71515" y="36942"/>
                  </a:lnTo>
                  <a:lnTo>
                    <a:pt x="122957" y="25666"/>
                  </a:lnTo>
                  <a:lnTo>
                    <a:pt x="190879" y="12822"/>
                  </a:lnTo>
                  <a:lnTo>
                    <a:pt x="263415" y="3581"/>
                  </a:lnTo>
                  <a:lnTo>
                    <a:pt x="340588" y="0"/>
                  </a:lnTo>
                  <a:lnTo>
                    <a:pt x="420844" y="0"/>
                  </a:lnTo>
                  <a:lnTo>
                    <a:pt x="496485" y="3581"/>
                  </a:lnTo>
                  <a:lnTo>
                    <a:pt x="573126" y="12822"/>
                  </a:lnTo>
                  <a:lnTo>
                    <a:pt x="637455" y="25666"/>
                  </a:lnTo>
                  <a:lnTo>
                    <a:pt x="688385" y="36942"/>
                  </a:lnTo>
                  <a:lnTo>
                    <a:pt x="732107" y="53368"/>
                  </a:lnTo>
                  <a:lnTo>
                    <a:pt x="765048" y="97008"/>
                  </a:lnTo>
                  <a:lnTo>
                    <a:pt x="757328" y="113413"/>
                  </a:lnTo>
                  <a:lnTo>
                    <a:pt x="688385" y="151924"/>
                  </a:lnTo>
                  <a:lnTo>
                    <a:pt x="637455" y="163200"/>
                  </a:lnTo>
                  <a:lnTo>
                    <a:pt x="573126" y="176044"/>
                  </a:lnTo>
                  <a:lnTo>
                    <a:pt x="496485" y="184755"/>
                  </a:lnTo>
                  <a:lnTo>
                    <a:pt x="420844" y="188866"/>
                  </a:lnTo>
                  <a:lnTo>
                    <a:pt x="340588" y="188866"/>
                  </a:lnTo>
                  <a:lnTo>
                    <a:pt x="263415" y="184755"/>
                  </a:lnTo>
                  <a:lnTo>
                    <a:pt x="190879" y="176044"/>
                  </a:lnTo>
                  <a:lnTo>
                    <a:pt x="122957" y="163200"/>
                  </a:lnTo>
                  <a:lnTo>
                    <a:pt x="71515" y="151924"/>
                  </a:lnTo>
                  <a:lnTo>
                    <a:pt x="28283" y="134968"/>
                  </a:lnTo>
                  <a:lnTo>
                    <a:pt x="0" y="97008"/>
                  </a:lnTo>
                  <a:close/>
                </a:path>
              </a:pathLst>
            </a:custGeom>
            <a:ln w="154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1621486" y="4663295"/>
              <a:ext cx="851535" cy="140335"/>
            </a:xfrm>
            <a:custGeom>
              <a:avLst/>
              <a:gdLst/>
              <a:ahLst/>
              <a:cxnLst/>
              <a:rect l="l" t="t" r="r" b="b"/>
              <a:pathLst>
                <a:path w="851535" h="140335">
                  <a:moveTo>
                    <a:pt x="850960" y="0"/>
                  </a:moveTo>
                  <a:lnTo>
                    <a:pt x="0" y="0"/>
                  </a:lnTo>
                  <a:lnTo>
                    <a:pt x="0" y="140110"/>
                  </a:lnTo>
                  <a:lnTo>
                    <a:pt x="850960" y="140110"/>
                  </a:lnTo>
                  <a:lnTo>
                    <a:pt x="8509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1666250" y="4480587"/>
              <a:ext cx="770255" cy="329565"/>
            </a:xfrm>
            <a:custGeom>
              <a:avLst/>
              <a:gdLst/>
              <a:ahLst/>
              <a:cxnLst/>
              <a:rect l="l" t="t" r="r" b="b"/>
              <a:pathLst>
                <a:path w="770255" h="329564">
                  <a:moveTo>
                    <a:pt x="0" y="0"/>
                  </a:moveTo>
                  <a:lnTo>
                    <a:pt x="0" y="328964"/>
                  </a:lnTo>
                </a:path>
                <a:path w="770255" h="329564">
                  <a:moveTo>
                    <a:pt x="770194" y="0"/>
                  </a:moveTo>
                  <a:lnTo>
                    <a:pt x="770194" y="328964"/>
                  </a:lnTo>
                </a:path>
              </a:pathLst>
            </a:custGeom>
            <a:ln w="154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1666250" y="4350727"/>
              <a:ext cx="765175" cy="190500"/>
            </a:xfrm>
            <a:custGeom>
              <a:avLst/>
              <a:gdLst/>
              <a:ahLst/>
              <a:cxnLst/>
              <a:rect l="l" t="t" r="r" b="b"/>
              <a:pathLst>
                <a:path w="765175" h="190500">
                  <a:moveTo>
                    <a:pt x="420844" y="0"/>
                  </a:moveTo>
                  <a:lnTo>
                    <a:pt x="340588" y="0"/>
                  </a:lnTo>
                  <a:lnTo>
                    <a:pt x="263415" y="5129"/>
                  </a:lnTo>
                  <a:lnTo>
                    <a:pt x="190879" y="12844"/>
                  </a:lnTo>
                  <a:lnTo>
                    <a:pt x="122957" y="25666"/>
                  </a:lnTo>
                  <a:lnTo>
                    <a:pt x="71515" y="36963"/>
                  </a:lnTo>
                  <a:lnTo>
                    <a:pt x="28283" y="54915"/>
                  </a:lnTo>
                  <a:lnTo>
                    <a:pt x="0" y="97008"/>
                  </a:lnTo>
                  <a:lnTo>
                    <a:pt x="9250" y="113434"/>
                  </a:lnTo>
                  <a:lnTo>
                    <a:pt x="71515" y="151924"/>
                  </a:lnTo>
                  <a:lnTo>
                    <a:pt x="122957" y="164238"/>
                  </a:lnTo>
                  <a:lnTo>
                    <a:pt x="190879" y="177061"/>
                  </a:lnTo>
                  <a:lnTo>
                    <a:pt x="263415" y="184755"/>
                  </a:lnTo>
                  <a:lnTo>
                    <a:pt x="340588" y="189905"/>
                  </a:lnTo>
                  <a:lnTo>
                    <a:pt x="420844" y="189905"/>
                  </a:lnTo>
                  <a:lnTo>
                    <a:pt x="496485" y="184755"/>
                  </a:lnTo>
                  <a:lnTo>
                    <a:pt x="573126" y="177061"/>
                  </a:lnTo>
                  <a:lnTo>
                    <a:pt x="637455" y="164238"/>
                  </a:lnTo>
                  <a:lnTo>
                    <a:pt x="688385" y="151924"/>
                  </a:lnTo>
                  <a:lnTo>
                    <a:pt x="732107" y="134989"/>
                  </a:lnTo>
                  <a:lnTo>
                    <a:pt x="765048" y="97008"/>
                  </a:lnTo>
                  <a:lnTo>
                    <a:pt x="757328" y="75453"/>
                  </a:lnTo>
                  <a:lnTo>
                    <a:pt x="688385" y="36963"/>
                  </a:lnTo>
                  <a:lnTo>
                    <a:pt x="637455" y="25666"/>
                  </a:lnTo>
                  <a:lnTo>
                    <a:pt x="573126" y="12844"/>
                  </a:lnTo>
                  <a:lnTo>
                    <a:pt x="496485" y="5129"/>
                  </a:lnTo>
                  <a:lnTo>
                    <a:pt x="4208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1666250" y="4044886"/>
              <a:ext cx="765175" cy="495934"/>
            </a:xfrm>
            <a:custGeom>
              <a:avLst/>
              <a:gdLst/>
              <a:ahLst/>
              <a:cxnLst/>
              <a:rect l="l" t="t" r="r" b="b"/>
              <a:pathLst>
                <a:path w="765175" h="495935">
                  <a:moveTo>
                    <a:pt x="0" y="402849"/>
                  </a:moveTo>
                  <a:lnTo>
                    <a:pt x="28283" y="360756"/>
                  </a:lnTo>
                  <a:lnTo>
                    <a:pt x="71515" y="342804"/>
                  </a:lnTo>
                  <a:lnTo>
                    <a:pt x="122957" y="331508"/>
                  </a:lnTo>
                  <a:lnTo>
                    <a:pt x="190879" y="318685"/>
                  </a:lnTo>
                  <a:lnTo>
                    <a:pt x="263415" y="310970"/>
                  </a:lnTo>
                  <a:lnTo>
                    <a:pt x="340588" y="305841"/>
                  </a:lnTo>
                  <a:lnTo>
                    <a:pt x="420844" y="305841"/>
                  </a:lnTo>
                  <a:lnTo>
                    <a:pt x="496485" y="310970"/>
                  </a:lnTo>
                  <a:lnTo>
                    <a:pt x="573126" y="318685"/>
                  </a:lnTo>
                  <a:lnTo>
                    <a:pt x="637455" y="331508"/>
                  </a:lnTo>
                  <a:lnTo>
                    <a:pt x="688385" y="342804"/>
                  </a:lnTo>
                  <a:lnTo>
                    <a:pt x="732107" y="360756"/>
                  </a:lnTo>
                  <a:lnTo>
                    <a:pt x="765048" y="402849"/>
                  </a:lnTo>
                  <a:lnTo>
                    <a:pt x="757328" y="419275"/>
                  </a:lnTo>
                  <a:lnTo>
                    <a:pt x="688385" y="457765"/>
                  </a:lnTo>
                  <a:lnTo>
                    <a:pt x="637455" y="470079"/>
                  </a:lnTo>
                  <a:lnTo>
                    <a:pt x="573126" y="482902"/>
                  </a:lnTo>
                  <a:lnTo>
                    <a:pt x="496485" y="490596"/>
                  </a:lnTo>
                  <a:lnTo>
                    <a:pt x="420844" y="495746"/>
                  </a:lnTo>
                  <a:lnTo>
                    <a:pt x="340588" y="495746"/>
                  </a:lnTo>
                  <a:lnTo>
                    <a:pt x="263415" y="490596"/>
                  </a:lnTo>
                  <a:lnTo>
                    <a:pt x="190879" y="482902"/>
                  </a:lnTo>
                  <a:lnTo>
                    <a:pt x="122957" y="470079"/>
                  </a:lnTo>
                  <a:lnTo>
                    <a:pt x="71515" y="457765"/>
                  </a:lnTo>
                  <a:lnTo>
                    <a:pt x="28283" y="440830"/>
                  </a:lnTo>
                  <a:lnTo>
                    <a:pt x="0" y="402849"/>
                  </a:lnTo>
                  <a:close/>
                </a:path>
                <a:path w="765175" h="495935">
                  <a:moveTo>
                    <a:pt x="0" y="96860"/>
                  </a:moveTo>
                  <a:lnTo>
                    <a:pt x="28283" y="54894"/>
                  </a:lnTo>
                  <a:lnTo>
                    <a:pt x="71515" y="36878"/>
                  </a:lnTo>
                  <a:lnTo>
                    <a:pt x="122957" y="25645"/>
                  </a:lnTo>
                  <a:lnTo>
                    <a:pt x="190879" y="12716"/>
                  </a:lnTo>
                  <a:lnTo>
                    <a:pt x="263415" y="5086"/>
                  </a:lnTo>
                  <a:lnTo>
                    <a:pt x="340588" y="0"/>
                  </a:lnTo>
                  <a:lnTo>
                    <a:pt x="420844" y="0"/>
                  </a:lnTo>
                  <a:lnTo>
                    <a:pt x="496485" y="5086"/>
                  </a:lnTo>
                  <a:lnTo>
                    <a:pt x="573126" y="12716"/>
                  </a:lnTo>
                  <a:lnTo>
                    <a:pt x="637455" y="25645"/>
                  </a:lnTo>
                  <a:lnTo>
                    <a:pt x="688385" y="36878"/>
                  </a:lnTo>
                  <a:lnTo>
                    <a:pt x="732107" y="54894"/>
                  </a:lnTo>
                  <a:lnTo>
                    <a:pt x="765048" y="96860"/>
                  </a:lnTo>
                  <a:lnTo>
                    <a:pt x="757328" y="113392"/>
                  </a:lnTo>
                  <a:lnTo>
                    <a:pt x="688385" y="151330"/>
                  </a:lnTo>
                  <a:lnTo>
                    <a:pt x="637455" y="164196"/>
                  </a:lnTo>
                  <a:lnTo>
                    <a:pt x="573126" y="177019"/>
                  </a:lnTo>
                  <a:lnTo>
                    <a:pt x="496485" y="184733"/>
                  </a:lnTo>
                  <a:lnTo>
                    <a:pt x="420844" y="189863"/>
                  </a:lnTo>
                  <a:lnTo>
                    <a:pt x="340588" y="189863"/>
                  </a:lnTo>
                  <a:lnTo>
                    <a:pt x="263415" y="184733"/>
                  </a:lnTo>
                  <a:lnTo>
                    <a:pt x="190879" y="177019"/>
                  </a:lnTo>
                  <a:lnTo>
                    <a:pt x="122957" y="164196"/>
                  </a:lnTo>
                  <a:lnTo>
                    <a:pt x="71515" y="151330"/>
                  </a:lnTo>
                  <a:lnTo>
                    <a:pt x="28283" y="135010"/>
                  </a:lnTo>
                  <a:lnTo>
                    <a:pt x="0" y="96860"/>
                  </a:lnTo>
                  <a:close/>
                </a:path>
              </a:pathLst>
            </a:custGeom>
            <a:ln w="154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1621486" y="4311207"/>
              <a:ext cx="851535" cy="140335"/>
            </a:xfrm>
            <a:custGeom>
              <a:avLst/>
              <a:gdLst/>
              <a:ahLst/>
              <a:cxnLst/>
              <a:rect l="l" t="t" r="r" b="b"/>
              <a:pathLst>
                <a:path w="851535" h="140335">
                  <a:moveTo>
                    <a:pt x="850960" y="0"/>
                  </a:moveTo>
                  <a:lnTo>
                    <a:pt x="0" y="0"/>
                  </a:lnTo>
                  <a:lnTo>
                    <a:pt x="0" y="140110"/>
                  </a:lnTo>
                  <a:lnTo>
                    <a:pt x="850960" y="140110"/>
                  </a:lnTo>
                  <a:lnTo>
                    <a:pt x="8509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1666250" y="4127546"/>
              <a:ext cx="1884680" cy="1466215"/>
            </a:xfrm>
            <a:custGeom>
              <a:avLst/>
              <a:gdLst/>
              <a:ahLst/>
              <a:cxnLst/>
              <a:rect l="l" t="t" r="r" b="b"/>
              <a:pathLst>
                <a:path w="1884679" h="1466214">
                  <a:moveTo>
                    <a:pt x="0" y="0"/>
                  </a:moveTo>
                  <a:lnTo>
                    <a:pt x="0" y="330448"/>
                  </a:lnTo>
                </a:path>
                <a:path w="1884679" h="1466214">
                  <a:moveTo>
                    <a:pt x="770194" y="0"/>
                  </a:moveTo>
                  <a:lnTo>
                    <a:pt x="770194" y="330448"/>
                  </a:lnTo>
                </a:path>
                <a:path w="1884679" h="1466214">
                  <a:moveTo>
                    <a:pt x="1119523" y="1374356"/>
                  </a:moveTo>
                  <a:lnTo>
                    <a:pt x="1147806" y="1331245"/>
                  </a:lnTo>
                  <a:lnTo>
                    <a:pt x="1190975" y="1314311"/>
                  </a:lnTo>
                  <a:lnTo>
                    <a:pt x="1242437" y="1303014"/>
                  </a:lnTo>
                  <a:lnTo>
                    <a:pt x="1310487" y="1290191"/>
                  </a:lnTo>
                  <a:lnTo>
                    <a:pt x="1383002" y="1281459"/>
                  </a:lnTo>
                  <a:lnTo>
                    <a:pt x="1460196" y="1277347"/>
                  </a:lnTo>
                  <a:lnTo>
                    <a:pt x="1540367" y="1277347"/>
                  </a:lnTo>
                  <a:lnTo>
                    <a:pt x="1616072" y="1281459"/>
                  </a:lnTo>
                  <a:lnTo>
                    <a:pt x="1692628" y="1290191"/>
                  </a:lnTo>
                  <a:lnTo>
                    <a:pt x="1757063" y="1303014"/>
                  </a:lnTo>
                  <a:lnTo>
                    <a:pt x="1807887" y="1314311"/>
                  </a:lnTo>
                  <a:lnTo>
                    <a:pt x="1851694" y="1331245"/>
                  </a:lnTo>
                  <a:lnTo>
                    <a:pt x="1884656" y="1374356"/>
                  </a:lnTo>
                  <a:lnTo>
                    <a:pt x="1876787" y="1390782"/>
                  </a:lnTo>
                  <a:lnTo>
                    <a:pt x="1807887" y="1429271"/>
                  </a:lnTo>
                  <a:lnTo>
                    <a:pt x="1757063" y="1440568"/>
                  </a:lnTo>
                  <a:lnTo>
                    <a:pt x="1692628" y="1453391"/>
                  </a:lnTo>
                  <a:lnTo>
                    <a:pt x="1616072" y="1462632"/>
                  </a:lnTo>
                  <a:lnTo>
                    <a:pt x="1540367" y="1466214"/>
                  </a:lnTo>
                  <a:lnTo>
                    <a:pt x="1460196" y="1466214"/>
                  </a:lnTo>
                  <a:lnTo>
                    <a:pt x="1383002" y="1462632"/>
                  </a:lnTo>
                  <a:lnTo>
                    <a:pt x="1310487" y="1453391"/>
                  </a:lnTo>
                  <a:lnTo>
                    <a:pt x="1242437" y="1440568"/>
                  </a:lnTo>
                  <a:lnTo>
                    <a:pt x="1190975" y="1429271"/>
                  </a:lnTo>
                  <a:lnTo>
                    <a:pt x="1147806" y="1412845"/>
                  </a:lnTo>
                  <a:lnTo>
                    <a:pt x="1119523" y="1374356"/>
                  </a:lnTo>
                  <a:close/>
                </a:path>
                <a:path w="1884679" h="1466214">
                  <a:moveTo>
                    <a:pt x="1119522" y="1068472"/>
                  </a:moveTo>
                  <a:lnTo>
                    <a:pt x="1147806" y="1025362"/>
                  </a:lnTo>
                  <a:lnTo>
                    <a:pt x="1190975" y="1008427"/>
                  </a:lnTo>
                  <a:lnTo>
                    <a:pt x="1242437" y="997130"/>
                  </a:lnTo>
                  <a:lnTo>
                    <a:pt x="1310487" y="984308"/>
                  </a:lnTo>
                  <a:lnTo>
                    <a:pt x="1383002" y="975575"/>
                  </a:lnTo>
                  <a:lnTo>
                    <a:pt x="1460196" y="971464"/>
                  </a:lnTo>
                  <a:lnTo>
                    <a:pt x="1540367" y="971464"/>
                  </a:lnTo>
                  <a:lnTo>
                    <a:pt x="1616072" y="975575"/>
                  </a:lnTo>
                  <a:lnTo>
                    <a:pt x="1692628" y="984308"/>
                  </a:lnTo>
                  <a:lnTo>
                    <a:pt x="1757063" y="997130"/>
                  </a:lnTo>
                  <a:lnTo>
                    <a:pt x="1807887" y="1008427"/>
                  </a:lnTo>
                  <a:lnTo>
                    <a:pt x="1851694" y="1025362"/>
                  </a:lnTo>
                  <a:lnTo>
                    <a:pt x="1884656" y="1068472"/>
                  </a:lnTo>
                  <a:lnTo>
                    <a:pt x="1876787" y="1084898"/>
                  </a:lnTo>
                  <a:lnTo>
                    <a:pt x="1807887" y="1123388"/>
                  </a:lnTo>
                  <a:lnTo>
                    <a:pt x="1757063" y="1134685"/>
                  </a:lnTo>
                  <a:lnTo>
                    <a:pt x="1692628" y="1147508"/>
                  </a:lnTo>
                  <a:lnTo>
                    <a:pt x="1616072" y="1156240"/>
                  </a:lnTo>
                  <a:lnTo>
                    <a:pt x="1540367" y="1160331"/>
                  </a:lnTo>
                  <a:lnTo>
                    <a:pt x="1460196" y="1160331"/>
                  </a:lnTo>
                  <a:lnTo>
                    <a:pt x="1383002" y="1156240"/>
                  </a:lnTo>
                  <a:lnTo>
                    <a:pt x="1310487" y="1147508"/>
                  </a:lnTo>
                  <a:lnTo>
                    <a:pt x="1242437" y="1134685"/>
                  </a:lnTo>
                  <a:lnTo>
                    <a:pt x="1190975" y="1123388"/>
                  </a:lnTo>
                  <a:lnTo>
                    <a:pt x="1147806" y="1106962"/>
                  </a:lnTo>
                  <a:lnTo>
                    <a:pt x="1119522" y="1068472"/>
                  </a:lnTo>
                  <a:close/>
                </a:path>
              </a:pathLst>
            </a:custGeom>
            <a:ln w="154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2741116" y="5364356"/>
              <a:ext cx="851535" cy="140335"/>
            </a:xfrm>
            <a:custGeom>
              <a:avLst/>
              <a:gdLst/>
              <a:ahLst/>
              <a:cxnLst/>
              <a:rect l="l" t="t" r="r" b="b"/>
              <a:pathLst>
                <a:path w="851535" h="140335">
                  <a:moveTo>
                    <a:pt x="850960" y="0"/>
                  </a:moveTo>
                  <a:lnTo>
                    <a:pt x="0" y="0"/>
                  </a:lnTo>
                  <a:lnTo>
                    <a:pt x="0" y="140110"/>
                  </a:lnTo>
                  <a:lnTo>
                    <a:pt x="850960" y="140110"/>
                  </a:lnTo>
                  <a:lnTo>
                    <a:pt x="8509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2785773" y="5182157"/>
              <a:ext cx="770255" cy="329565"/>
            </a:xfrm>
            <a:custGeom>
              <a:avLst/>
              <a:gdLst/>
              <a:ahLst/>
              <a:cxnLst/>
              <a:rect l="l" t="t" r="r" b="b"/>
              <a:pathLst>
                <a:path w="770254" h="329564">
                  <a:moveTo>
                    <a:pt x="0" y="0"/>
                  </a:moveTo>
                  <a:lnTo>
                    <a:pt x="0" y="328985"/>
                  </a:lnTo>
                </a:path>
                <a:path w="770254" h="329564">
                  <a:moveTo>
                    <a:pt x="770236" y="0"/>
                  </a:moveTo>
                  <a:lnTo>
                    <a:pt x="770236" y="328985"/>
                  </a:lnTo>
                </a:path>
              </a:pathLst>
            </a:custGeom>
            <a:ln w="154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2785773" y="5051809"/>
              <a:ext cx="765175" cy="190500"/>
            </a:xfrm>
            <a:custGeom>
              <a:avLst/>
              <a:gdLst/>
              <a:ahLst/>
              <a:cxnLst/>
              <a:rect l="l" t="t" r="r" b="b"/>
              <a:pathLst>
                <a:path w="765175" h="190500">
                  <a:moveTo>
                    <a:pt x="420844" y="0"/>
                  </a:moveTo>
                  <a:lnTo>
                    <a:pt x="340673" y="0"/>
                  </a:lnTo>
                  <a:lnTo>
                    <a:pt x="263479" y="5129"/>
                  </a:lnTo>
                  <a:lnTo>
                    <a:pt x="190964" y="12822"/>
                  </a:lnTo>
                  <a:lnTo>
                    <a:pt x="122914" y="25645"/>
                  </a:lnTo>
                  <a:lnTo>
                    <a:pt x="71452" y="36942"/>
                  </a:lnTo>
                  <a:lnTo>
                    <a:pt x="28283" y="54894"/>
                  </a:lnTo>
                  <a:lnTo>
                    <a:pt x="0" y="96987"/>
                  </a:lnTo>
                  <a:lnTo>
                    <a:pt x="9356" y="113413"/>
                  </a:lnTo>
                  <a:lnTo>
                    <a:pt x="71452" y="151903"/>
                  </a:lnTo>
                  <a:lnTo>
                    <a:pt x="122914" y="164726"/>
                  </a:lnTo>
                  <a:lnTo>
                    <a:pt x="190964" y="177570"/>
                  </a:lnTo>
                  <a:lnTo>
                    <a:pt x="263479" y="184755"/>
                  </a:lnTo>
                  <a:lnTo>
                    <a:pt x="340673" y="189884"/>
                  </a:lnTo>
                  <a:lnTo>
                    <a:pt x="420844" y="189884"/>
                  </a:lnTo>
                  <a:lnTo>
                    <a:pt x="496549" y="184755"/>
                  </a:lnTo>
                  <a:lnTo>
                    <a:pt x="573105" y="177570"/>
                  </a:lnTo>
                  <a:lnTo>
                    <a:pt x="637540" y="164726"/>
                  </a:lnTo>
                  <a:lnTo>
                    <a:pt x="688364" y="151903"/>
                  </a:lnTo>
                  <a:lnTo>
                    <a:pt x="732171" y="135477"/>
                  </a:lnTo>
                  <a:lnTo>
                    <a:pt x="765133" y="96987"/>
                  </a:lnTo>
                  <a:lnTo>
                    <a:pt x="757264" y="75432"/>
                  </a:lnTo>
                  <a:lnTo>
                    <a:pt x="688364" y="36942"/>
                  </a:lnTo>
                  <a:lnTo>
                    <a:pt x="637540" y="25645"/>
                  </a:lnTo>
                  <a:lnTo>
                    <a:pt x="573105" y="12822"/>
                  </a:lnTo>
                  <a:lnTo>
                    <a:pt x="496549" y="5129"/>
                  </a:lnTo>
                  <a:lnTo>
                    <a:pt x="4208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2785773" y="4745925"/>
              <a:ext cx="765175" cy="495934"/>
            </a:xfrm>
            <a:custGeom>
              <a:avLst/>
              <a:gdLst/>
              <a:ahLst/>
              <a:cxnLst/>
              <a:rect l="l" t="t" r="r" b="b"/>
              <a:pathLst>
                <a:path w="765175" h="495935">
                  <a:moveTo>
                    <a:pt x="0" y="402870"/>
                  </a:moveTo>
                  <a:lnTo>
                    <a:pt x="28283" y="360778"/>
                  </a:lnTo>
                  <a:lnTo>
                    <a:pt x="71452" y="342826"/>
                  </a:lnTo>
                  <a:lnTo>
                    <a:pt x="122914" y="331529"/>
                  </a:lnTo>
                  <a:lnTo>
                    <a:pt x="190964" y="318706"/>
                  </a:lnTo>
                  <a:lnTo>
                    <a:pt x="263479" y="311012"/>
                  </a:lnTo>
                  <a:lnTo>
                    <a:pt x="340673" y="305883"/>
                  </a:lnTo>
                  <a:lnTo>
                    <a:pt x="420844" y="305883"/>
                  </a:lnTo>
                  <a:lnTo>
                    <a:pt x="496549" y="311012"/>
                  </a:lnTo>
                  <a:lnTo>
                    <a:pt x="573105" y="318706"/>
                  </a:lnTo>
                  <a:lnTo>
                    <a:pt x="637540" y="331529"/>
                  </a:lnTo>
                  <a:lnTo>
                    <a:pt x="688364" y="342826"/>
                  </a:lnTo>
                  <a:lnTo>
                    <a:pt x="732171" y="360778"/>
                  </a:lnTo>
                  <a:lnTo>
                    <a:pt x="765133" y="402870"/>
                  </a:lnTo>
                  <a:lnTo>
                    <a:pt x="757264" y="419296"/>
                  </a:lnTo>
                  <a:lnTo>
                    <a:pt x="688364" y="457786"/>
                  </a:lnTo>
                  <a:lnTo>
                    <a:pt x="637540" y="470609"/>
                  </a:lnTo>
                  <a:lnTo>
                    <a:pt x="573105" y="483453"/>
                  </a:lnTo>
                  <a:lnTo>
                    <a:pt x="496549" y="490638"/>
                  </a:lnTo>
                  <a:lnTo>
                    <a:pt x="420844" y="495767"/>
                  </a:lnTo>
                  <a:lnTo>
                    <a:pt x="340673" y="495767"/>
                  </a:lnTo>
                  <a:lnTo>
                    <a:pt x="263479" y="490638"/>
                  </a:lnTo>
                  <a:lnTo>
                    <a:pt x="190964" y="483453"/>
                  </a:lnTo>
                  <a:lnTo>
                    <a:pt x="122914" y="470609"/>
                  </a:lnTo>
                  <a:lnTo>
                    <a:pt x="71452" y="457786"/>
                  </a:lnTo>
                  <a:lnTo>
                    <a:pt x="28283" y="441360"/>
                  </a:lnTo>
                  <a:lnTo>
                    <a:pt x="0" y="402870"/>
                  </a:lnTo>
                  <a:close/>
                </a:path>
                <a:path w="765175" h="495935">
                  <a:moveTo>
                    <a:pt x="0" y="96987"/>
                  </a:moveTo>
                  <a:lnTo>
                    <a:pt x="28283" y="54915"/>
                  </a:lnTo>
                  <a:lnTo>
                    <a:pt x="71452" y="36942"/>
                  </a:lnTo>
                  <a:lnTo>
                    <a:pt x="122914" y="25645"/>
                  </a:lnTo>
                  <a:lnTo>
                    <a:pt x="190964" y="12822"/>
                  </a:lnTo>
                  <a:lnTo>
                    <a:pt x="263479" y="5129"/>
                  </a:lnTo>
                  <a:lnTo>
                    <a:pt x="340673" y="0"/>
                  </a:lnTo>
                  <a:lnTo>
                    <a:pt x="420844" y="0"/>
                  </a:lnTo>
                  <a:lnTo>
                    <a:pt x="496549" y="5129"/>
                  </a:lnTo>
                  <a:lnTo>
                    <a:pt x="573105" y="12822"/>
                  </a:lnTo>
                  <a:lnTo>
                    <a:pt x="637540" y="25645"/>
                  </a:lnTo>
                  <a:lnTo>
                    <a:pt x="688364" y="36942"/>
                  </a:lnTo>
                  <a:lnTo>
                    <a:pt x="732171" y="54915"/>
                  </a:lnTo>
                  <a:lnTo>
                    <a:pt x="765133" y="96987"/>
                  </a:lnTo>
                  <a:lnTo>
                    <a:pt x="757264" y="113413"/>
                  </a:lnTo>
                  <a:lnTo>
                    <a:pt x="688364" y="151903"/>
                  </a:lnTo>
                  <a:lnTo>
                    <a:pt x="637540" y="164726"/>
                  </a:lnTo>
                  <a:lnTo>
                    <a:pt x="573105" y="177061"/>
                  </a:lnTo>
                  <a:lnTo>
                    <a:pt x="496549" y="184755"/>
                  </a:lnTo>
                  <a:lnTo>
                    <a:pt x="420844" y="189884"/>
                  </a:lnTo>
                  <a:lnTo>
                    <a:pt x="340673" y="189884"/>
                  </a:lnTo>
                  <a:lnTo>
                    <a:pt x="263479" y="184755"/>
                  </a:lnTo>
                  <a:lnTo>
                    <a:pt x="190964" y="177061"/>
                  </a:lnTo>
                  <a:lnTo>
                    <a:pt x="122914" y="164726"/>
                  </a:lnTo>
                  <a:lnTo>
                    <a:pt x="71452" y="151903"/>
                  </a:lnTo>
                  <a:lnTo>
                    <a:pt x="28283" y="134968"/>
                  </a:lnTo>
                  <a:lnTo>
                    <a:pt x="0" y="96987"/>
                  </a:lnTo>
                  <a:close/>
                </a:path>
              </a:pathLst>
            </a:custGeom>
            <a:ln w="154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2741116" y="5012285"/>
              <a:ext cx="851535" cy="140970"/>
            </a:xfrm>
            <a:custGeom>
              <a:avLst/>
              <a:gdLst/>
              <a:ahLst/>
              <a:cxnLst/>
              <a:rect l="l" t="t" r="r" b="b"/>
              <a:pathLst>
                <a:path w="851535" h="140970">
                  <a:moveTo>
                    <a:pt x="850960" y="0"/>
                  </a:moveTo>
                  <a:lnTo>
                    <a:pt x="0" y="0"/>
                  </a:lnTo>
                  <a:lnTo>
                    <a:pt x="0" y="140623"/>
                  </a:lnTo>
                  <a:lnTo>
                    <a:pt x="850960" y="140623"/>
                  </a:lnTo>
                  <a:lnTo>
                    <a:pt x="8509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2785773" y="4829051"/>
              <a:ext cx="770255" cy="330200"/>
            </a:xfrm>
            <a:custGeom>
              <a:avLst/>
              <a:gdLst/>
              <a:ahLst/>
              <a:cxnLst/>
              <a:rect l="l" t="t" r="r" b="b"/>
              <a:pathLst>
                <a:path w="770254" h="330200">
                  <a:moveTo>
                    <a:pt x="0" y="0"/>
                  </a:moveTo>
                  <a:lnTo>
                    <a:pt x="0" y="330003"/>
                  </a:lnTo>
                </a:path>
                <a:path w="770254" h="330200">
                  <a:moveTo>
                    <a:pt x="770236" y="0"/>
                  </a:moveTo>
                  <a:lnTo>
                    <a:pt x="770236" y="330003"/>
                  </a:lnTo>
                </a:path>
              </a:pathLst>
            </a:custGeom>
            <a:ln w="154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2785773" y="4695100"/>
              <a:ext cx="765175" cy="190500"/>
            </a:xfrm>
            <a:custGeom>
              <a:avLst/>
              <a:gdLst/>
              <a:ahLst/>
              <a:cxnLst/>
              <a:rect l="l" t="t" r="r" b="b"/>
              <a:pathLst>
                <a:path w="765175" h="190500">
                  <a:moveTo>
                    <a:pt x="420844" y="0"/>
                  </a:moveTo>
                  <a:lnTo>
                    <a:pt x="340673" y="0"/>
                  </a:lnTo>
                  <a:lnTo>
                    <a:pt x="263479" y="5129"/>
                  </a:lnTo>
                  <a:lnTo>
                    <a:pt x="190964" y="12844"/>
                  </a:lnTo>
                  <a:lnTo>
                    <a:pt x="122914" y="25158"/>
                  </a:lnTo>
                  <a:lnTo>
                    <a:pt x="71452" y="36963"/>
                  </a:lnTo>
                  <a:lnTo>
                    <a:pt x="28283" y="54915"/>
                  </a:lnTo>
                  <a:lnTo>
                    <a:pt x="0" y="97008"/>
                  </a:lnTo>
                  <a:lnTo>
                    <a:pt x="9356" y="113434"/>
                  </a:lnTo>
                  <a:lnTo>
                    <a:pt x="71452" y="151415"/>
                  </a:lnTo>
                  <a:lnTo>
                    <a:pt x="122914" y="164238"/>
                  </a:lnTo>
                  <a:lnTo>
                    <a:pt x="190964" y="177061"/>
                  </a:lnTo>
                  <a:lnTo>
                    <a:pt x="263479" y="184776"/>
                  </a:lnTo>
                  <a:lnTo>
                    <a:pt x="340673" y="189905"/>
                  </a:lnTo>
                  <a:lnTo>
                    <a:pt x="420844" y="189905"/>
                  </a:lnTo>
                  <a:lnTo>
                    <a:pt x="496549" y="184776"/>
                  </a:lnTo>
                  <a:lnTo>
                    <a:pt x="573105" y="177061"/>
                  </a:lnTo>
                  <a:lnTo>
                    <a:pt x="637540" y="164238"/>
                  </a:lnTo>
                  <a:lnTo>
                    <a:pt x="688364" y="151415"/>
                  </a:lnTo>
                  <a:lnTo>
                    <a:pt x="732171" y="134989"/>
                  </a:lnTo>
                  <a:lnTo>
                    <a:pt x="765133" y="97008"/>
                  </a:lnTo>
                  <a:lnTo>
                    <a:pt x="757264" y="74944"/>
                  </a:lnTo>
                  <a:lnTo>
                    <a:pt x="688364" y="36963"/>
                  </a:lnTo>
                  <a:lnTo>
                    <a:pt x="637540" y="25158"/>
                  </a:lnTo>
                  <a:lnTo>
                    <a:pt x="573105" y="12844"/>
                  </a:lnTo>
                  <a:lnTo>
                    <a:pt x="496549" y="5129"/>
                  </a:lnTo>
                  <a:lnTo>
                    <a:pt x="4208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2785773" y="4389217"/>
              <a:ext cx="765175" cy="495934"/>
            </a:xfrm>
            <a:custGeom>
              <a:avLst/>
              <a:gdLst/>
              <a:ahLst/>
              <a:cxnLst/>
              <a:rect l="l" t="t" r="r" b="b"/>
              <a:pathLst>
                <a:path w="765175" h="495935">
                  <a:moveTo>
                    <a:pt x="0" y="402892"/>
                  </a:moveTo>
                  <a:lnTo>
                    <a:pt x="28283" y="360799"/>
                  </a:lnTo>
                  <a:lnTo>
                    <a:pt x="71452" y="342847"/>
                  </a:lnTo>
                  <a:lnTo>
                    <a:pt x="122914" y="331041"/>
                  </a:lnTo>
                  <a:lnTo>
                    <a:pt x="190964" y="318727"/>
                  </a:lnTo>
                  <a:lnTo>
                    <a:pt x="263479" y="311012"/>
                  </a:lnTo>
                  <a:lnTo>
                    <a:pt x="340673" y="305883"/>
                  </a:lnTo>
                  <a:lnTo>
                    <a:pt x="420844" y="305883"/>
                  </a:lnTo>
                  <a:lnTo>
                    <a:pt x="496549" y="311012"/>
                  </a:lnTo>
                  <a:lnTo>
                    <a:pt x="573105" y="318727"/>
                  </a:lnTo>
                  <a:lnTo>
                    <a:pt x="637540" y="331041"/>
                  </a:lnTo>
                  <a:lnTo>
                    <a:pt x="688364" y="342847"/>
                  </a:lnTo>
                  <a:lnTo>
                    <a:pt x="732171" y="360799"/>
                  </a:lnTo>
                  <a:lnTo>
                    <a:pt x="765133" y="402892"/>
                  </a:lnTo>
                  <a:lnTo>
                    <a:pt x="757264" y="419318"/>
                  </a:lnTo>
                  <a:lnTo>
                    <a:pt x="688364" y="457299"/>
                  </a:lnTo>
                  <a:lnTo>
                    <a:pt x="637540" y="470122"/>
                  </a:lnTo>
                  <a:lnTo>
                    <a:pt x="573105" y="482944"/>
                  </a:lnTo>
                  <a:lnTo>
                    <a:pt x="496549" y="490659"/>
                  </a:lnTo>
                  <a:lnTo>
                    <a:pt x="420844" y="495788"/>
                  </a:lnTo>
                  <a:lnTo>
                    <a:pt x="340673" y="495788"/>
                  </a:lnTo>
                  <a:lnTo>
                    <a:pt x="263479" y="490659"/>
                  </a:lnTo>
                  <a:lnTo>
                    <a:pt x="190964" y="482944"/>
                  </a:lnTo>
                  <a:lnTo>
                    <a:pt x="122914" y="470122"/>
                  </a:lnTo>
                  <a:lnTo>
                    <a:pt x="71452" y="457299"/>
                  </a:lnTo>
                  <a:lnTo>
                    <a:pt x="28283" y="440873"/>
                  </a:lnTo>
                  <a:lnTo>
                    <a:pt x="0" y="402892"/>
                  </a:lnTo>
                  <a:close/>
                </a:path>
                <a:path w="765175" h="495935">
                  <a:moveTo>
                    <a:pt x="0" y="96499"/>
                  </a:moveTo>
                  <a:lnTo>
                    <a:pt x="28283" y="54407"/>
                  </a:lnTo>
                  <a:lnTo>
                    <a:pt x="71452" y="36963"/>
                  </a:lnTo>
                  <a:lnTo>
                    <a:pt x="122914" y="25158"/>
                  </a:lnTo>
                  <a:lnTo>
                    <a:pt x="190964" y="12314"/>
                  </a:lnTo>
                  <a:lnTo>
                    <a:pt x="263479" y="4620"/>
                  </a:lnTo>
                  <a:lnTo>
                    <a:pt x="340673" y="0"/>
                  </a:lnTo>
                  <a:lnTo>
                    <a:pt x="420844" y="0"/>
                  </a:lnTo>
                  <a:lnTo>
                    <a:pt x="496549" y="4620"/>
                  </a:lnTo>
                  <a:lnTo>
                    <a:pt x="573105" y="12314"/>
                  </a:lnTo>
                  <a:lnTo>
                    <a:pt x="637540" y="25158"/>
                  </a:lnTo>
                  <a:lnTo>
                    <a:pt x="688364" y="36963"/>
                  </a:lnTo>
                  <a:lnTo>
                    <a:pt x="732171" y="54407"/>
                  </a:lnTo>
                  <a:lnTo>
                    <a:pt x="765133" y="96499"/>
                  </a:lnTo>
                  <a:lnTo>
                    <a:pt x="757264" y="113434"/>
                  </a:lnTo>
                  <a:lnTo>
                    <a:pt x="688364" y="151415"/>
                  </a:lnTo>
                  <a:lnTo>
                    <a:pt x="637540" y="164238"/>
                  </a:lnTo>
                  <a:lnTo>
                    <a:pt x="573105" y="177061"/>
                  </a:lnTo>
                  <a:lnTo>
                    <a:pt x="496549" y="184776"/>
                  </a:lnTo>
                  <a:lnTo>
                    <a:pt x="420844" y="189905"/>
                  </a:lnTo>
                  <a:lnTo>
                    <a:pt x="340673" y="189905"/>
                  </a:lnTo>
                  <a:lnTo>
                    <a:pt x="263479" y="184776"/>
                  </a:lnTo>
                  <a:lnTo>
                    <a:pt x="190964" y="177061"/>
                  </a:lnTo>
                  <a:lnTo>
                    <a:pt x="122914" y="164238"/>
                  </a:lnTo>
                  <a:lnTo>
                    <a:pt x="71452" y="151415"/>
                  </a:lnTo>
                  <a:lnTo>
                    <a:pt x="28283" y="134989"/>
                  </a:lnTo>
                  <a:lnTo>
                    <a:pt x="0" y="96499"/>
                  </a:lnTo>
                  <a:close/>
                </a:path>
              </a:pathLst>
            </a:custGeom>
            <a:ln w="154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2741116" y="4655580"/>
              <a:ext cx="851535" cy="140335"/>
            </a:xfrm>
            <a:custGeom>
              <a:avLst/>
              <a:gdLst/>
              <a:ahLst/>
              <a:cxnLst/>
              <a:rect l="l" t="t" r="r" b="b"/>
              <a:pathLst>
                <a:path w="851535" h="140335">
                  <a:moveTo>
                    <a:pt x="850960" y="0"/>
                  </a:moveTo>
                  <a:lnTo>
                    <a:pt x="0" y="0"/>
                  </a:lnTo>
                  <a:lnTo>
                    <a:pt x="0" y="140110"/>
                  </a:lnTo>
                  <a:lnTo>
                    <a:pt x="850960" y="140110"/>
                  </a:lnTo>
                  <a:lnTo>
                    <a:pt x="8509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2785773" y="4471855"/>
              <a:ext cx="770255" cy="330200"/>
            </a:xfrm>
            <a:custGeom>
              <a:avLst/>
              <a:gdLst/>
              <a:ahLst/>
              <a:cxnLst/>
              <a:rect l="l" t="t" r="r" b="b"/>
              <a:pathLst>
                <a:path w="770254" h="330200">
                  <a:moveTo>
                    <a:pt x="0" y="0"/>
                  </a:moveTo>
                  <a:lnTo>
                    <a:pt x="0" y="330003"/>
                  </a:lnTo>
                </a:path>
                <a:path w="770254" h="330200">
                  <a:moveTo>
                    <a:pt x="770236" y="0"/>
                  </a:moveTo>
                  <a:lnTo>
                    <a:pt x="770236" y="330003"/>
                  </a:lnTo>
                </a:path>
              </a:pathLst>
            </a:custGeom>
            <a:ln w="154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2785773" y="4343033"/>
              <a:ext cx="765175" cy="189230"/>
            </a:xfrm>
            <a:custGeom>
              <a:avLst/>
              <a:gdLst/>
              <a:ahLst/>
              <a:cxnLst/>
              <a:rect l="l" t="t" r="r" b="b"/>
              <a:pathLst>
                <a:path w="765175" h="189229">
                  <a:moveTo>
                    <a:pt x="420844" y="0"/>
                  </a:moveTo>
                  <a:lnTo>
                    <a:pt x="340673" y="0"/>
                  </a:lnTo>
                  <a:lnTo>
                    <a:pt x="263479" y="4111"/>
                  </a:lnTo>
                  <a:lnTo>
                    <a:pt x="190964" y="12822"/>
                  </a:lnTo>
                  <a:lnTo>
                    <a:pt x="122914" y="25666"/>
                  </a:lnTo>
                  <a:lnTo>
                    <a:pt x="71452" y="36942"/>
                  </a:lnTo>
                  <a:lnTo>
                    <a:pt x="28283" y="53368"/>
                  </a:lnTo>
                  <a:lnTo>
                    <a:pt x="0" y="95461"/>
                  </a:lnTo>
                  <a:lnTo>
                    <a:pt x="9356" y="113413"/>
                  </a:lnTo>
                  <a:lnTo>
                    <a:pt x="71452" y="151924"/>
                  </a:lnTo>
                  <a:lnTo>
                    <a:pt x="122914" y="163200"/>
                  </a:lnTo>
                  <a:lnTo>
                    <a:pt x="190964" y="176044"/>
                  </a:lnTo>
                  <a:lnTo>
                    <a:pt x="263479" y="184755"/>
                  </a:lnTo>
                  <a:lnTo>
                    <a:pt x="340673" y="188866"/>
                  </a:lnTo>
                  <a:lnTo>
                    <a:pt x="420844" y="188866"/>
                  </a:lnTo>
                  <a:lnTo>
                    <a:pt x="496549" y="184755"/>
                  </a:lnTo>
                  <a:lnTo>
                    <a:pt x="573105" y="176044"/>
                  </a:lnTo>
                  <a:lnTo>
                    <a:pt x="637540" y="163200"/>
                  </a:lnTo>
                  <a:lnTo>
                    <a:pt x="688364" y="151924"/>
                  </a:lnTo>
                  <a:lnTo>
                    <a:pt x="732171" y="133951"/>
                  </a:lnTo>
                  <a:lnTo>
                    <a:pt x="765133" y="95461"/>
                  </a:lnTo>
                  <a:lnTo>
                    <a:pt x="757264" y="75453"/>
                  </a:lnTo>
                  <a:lnTo>
                    <a:pt x="688364" y="36942"/>
                  </a:lnTo>
                  <a:lnTo>
                    <a:pt x="637540" y="25666"/>
                  </a:lnTo>
                  <a:lnTo>
                    <a:pt x="573105" y="12822"/>
                  </a:lnTo>
                  <a:lnTo>
                    <a:pt x="496549" y="4111"/>
                  </a:lnTo>
                  <a:lnTo>
                    <a:pt x="4208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2785773" y="4037256"/>
              <a:ext cx="765175" cy="494665"/>
            </a:xfrm>
            <a:custGeom>
              <a:avLst/>
              <a:gdLst/>
              <a:ahLst/>
              <a:cxnLst/>
              <a:rect l="l" t="t" r="r" b="b"/>
              <a:pathLst>
                <a:path w="765175" h="494664">
                  <a:moveTo>
                    <a:pt x="0" y="401238"/>
                  </a:moveTo>
                  <a:lnTo>
                    <a:pt x="28283" y="359146"/>
                  </a:lnTo>
                  <a:lnTo>
                    <a:pt x="71452" y="342720"/>
                  </a:lnTo>
                  <a:lnTo>
                    <a:pt x="122914" y="331444"/>
                  </a:lnTo>
                  <a:lnTo>
                    <a:pt x="190964" y="318600"/>
                  </a:lnTo>
                  <a:lnTo>
                    <a:pt x="263479" y="309889"/>
                  </a:lnTo>
                  <a:lnTo>
                    <a:pt x="340673" y="305777"/>
                  </a:lnTo>
                  <a:lnTo>
                    <a:pt x="420844" y="305777"/>
                  </a:lnTo>
                  <a:lnTo>
                    <a:pt x="496549" y="309889"/>
                  </a:lnTo>
                  <a:lnTo>
                    <a:pt x="573105" y="318600"/>
                  </a:lnTo>
                  <a:lnTo>
                    <a:pt x="637540" y="331444"/>
                  </a:lnTo>
                  <a:lnTo>
                    <a:pt x="688364" y="342720"/>
                  </a:lnTo>
                  <a:lnTo>
                    <a:pt x="732171" y="359146"/>
                  </a:lnTo>
                  <a:lnTo>
                    <a:pt x="765133" y="401238"/>
                  </a:lnTo>
                  <a:lnTo>
                    <a:pt x="757264" y="419190"/>
                  </a:lnTo>
                  <a:lnTo>
                    <a:pt x="688364" y="457701"/>
                  </a:lnTo>
                  <a:lnTo>
                    <a:pt x="637540" y="468977"/>
                  </a:lnTo>
                  <a:lnTo>
                    <a:pt x="573105" y="481821"/>
                  </a:lnTo>
                  <a:lnTo>
                    <a:pt x="496549" y="490532"/>
                  </a:lnTo>
                  <a:lnTo>
                    <a:pt x="420844" y="494644"/>
                  </a:lnTo>
                  <a:lnTo>
                    <a:pt x="340673" y="494644"/>
                  </a:lnTo>
                  <a:lnTo>
                    <a:pt x="263479" y="490532"/>
                  </a:lnTo>
                  <a:lnTo>
                    <a:pt x="190964" y="481821"/>
                  </a:lnTo>
                  <a:lnTo>
                    <a:pt x="122914" y="468977"/>
                  </a:lnTo>
                  <a:lnTo>
                    <a:pt x="71452" y="457701"/>
                  </a:lnTo>
                  <a:lnTo>
                    <a:pt x="28283" y="439728"/>
                  </a:lnTo>
                  <a:lnTo>
                    <a:pt x="0" y="401238"/>
                  </a:lnTo>
                  <a:close/>
                </a:path>
                <a:path w="765175" h="494664">
                  <a:moveTo>
                    <a:pt x="0" y="95376"/>
                  </a:moveTo>
                  <a:lnTo>
                    <a:pt x="28283" y="53198"/>
                  </a:lnTo>
                  <a:lnTo>
                    <a:pt x="71452" y="36878"/>
                  </a:lnTo>
                  <a:lnTo>
                    <a:pt x="122914" y="25645"/>
                  </a:lnTo>
                  <a:lnTo>
                    <a:pt x="190964" y="12716"/>
                  </a:lnTo>
                  <a:lnTo>
                    <a:pt x="263479" y="3391"/>
                  </a:lnTo>
                  <a:lnTo>
                    <a:pt x="340673" y="0"/>
                  </a:lnTo>
                  <a:lnTo>
                    <a:pt x="420844" y="0"/>
                  </a:lnTo>
                  <a:lnTo>
                    <a:pt x="496549" y="3391"/>
                  </a:lnTo>
                  <a:lnTo>
                    <a:pt x="573105" y="12716"/>
                  </a:lnTo>
                  <a:lnTo>
                    <a:pt x="637540" y="25645"/>
                  </a:lnTo>
                  <a:lnTo>
                    <a:pt x="688364" y="36878"/>
                  </a:lnTo>
                  <a:lnTo>
                    <a:pt x="732171" y="53198"/>
                  </a:lnTo>
                  <a:lnTo>
                    <a:pt x="765133" y="95376"/>
                  </a:lnTo>
                  <a:lnTo>
                    <a:pt x="757264" y="113392"/>
                  </a:lnTo>
                  <a:lnTo>
                    <a:pt x="688364" y="151754"/>
                  </a:lnTo>
                  <a:lnTo>
                    <a:pt x="637540" y="163200"/>
                  </a:lnTo>
                  <a:lnTo>
                    <a:pt x="573105" y="175938"/>
                  </a:lnTo>
                  <a:lnTo>
                    <a:pt x="496549" y="184649"/>
                  </a:lnTo>
                  <a:lnTo>
                    <a:pt x="420844" y="188760"/>
                  </a:lnTo>
                  <a:lnTo>
                    <a:pt x="340673" y="188760"/>
                  </a:lnTo>
                  <a:lnTo>
                    <a:pt x="263479" y="184649"/>
                  </a:lnTo>
                  <a:lnTo>
                    <a:pt x="190964" y="175938"/>
                  </a:lnTo>
                  <a:lnTo>
                    <a:pt x="122914" y="163200"/>
                  </a:lnTo>
                  <a:lnTo>
                    <a:pt x="71452" y="151754"/>
                  </a:lnTo>
                  <a:lnTo>
                    <a:pt x="28283" y="133951"/>
                  </a:lnTo>
                  <a:lnTo>
                    <a:pt x="0" y="95376"/>
                  </a:lnTo>
                  <a:close/>
                </a:path>
              </a:pathLst>
            </a:custGeom>
            <a:ln w="154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2741116" y="4302496"/>
              <a:ext cx="851535" cy="140335"/>
            </a:xfrm>
            <a:custGeom>
              <a:avLst/>
              <a:gdLst/>
              <a:ahLst/>
              <a:cxnLst/>
              <a:rect l="l" t="t" r="r" b="b"/>
              <a:pathLst>
                <a:path w="851535" h="140335">
                  <a:moveTo>
                    <a:pt x="850960" y="0"/>
                  </a:moveTo>
                  <a:lnTo>
                    <a:pt x="0" y="0"/>
                  </a:lnTo>
                  <a:lnTo>
                    <a:pt x="0" y="140110"/>
                  </a:lnTo>
                  <a:lnTo>
                    <a:pt x="850960" y="140110"/>
                  </a:lnTo>
                  <a:lnTo>
                    <a:pt x="8509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2785773" y="4119703"/>
              <a:ext cx="1884680" cy="1474470"/>
            </a:xfrm>
            <a:custGeom>
              <a:avLst/>
              <a:gdLst/>
              <a:ahLst/>
              <a:cxnLst/>
              <a:rect l="l" t="t" r="r" b="b"/>
              <a:pathLst>
                <a:path w="1884679" h="1474470">
                  <a:moveTo>
                    <a:pt x="0" y="0"/>
                  </a:moveTo>
                  <a:lnTo>
                    <a:pt x="0" y="329049"/>
                  </a:lnTo>
                </a:path>
                <a:path w="1884679" h="1474470">
                  <a:moveTo>
                    <a:pt x="770236" y="0"/>
                  </a:moveTo>
                  <a:lnTo>
                    <a:pt x="770236" y="329049"/>
                  </a:lnTo>
                </a:path>
                <a:path w="1884679" h="1474470">
                  <a:moveTo>
                    <a:pt x="1119629" y="1382198"/>
                  </a:moveTo>
                  <a:lnTo>
                    <a:pt x="1147912" y="1339088"/>
                  </a:lnTo>
                  <a:lnTo>
                    <a:pt x="1191081" y="1322153"/>
                  </a:lnTo>
                  <a:lnTo>
                    <a:pt x="1242544" y="1310856"/>
                  </a:lnTo>
                  <a:lnTo>
                    <a:pt x="1310380" y="1298033"/>
                  </a:lnTo>
                  <a:lnTo>
                    <a:pt x="1382896" y="1289301"/>
                  </a:lnTo>
                  <a:lnTo>
                    <a:pt x="1460090" y="1285189"/>
                  </a:lnTo>
                  <a:lnTo>
                    <a:pt x="1540473" y="1285189"/>
                  </a:lnTo>
                  <a:lnTo>
                    <a:pt x="1615966" y="1289301"/>
                  </a:lnTo>
                  <a:lnTo>
                    <a:pt x="1692734" y="1298033"/>
                  </a:lnTo>
                  <a:lnTo>
                    <a:pt x="1756956" y="1310856"/>
                  </a:lnTo>
                  <a:lnTo>
                    <a:pt x="1807994" y="1322153"/>
                  </a:lnTo>
                  <a:lnTo>
                    <a:pt x="1851588" y="1339088"/>
                  </a:lnTo>
                  <a:lnTo>
                    <a:pt x="1884549" y="1382198"/>
                  </a:lnTo>
                  <a:lnTo>
                    <a:pt x="1876894" y="1398624"/>
                  </a:lnTo>
                  <a:lnTo>
                    <a:pt x="1807994" y="1437114"/>
                  </a:lnTo>
                  <a:lnTo>
                    <a:pt x="1756956" y="1448410"/>
                  </a:lnTo>
                  <a:lnTo>
                    <a:pt x="1692734" y="1461233"/>
                  </a:lnTo>
                  <a:lnTo>
                    <a:pt x="1615966" y="1470474"/>
                  </a:lnTo>
                  <a:lnTo>
                    <a:pt x="1540473" y="1474056"/>
                  </a:lnTo>
                  <a:lnTo>
                    <a:pt x="1460090" y="1474056"/>
                  </a:lnTo>
                  <a:lnTo>
                    <a:pt x="1382896" y="1470474"/>
                  </a:lnTo>
                  <a:lnTo>
                    <a:pt x="1310380" y="1461233"/>
                  </a:lnTo>
                  <a:lnTo>
                    <a:pt x="1242544" y="1448410"/>
                  </a:lnTo>
                  <a:lnTo>
                    <a:pt x="1191081" y="1437114"/>
                  </a:lnTo>
                  <a:lnTo>
                    <a:pt x="1147912" y="1420688"/>
                  </a:lnTo>
                  <a:lnTo>
                    <a:pt x="1119629" y="1382198"/>
                  </a:lnTo>
                  <a:close/>
                </a:path>
                <a:path w="1884679" h="1474470">
                  <a:moveTo>
                    <a:pt x="1119629" y="1076314"/>
                  </a:moveTo>
                  <a:lnTo>
                    <a:pt x="1147912" y="1033204"/>
                  </a:lnTo>
                  <a:lnTo>
                    <a:pt x="1191081" y="1016269"/>
                  </a:lnTo>
                  <a:lnTo>
                    <a:pt x="1242543" y="1004973"/>
                  </a:lnTo>
                  <a:lnTo>
                    <a:pt x="1310380" y="992150"/>
                  </a:lnTo>
                  <a:lnTo>
                    <a:pt x="1382896" y="983417"/>
                  </a:lnTo>
                  <a:lnTo>
                    <a:pt x="1460090" y="979306"/>
                  </a:lnTo>
                  <a:lnTo>
                    <a:pt x="1540473" y="979306"/>
                  </a:lnTo>
                  <a:lnTo>
                    <a:pt x="1615966" y="983417"/>
                  </a:lnTo>
                  <a:lnTo>
                    <a:pt x="1692734" y="992150"/>
                  </a:lnTo>
                  <a:lnTo>
                    <a:pt x="1756956" y="1004973"/>
                  </a:lnTo>
                  <a:lnTo>
                    <a:pt x="1807994" y="1016269"/>
                  </a:lnTo>
                  <a:lnTo>
                    <a:pt x="1851588" y="1033204"/>
                  </a:lnTo>
                  <a:lnTo>
                    <a:pt x="1884549" y="1076314"/>
                  </a:lnTo>
                  <a:lnTo>
                    <a:pt x="1876894" y="1092740"/>
                  </a:lnTo>
                  <a:lnTo>
                    <a:pt x="1807994" y="1131230"/>
                  </a:lnTo>
                  <a:lnTo>
                    <a:pt x="1756956" y="1142527"/>
                  </a:lnTo>
                  <a:lnTo>
                    <a:pt x="1692734" y="1155350"/>
                  </a:lnTo>
                  <a:lnTo>
                    <a:pt x="1615966" y="1164082"/>
                  </a:lnTo>
                  <a:lnTo>
                    <a:pt x="1540473" y="1168173"/>
                  </a:lnTo>
                  <a:lnTo>
                    <a:pt x="1460090" y="1168173"/>
                  </a:lnTo>
                  <a:lnTo>
                    <a:pt x="1382896" y="1164082"/>
                  </a:lnTo>
                  <a:lnTo>
                    <a:pt x="1310380" y="1155350"/>
                  </a:lnTo>
                  <a:lnTo>
                    <a:pt x="1242543" y="1142527"/>
                  </a:lnTo>
                  <a:lnTo>
                    <a:pt x="1191081" y="1131230"/>
                  </a:lnTo>
                  <a:lnTo>
                    <a:pt x="1147912" y="1114804"/>
                  </a:lnTo>
                  <a:lnTo>
                    <a:pt x="1119629" y="1076314"/>
                  </a:lnTo>
                  <a:close/>
                </a:path>
              </a:pathLst>
            </a:custGeom>
            <a:ln w="154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3860532" y="5364356"/>
              <a:ext cx="851535" cy="140335"/>
            </a:xfrm>
            <a:custGeom>
              <a:avLst/>
              <a:gdLst/>
              <a:ahLst/>
              <a:cxnLst/>
              <a:rect l="l" t="t" r="r" b="b"/>
              <a:pathLst>
                <a:path w="851535" h="140335">
                  <a:moveTo>
                    <a:pt x="850960" y="0"/>
                  </a:moveTo>
                  <a:lnTo>
                    <a:pt x="0" y="0"/>
                  </a:lnTo>
                  <a:lnTo>
                    <a:pt x="0" y="140110"/>
                  </a:lnTo>
                  <a:lnTo>
                    <a:pt x="850960" y="140110"/>
                  </a:lnTo>
                  <a:lnTo>
                    <a:pt x="8509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3905403" y="5182157"/>
              <a:ext cx="770255" cy="329565"/>
            </a:xfrm>
            <a:custGeom>
              <a:avLst/>
              <a:gdLst/>
              <a:ahLst/>
              <a:cxnLst/>
              <a:rect l="l" t="t" r="r" b="b"/>
              <a:pathLst>
                <a:path w="770254" h="329564">
                  <a:moveTo>
                    <a:pt x="0" y="0"/>
                  </a:moveTo>
                  <a:lnTo>
                    <a:pt x="0" y="328985"/>
                  </a:lnTo>
                </a:path>
                <a:path w="770254" h="329564">
                  <a:moveTo>
                    <a:pt x="770024" y="0"/>
                  </a:moveTo>
                  <a:lnTo>
                    <a:pt x="770024" y="328985"/>
                  </a:lnTo>
                </a:path>
              </a:pathLst>
            </a:custGeom>
            <a:ln w="154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3905403" y="5051809"/>
              <a:ext cx="765175" cy="190500"/>
            </a:xfrm>
            <a:custGeom>
              <a:avLst/>
              <a:gdLst/>
              <a:ahLst/>
              <a:cxnLst/>
              <a:rect l="l" t="t" r="r" b="b"/>
              <a:pathLst>
                <a:path w="765175" h="190500">
                  <a:moveTo>
                    <a:pt x="420844" y="0"/>
                  </a:moveTo>
                  <a:lnTo>
                    <a:pt x="340460" y="0"/>
                  </a:lnTo>
                  <a:lnTo>
                    <a:pt x="263267" y="5129"/>
                  </a:lnTo>
                  <a:lnTo>
                    <a:pt x="190751" y="12822"/>
                  </a:lnTo>
                  <a:lnTo>
                    <a:pt x="122914" y="25645"/>
                  </a:lnTo>
                  <a:lnTo>
                    <a:pt x="71452" y="36942"/>
                  </a:lnTo>
                  <a:lnTo>
                    <a:pt x="28283" y="54894"/>
                  </a:lnTo>
                  <a:lnTo>
                    <a:pt x="0" y="96987"/>
                  </a:lnTo>
                  <a:lnTo>
                    <a:pt x="9144" y="113413"/>
                  </a:lnTo>
                  <a:lnTo>
                    <a:pt x="71452" y="151903"/>
                  </a:lnTo>
                  <a:lnTo>
                    <a:pt x="122914" y="164726"/>
                  </a:lnTo>
                  <a:lnTo>
                    <a:pt x="190751" y="177570"/>
                  </a:lnTo>
                  <a:lnTo>
                    <a:pt x="263267" y="184755"/>
                  </a:lnTo>
                  <a:lnTo>
                    <a:pt x="340460" y="189884"/>
                  </a:lnTo>
                  <a:lnTo>
                    <a:pt x="420844" y="189884"/>
                  </a:lnTo>
                  <a:lnTo>
                    <a:pt x="496337" y="184755"/>
                  </a:lnTo>
                  <a:lnTo>
                    <a:pt x="573105" y="177570"/>
                  </a:lnTo>
                  <a:lnTo>
                    <a:pt x="637327" y="164726"/>
                  </a:lnTo>
                  <a:lnTo>
                    <a:pt x="688364" y="151903"/>
                  </a:lnTo>
                  <a:lnTo>
                    <a:pt x="731958" y="135477"/>
                  </a:lnTo>
                  <a:lnTo>
                    <a:pt x="764920" y="96987"/>
                  </a:lnTo>
                  <a:lnTo>
                    <a:pt x="757264" y="75432"/>
                  </a:lnTo>
                  <a:lnTo>
                    <a:pt x="688364" y="36942"/>
                  </a:lnTo>
                  <a:lnTo>
                    <a:pt x="637327" y="25645"/>
                  </a:lnTo>
                  <a:lnTo>
                    <a:pt x="573105" y="12822"/>
                  </a:lnTo>
                  <a:lnTo>
                    <a:pt x="496337" y="5129"/>
                  </a:lnTo>
                  <a:lnTo>
                    <a:pt x="4208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3905403" y="4745925"/>
              <a:ext cx="765175" cy="495934"/>
            </a:xfrm>
            <a:custGeom>
              <a:avLst/>
              <a:gdLst/>
              <a:ahLst/>
              <a:cxnLst/>
              <a:rect l="l" t="t" r="r" b="b"/>
              <a:pathLst>
                <a:path w="765175" h="495935">
                  <a:moveTo>
                    <a:pt x="0" y="402870"/>
                  </a:moveTo>
                  <a:lnTo>
                    <a:pt x="28283" y="360778"/>
                  </a:lnTo>
                  <a:lnTo>
                    <a:pt x="71452" y="342826"/>
                  </a:lnTo>
                  <a:lnTo>
                    <a:pt x="122914" y="331529"/>
                  </a:lnTo>
                  <a:lnTo>
                    <a:pt x="190751" y="318706"/>
                  </a:lnTo>
                  <a:lnTo>
                    <a:pt x="263267" y="311012"/>
                  </a:lnTo>
                  <a:lnTo>
                    <a:pt x="340460" y="305883"/>
                  </a:lnTo>
                  <a:lnTo>
                    <a:pt x="420844" y="305883"/>
                  </a:lnTo>
                  <a:lnTo>
                    <a:pt x="496337" y="311012"/>
                  </a:lnTo>
                  <a:lnTo>
                    <a:pt x="573105" y="318706"/>
                  </a:lnTo>
                  <a:lnTo>
                    <a:pt x="637327" y="331529"/>
                  </a:lnTo>
                  <a:lnTo>
                    <a:pt x="688364" y="342826"/>
                  </a:lnTo>
                  <a:lnTo>
                    <a:pt x="731958" y="360778"/>
                  </a:lnTo>
                  <a:lnTo>
                    <a:pt x="764920" y="402870"/>
                  </a:lnTo>
                  <a:lnTo>
                    <a:pt x="757264" y="419296"/>
                  </a:lnTo>
                  <a:lnTo>
                    <a:pt x="688364" y="457786"/>
                  </a:lnTo>
                  <a:lnTo>
                    <a:pt x="637327" y="470609"/>
                  </a:lnTo>
                  <a:lnTo>
                    <a:pt x="573105" y="483453"/>
                  </a:lnTo>
                  <a:lnTo>
                    <a:pt x="496337" y="490638"/>
                  </a:lnTo>
                  <a:lnTo>
                    <a:pt x="420844" y="495767"/>
                  </a:lnTo>
                  <a:lnTo>
                    <a:pt x="340460" y="495767"/>
                  </a:lnTo>
                  <a:lnTo>
                    <a:pt x="263267" y="490638"/>
                  </a:lnTo>
                  <a:lnTo>
                    <a:pt x="190751" y="483453"/>
                  </a:lnTo>
                  <a:lnTo>
                    <a:pt x="122914" y="470609"/>
                  </a:lnTo>
                  <a:lnTo>
                    <a:pt x="71452" y="457786"/>
                  </a:lnTo>
                  <a:lnTo>
                    <a:pt x="28283" y="441360"/>
                  </a:lnTo>
                  <a:lnTo>
                    <a:pt x="0" y="402870"/>
                  </a:lnTo>
                  <a:close/>
                </a:path>
                <a:path w="765175" h="495935">
                  <a:moveTo>
                    <a:pt x="0" y="96987"/>
                  </a:moveTo>
                  <a:lnTo>
                    <a:pt x="28283" y="54915"/>
                  </a:lnTo>
                  <a:lnTo>
                    <a:pt x="71452" y="36942"/>
                  </a:lnTo>
                  <a:lnTo>
                    <a:pt x="122914" y="25645"/>
                  </a:lnTo>
                  <a:lnTo>
                    <a:pt x="190751" y="12822"/>
                  </a:lnTo>
                  <a:lnTo>
                    <a:pt x="263267" y="5129"/>
                  </a:lnTo>
                  <a:lnTo>
                    <a:pt x="340460" y="0"/>
                  </a:lnTo>
                  <a:lnTo>
                    <a:pt x="420844" y="0"/>
                  </a:lnTo>
                  <a:lnTo>
                    <a:pt x="496337" y="5129"/>
                  </a:lnTo>
                  <a:lnTo>
                    <a:pt x="573105" y="12822"/>
                  </a:lnTo>
                  <a:lnTo>
                    <a:pt x="637327" y="25645"/>
                  </a:lnTo>
                  <a:lnTo>
                    <a:pt x="688364" y="36942"/>
                  </a:lnTo>
                  <a:lnTo>
                    <a:pt x="731958" y="54915"/>
                  </a:lnTo>
                  <a:lnTo>
                    <a:pt x="764920" y="96987"/>
                  </a:lnTo>
                  <a:lnTo>
                    <a:pt x="757264" y="113413"/>
                  </a:lnTo>
                  <a:lnTo>
                    <a:pt x="688364" y="151903"/>
                  </a:lnTo>
                  <a:lnTo>
                    <a:pt x="637327" y="164726"/>
                  </a:lnTo>
                  <a:lnTo>
                    <a:pt x="573105" y="177061"/>
                  </a:lnTo>
                  <a:lnTo>
                    <a:pt x="496337" y="184755"/>
                  </a:lnTo>
                  <a:lnTo>
                    <a:pt x="420844" y="189884"/>
                  </a:lnTo>
                  <a:lnTo>
                    <a:pt x="340460" y="189884"/>
                  </a:lnTo>
                  <a:lnTo>
                    <a:pt x="263267" y="184755"/>
                  </a:lnTo>
                  <a:lnTo>
                    <a:pt x="190751" y="177061"/>
                  </a:lnTo>
                  <a:lnTo>
                    <a:pt x="122914" y="164726"/>
                  </a:lnTo>
                  <a:lnTo>
                    <a:pt x="71452" y="151903"/>
                  </a:lnTo>
                  <a:lnTo>
                    <a:pt x="28283" y="134968"/>
                  </a:lnTo>
                  <a:lnTo>
                    <a:pt x="0" y="96987"/>
                  </a:lnTo>
                  <a:close/>
                </a:path>
              </a:pathLst>
            </a:custGeom>
            <a:ln w="154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3860532" y="5012285"/>
              <a:ext cx="851535" cy="140970"/>
            </a:xfrm>
            <a:custGeom>
              <a:avLst/>
              <a:gdLst/>
              <a:ahLst/>
              <a:cxnLst/>
              <a:rect l="l" t="t" r="r" b="b"/>
              <a:pathLst>
                <a:path w="851535" h="140970">
                  <a:moveTo>
                    <a:pt x="850960" y="0"/>
                  </a:moveTo>
                  <a:lnTo>
                    <a:pt x="0" y="0"/>
                  </a:lnTo>
                  <a:lnTo>
                    <a:pt x="0" y="140623"/>
                  </a:lnTo>
                  <a:lnTo>
                    <a:pt x="850960" y="140623"/>
                  </a:lnTo>
                  <a:lnTo>
                    <a:pt x="8509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3905403" y="4829051"/>
              <a:ext cx="770255" cy="330200"/>
            </a:xfrm>
            <a:custGeom>
              <a:avLst/>
              <a:gdLst/>
              <a:ahLst/>
              <a:cxnLst/>
              <a:rect l="l" t="t" r="r" b="b"/>
              <a:pathLst>
                <a:path w="770254" h="330200">
                  <a:moveTo>
                    <a:pt x="0" y="0"/>
                  </a:moveTo>
                  <a:lnTo>
                    <a:pt x="0" y="330003"/>
                  </a:lnTo>
                </a:path>
                <a:path w="770254" h="330200">
                  <a:moveTo>
                    <a:pt x="770024" y="0"/>
                  </a:moveTo>
                  <a:lnTo>
                    <a:pt x="770024" y="330003"/>
                  </a:lnTo>
                </a:path>
              </a:pathLst>
            </a:custGeom>
            <a:ln w="154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3905403" y="4695100"/>
              <a:ext cx="765175" cy="190500"/>
            </a:xfrm>
            <a:custGeom>
              <a:avLst/>
              <a:gdLst/>
              <a:ahLst/>
              <a:cxnLst/>
              <a:rect l="l" t="t" r="r" b="b"/>
              <a:pathLst>
                <a:path w="765175" h="190500">
                  <a:moveTo>
                    <a:pt x="420844" y="0"/>
                  </a:moveTo>
                  <a:lnTo>
                    <a:pt x="340460" y="0"/>
                  </a:lnTo>
                  <a:lnTo>
                    <a:pt x="263267" y="5129"/>
                  </a:lnTo>
                  <a:lnTo>
                    <a:pt x="190751" y="12844"/>
                  </a:lnTo>
                  <a:lnTo>
                    <a:pt x="122914" y="25158"/>
                  </a:lnTo>
                  <a:lnTo>
                    <a:pt x="71452" y="36963"/>
                  </a:lnTo>
                  <a:lnTo>
                    <a:pt x="28283" y="54915"/>
                  </a:lnTo>
                  <a:lnTo>
                    <a:pt x="0" y="97008"/>
                  </a:lnTo>
                  <a:lnTo>
                    <a:pt x="9144" y="113434"/>
                  </a:lnTo>
                  <a:lnTo>
                    <a:pt x="71452" y="151415"/>
                  </a:lnTo>
                  <a:lnTo>
                    <a:pt x="122914" y="164238"/>
                  </a:lnTo>
                  <a:lnTo>
                    <a:pt x="190751" y="177061"/>
                  </a:lnTo>
                  <a:lnTo>
                    <a:pt x="263267" y="184776"/>
                  </a:lnTo>
                  <a:lnTo>
                    <a:pt x="340460" y="189905"/>
                  </a:lnTo>
                  <a:lnTo>
                    <a:pt x="420844" y="189905"/>
                  </a:lnTo>
                  <a:lnTo>
                    <a:pt x="496337" y="184776"/>
                  </a:lnTo>
                  <a:lnTo>
                    <a:pt x="573105" y="177061"/>
                  </a:lnTo>
                  <a:lnTo>
                    <a:pt x="637327" y="164238"/>
                  </a:lnTo>
                  <a:lnTo>
                    <a:pt x="688364" y="151415"/>
                  </a:lnTo>
                  <a:lnTo>
                    <a:pt x="731958" y="134989"/>
                  </a:lnTo>
                  <a:lnTo>
                    <a:pt x="764920" y="97008"/>
                  </a:lnTo>
                  <a:lnTo>
                    <a:pt x="757264" y="74944"/>
                  </a:lnTo>
                  <a:lnTo>
                    <a:pt x="688364" y="36963"/>
                  </a:lnTo>
                  <a:lnTo>
                    <a:pt x="637327" y="25158"/>
                  </a:lnTo>
                  <a:lnTo>
                    <a:pt x="573105" y="12844"/>
                  </a:lnTo>
                  <a:lnTo>
                    <a:pt x="496337" y="5129"/>
                  </a:lnTo>
                  <a:lnTo>
                    <a:pt x="4208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3905403" y="4389217"/>
              <a:ext cx="765175" cy="495934"/>
            </a:xfrm>
            <a:custGeom>
              <a:avLst/>
              <a:gdLst/>
              <a:ahLst/>
              <a:cxnLst/>
              <a:rect l="l" t="t" r="r" b="b"/>
              <a:pathLst>
                <a:path w="765175" h="495935">
                  <a:moveTo>
                    <a:pt x="0" y="402892"/>
                  </a:moveTo>
                  <a:lnTo>
                    <a:pt x="28283" y="360799"/>
                  </a:lnTo>
                  <a:lnTo>
                    <a:pt x="71452" y="342847"/>
                  </a:lnTo>
                  <a:lnTo>
                    <a:pt x="122914" y="331041"/>
                  </a:lnTo>
                  <a:lnTo>
                    <a:pt x="190751" y="318727"/>
                  </a:lnTo>
                  <a:lnTo>
                    <a:pt x="263267" y="311012"/>
                  </a:lnTo>
                  <a:lnTo>
                    <a:pt x="340460" y="305883"/>
                  </a:lnTo>
                  <a:lnTo>
                    <a:pt x="420844" y="305883"/>
                  </a:lnTo>
                  <a:lnTo>
                    <a:pt x="496337" y="311012"/>
                  </a:lnTo>
                  <a:lnTo>
                    <a:pt x="573105" y="318727"/>
                  </a:lnTo>
                  <a:lnTo>
                    <a:pt x="637327" y="331041"/>
                  </a:lnTo>
                  <a:lnTo>
                    <a:pt x="688364" y="342847"/>
                  </a:lnTo>
                  <a:lnTo>
                    <a:pt x="731958" y="360799"/>
                  </a:lnTo>
                  <a:lnTo>
                    <a:pt x="764920" y="402892"/>
                  </a:lnTo>
                  <a:lnTo>
                    <a:pt x="757264" y="419318"/>
                  </a:lnTo>
                  <a:lnTo>
                    <a:pt x="688364" y="457299"/>
                  </a:lnTo>
                  <a:lnTo>
                    <a:pt x="637327" y="470122"/>
                  </a:lnTo>
                  <a:lnTo>
                    <a:pt x="573105" y="482944"/>
                  </a:lnTo>
                  <a:lnTo>
                    <a:pt x="496337" y="490659"/>
                  </a:lnTo>
                  <a:lnTo>
                    <a:pt x="420844" y="495788"/>
                  </a:lnTo>
                  <a:lnTo>
                    <a:pt x="340460" y="495788"/>
                  </a:lnTo>
                  <a:lnTo>
                    <a:pt x="263267" y="490659"/>
                  </a:lnTo>
                  <a:lnTo>
                    <a:pt x="190751" y="482944"/>
                  </a:lnTo>
                  <a:lnTo>
                    <a:pt x="122914" y="470122"/>
                  </a:lnTo>
                  <a:lnTo>
                    <a:pt x="71452" y="457299"/>
                  </a:lnTo>
                  <a:lnTo>
                    <a:pt x="28283" y="440873"/>
                  </a:lnTo>
                  <a:lnTo>
                    <a:pt x="0" y="402892"/>
                  </a:lnTo>
                  <a:close/>
                </a:path>
                <a:path w="765175" h="495935">
                  <a:moveTo>
                    <a:pt x="0" y="96499"/>
                  </a:moveTo>
                  <a:lnTo>
                    <a:pt x="28283" y="54407"/>
                  </a:lnTo>
                  <a:lnTo>
                    <a:pt x="71452" y="36963"/>
                  </a:lnTo>
                  <a:lnTo>
                    <a:pt x="122914" y="25158"/>
                  </a:lnTo>
                  <a:lnTo>
                    <a:pt x="190751" y="12314"/>
                  </a:lnTo>
                  <a:lnTo>
                    <a:pt x="263267" y="4620"/>
                  </a:lnTo>
                  <a:lnTo>
                    <a:pt x="340460" y="0"/>
                  </a:lnTo>
                  <a:lnTo>
                    <a:pt x="420844" y="0"/>
                  </a:lnTo>
                  <a:lnTo>
                    <a:pt x="496337" y="4620"/>
                  </a:lnTo>
                  <a:lnTo>
                    <a:pt x="573105" y="12314"/>
                  </a:lnTo>
                  <a:lnTo>
                    <a:pt x="637327" y="25158"/>
                  </a:lnTo>
                  <a:lnTo>
                    <a:pt x="688364" y="36963"/>
                  </a:lnTo>
                  <a:lnTo>
                    <a:pt x="731958" y="54407"/>
                  </a:lnTo>
                  <a:lnTo>
                    <a:pt x="764920" y="96499"/>
                  </a:lnTo>
                  <a:lnTo>
                    <a:pt x="757264" y="113434"/>
                  </a:lnTo>
                  <a:lnTo>
                    <a:pt x="688364" y="151415"/>
                  </a:lnTo>
                  <a:lnTo>
                    <a:pt x="637327" y="164238"/>
                  </a:lnTo>
                  <a:lnTo>
                    <a:pt x="573105" y="177061"/>
                  </a:lnTo>
                  <a:lnTo>
                    <a:pt x="496337" y="184776"/>
                  </a:lnTo>
                  <a:lnTo>
                    <a:pt x="420844" y="189905"/>
                  </a:lnTo>
                  <a:lnTo>
                    <a:pt x="340460" y="189905"/>
                  </a:lnTo>
                  <a:lnTo>
                    <a:pt x="263267" y="184776"/>
                  </a:lnTo>
                  <a:lnTo>
                    <a:pt x="190751" y="177061"/>
                  </a:lnTo>
                  <a:lnTo>
                    <a:pt x="122914" y="164238"/>
                  </a:lnTo>
                  <a:lnTo>
                    <a:pt x="71452" y="151415"/>
                  </a:lnTo>
                  <a:lnTo>
                    <a:pt x="28283" y="134989"/>
                  </a:lnTo>
                  <a:lnTo>
                    <a:pt x="0" y="96499"/>
                  </a:lnTo>
                  <a:close/>
                </a:path>
              </a:pathLst>
            </a:custGeom>
            <a:ln w="154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3860532" y="4655580"/>
              <a:ext cx="851535" cy="140335"/>
            </a:xfrm>
            <a:custGeom>
              <a:avLst/>
              <a:gdLst/>
              <a:ahLst/>
              <a:cxnLst/>
              <a:rect l="l" t="t" r="r" b="b"/>
              <a:pathLst>
                <a:path w="851535" h="140335">
                  <a:moveTo>
                    <a:pt x="850960" y="0"/>
                  </a:moveTo>
                  <a:lnTo>
                    <a:pt x="0" y="0"/>
                  </a:lnTo>
                  <a:lnTo>
                    <a:pt x="0" y="140110"/>
                  </a:lnTo>
                  <a:lnTo>
                    <a:pt x="850960" y="140110"/>
                  </a:lnTo>
                  <a:lnTo>
                    <a:pt x="8509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3905403" y="4471855"/>
              <a:ext cx="770255" cy="330200"/>
            </a:xfrm>
            <a:custGeom>
              <a:avLst/>
              <a:gdLst/>
              <a:ahLst/>
              <a:cxnLst/>
              <a:rect l="l" t="t" r="r" b="b"/>
              <a:pathLst>
                <a:path w="770254" h="330200">
                  <a:moveTo>
                    <a:pt x="0" y="0"/>
                  </a:moveTo>
                  <a:lnTo>
                    <a:pt x="0" y="330003"/>
                  </a:lnTo>
                </a:path>
                <a:path w="770254" h="330200">
                  <a:moveTo>
                    <a:pt x="770024" y="0"/>
                  </a:moveTo>
                  <a:lnTo>
                    <a:pt x="770024" y="330003"/>
                  </a:lnTo>
                </a:path>
              </a:pathLst>
            </a:custGeom>
            <a:ln w="154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3905403" y="4343033"/>
              <a:ext cx="765175" cy="189230"/>
            </a:xfrm>
            <a:custGeom>
              <a:avLst/>
              <a:gdLst/>
              <a:ahLst/>
              <a:cxnLst/>
              <a:rect l="l" t="t" r="r" b="b"/>
              <a:pathLst>
                <a:path w="765175" h="189229">
                  <a:moveTo>
                    <a:pt x="420844" y="0"/>
                  </a:moveTo>
                  <a:lnTo>
                    <a:pt x="340460" y="0"/>
                  </a:lnTo>
                  <a:lnTo>
                    <a:pt x="263267" y="4111"/>
                  </a:lnTo>
                  <a:lnTo>
                    <a:pt x="190751" y="12822"/>
                  </a:lnTo>
                  <a:lnTo>
                    <a:pt x="122914" y="25666"/>
                  </a:lnTo>
                  <a:lnTo>
                    <a:pt x="71452" y="36942"/>
                  </a:lnTo>
                  <a:lnTo>
                    <a:pt x="28283" y="53368"/>
                  </a:lnTo>
                  <a:lnTo>
                    <a:pt x="0" y="95461"/>
                  </a:lnTo>
                  <a:lnTo>
                    <a:pt x="9144" y="113413"/>
                  </a:lnTo>
                  <a:lnTo>
                    <a:pt x="71452" y="151924"/>
                  </a:lnTo>
                  <a:lnTo>
                    <a:pt x="122914" y="163200"/>
                  </a:lnTo>
                  <a:lnTo>
                    <a:pt x="190751" y="176044"/>
                  </a:lnTo>
                  <a:lnTo>
                    <a:pt x="263267" y="184755"/>
                  </a:lnTo>
                  <a:lnTo>
                    <a:pt x="340460" y="188866"/>
                  </a:lnTo>
                  <a:lnTo>
                    <a:pt x="420844" y="188866"/>
                  </a:lnTo>
                  <a:lnTo>
                    <a:pt x="496337" y="184755"/>
                  </a:lnTo>
                  <a:lnTo>
                    <a:pt x="573105" y="176044"/>
                  </a:lnTo>
                  <a:lnTo>
                    <a:pt x="637327" y="163200"/>
                  </a:lnTo>
                  <a:lnTo>
                    <a:pt x="688364" y="151924"/>
                  </a:lnTo>
                  <a:lnTo>
                    <a:pt x="731958" y="133951"/>
                  </a:lnTo>
                  <a:lnTo>
                    <a:pt x="764920" y="95461"/>
                  </a:lnTo>
                  <a:lnTo>
                    <a:pt x="757264" y="75453"/>
                  </a:lnTo>
                  <a:lnTo>
                    <a:pt x="688364" y="36942"/>
                  </a:lnTo>
                  <a:lnTo>
                    <a:pt x="637327" y="25666"/>
                  </a:lnTo>
                  <a:lnTo>
                    <a:pt x="573105" y="12822"/>
                  </a:lnTo>
                  <a:lnTo>
                    <a:pt x="496337" y="4111"/>
                  </a:lnTo>
                  <a:lnTo>
                    <a:pt x="4208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3905403" y="4037256"/>
              <a:ext cx="765175" cy="494665"/>
            </a:xfrm>
            <a:custGeom>
              <a:avLst/>
              <a:gdLst/>
              <a:ahLst/>
              <a:cxnLst/>
              <a:rect l="l" t="t" r="r" b="b"/>
              <a:pathLst>
                <a:path w="765175" h="494664">
                  <a:moveTo>
                    <a:pt x="0" y="401238"/>
                  </a:moveTo>
                  <a:lnTo>
                    <a:pt x="28283" y="359146"/>
                  </a:lnTo>
                  <a:lnTo>
                    <a:pt x="71452" y="342720"/>
                  </a:lnTo>
                  <a:lnTo>
                    <a:pt x="122914" y="331444"/>
                  </a:lnTo>
                  <a:lnTo>
                    <a:pt x="190751" y="318600"/>
                  </a:lnTo>
                  <a:lnTo>
                    <a:pt x="263267" y="309889"/>
                  </a:lnTo>
                  <a:lnTo>
                    <a:pt x="340460" y="305777"/>
                  </a:lnTo>
                  <a:lnTo>
                    <a:pt x="420844" y="305777"/>
                  </a:lnTo>
                  <a:lnTo>
                    <a:pt x="496337" y="309889"/>
                  </a:lnTo>
                  <a:lnTo>
                    <a:pt x="573105" y="318600"/>
                  </a:lnTo>
                  <a:lnTo>
                    <a:pt x="637327" y="331444"/>
                  </a:lnTo>
                  <a:lnTo>
                    <a:pt x="688364" y="342720"/>
                  </a:lnTo>
                  <a:lnTo>
                    <a:pt x="731958" y="359146"/>
                  </a:lnTo>
                  <a:lnTo>
                    <a:pt x="764920" y="401238"/>
                  </a:lnTo>
                  <a:lnTo>
                    <a:pt x="757264" y="419190"/>
                  </a:lnTo>
                  <a:lnTo>
                    <a:pt x="688364" y="457701"/>
                  </a:lnTo>
                  <a:lnTo>
                    <a:pt x="637327" y="468977"/>
                  </a:lnTo>
                  <a:lnTo>
                    <a:pt x="573105" y="481821"/>
                  </a:lnTo>
                  <a:lnTo>
                    <a:pt x="496337" y="490532"/>
                  </a:lnTo>
                  <a:lnTo>
                    <a:pt x="420844" y="494644"/>
                  </a:lnTo>
                  <a:lnTo>
                    <a:pt x="340460" y="494644"/>
                  </a:lnTo>
                  <a:lnTo>
                    <a:pt x="263267" y="490532"/>
                  </a:lnTo>
                  <a:lnTo>
                    <a:pt x="190751" y="481821"/>
                  </a:lnTo>
                  <a:lnTo>
                    <a:pt x="122914" y="468977"/>
                  </a:lnTo>
                  <a:lnTo>
                    <a:pt x="71452" y="457701"/>
                  </a:lnTo>
                  <a:lnTo>
                    <a:pt x="28283" y="439728"/>
                  </a:lnTo>
                  <a:lnTo>
                    <a:pt x="0" y="401238"/>
                  </a:lnTo>
                  <a:close/>
                </a:path>
                <a:path w="765175" h="494664">
                  <a:moveTo>
                    <a:pt x="0" y="95376"/>
                  </a:moveTo>
                  <a:lnTo>
                    <a:pt x="28283" y="53198"/>
                  </a:lnTo>
                  <a:lnTo>
                    <a:pt x="71452" y="36878"/>
                  </a:lnTo>
                  <a:lnTo>
                    <a:pt x="122914" y="25645"/>
                  </a:lnTo>
                  <a:lnTo>
                    <a:pt x="190751" y="12716"/>
                  </a:lnTo>
                  <a:lnTo>
                    <a:pt x="263267" y="3391"/>
                  </a:lnTo>
                  <a:lnTo>
                    <a:pt x="340460" y="0"/>
                  </a:lnTo>
                  <a:lnTo>
                    <a:pt x="420844" y="0"/>
                  </a:lnTo>
                  <a:lnTo>
                    <a:pt x="496337" y="3391"/>
                  </a:lnTo>
                  <a:lnTo>
                    <a:pt x="573105" y="12716"/>
                  </a:lnTo>
                  <a:lnTo>
                    <a:pt x="637327" y="25645"/>
                  </a:lnTo>
                  <a:lnTo>
                    <a:pt x="688364" y="36878"/>
                  </a:lnTo>
                  <a:lnTo>
                    <a:pt x="731958" y="53198"/>
                  </a:lnTo>
                  <a:lnTo>
                    <a:pt x="764920" y="95376"/>
                  </a:lnTo>
                  <a:lnTo>
                    <a:pt x="757264" y="113392"/>
                  </a:lnTo>
                  <a:lnTo>
                    <a:pt x="688364" y="151754"/>
                  </a:lnTo>
                  <a:lnTo>
                    <a:pt x="637327" y="163200"/>
                  </a:lnTo>
                  <a:lnTo>
                    <a:pt x="573105" y="175938"/>
                  </a:lnTo>
                  <a:lnTo>
                    <a:pt x="496337" y="184649"/>
                  </a:lnTo>
                  <a:lnTo>
                    <a:pt x="420844" y="188760"/>
                  </a:lnTo>
                  <a:lnTo>
                    <a:pt x="340460" y="188760"/>
                  </a:lnTo>
                  <a:lnTo>
                    <a:pt x="263267" y="184649"/>
                  </a:lnTo>
                  <a:lnTo>
                    <a:pt x="190751" y="175938"/>
                  </a:lnTo>
                  <a:lnTo>
                    <a:pt x="122914" y="163200"/>
                  </a:lnTo>
                  <a:lnTo>
                    <a:pt x="71452" y="151754"/>
                  </a:lnTo>
                  <a:lnTo>
                    <a:pt x="28283" y="133951"/>
                  </a:lnTo>
                  <a:lnTo>
                    <a:pt x="0" y="95376"/>
                  </a:lnTo>
                  <a:close/>
                </a:path>
              </a:pathLst>
            </a:custGeom>
            <a:ln w="154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3860532" y="4302496"/>
              <a:ext cx="851535" cy="140335"/>
            </a:xfrm>
            <a:custGeom>
              <a:avLst/>
              <a:gdLst/>
              <a:ahLst/>
              <a:cxnLst/>
              <a:rect l="l" t="t" r="r" b="b"/>
              <a:pathLst>
                <a:path w="851535" h="140335">
                  <a:moveTo>
                    <a:pt x="850960" y="0"/>
                  </a:moveTo>
                  <a:lnTo>
                    <a:pt x="0" y="0"/>
                  </a:lnTo>
                  <a:lnTo>
                    <a:pt x="0" y="140110"/>
                  </a:lnTo>
                  <a:lnTo>
                    <a:pt x="850960" y="140110"/>
                  </a:lnTo>
                  <a:lnTo>
                    <a:pt x="8509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3905403" y="4119703"/>
              <a:ext cx="770255" cy="329565"/>
            </a:xfrm>
            <a:custGeom>
              <a:avLst/>
              <a:gdLst/>
              <a:ahLst/>
              <a:cxnLst/>
              <a:rect l="l" t="t" r="r" b="b"/>
              <a:pathLst>
                <a:path w="770254" h="329564">
                  <a:moveTo>
                    <a:pt x="0" y="0"/>
                  </a:moveTo>
                  <a:lnTo>
                    <a:pt x="0" y="329049"/>
                  </a:lnTo>
                </a:path>
                <a:path w="770254" h="329564">
                  <a:moveTo>
                    <a:pt x="770024" y="0"/>
                  </a:moveTo>
                  <a:lnTo>
                    <a:pt x="770024" y="329049"/>
                  </a:lnTo>
                </a:path>
              </a:pathLst>
            </a:custGeom>
            <a:ln w="154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904796" y="3824248"/>
              <a:ext cx="3175" cy="303530"/>
            </a:xfrm>
            <a:custGeom>
              <a:avLst/>
              <a:gdLst/>
              <a:ahLst/>
              <a:cxnLst/>
              <a:rect l="l" t="t" r="r" b="b"/>
              <a:pathLst>
                <a:path w="3175" h="303529">
                  <a:moveTo>
                    <a:pt x="0" y="0"/>
                  </a:moveTo>
                  <a:lnTo>
                    <a:pt x="2573" y="303297"/>
                  </a:lnTo>
                </a:path>
              </a:pathLst>
            </a:custGeom>
            <a:ln w="216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1" name="object 71" descr=""/>
          <p:cNvSpPr txBox="1"/>
          <p:nvPr/>
        </p:nvSpPr>
        <p:spPr>
          <a:xfrm>
            <a:off x="802589" y="4244787"/>
            <a:ext cx="260350" cy="255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00" spc="-25">
                <a:latin typeface="Times New Roman"/>
                <a:cs typeface="Times New Roman"/>
              </a:rPr>
              <a:t>A0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72" name="object 72" descr=""/>
          <p:cNvSpPr txBox="1"/>
          <p:nvPr/>
        </p:nvSpPr>
        <p:spPr>
          <a:xfrm>
            <a:off x="1922112" y="4244787"/>
            <a:ext cx="259715" cy="255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00" spc="-25">
                <a:latin typeface="Times New Roman"/>
                <a:cs typeface="Times New Roman"/>
              </a:rPr>
              <a:t>A1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73" name="object 73" descr=""/>
          <p:cNvSpPr txBox="1"/>
          <p:nvPr/>
        </p:nvSpPr>
        <p:spPr>
          <a:xfrm>
            <a:off x="3041657" y="4244787"/>
            <a:ext cx="259715" cy="255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00" spc="-25">
                <a:latin typeface="Times New Roman"/>
                <a:cs typeface="Times New Roman"/>
              </a:rPr>
              <a:t>A2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74" name="object 74" descr=""/>
          <p:cNvSpPr txBox="1"/>
          <p:nvPr/>
        </p:nvSpPr>
        <p:spPr>
          <a:xfrm>
            <a:off x="4161073" y="4254028"/>
            <a:ext cx="259715" cy="255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00" spc="-25">
                <a:latin typeface="Times New Roman"/>
                <a:cs typeface="Times New Roman"/>
              </a:rPr>
              <a:t>A3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75" name="object 75" descr=""/>
          <p:cNvSpPr txBox="1"/>
          <p:nvPr/>
        </p:nvSpPr>
        <p:spPr>
          <a:xfrm>
            <a:off x="805163" y="4614827"/>
            <a:ext cx="250190" cy="255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00" spc="-25">
                <a:latin typeface="Times New Roman"/>
                <a:cs typeface="Times New Roman"/>
              </a:rPr>
              <a:t>B0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76" name="object 76" descr=""/>
          <p:cNvSpPr txBox="1"/>
          <p:nvPr/>
        </p:nvSpPr>
        <p:spPr>
          <a:xfrm>
            <a:off x="811840" y="5307177"/>
            <a:ext cx="259715" cy="255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00" spc="-25">
                <a:latin typeface="Times New Roman"/>
                <a:cs typeface="Times New Roman"/>
              </a:rPr>
              <a:t>D0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77" name="object 77" descr=""/>
          <p:cNvSpPr txBox="1"/>
          <p:nvPr/>
        </p:nvSpPr>
        <p:spPr>
          <a:xfrm>
            <a:off x="1922113" y="5305629"/>
            <a:ext cx="259715" cy="255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00" spc="-25">
                <a:latin typeface="Times New Roman"/>
                <a:cs typeface="Times New Roman"/>
              </a:rPr>
              <a:t>D1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78" name="object 78" descr=""/>
          <p:cNvSpPr txBox="1"/>
          <p:nvPr/>
        </p:nvSpPr>
        <p:spPr>
          <a:xfrm>
            <a:off x="3041657" y="5296897"/>
            <a:ext cx="259715" cy="255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00" spc="-25">
                <a:latin typeface="Times New Roman"/>
                <a:cs typeface="Times New Roman"/>
              </a:rPr>
              <a:t>D2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79" name="object 79" descr=""/>
          <p:cNvSpPr txBox="1"/>
          <p:nvPr/>
        </p:nvSpPr>
        <p:spPr>
          <a:xfrm>
            <a:off x="822132" y="4978191"/>
            <a:ext cx="250190" cy="255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00" spc="-25">
                <a:latin typeface="Times New Roman"/>
                <a:cs typeface="Times New Roman"/>
              </a:rPr>
              <a:t>C0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80" name="object 80" descr=""/>
          <p:cNvSpPr txBox="1"/>
          <p:nvPr/>
        </p:nvSpPr>
        <p:spPr>
          <a:xfrm>
            <a:off x="1932405" y="4978191"/>
            <a:ext cx="250190" cy="255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00" spc="-25">
                <a:latin typeface="Times New Roman"/>
                <a:cs typeface="Times New Roman"/>
              </a:rPr>
              <a:t>C1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81" name="object 81" descr=""/>
          <p:cNvSpPr txBox="1"/>
          <p:nvPr/>
        </p:nvSpPr>
        <p:spPr>
          <a:xfrm>
            <a:off x="3048249" y="4978191"/>
            <a:ext cx="250190" cy="255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00" spc="-25">
                <a:latin typeface="Times New Roman"/>
                <a:cs typeface="Times New Roman"/>
              </a:rPr>
              <a:t>C2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82" name="object 82" descr=""/>
          <p:cNvSpPr txBox="1"/>
          <p:nvPr/>
        </p:nvSpPr>
        <p:spPr>
          <a:xfrm>
            <a:off x="4167878" y="4978191"/>
            <a:ext cx="250190" cy="255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00" spc="-25">
                <a:latin typeface="Times New Roman"/>
                <a:cs typeface="Times New Roman"/>
              </a:rPr>
              <a:t>C3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83" name="object 83" descr=""/>
          <p:cNvSpPr txBox="1"/>
          <p:nvPr/>
        </p:nvSpPr>
        <p:spPr>
          <a:xfrm>
            <a:off x="1931363" y="4617392"/>
            <a:ext cx="250190" cy="255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00" spc="-25">
                <a:latin typeface="Times New Roman"/>
                <a:cs typeface="Times New Roman"/>
              </a:rPr>
              <a:t>B1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84" name="object 84" descr=""/>
          <p:cNvSpPr txBox="1"/>
          <p:nvPr/>
        </p:nvSpPr>
        <p:spPr>
          <a:xfrm>
            <a:off x="3048249" y="4623559"/>
            <a:ext cx="250190" cy="255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00" spc="-25">
                <a:latin typeface="Times New Roman"/>
                <a:cs typeface="Times New Roman"/>
              </a:rPr>
              <a:t>B2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85" name="object 85" descr=""/>
          <p:cNvSpPr txBox="1"/>
          <p:nvPr/>
        </p:nvSpPr>
        <p:spPr>
          <a:xfrm>
            <a:off x="4165327" y="4623559"/>
            <a:ext cx="250190" cy="255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00" spc="-25">
                <a:latin typeface="Times New Roman"/>
                <a:cs typeface="Times New Roman"/>
              </a:rPr>
              <a:t>B3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86" name="object 86" descr=""/>
          <p:cNvGrpSpPr/>
          <p:nvPr/>
        </p:nvGrpSpPr>
        <p:grpSpPr>
          <a:xfrm>
            <a:off x="5517754" y="4029318"/>
            <a:ext cx="3089910" cy="1581150"/>
            <a:chOff x="5517754" y="4029318"/>
            <a:chExt cx="3089910" cy="1581150"/>
          </a:xfrm>
        </p:grpSpPr>
        <p:sp>
          <p:nvSpPr>
            <p:cNvPr id="87" name="object 87" descr=""/>
            <p:cNvSpPr/>
            <p:nvPr/>
          </p:nvSpPr>
          <p:spPr>
            <a:xfrm>
              <a:off x="5562411" y="5099010"/>
              <a:ext cx="765175" cy="495300"/>
            </a:xfrm>
            <a:custGeom>
              <a:avLst/>
              <a:gdLst/>
              <a:ahLst/>
              <a:cxnLst/>
              <a:rect l="l" t="t" r="r" b="b"/>
              <a:pathLst>
                <a:path w="765175" h="495300">
                  <a:moveTo>
                    <a:pt x="0" y="402892"/>
                  </a:moveTo>
                  <a:lnTo>
                    <a:pt x="27857" y="359781"/>
                  </a:lnTo>
                  <a:lnTo>
                    <a:pt x="71664" y="342847"/>
                  </a:lnTo>
                  <a:lnTo>
                    <a:pt x="122489" y="331550"/>
                  </a:lnTo>
                  <a:lnTo>
                    <a:pt x="190326" y="318727"/>
                  </a:lnTo>
                  <a:lnTo>
                    <a:pt x="263479" y="309995"/>
                  </a:lnTo>
                  <a:lnTo>
                    <a:pt x="340035" y="305883"/>
                  </a:lnTo>
                  <a:lnTo>
                    <a:pt x="420844" y="305883"/>
                  </a:lnTo>
                  <a:lnTo>
                    <a:pt x="496549" y="309995"/>
                  </a:lnTo>
                  <a:lnTo>
                    <a:pt x="573105" y="318727"/>
                  </a:lnTo>
                  <a:lnTo>
                    <a:pt x="636902" y="331550"/>
                  </a:lnTo>
                  <a:lnTo>
                    <a:pt x="688364" y="342847"/>
                  </a:lnTo>
                  <a:lnTo>
                    <a:pt x="731746" y="359781"/>
                  </a:lnTo>
                  <a:lnTo>
                    <a:pt x="765133" y="402892"/>
                  </a:lnTo>
                  <a:lnTo>
                    <a:pt x="757477" y="419318"/>
                  </a:lnTo>
                  <a:lnTo>
                    <a:pt x="688364" y="457807"/>
                  </a:lnTo>
                  <a:lnTo>
                    <a:pt x="636902" y="469104"/>
                  </a:lnTo>
                  <a:lnTo>
                    <a:pt x="573105" y="481927"/>
                  </a:lnTo>
                  <a:lnTo>
                    <a:pt x="496549" y="491168"/>
                  </a:lnTo>
                  <a:lnTo>
                    <a:pt x="420844" y="494750"/>
                  </a:lnTo>
                  <a:lnTo>
                    <a:pt x="340035" y="494750"/>
                  </a:lnTo>
                  <a:lnTo>
                    <a:pt x="263479" y="491168"/>
                  </a:lnTo>
                  <a:lnTo>
                    <a:pt x="190326" y="481927"/>
                  </a:lnTo>
                  <a:lnTo>
                    <a:pt x="122489" y="469104"/>
                  </a:lnTo>
                  <a:lnTo>
                    <a:pt x="71664" y="457807"/>
                  </a:lnTo>
                  <a:lnTo>
                    <a:pt x="27857" y="441381"/>
                  </a:lnTo>
                  <a:lnTo>
                    <a:pt x="0" y="402892"/>
                  </a:lnTo>
                  <a:close/>
                </a:path>
                <a:path w="765175" h="495300">
                  <a:moveTo>
                    <a:pt x="0" y="97008"/>
                  </a:moveTo>
                  <a:lnTo>
                    <a:pt x="27857" y="53898"/>
                  </a:lnTo>
                  <a:lnTo>
                    <a:pt x="71664" y="36963"/>
                  </a:lnTo>
                  <a:lnTo>
                    <a:pt x="122489" y="25666"/>
                  </a:lnTo>
                  <a:lnTo>
                    <a:pt x="190326" y="12844"/>
                  </a:lnTo>
                  <a:lnTo>
                    <a:pt x="263479" y="4111"/>
                  </a:lnTo>
                  <a:lnTo>
                    <a:pt x="340035" y="0"/>
                  </a:lnTo>
                  <a:lnTo>
                    <a:pt x="420844" y="0"/>
                  </a:lnTo>
                  <a:lnTo>
                    <a:pt x="496549" y="4111"/>
                  </a:lnTo>
                  <a:lnTo>
                    <a:pt x="573105" y="12844"/>
                  </a:lnTo>
                  <a:lnTo>
                    <a:pt x="636902" y="25666"/>
                  </a:lnTo>
                  <a:lnTo>
                    <a:pt x="688364" y="36963"/>
                  </a:lnTo>
                  <a:lnTo>
                    <a:pt x="731746" y="53898"/>
                  </a:lnTo>
                  <a:lnTo>
                    <a:pt x="765133" y="97008"/>
                  </a:lnTo>
                  <a:lnTo>
                    <a:pt x="757477" y="113434"/>
                  </a:lnTo>
                  <a:lnTo>
                    <a:pt x="688364" y="151924"/>
                  </a:lnTo>
                  <a:lnTo>
                    <a:pt x="636902" y="163221"/>
                  </a:lnTo>
                  <a:lnTo>
                    <a:pt x="573105" y="176044"/>
                  </a:lnTo>
                  <a:lnTo>
                    <a:pt x="496549" y="184776"/>
                  </a:lnTo>
                  <a:lnTo>
                    <a:pt x="420844" y="188866"/>
                  </a:lnTo>
                  <a:lnTo>
                    <a:pt x="340035" y="188866"/>
                  </a:lnTo>
                  <a:lnTo>
                    <a:pt x="263479" y="184776"/>
                  </a:lnTo>
                  <a:lnTo>
                    <a:pt x="190326" y="176044"/>
                  </a:lnTo>
                  <a:lnTo>
                    <a:pt x="122489" y="163221"/>
                  </a:lnTo>
                  <a:lnTo>
                    <a:pt x="71664" y="151924"/>
                  </a:lnTo>
                  <a:lnTo>
                    <a:pt x="27857" y="135498"/>
                  </a:lnTo>
                  <a:lnTo>
                    <a:pt x="0" y="97008"/>
                  </a:lnTo>
                  <a:close/>
                </a:path>
              </a:pathLst>
            </a:custGeom>
            <a:ln w="154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5517754" y="5364356"/>
              <a:ext cx="850900" cy="140335"/>
            </a:xfrm>
            <a:custGeom>
              <a:avLst/>
              <a:gdLst/>
              <a:ahLst/>
              <a:cxnLst/>
              <a:rect l="l" t="t" r="r" b="b"/>
              <a:pathLst>
                <a:path w="850900" h="140335">
                  <a:moveTo>
                    <a:pt x="850450" y="0"/>
                  </a:moveTo>
                  <a:lnTo>
                    <a:pt x="0" y="0"/>
                  </a:lnTo>
                  <a:lnTo>
                    <a:pt x="0" y="140110"/>
                  </a:lnTo>
                  <a:lnTo>
                    <a:pt x="850450" y="140110"/>
                  </a:lnTo>
                  <a:lnTo>
                    <a:pt x="850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5562411" y="5182157"/>
              <a:ext cx="770255" cy="329565"/>
            </a:xfrm>
            <a:custGeom>
              <a:avLst/>
              <a:gdLst/>
              <a:ahLst/>
              <a:cxnLst/>
              <a:rect l="l" t="t" r="r" b="b"/>
              <a:pathLst>
                <a:path w="770254" h="329564">
                  <a:moveTo>
                    <a:pt x="0" y="0"/>
                  </a:moveTo>
                  <a:lnTo>
                    <a:pt x="0" y="328985"/>
                  </a:lnTo>
                </a:path>
                <a:path w="770254" h="329564">
                  <a:moveTo>
                    <a:pt x="770236" y="0"/>
                  </a:moveTo>
                  <a:lnTo>
                    <a:pt x="770236" y="328985"/>
                  </a:lnTo>
                </a:path>
              </a:pathLst>
            </a:custGeom>
            <a:ln w="154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5562411" y="5051809"/>
              <a:ext cx="765175" cy="190500"/>
            </a:xfrm>
            <a:custGeom>
              <a:avLst/>
              <a:gdLst/>
              <a:ahLst/>
              <a:cxnLst/>
              <a:rect l="l" t="t" r="r" b="b"/>
              <a:pathLst>
                <a:path w="765175" h="190500">
                  <a:moveTo>
                    <a:pt x="420844" y="0"/>
                  </a:moveTo>
                  <a:lnTo>
                    <a:pt x="340035" y="0"/>
                  </a:lnTo>
                  <a:lnTo>
                    <a:pt x="263479" y="5129"/>
                  </a:lnTo>
                  <a:lnTo>
                    <a:pt x="190326" y="12822"/>
                  </a:lnTo>
                  <a:lnTo>
                    <a:pt x="122489" y="25645"/>
                  </a:lnTo>
                  <a:lnTo>
                    <a:pt x="71664" y="36942"/>
                  </a:lnTo>
                  <a:lnTo>
                    <a:pt x="27857" y="54894"/>
                  </a:lnTo>
                  <a:lnTo>
                    <a:pt x="0" y="96987"/>
                  </a:lnTo>
                  <a:lnTo>
                    <a:pt x="8718" y="113413"/>
                  </a:lnTo>
                  <a:lnTo>
                    <a:pt x="71664" y="151903"/>
                  </a:lnTo>
                  <a:lnTo>
                    <a:pt x="122489" y="164726"/>
                  </a:lnTo>
                  <a:lnTo>
                    <a:pt x="190326" y="177570"/>
                  </a:lnTo>
                  <a:lnTo>
                    <a:pt x="263479" y="184755"/>
                  </a:lnTo>
                  <a:lnTo>
                    <a:pt x="340035" y="189884"/>
                  </a:lnTo>
                  <a:lnTo>
                    <a:pt x="420844" y="189884"/>
                  </a:lnTo>
                  <a:lnTo>
                    <a:pt x="496549" y="184755"/>
                  </a:lnTo>
                  <a:lnTo>
                    <a:pt x="573105" y="177570"/>
                  </a:lnTo>
                  <a:lnTo>
                    <a:pt x="636902" y="164726"/>
                  </a:lnTo>
                  <a:lnTo>
                    <a:pt x="688364" y="151903"/>
                  </a:lnTo>
                  <a:lnTo>
                    <a:pt x="731746" y="135477"/>
                  </a:lnTo>
                  <a:lnTo>
                    <a:pt x="765133" y="96987"/>
                  </a:lnTo>
                  <a:lnTo>
                    <a:pt x="757477" y="75432"/>
                  </a:lnTo>
                  <a:lnTo>
                    <a:pt x="688364" y="36942"/>
                  </a:lnTo>
                  <a:lnTo>
                    <a:pt x="636902" y="25645"/>
                  </a:lnTo>
                  <a:lnTo>
                    <a:pt x="573105" y="12822"/>
                  </a:lnTo>
                  <a:lnTo>
                    <a:pt x="496549" y="5129"/>
                  </a:lnTo>
                  <a:lnTo>
                    <a:pt x="4208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5562411" y="4745925"/>
              <a:ext cx="765175" cy="495934"/>
            </a:xfrm>
            <a:custGeom>
              <a:avLst/>
              <a:gdLst/>
              <a:ahLst/>
              <a:cxnLst/>
              <a:rect l="l" t="t" r="r" b="b"/>
              <a:pathLst>
                <a:path w="765175" h="495935">
                  <a:moveTo>
                    <a:pt x="0" y="402870"/>
                  </a:moveTo>
                  <a:lnTo>
                    <a:pt x="27857" y="360778"/>
                  </a:lnTo>
                  <a:lnTo>
                    <a:pt x="71664" y="342826"/>
                  </a:lnTo>
                  <a:lnTo>
                    <a:pt x="122489" y="331529"/>
                  </a:lnTo>
                  <a:lnTo>
                    <a:pt x="190326" y="318706"/>
                  </a:lnTo>
                  <a:lnTo>
                    <a:pt x="263479" y="311012"/>
                  </a:lnTo>
                  <a:lnTo>
                    <a:pt x="340035" y="305883"/>
                  </a:lnTo>
                  <a:lnTo>
                    <a:pt x="420844" y="305883"/>
                  </a:lnTo>
                  <a:lnTo>
                    <a:pt x="496549" y="311012"/>
                  </a:lnTo>
                  <a:lnTo>
                    <a:pt x="573105" y="318706"/>
                  </a:lnTo>
                  <a:lnTo>
                    <a:pt x="636902" y="331529"/>
                  </a:lnTo>
                  <a:lnTo>
                    <a:pt x="688364" y="342826"/>
                  </a:lnTo>
                  <a:lnTo>
                    <a:pt x="731746" y="360778"/>
                  </a:lnTo>
                  <a:lnTo>
                    <a:pt x="765133" y="402870"/>
                  </a:lnTo>
                  <a:lnTo>
                    <a:pt x="757477" y="419296"/>
                  </a:lnTo>
                  <a:lnTo>
                    <a:pt x="688364" y="457786"/>
                  </a:lnTo>
                  <a:lnTo>
                    <a:pt x="636902" y="470609"/>
                  </a:lnTo>
                  <a:lnTo>
                    <a:pt x="573105" y="483453"/>
                  </a:lnTo>
                  <a:lnTo>
                    <a:pt x="496549" y="490638"/>
                  </a:lnTo>
                  <a:lnTo>
                    <a:pt x="420844" y="495767"/>
                  </a:lnTo>
                  <a:lnTo>
                    <a:pt x="340035" y="495767"/>
                  </a:lnTo>
                  <a:lnTo>
                    <a:pt x="263479" y="490638"/>
                  </a:lnTo>
                  <a:lnTo>
                    <a:pt x="190326" y="483453"/>
                  </a:lnTo>
                  <a:lnTo>
                    <a:pt x="122489" y="470609"/>
                  </a:lnTo>
                  <a:lnTo>
                    <a:pt x="71664" y="457786"/>
                  </a:lnTo>
                  <a:lnTo>
                    <a:pt x="27857" y="441360"/>
                  </a:lnTo>
                  <a:lnTo>
                    <a:pt x="0" y="402870"/>
                  </a:lnTo>
                  <a:close/>
                </a:path>
                <a:path w="765175" h="495935">
                  <a:moveTo>
                    <a:pt x="0" y="96987"/>
                  </a:moveTo>
                  <a:lnTo>
                    <a:pt x="27857" y="54915"/>
                  </a:lnTo>
                  <a:lnTo>
                    <a:pt x="71664" y="36942"/>
                  </a:lnTo>
                  <a:lnTo>
                    <a:pt x="122489" y="25645"/>
                  </a:lnTo>
                  <a:lnTo>
                    <a:pt x="190326" y="12822"/>
                  </a:lnTo>
                  <a:lnTo>
                    <a:pt x="263479" y="5129"/>
                  </a:lnTo>
                  <a:lnTo>
                    <a:pt x="340035" y="0"/>
                  </a:lnTo>
                  <a:lnTo>
                    <a:pt x="420844" y="0"/>
                  </a:lnTo>
                  <a:lnTo>
                    <a:pt x="496549" y="5129"/>
                  </a:lnTo>
                  <a:lnTo>
                    <a:pt x="573105" y="12822"/>
                  </a:lnTo>
                  <a:lnTo>
                    <a:pt x="636902" y="25645"/>
                  </a:lnTo>
                  <a:lnTo>
                    <a:pt x="688364" y="36942"/>
                  </a:lnTo>
                  <a:lnTo>
                    <a:pt x="731746" y="54915"/>
                  </a:lnTo>
                  <a:lnTo>
                    <a:pt x="765133" y="96987"/>
                  </a:lnTo>
                  <a:lnTo>
                    <a:pt x="757477" y="113413"/>
                  </a:lnTo>
                  <a:lnTo>
                    <a:pt x="688364" y="151903"/>
                  </a:lnTo>
                  <a:lnTo>
                    <a:pt x="636902" y="164726"/>
                  </a:lnTo>
                  <a:lnTo>
                    <a:pt x="573105" y="177061"/>
                  </a:lnTo>
                  <a:lnTo>
                    <a:pt x="496549" y="184755"/>
                  </a:lnTo>
                  <a:lnTo>
                    <a:pt x="420844" y="189884"/>
                  </a:lnTo>
                  <a:lnTo>
                    <a:pt x="340035" y="189884"/>
                  </a:lnTo>
                  <a:lnTo>
                    <a:pt x="263479" y="184755"/>
                  </a:lnTo>
                  <a:lnTo>
                    <a:pt x="190326" y="177061"/>
                  </a:lnTo>
                  <a:lnTo>
                    <a:pt x="122489" y="164726"/>
                  </a:lnTo>
                  <a:lnTo>
                    <a:pt x="71664" y="151903"/>
                  </a:lnTo>
                  <a:lnTo>
                    <a:pt x="27857" y="134968"/>
                  </a:lnTo>
                  <a:lnTo>
                    <a:pt x="0" y="96987"/>
                  </a:lnTo>
                  <a:close/>
                </a:path>
              </a:pathLst>
            </a:custGeom>
            <a:ln w="154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5517754" y="5012285"/>
              <a:ext cx="850900" cy="140970"/>
            </a:xfrm>
            <a:custGeom>
              <a:avLst/>
              <a:gdLst/>
              <a:ahLst/>
              <a:cxnLst/>
              <a:rect l="l" t="t" r="r" b="b"/>
              <a:pathLst>
                <a:path w="850900" h="140970">
                  <a:moveTo>
                    <a:pt x="850450" y="0"/>
                  </a:moveTo>
                  <a:lnTo>
                    <a:pt x="0" y="0"/>
                  </a:lnTo>
                  <a:lnTo>
                    <a:pt x="0" y="140623"/>
                  </a:lnTo>
                  <a:lnTo>
                    <a:pt x="850450" y="140623"/>
                  </a:lnTo>
                  <a:lnTo>
                    <a:pt x="850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5562411" y="4829051"/>
              <a:ext cx="770255" cy="330200"/>
            </a:xfrm>
            <a:custGeom>
              <a:avLst/>
              <a:gdLst/>
              <a:ahLst/>
              <a:cxnLst/>
              <a:rect l="l" t="t" r="r" b="b"/>
              <a:pathLst>
                <a:path w="770254" h="330200">
                  <a:moveTo>
                    <a:pt x="0" y="0"/>
                  </a:moveTo>
                  <a:lnTo>
                    <a:pt x="0" y="330003"/>
                  </a:lnTo>
                </a:path>
                <a:path w="770254" h="330200">
                  <a:moveTo>
                    <a:pt x="770236" y="0"/>
                  </a:moveTo>
                  <a:lnTo>
                    <a:pt x="770236" y="330003"/>
                  </a:lnTo>
                </a:path>
              </a:pathLst>
            </a:custGeom>
            <a:ln w="154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5562411" y="4695100"/>
              <a:ext cx="765175" cy="190500"/>
            </a:xfrm>
            <a:custGeom>
              <a:avLst/>
              <a:gdLst/>
              <a:ahLst/>
              <a:cxnLst/>
              <a:rect l="l" t="t" r="r" b="b"/>
              <a:pathLst>
                <a:path w="765175" h="190500">
                  <a:moveTo>
                    <a:pt x="420844" y="0"/>
                  </a:moveTo>
                  <a:lnTo>
                    <a:pt x="340035" y="0"/>
                  </a:lnTo>
                  <a:lnTo>
                    <a:pt x="263479" y="5129"/>
                  </a:lnTo>
                  <a:lnTo>
                    <a:pt x="190326" y="12844"/>
                  </a:lnTo>
                  <a:lnTo>
                    <a:pt x="122489" y="25158"/>
                  </a:lnTo>
                  <a:lnTo>
                    <a:pt x="71664" y="36963"/>
                  </a:lnTo>
                  <a:lnTo>
                    <a:pt x="27857" y="54915"/>
                  </a:lnTo>
                  <a:lnTo>
                    <a:pt x="0" y="97008"/>
                  </a:lnTo>
                  <a:lnTo>
                    <a:pt x="8718" y="113434"/>
                  </a:lnTo>
                  <a:lnTo>
                    <a:pt x="71664" y="151415"/>
                  </a:lnTo>
                  <a:lnTo>
                    <a:pt x="122489" y="164238"/>
                  </a:lnTo>
                  <a:lnTo>
                    <a:pt x="190326" y="177061"/>
                  </a:lnTo>
                  <a:lnTo>
                    <a:pt x="263479" y="184776"/>
                  </a:lnTo>
                  <a:lnTo>
                    <a:pt x="340035" y="189905"/>
                  </a:lnTo>
                  <a:lnTo>
                    <a:pt x="420844" y="189905"/>
                  </a:lnTo>
                  <a:lnTo>
                    <a:pt x="496549" y="184776"/>
                  </a:lnTo>
                  <a:lnTo>
                    <a:pt x="573105" y="177061"/>
                  </a:lnTo>
                  <a:lnTo>
                    <a:pt x="636902" y="164238"/>
                  </a:lnTo>
                  <a:lnTo>
                    <a:pt x="688364" y="151415"/>
                  </a:lnTo>
                  <a:lnTo>
                    <a:pt x="731746" y="134989"/>
                  </a:lnTo>
                  <a:lnTo>
                    <a:pt x="765133" y="97008"/>
                  </a:lnTo>
                  <a:lnTo>
                    <a:pt x="757477" y="74944"/>
                  </a:lnTo>
                  <a:lnTo>
                    <a:pt x="688364" y="36963"/>
                  </a:lnTo>
                  <a:lnTo>
                    <a:pt x="636902" y="25158"/>
                  </a:lnTo>
                  <a:lnTo>
                    <a:pt x="573105" y="12844"/>
                  </a:lnTo>
                  <a:lnTo>
                    <a:pt x="496549" y="5129"/>
                  </a:lnTo>
                  <a:lnTo>
                    <a:pt x="4208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5562411" y="4389217"/>
              <a:ext cx="765175" cy="495934"/>
            </a:xfrm>
            <a:custGeom>
              <a:avLst/>
              <a:gdLst/>
              <a:ahLst/>
              <a:cxnLst/>
              <a:rect l="l" t="t" r="r" b="b"/>
              <a:pathLst>
                <a:path w="765175" h="495935">
                  <a:moveTo>
                    <a:pt x="0" y="402892"/>
                  </a:moveTo>
                  <a:lnTo>
                    <a:pt x="27857" y="360799"/>
                  </a:lnTo>
                  <a:lnTo>
                    <a:pt x="71664" y="342847"/>
                  </a:lnTo>
                  <a:lnTo>
                    <a:pt x="122489" y="331041"/>
                  </a:lnTo>
                  <a:lnTo>
                    <a:pt x="190326" y="318727"/>
                  </a:lnTo>
                  <a:lnTo>
                    <a:pt x="263479" y="311012"/>
                  </a:lnTo>
                  <a:lnTo>
                    <a:pt x="340035" y="305883"/>
                  </a:lnTo>
                  <a:lnTo>
                    <a:pt x="420844" y="305883"/>
                  </a:lnTo>
                  <a:lnTo>
                    <a:pt x="496549" y="311012"/>
                  </a:lnTo>
                  <a:lnTo>
                    <a:pt x="573105" y="318727"/>
                  </a:lnTo>
                  <a:lnTo>
                    <a:pt x="636902" y="331041"/>
                  </a:lnTo>
                  <a:lnTo>
                    <a:pt x="688364" y="342847"/>
                  </a:lnTo>
                  <a:lnTo>
                    <a:pt x="731746" y="360799"/>
                  </a:lnTo>
                  <a:lnTo>
                    <a:pt x="765133" y="402892"/>
                  </a:lnTo>
                  <a:lnTo>
                    <a:pt x="757477" y="419318"/>
                  </a:lnTo>
                  <a:lnTo>
                    <a:pt x="688364" y="457299"/>
                  </a:lnTo>
                  <a:lnTo>
                    <a:pt x="636902" y="470122"/>
                  </a:lnTo>
                  <a:lnTo>
                    <a:pt x="573105" y="482944"/>
                  </a:lnTo>
                  <a:lnTo>
                    <a:pt x="496549" y="490659"/>
                  </a:lnTo>
                  <a:lnTo>
                    <a:pt x="420844" y="495788"/>
                  </a:lnTo>
                  <a:lnTo>
                    <a:pt x="340035" y="495788"/>
                  </a:lnTo>
                  <a:lnTo>
                    <a:pt x="263479" y="490659"/>
                  </a:lnTo>
                  <a:lnTo>
                    <a:pt x="190326" y="482944"/>
                  </a:lnTo>
                  <a:lnTo>
                    <a:pt x="122489" y="470122"/>
                  </a:lnTo>
                  <a:lnTo>
                    <a:pt x="71664" y="457299"/>
                  </a:lnTo>
                  <a:lnTo>
                    <a:pt x="27857" y="440873"/>
                  </a:lnTo>
                  <a:lnTo>
                    <a:pt x="0" y="402892"/>
                  </a:lnTo>
                  <a:close/>
                </a:path>
                <a:path w="765175" h="495935">
                  <a:moveTo>
                    <a:pt x="0" y="96499"/>
                  </a:moveTo>
                  <a:lnTo>
                    <a:pt x="27857" y="54407"/>
                  </a:lnTo>
                  <a:lnTo>
                    <a:pt x="71664" y="36963"/>
                  </a:lnTo>
                  <a:lnTo>
                    <a:pt x="122489" y="25158"/>
                  </a:lnTo>
                  <a:lnTo>
                    <a:pt x="190326" y="12314"/>
                  </a:lnTo>
                  <a:lnTo>
                    <a:pt x="263479" y="4620"/>
                  </a:lnTo>
                  <a:lnTo>
                    <a:pt x="340035" y="0"/>
                  </a:lnTo>
                  <a:lnTo>
                    <a:pt x="420844" y="0"/>
                  </a:lnTo>
                  <a:lnTo>
                    <a:pt x="496549" y="4620"/>
                  </a:lnTo>
                  <a:lnTo>
                    <a:pt x="573105" y="12314"/>
                  </a:lnTo>
                  <a:lnTo>
                    <a:pt x="636902" y="25158"/>
                  </a:lnTo>
                  <a:lnTo>
                    <a:pt x="688364" y="36963"/>
                  </a:lnTo>
                  <a:lnTo>
                    <a:pt x="731746" y="54407"/>
                  </a:lnTo>
                  <a:lnTo>
                    <a:pt x="765133" y="96499"/>
                  </a:lnTo>
                  <a:lnTo>
                    <a:pt x="757477" y="113434"/>
                  </a:lnTo>
                  <a:lnTo>
                    <a:pt x="688364" y="151415"/>
                  </a:lnTo>
                  <a:lnTo>
                    <a:pt x="636902" y="164238"/>
                  </a:lnTo>
                  <a:lnTo>
                    <a:pt x="573105" y="177061"/>
                  </a:lnTo>
                  <a:lnTo>
                    <a:pt x="496549" y="184776"/>
                  </a:lnTo>
                  <a:lnTo>
                    <a:pt x="420844" y="189905"/>
                  </a:lnTo>
                  <a:lnTo>
                    <a:pt x="340035" y="189905"/>
                  </a:lnTo>
                  <a:lnTo>
                    <a:pt x="263479" y="184776"/>
                  </a:lnTo>
                  <a:lnTo>
                    <a:pt x="190326" y="177061"/>
                  </a:lnTo>
                  <a:lnTo>
                    <a:pt x="122489" y="164238"/>
                  </a:lnTo>
                  <a:lnTo>
                    <a:pt x="71664" y="151415"/>
                  </a:lnTo>
                  <a:lnTo>
                    <a:pt x="27857" y="134989"/>
                  </a:lnTo>
                  <a:lnTo>
                    <a:pt x="0" y="96499"/>
                  </a:lnTo>
                  <a:close/>
                </a:path>
              </a:pathLst>
            </a:custGeom>
            <a:ln w="154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5517754" y="4655580"/>
              <a:ext cx="850900" cy="140335"/>
            </a:xfrm>
            <a:custGeom>
              <a:avLst/>
              <a:gdLst/>
              <a:ahLst/>
              <a:cxnLst/>
              <a:rect l="l" t="t" r="r" b="b"/>
              <a:pathLst>
                <a:path w="850900" h="140335">
                  <a:moveTo>
                    <a:pt x="850450" y="0"/>
                  </a:moveTo>
                  <a:lnTo>
                    <a:pt x="0" y="0"/>
                  </a:lnTo>
                  <a:lnTo>
                    <a:pt x="0" y="140110"/>
                  </a:lnTo>
                  <a:lnTo>
                    <a:pt x="850450" y="140110"/>
                  </a:lnTo>
                  <a:lnTo>
                    <a:pt x="850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 descr=""/>
            <p:cNvSpPr/>
            <p:nvPr/>
          </p:nvSpPr>
          <p:spPr>
            <a:xfrm>
              <a:off x="5562411" y="4471855"/>
              <a:ext cx="770255" cy="330200"/>
            </a:xfrm>
            <a:custGeom>
              <a:avLst/>
              <a:gdLst/>
              <a:ahLst/>
              <a:cxnLst/>
              <a:rect l="l" t="t" r="r" b="b"/>
              <a:pathLst>
                <a:path w="770254" h="330200">
                  <a:moveTo>
                    <a:pt x="0" y="0"/>
                  </a:moveTo>
                  <a:lnTo>
                    <a:pt x="0" y="330003"/>
                  </a:lnTo>
                </a:path>
                <a:path w="770254" h="330200">
                  <a:moveTo>
                    <a:pt x="770236" y="0"/>
                  </a:moveTo>
                  <a:lnTo>
                    <a:pt x="770236" y="330003"/>
                  </a:lnTo>
                </a:path>
              </a:pathLst>
            </a:custGeom>
            <a:ln w="154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 descr=""/>
            <p:cNvSpPr/>
            <p:nvPr/>
          </p:nvSpPr>
          <p:spPr>
            <a:xfrm>
              <a:off x="5562411" y="4343033"/>
              <a:ext cx="765175" cy="189230"/>
            </a:xfrm>
            <a:custGeom>
              <a:avLst/>
              <a:gdLst/>
              <a:ahLst/>
              <a:cxnLst/>
              <a:rect l="l" t="t" r="r" b="b"/>
              <a:pathLst>
                <a:path w="765175" h="189229">
                  <a:moveTo>
                    <a:pt x="420844" y="0"/>
                  </a:moveTo>
                  <a:lnTo>
                    <a:pt x="340035" y="0"/>
                  </a:lnTo>
                  <a:lnTo>
                    <a:pt x="263479" y="4111"/>
                  </a:lnTo>
                  <a:lnTo>
                    <a:pt x="190326" y="12822"/>
                  </a:lnTo>
                  <a:lnTo>
                    <a:pt x="122489" y="25666"/>
                  </a:lnTo>
                  <a:lnTo>
                    <a:pt x="71664" y="36942"/>
                  </a:lnTo>
                  <a:lnTo>
                    <a:pt x="27857" y="53368"/>
                  </a:lnTo>
                  <a:lnTo>
                    <a:pt x="0" y="95461"/>
                  </a:lnTo>
                  <a:lnTo>
                    <a:pt x="8718" y="113413"/>
                  </a:lnTo>
                  <a:lnTo>
                    <a:pt x="71664" y="151924"/>
                  </a:lnTo>
                  <a:lnTo>
                    <a:pt x="122489" y="163200"/>
                  </a:lnTo>
                  <a:lnTo>
                    <a:pt x="190326" y="176044"/>
                  </a:lnTo>
                  <a:lnTo>
                    <a:pt x="263479" y="184755"/>
                  </a:lnTo>
                  <a:lnTo>
                    <a:pt x="340035" y="188866"/>
                  </a:lnTo>
                  <a:lnTo>
                    <a:pt x="420844" y="188866"/>
                  </a:lnTo>
                  <a:lnTo>
                    <a:pt x="496549" y="184755"/>
                  </a:lnTo>
                  <a:lnTo>
                    <a:pt x="573105" y="176044"/>
                  </a:lnTo>
                  <a:lnTo>
                    <a:pt x="636902" y="163200"/>
                  </a:lnTo>
                  <a:lnTo>
                    <a:pt x="688364" y="151924"/>
                  </a:lnTo>
                  <a:lnTo>
                    <a:pt x="731746" y="133951"/>
                  </a:lnTo>
                  <a:lnTo>
                    <a:pt x="765133" y="95461"/>
                  </a:lnTo>
                  <a:lnTo>
                    <a:pt x="757477" y="75453"/>
                  </a:lnTo>
                  <a:lnTo>
                    <a:pt x="688364" y="36942"/>
                  </a:lnTo>
                  <a:lnTo>
                    <a:pt x="636902" y="25666"/>
                  </a:lnTo>
                  <a:lnTo>
                    <a:pt x="573105" y="12822"/>
                  </a:lnTo>
                  <a:lnTo>
                    <a:pt x="496549" y="4111"/>
                  </a:lnTo>
                  <a:lnTo>
                    <a:pt x="4208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 descr=""/>
            <p:cNvSpPr/>
            <p:nvPr/>
          </p:nvSpPr>
          <p:spPr>
            <a:xfrm>
              <a:off x="5562411" y="4037256"/>
              <a:ext cx="765175" cy="494665"/>
            </a:xfrm>
            <a:custGeom>
              <a:avLst/>
              <a:gdLst/>
              <a:ahLst/>
              <a:cxnLst/>
              <a:rect l="l" t="t" r="r" b="b"/>
              <a:pathLst>
                <a:path w="765175" h="494664">
                  <a:moveTo>
                    <a:pt x="0" y="401238"/>
                  </a:moveTo>
                  <a:lnTo>
                    <a:pt x="27857" y="359146"/>
                  </a:lnTo>
                  <a:lnTo>
                    <a:pt x="71664" y="342720"/>
                  </a:lnTo>
                  <a:lnTo>
                    <a:pt x="122489" y="331444"/>
                  </a:lnTo>
                  <a:lnTo>
                    <a:pt x="190326" y="318600"/>
                  </a:lnTo>
                  <a:lnTo>
                    <a:pt x="263479" y="309889"/>
                  </a:lnTo>
                  <a:lnTo>
                    <a:pt x="340035" y="305777"/>
                  </a:lnTo>
                  <a:lnTo>
                    <a:pt x="420844" y="305777"/>
                  </a:lnTo>
                  <a:lnTo>
                    <a:pt x="496549" y="309889"/>
                  </a:lnTo>
                  <a:lnTo>
                    <a:pt x="573105" y="318600"/>
                  </a:lnTo>
                  <a:lnTo>
                    <a:pt x="636902" y="331444"/>
                  </a:lnTo>
                  <a:lnTo>
                    <a:pt x="688364" y="342720"/>
                  </a:lnTo>
                  <a:lnTo>
                    <a:pt x="731746" y="359146"/>
                  </a:lnTo>
                  <a:lnTo>
                    <a:pt x="765133" y="401238"/>
                  </a:lnTo>
                  <a:lnTo>
                    <a:pt x="757477" y="419190"/>
                  </a:lnTo>
                  <a:lnTo>
                    <a:pt x="688364" y="457701"/>
                  </a:lnTo>
                  <a:lnTo>
                    <a:pt x="636902" y="468977"/>
                  </a:lnTo>
                  <a:lnTo>
                    <a:pt x="573105" y="481821"/>
                  </a:lnTo>
                  <a:lnTo>
                    <a:pt x="496549" y="490532"/>
                  </a:lnTo>
                  <a:lnTo>
                    <a:pt x="420844" y="494644"/>
                  </a:lnTo>
                  <a:lnTo>
                    <a:pt x="340035" y="494644"/>
                  </a:lnTo>
                  <a:lnTo>
                    <a:pt x="263479" y="490532"/>
                  </a:lnTo>
                  <a:lnTo>
                    <a:pt x="190326" y="481821"/>
                  </a:lnTo>
                  <a:lnTo>
                    <a:pt x="122489" y="468977"/>
                  </a:lnTo>
                  <a:lnTo>
                    <a:pt x="71664" y="457701"/>
                  </a:lnTo>
                  <a:lnTo>
                    <a:pt x="27857" y="439728"/>
                  </a:lnTo>
                  <a:lnTo>
                    <a:pt x="0" y="401238"/>
                  </a:lnTo>
                  <a:close/>
                </a:path>
                <a:path w="765175" h="494664">
                  <a:moveTo>
                    <a:pt x="0" y="95376"/>
                  </a:moveTo>
                  <a:lnTo>
                    <a:pt x="27857" y="53198"/>
                  </a:lnTo>
                  <a:lnTo>
                    <a:pt x="71664" y="36878"/>
                  </a:lnTo>
                  <a:lnTo>
                    <a:pt x="122489" y="25645"/>
                  </a:lnTo>
                  <a:lnTo>
                    <a:pt x="190326" y="12716"/>
                  </a:lnTo>
                  <a:lnTo>
                    <a:pt x="263479" y="3391"/>
                  </a:lnTo>
                  <a:lnTo>
                    <a:pt x="340035" y="0"/>
                  </a:lnTo>
                  <a:lnTo>
                    <a:pt x="420844" y="0"/>
                  </a:lnTo>
                  <a:lnTo>
                    <a:pt x="496549" y="3391"/>
                  </a:lnTo>
                  <a:lnTo>
                    <a:pt x="573105" y="12716"/>
                  </a:lnTo>
                  <a:lnTo>
                    <a:pt x="636902" y="25645"/>
                  </a:lnTo>
                  <a:lnTo>
                    <a:pt x="688364" y="36878"/>
                  </a:lnTo>
                  <a:lnTo>
                    <a:pt x="731746" y="53198"/>
                  </a:lnTo>
                  <a:lnTo>
                    <a:pt x="765133" y="95376"/>
                  </a:lnTo>
                  <a:lnTo>
                    <a:pt x="757477" y="113392"/>
                  </a:lnTo>
                  <a:lnTo>
                    <a:pt x="688364" y="151754"/>
                  </a:lnTo>
                  <a:lnTo>
                    <a:pt x="636902" y="163200"/>
                  </a:lnTo>
                  <a:lnTo>
                    <a:pt x="573105" y="175938"/>
                  </a:lnTo>
                  <a:lnTo>
                    <a:pt x="496549" y="184649"/>
                  </a:lnTo>
                  <a:lnTo>
                    <a:pt x="420844" y="188760"/>
                  </a:lnTo>
                  <a:lnTo>
                    <a:pt x="340035" y="188760"/>
                  </a:lnTo>
                  <a:lnTo>
                    <a:pt x="263479" y="184649"/>
                  </a:lnTo>
                  <a:lnTo>
                    <a:pt x="190326" y="175938"/>
                  </a:lnTo>
                  <a:lnTo>
                    <a:pt x="122489" y="163200"/>
                  </a:lnTo>
                  <a:lnTo>
                    <a:pt x="71664" y="151754"/>
                  </a:lnTo>
                  <a:lnTo>
                    <a:pt x="27857" y="133951"/>
                  </a:lnTo>
                  <a:lnTo>
                    <a:pt x="0" y="95376"/>
                  </a:lnTo>
                  <a:close/>
                </a:path>
              </a:pathLst>
            </a:custGeom>
            <a:ln w="154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5517754" y="4302496"/>
              <a:ext cx="850900" cy="140335"/>
            </a:xfrm>
            <a:custGeom>
              <a:avLst/>
              <a:gdLst/>
              <a:ahLst/>
              <a:cxnLst/>
              <a:rect l="l" t="t" r="r" b="b"/>
              <a:pathLst>
                <a:path w="850900" h="140335">
                  <a:moveTo>
                    <a:pt x="850450" y="0"/>
                  </a:moveTo>
                  <a:lnTo>
                    <a:pt x="0" y="0"/>
                  </a:lnTo>
                  <a:lnTo>
                    <a:pt x="0" y="140110"/>
                  </a:lnTo>
                  <a:lnTo>
                    <a:pt x="850450" y="140110"/>
                  </a:lnTo>
                  <a:lnTo>
                    <a:pt x="850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 descr=""/>
            <p:cNvSpPr/>
            <p:nvPr/>
          </p:nvSpPr>
          <p:spPr>
            <a:xfrm>
              <a:off x="5562411" y="4119704"/>
              <a:ext cx="1884680" cy="1483360"/>
            </a:xfrm>
            <a:custGeom>
              <a:avLst/>
              <a:gdLst/>
              <a:ahLst/>
              <a:cxnLst/>
              <a:rect l="l" t="t" r="r" b="b"/>
              <a:pathLst>
                <a:path w="1884679" h="1483360">
                  <a:moveTo>
                    <a:pt x="0" y="0"/>
                  </a:moveTo>
                  <a:lnTo>
                    <a:pt x="0" y="329049"/>
                  </a:lnTo>
                </a:path>
                <a:path w="1884679" h="1483360">
                  <a:moveTo>
                    <a:pt x="770236" y="0"/>
                  </a:moveTo>
                  <a:lnTo>
                    <a:pt x="770236" y="329049"/>
                  </a:lnTo>
                </a:path>
                <a:path w="1884679" h="1483360">
                  <a:moveTo>
                    <a:pt x="1119629" y="1389891"/>
                  </a:moveTo>
                  <a:lnTo>
                    <a:pt x="1147274" y="1347799"/>
                  </a:lnTo>
                  <a:lnTo>
                    <a:pt x="1191081" y="1331394"/>
                  </a:lnTo>
                  <a:lnTo>
                    <a:pt x="1242118" y="1319588"/>
                  </a:lnTo>
                  <a:lnTo>
                    <a:pt x="1309955" y="1307253"/>
                  </a:lnTo>
                  <a:lnTo>
                    <a:pt x="1382896" y="1298033"/>
                  </a:lnTo>
                  <a:lnTo>
                    <a:pt x="1459664" y="1294430"/>
                  </a:lnTo>
                  <a:lnTo>
                    <a:pt x="1540473" y="1294430"/>
                  </a:lnTo>
                  <a:lnTo>
                    <a:pt x="1615966" y="1298033"/>
                  </a:lnTo>
                  <a:lnTo>
                    <a:pt x="1692734" y="1307253"/>
                  </a:lnTo>
                  <a:lnTo>
                    <a:pt x="1756531" y="1319588"/>
                  </a:lnTo>
                  <a:lnTo>
                    <a:pt x="1807994" y="1331394"/>
                  </a:lnTo>
                  <a:lnTo>
                    <a:pt x="1851163" y="1347799"/>
                  </a:lnTo>
                  <a:lnTo>
                    <a:pt x="1884549" y="1389891"/>
                  </a:lnTo>
                  <a:lnTo>
                    <a:pt x="1876894" y="1407865"/>
                  </a:lnTo>
                  <a:lnTo>
                    <a:pt x="1807994" y="1445825"/>
                  </a:lnTo>
                  <a:lnTo>
                    <a:pt x="1756531" y="1457630"/>
                  </a:lnTo>
                  <a:lnTo>
                    <a:pt x="1692734" y="1470474"/>
                  </a:lnTo>
                  <a:lnTo>
                    <a:pt x="1615966" y="1479185"/>
                  </a:lnTo>
                  <a:lnTo>
                    <a:pt x="1540473" y="1482788"/>
                  </a:lnTo>
                  <a:lnTo>
                    <a:pt x="1459664" y="1482788"/>
                  </a:lnTo>
                  <a:lnTo>
                    <a:pt x="1382896" y="1479185"/>
                  </a:lnTo>
                  <a:lnTo>
                    <a:pt x="1309955" y="1470474"/>
                  </a:lnTo>
                  <a:lnTo>
                    <a:pt x="1242118" y="1457630"/>
                  </a:lnTo>
                  <a:lnTo>
                    <a:pt x="1191081" y="1445825"/>
                  </a:lnTo>
                  <a:lnTo>
                    <a:pt x="1147274" y="1428381"/>
                  </a:lnTo>
                  <a:lnTo>
                    <a:pt x="1119629" y="1389891"/>
                  </a:lnTo>
                  <a:close/>
                </a:path>
                <a:path w="1884679" h="1483360">
                  <a:moveTo>
                    <a:pt x="1119629" y="1084008"/>
                  </a:moveTo>
                  <a:lnTo>
                    <a:pt x="1147274" y="1041915"/>
                  </a:lnTo>
                  <a:lnTo>
                    <a:pt x="1191081" y="1025510"/>
                  </a:lnTo>
                  <a:lnTo>
                    <a:pt x="1242118" y="1013705"/>
                  </a:lnTo>
                  <a:lnTo>
                    <a:pt x="1309955" y="1000861"/>
                  </a:lnTo>
                  <a:lnTo>
                    <a:pt x="1382896" y="992150"/>
                  </a:lnTo>
                  <a:lnTo>
                    <a:pt x="1459664" y="988547"/>
                  </a:lnTo>
                  <a:lnTo>
                    <a:pt x="1540473" y="988547"/>
                  </a:lnTo>
                  <a:lnTo>
                    <a:pt x="1615966" y="992150"/>
                  </a:lnTo>
                  <a:lnTo>
                    <a:pt x="1692734" y="1000861"/>
                  </a:lnTo>
                  <a:lnTo>
                    <a:pt x="1756531" y="1013705"/>
                  </a:lnTo>
                  <a:lnTo>
                    <a:pt x="1807994" y="1025510"/>
                  </a:lnTo>
                  <a:lnTo>
                    <a:pt x="1851163" y="1041915"/>
                  </a:lnTo>
                  <a:lnTo>
                    <a:pt x="1884549" y="1084008"/>
                  </a:lnTo>
                  <a:lnTo>
                    <a:pt x="1876894" y="1101981"/>
                  </a:lnTo>
                  <a:lnTo>
                    <a:pt x="1807994" y="1139941"/>
                  </a:lnTo>
                  <a:lnTo>
                    <a:pt x="1756531" y="1151747"/>
                  </a:lnTo>
                  <a:lnTo>
                    <a:pt x="1692734" y="1164082"/>
                  </a:lnTo>
                  <a:lnTo>
                    <a:pt x="1615966" y="1173302"/>
                  </a:lnTo>
                  <a:lnTo>
                    <a:pt x="1540473" y="1176905"/>
                  </a:lnTo>
                  <a:lnTo>
                    <a:pt x="1459664" y="1176905"/>
                  </a:lnTo>
                  <a:lnTo>
                    <a:pt x="1382896" y="1173302"/>
                  </a:lnTo>
                  <a:lnTo>
                    <a:pt x="1309955" y="1164082"/>
                  </a:lnTo>
                  <a:lnTo>
                    <a:pt x="1242118" y="1151747"/>
                  </a:lnTo>
                  <a:lnTo>
                    <a:pt x="1191081" y="1139941"/>
                  </a:lnTo>
                  <a:lnTo>
                    <a:pt x="1147274" y="1121989"/>
                  </a:lnTo>
                  <a:lnTo>
                    <a:pt x="1119629" y="1084008"/>
                  </a:lnTo>
                  <a:close/>
                </a:path>
              </a:pathLst>
            </a:custGeom>
            <a:ln w="154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 descr=""/>
            <p:cNvSpPr/>
            <p:nvPr/>
          </p:nvSpPr>
          <p:spPr>
            <a:xfrm>
              <a:off x="6637170" y="5373084"/>
              <a:ext cx="850900" cy="140970"/>
            </a:xfrm>
            <a:custGeom>
              <a:avLst/>
              <a:gdLst/>
              <a:ahLst/>
              <a:cxnLst/>
              <a:rect l="l" t="t" r="r" b="b"/>
              <a:pathLst>
                <a:path w="850900" h="140970">
                  <a:moveTo>
                    <a:pt x="850450" y="0"/>
                  </a:moveTo>
                  <a:lnTo>
                    <a:pt x="0" y="0"/>
                  </a:lnTo>
                  <a:lnTo>
                    <a:pt x="0" y="140623"/>
                  </a:lnTo>
                  <a:lnTo>
                    <a:pt x="850450" y="140623"/>
                  </a:lnTo>
                  <a:lnTo>
                    <a:pt x="850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6682041" y="5190889"/>
              <a:ext cx="770255" cy="329565"/>
            </a:xfrm>
            <a:custGeom>
              <a:avLst/>
              <a:gdLst/>
              <a:ahLst/>
              <a:cxnLst/>
              <a:rect l="l" t="t" r="r" b="b"/>
              <a:pathLst>
                <a:path w="770254" h="329564">
                  <a:moveTo>
                    <a:pt x="0" y="0"/>
                  </a:moveTo>
                  <a:lnTo>
                    <a:pt x="0" y="328964"/>
                  </a:lnTo>
                </a:path>
                <a:path w="770254" h="329564">
                  <a:moveTo>
                    <a:pt x="770236" y="0"/>
                  </a:moveTo>
                  <a:lnTo>
                    <a:pt x="770236" y="328964"/>
                  </a:lnTo>
                </a:path>
              </a:pathLst>
            </a:custGeom>
            <a:ln w="154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 descr=""/>
            <p:cNvSpPr/>
            <p:nvPr/>
          </p:nvSpPr>
          <p:spPr>
            <a:xfrm>
              <a:off x="6682041" y="5061029"/>
              <a:ext cx="765175" cy="188595"/>
            </a:xfrm>
            <a:custGeom>
              <a:avLst/>
              <a:gdLst/>
              <a:ahLst/>
              <a:cxnLst/>
              <a:rect l="l" t="t" r="r" b="b"/>
              <a:pathLst>
                <a:path w="765175" h="188595">
                  <a:moveTo>
                    <a:pt x="420844" y="0"/>
                  </a:moveTo>
                  <a:lnTo>
                    <a:pt x="340035" y="0"/>
                  </a:lnTo>
                  <a:lnTo>
                    <a:pt x="263267" y="3603"/>
                  </a:lnTo>
                  <a:lnTo>
                    <a:pt x="190326" y="12844"/>
                  </a:lnTo>
                  <a:lnTo>
                    <a:pt x="122489" y="25158"/>
                  </a:lnTo>
                  <a:lnTo>
                    <a:pt x="71452" y="36963"/>
                  </a:lnTo>
                  <a:lnTo>
                    <a:pt x="27645" y="53389"/>
                  </a:lnTo>
                  <a:lnTo>
                    <a:pt x="0" y="96499"/>
                  </a:lnTo>
                  <a:lnTo>
                    <a:pt x="8718" y="113434"/>
                  </a:lnTo>
                  <a:lnTo>
                    <a:pt x="71452" y="151415"/>
                  </a:lnTo>
                  <a:lnTo>
                    <a:pt x="122489" y="163221"/>
                  </a:lnTo>
                  <a:lnTo>
                    <a:pt x="190326" y="175535"/>
                  </a:lnTo>
                  <a:lnTo>
                    <a:pt x="263267" y="184776"/>
                  </a:lnTo>
                  <a:lnTo>
                    <a:pt x="340035" y="188358"/>
                  </a:lnTo>
                  <a:lnTo>
                    <a:pt x="420844" y="188358"/>
                  </a:lnTo>
                  <a:lnTo>
                    <a:pt x="496337" y="184776"/>
                  </a:lnTo>
                  <a:lnTo>
                    <a:pt x="573105" y="175535"/>
                  </a:lnTo>
                  <a:lnTo>
                    <a:pt x="636902" y="163221"/>
                  </a:lnTo>
                  <a:lnTo>
                    <a:pt x="688364" y="151415"/>
                  </a:lnTo>
                  <a:lnTo>
                    <a:pt x="731533" y="134989"/>
                  </a:lnTo>
                  <a:lnTo>
                    <a:pt x="764920" y="96499"/>
                  </a:lnTo>
                  <a:lnTo>
                    <a:pt x="757264" y="74944"/>
                  </a:lnTo>
                  <a:lnTo>
                    <a:pt x="688364" y="36963"/>
                  </a:lnTo>
                  <a:lnTo>
                    <a:pt x="636902" y="25158"/>
                  </a:lnTo>
                  <a:lnTo>
                    <a:pt x="573105" y="12844"/>
                  </a:lnTo>
                  <a:lnTo>
                    <a:pt x="496337" y="3603"/>
                  </a:lnTo>
                  <a:lnTo>
                    <a:pt x="4208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 descr=""/>
            <p:cNvSpPr/>
            <p:nvPr/>
          </p:nvSpPr>
          <p:spPr>
            <a:xfrm>
              <a:off x="6682041" y="4754637"/>
              <a:ext cx="765175" cy="495300"/>
            </a:xfrm>
            <a:custGeom>
              <a:avLst/>
              <a:gdLst/>
              <a:ahLst/>
              <a:cxnLst/>
              <a:rect l="l" t="t" r="r" b="b"/>
              <a:pathLst>
                <a:path w="765175" h="495300">
                  <a:moveTo>
                    <a:pt x="0" y="402892"/>
                  </a:moveTo>
                  <a:lnTo>
                    <a:pt x="27645" y="359781"/>
                  </a:lnTo>
                  <a:lnTo>
                    <a:pt x="71452" y="343355"/>
                  </a:lnTo>
                  <a:lnTo>
                    <a:pt x="122489" y="331550"/>
                  </a:lnTo>
                  <a:lnTo>
                    <a:pt x="190326" y="319236"/>
                  </a:lnTo>
                  <a:lnTo>
                    <a:pt x="263267" y="309995"/>
                  </a:lnTo>
                  <a:lnTo>
                    <a:pt x="340035" y="306392"/>
                  </a:lnTo>
                  <a:lnTo>
                    <a:pt x="420844" y="306392"/>
                  </a:lnTo>
                  <a:lnTo>
                    <a:pt x="496337" y="309995"/>
                  </a:lnTo>
                  <a:lnTo>
                    <a:pt x="573105" y="319236"/>
                  </a:lnTo>
                  <a:lnTo>
                    <a:pt x="636902" y="331550"/>
                  </a:lnTo>
                  <a:lnTo>
                    <a:pt x="688364" y="343355"/>
                  </a:lnTo>
                  <a:lnTo>
                    <a:pt x="731533" y="359781"/>
                  </a:lnTo>
                  <a:lnTo>
                    <a:pt x="764920" y="402892"/>
                  </a:lnTo>
                  <a:lnTo>
                    <a:pt x="757264" y="419826"/>
                  </a:lnTo>
                  <a:lnTo>
                    <a:pt x="688364" y="457807"/>
                  </a:lnTo>
                  <a:lnTo>
                    <a:pt x="636902" y="469613"/>
                  </a:lnTo>
                  <a:lnTo>
                    <a:pt x="573105" y="481927"/>
                  </a:lnTo>
                  <a:lnTo>
                    <a:pt x="496337" y="491168"/>
                  </a:lnTo>
                  <a:lnTo>
                    <a:pt x="420844" y="494750"/>
                  </a:lnTo>
                  <a:lnTo>
                    <a:pt x="340035" y="494750"/>
                  </a:lnTo>
                  <a:lnTo>
                    <a:pt x="263267" y="491168"/>
                  </a:lnTo>
                  <a:lnTo>
                    <a:pt x="190326" y="481927"/>
                  </a:lnTo>
                  <a:lnTo>
                    <a:pt x="122489" y="469613"/>
                  </a:lnTo>
                  <a:lnTo>
                    <a:pt x="71452" y="457807"/>
                  </a:lnTo>
                  <a:lnTo>
                    <a:pt x="27645" y="441381"/>
                  </a:lnTo>
                  <a:lnTo>
                    <a:pt x="0" y="402892"/>
                  </a:lnTo>
                  <a:close/>
                </a:path>
                <a:path w="765175" h="495300">
                  <a:moveTo>
                    <a:pt x="0" y="97008"/>
                  </a:moveTo>
                  <a:lnTo>
                    <a:pt x="27645" y="53898"/>
                  </a:lnTo>
                  <a:lnTo>
                    <a:pt x="71452" y="37472"/>
                  </a:lnTo>
                  <a:lnTo>
                    <a:pt x="122489" y="25666"/>
                  </a:lnTo>
                  <a:lnTo>
                    <a:pt x="190326" y="12844"/>
                  </a:lnTo>
                  <a:lnTo>
                    <a:pt x="263267" y="4111"/>
                  </a:lnTo>
                  <a:lnTo>
                    <a:pt x="340035" y="0"/>
                  </a:lnTo>
                  <a:lnTo>
                    <a:pt x="420844" y="0"/>
                  </a:lnTo>
                  <a:lnTo>
                    <a:pt x="496337" y="4111"/>
                  </a:lnTo>
                  <a:lnTo>
                    <a:pt x="573105" y="12844"/>
                  </a:lnTo>
                  <a:lnTo>
                    <a:pt x="636902" y="25666"/>
                  </a:lnTo>
                  <a:lnTo>
                    <a:pt x="688364" y="37472"/>
                  </a:lnTo>
                  <a:lnTo>
                    <a:pt x="731533" y="53898"/>
                  </a:lnTo>
                  <a:lnTo>
                    <a:pt x="764920" y="97008"/>
                  </a:lnTo>
                  <a:lnTo>
                    <a:pt x="757264" y="113943"/>
                  </a:lnTo>
                  <a:lnTo>
                    <a:pt x="688364" y="151924"/>
                  </a:lnTo>
                  <a:lnTo>
                    <a:pt x="636902" y="163200"/>
                  </a:lnTo>
                  <a:lnTo>
                    <a:pt x="573105" y="176044"/>
                  </a:lnTo>
                  <a:lnTo>
                    <a:pt x="496337" y="185285"/>
                  </a:lnTo>
                  <a:lnTo>
                    <a:pt x="420844" y="188866"/>
                  </a:lnTo>
                  <a:lnTo>
                    <a:pt x="340035" y="188866"/>
                  </a:lnTo>
                  <a:lnTo>
                    <a:pt x="263267" y="185285"/>
                  </a:lnTo>
                  <a:lnTo>
                    <a:pt x="190326" y="176044"/>
                  </a:lnTo>
                  <a:lnTo>
                    <a:pt x="122489" y="163200"/>
                  </a:lnTo>
                  <a:lnTo>
                    <a:pt x="71452" y="151924"/>
                  </a:lnTo>
                  <a:lnTo>
                    <a:pt x="27645" y="135498"/>
                  </a:lnTo>
                  <a:lnTo>
                    <a:pt x="0" y="97008"/>
                  </a:lnTo>
                  <a:close/>
                </a:path>
              </a:pathLst>
            </a:custGeom>
            <a:ln w="154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 descr=""/>
            <p:cNvSpPr/>
            <p:nvPr/>
          </p:nvSpPr>
          <p:spPr>
            <a:xfrm>
              <a:off x="6637170" y="5019983"/>
              <a:ext cx="850900" cy="140335"/>
            </a:xfrm>
            <a:custGeom>
              <a:avLst/>
              <a:gdLst/>
              <a:ahLst/>
              <a:cxnLst/>
              <a:rect l="l" t="t" r="r" b="b"/>
              <a:pathLst>
                <a:path w="850900" h="140335">
                  <a:moveTo>
                    <a:pt x="850450" y="0"/>
                  </a:moveTo>
                  <a:lnTo>
                    <a:pt x="0" y="0"/>
                  </a:lnTo>
                  <a:lnTo>
                    <a:pt x="0" y="140110"/>
                  </a:lnTo>
                  <a:lnTo>
                    <a:pt x="850450" y="140110"/>
                  </a:lnTo>
                  <a:lnTo>
                    <a:pt x="850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 descr=""/>
            <p:cNvSpPr/>
            <p:nvPr/>
          </p:nvSpPr>
          <p:spPr>
            <a:xfrm>
              <a:off x="6682041" y="4837784"/>
              <a:ext cx="770255" cy="329565"/>
            </a:xfrm>
            <a:custGeom>
              <a:avLst/>
              <a:gdLst/>
              <a:ahLst/>
              <a:cxnLst/>
              <a:rect l="l" t="t" r="r" b="b"/>
              <a:pathLst>
                <a:path w="770254" h="329564">
                  <a:moveTo>
                    <a:pt x="0" y="0"/>
                  </a:moveTo>
                  <a:lnTo>
                    <a:pt x="0" y="328985"/>
                  </a:lnTo>
                </a:path>
                <a:path w="770254" h="329564">
                  <a:moveTo>
                    <a:pt x="770236" y="0"/>
                  </a:moveTo>
                  <a:lnTo>
                    <a:pt x="770236" y="328985"/>
                  </a:lnTo>
                </a:path>
              </a:pathLst>
            </a:custGeom>
            <a:ln w="154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 descr=""/>
            <p:cNvSpPr/>
            <p:nvPr/>
          </p:nvSpPr>
          <p:spPr>
            <a:xfrm>
              <a:off x="6682041" y="4703833"/>
              <a:ext cx="765175" cy="189230"/>
            </a:xfrm>
            <a:custGeom>
              <a:avLst/>
              <a:gdLst/>
              <a:ahLst/>
              <a:cxnLst/>
              <a:rect l="l" t="t" r="r" b="b"/>
              <a:pathLst>
                <a:path w="765175" h="189229">
                  <a:moveTo>
                    <a:pt x="420844" y="0"/>
                  </a:moveTo>
                  <a:lnTo>
                    <a:pt x="340035" y="0"/>
                  </a:lnTo>
                  <a:lnTo>
                    <a:pt x="263267" y="4111"/>
                  </a:lnTo>
                  <a:lnTo>
                    <a:pt x="190326" y="12822"/>
                  </a:lnTo>
                  <a:lnTo>
                    <a:pt x="122489" y="25666"/>
                  </a:lnTo>
                  <a:lnTo>
                    <a:pt x="71452" y="36942"/>
                  </a:lnTo>
                  <a:lnTo>
                    <a:pt x="27645" y="53368"/>
                  </a:lnTo>
                  <a:lnTo>
                    <a:pt x="0" y="97008"/>
                  </a:lnTo>
                  <a:lnTo>
                    <a:pt x="8718" y="113413"/>
                  </a:lnTo>
                  <a:lnTo>
                    <a:pt x="71452" y="151903"/>
                  </a:lnTo>
                  <a:lnTo>
                    <a:pt x="122489" y="163200"/>
                  </a:lnTo>
                  <a:lnTo>
                    <a:pt x="190326" y="176044"/>
                  </a:lnTo>
                  <a:lnTo>
                    <a:pt x="263267" y="184755"/>
                  </a:lnTo>
                  <a:lnTo>
                    <a:pt x="340035" y="188866"/>
                  </a:lnTo>
                  <a:lnTo>
                    <a:pt x="420844" y="188866"/>
                  </a:lnTo>
                  <a:lnTo>
                    <a:pt x="496337" y="184755"/>
                  </a:lnTo>
                  <a:lnTo>
                    <a:pt x="573105" y="176044"/>
                  </a:lnTo>
                  <a:lnTo>
                    <a:pt x="636902" y="163200"/>
                  </a:lnTo>
                  <a:lnTo>
                    <a:pt x="688364" y="151903"/>
                  </a:lnTo>
                  <a:lnTo>
                    <a:pt x="731533" y="134968"/>
                  </a:lnTo>
                  <a:lnTo>
                    <a:pt x="764920" y="97008"/>
                  </a:lnTo>
                  <a:lnTo>
                    <a:pt x="757264" y="75432"/>
                  </a:lnTo>
                  <a:lnTo>
                    <a:pt x="688364" y="36942"/>
                  </a:lnTo>
                  <a:lnTo>
                    <a:pt x="636902" y="25666"/>
                  </a:lnTo>
                  <a:lnTo>
                    <a:pt x="573105" y="12822"/>
                  </a:lnTo>
                  <a:lnTo>
                    <a:pt x="496337" y="4111"/>
                  </a:lnTo>
                  <a:lnTo>
                    <a:pt x="4208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 descr=""/>
            <p:cNvSpPr/>
            <p:nvPr/>
          </p:nvSpPr>
          <p:spPr>
            <a:xfrm>
              <a:off x="6682041" y="4397949"/>
              <a:ext cx="765175" cy="495300"/>
            </a:xfrm>
            <a:custGeom>
              <a:avLst/>
              <a:gdLst/>
              <a:ahLst/>
              <a:cxnLst/>
              <a:rect l="l" t="t" r="r" b="b"/>
              <a:pathLst>
                <a:path w="765175" h="495300">
                  <a:moveTo>
                    <a:pt x="0" y="402892"/>
                  </a:moveTo>
                  <a:lnTo>
                    <a:pt x="27645" y="359252"/>
                  </a:lnTo>
                  <a:lnTo>
                    <a:pt x="71452" y="342826"/>
                  </a:lnTo>
                  <a:lnTo>
                    <a:pt x="122489" y="331550"/>
                  </a:lnTo>
                  <a:lnTo>
                    <a:pt x="190326" y="318706"/>
                  </a:lnTo>
                  <a:lnTo>
                    <a:pt x="263267" y="309995"/>
                  </a:lnTo>
                  <a:lnTo>
                    <a:pt x="340035" y="305883"/>
                  </a:lnTo>
                  <a:lnTo>
                    <a:pt x="420844" y="305883"/>
                  </a:lnTo>
                  <a:lnTo>
                    <a:pt x="496337" y="309995"/>
                  </a:lnTo>
                  <a:lnTo>
                    <a:pt x="573105" y="318706"/>
                  </a:lnTo>
                  <a:lnTo>
                    <a:pt x="636902" y="331550"/>
                  </a:lnTo>
                  <a:lnTo>
                    <a:pt x="688364" y="342826"/>
                  </a:lnTo>
                  <a:lnTo>
                    <a:pt x="731533" y="359252"/>
                  </a:lnTo>
                  <a:lnTo>
                    <a:pt x="764920" y="402892"/>
                  </a:lnTo>
                  <a:lnTo>
                    <a:pt x="757264" y="419296"/>
                  </a:lnTo>
                  <a:lnTo>
                    <a:pt x="688364" y="457786"/>
                  </a:lnTo>
                  <a:lnTo>
                    <a:pt x="636902" y="469083"/>
                  </a:lnTo>
                  <a:lnTo>
                    <a:pt x="573105" y="481927"/>
                  </a:lnTo>
                  <a:lnTo>
                    <a:pt x="496337" y="490638"/>
                  </a:lnTo>
                  <a:lnTo>
                    <a:pt x="420844" y="494750"/>
                  </a:lnTo>
                  <a:lnTo>
                    <a:pt x="340035" y="494750"/>
                  </a:lnTo>
                  <a:lnTo>
                    <a:pt x="263267" y="490638"/>
                  </a:lnTo>
                  <a:lnTo>
                    <a:pt x="190326" y="481927"/>
                  </a:lnTo>
                  <a:lnTo>
                    <a:pt x="122489" y="469083"/>
                  </a:lnTo>
                  <a:lnTo>
                    <a:pt x="71452" y="457786"/>
                  </a:lnTo>
                  <a:lnTo>
                    <a:pt x="27645" y="440852"/>
                  </a:lnTo>
                  <a:lnTo>
                    <a:pt x="0" y="402892"/>
                  </a:lnTo>
                  <a:close/>
                </a:path>
                <a:path w="765175" h="495300">
                  <a:moveTo>
                    <a:pt x="0" y="97008"/>
                  </a:moveTo>
                  <a:lnTo>
                    <a:pt x="27645" y="53368"/>
                  </a:lnTo>
                  <a:lnTo>
                    <a:pt x="71452" y="36942"/>
                  </a:lnTo>
                  <a:lnTo>
                    <a:pt x="122489" y="25666"/>
                  </a:lnTo>
                  <a:lnTo>
                    <a:pt x="190326" y="12822"/>
                  </a:lnTo>
                  <a:lnTo>
                    <a:pt x="263267" y="3581"/>
                  </a:lnTo>
                  <a:lnTo>
                    <a:pt x="340035" y="0"/>
                  </a:lnTo>
                  <a:lnTo>
                    <a:pt x="420844" y="0"/>
                  </a:lnTo>
                  <a:lnTo>
                    <a:pt x="496337" y="3581"/>
                  </a:lnTo>
                  <a:lnTo>
                    <a:pt x="573105" y="12822"/>
                  </a:lnTo>
                  <a:lnTo>
                    <a:pt x="636902" y="25666"/>
                  </a:lnTo>
                  <a:lnTo>
                    <a:pt x="688364" y="36942"/>
                  </a:lnTo>
                  <a:lnTo>
                    <a:pt x="731533" y="53368"/>
                  </a:lnTo>
                  <a:lnTo>
                    <a:pt x="764920" y="97008"/>
                  </a:lnTo>
                  <a:lnTo>
                    <a:pt x="757264" y="113413"/>
                  </a:lnTo>
                  <a:lnTo>
                    <a:pt x="688364" y="151924"/>
                  </a:lnTo>
                  <a:lnTo>
                    <a:pt x="636902" y="163200"/>
                  </a:lnTo>
                  <a:lnTo>
                    <a:pt x="573105" y="176044"/>
                  </a:lnTo>
                  <a:lnTo>
                    <a:pt x="496337" y="184755"/>
                  </a:lnTo>
                  <a:lnTo>
                    <a:pt x="420844" y="188866"/>
                  </a:lnTo>
                  <a:lnTo>
                    <a:pt x="340035" y="188866"/>
                  </a:lnTo>
                  <a:lnTo>
                    <a:pt x="263267" y="184755"/>
                  </a:lnTo>
                  <a:lnTo>
                    <a:pt x="190326" y="176044"/>
                  </a:lnTo>
                  <a:lnTo>
                    <a:pt x="122489" y="163200"/>
                  </a:lnTo>
                  <a:lnTo>
                    <a:pt x="71452" y="151924"/>
                  </a:lnTo>
                  <a:lnTo>
                    <a:pt x="27645" y="134968"/>
                  </a:lnTo>
                  <a:lnTo>
                    <a:pt x="0" y="97008"/>
                  </a:lnTo>
                  <a:close/>
                </a:path>
              </a:pathLst>
            </a:custGeom>
            <a:ln w="154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 descr=""/>
            <p:cNvSpPr/>
            <p:nvPr/>
          </p:nvSpPr>
          <p:spPr>
            <a:xfrm>
              <a:off x="6637170" y="4663295"/>
              <a:ext cx="850900" cy="140335"/>
            </a:xfrm>
            <a:custGeom>
              <a:avLst/>
              <a:gdLst/>
              <a:ahLst/>
              <a:cxnLst/>
              <a:rect l="l" t="t" r="r" b="b"/>
              <a:pathLst>
                <a:path w="850900" h="140335">
                  <a:moveTo>
                    <a:pt x="850450" y="0"/>
                  </a:moveTo>
                  <a:lnTo>
                    <a:pt x="0" y="0"/>
                  </a:lnTo>
                  <a:lnTo>
                    <a:pt x="0" y="140110"/>
                  </a:lnTo>
                  <a:lnTo>
                    <a:pt x="850450" y="140110"/>
                  </a:lnTo>
                  <a:lnTo>
                    <a:pt x="850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 descr=""/>
            <p:cNvSpPr/>
            <p:nvPr/>
          </p:nvSpPr>
          <p:spPr>
            <a:xfrm>
              <a:off x="6682041" y="4480588"/>
              <a:ext cx="770255" cy="329565"/>
            </a:xfrm>
            <a:custGeom>
              <a:avLst/>
              <a:gdLst/>
              <a:ahLst/>
              <a:cxnLst/>
              <a:rect l="l" t="t" r="r" b="b"/>
              <a:pathLst>
                <a:path w="770254" h="329564">
                  <a:moveTo>
                    <a:pt x="0" y="0"/>
                  </a:moveTo>
                  <a:lnTo>
                    <a:pt x="0" y="328964"/>
                  </a:lnTo>
                </a:path>
                <a:path w="770254" h="329564">
                  <a:moveTo>
                    <a:pt x="770236" y="0"/>
                  </a:moveTo>
                  <a:lnTo>
                    <a:pt x="770236" y="328964"/>
                  </a:lnTo>
                </a:path>
              </a:pathLst>
            </a:custGeom>
            <a:ln w="154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 descr=""/>
            <p:cNvSpPr/>
            <p:nvPr/>
          </p:nvSpPr>
          <p:spPr>
            <a:xfrm>
              <a:off x="6682041" y="4350727"/>
              <a:ext cx="765175" cy="190500"/>
            </a:xfrm>
            <a:custGeom>
              <a:avLst/>
              <a:gdLst/>
              <a:ahLst/>
              <a:cxnLst/>
              <a:rect l="l" t="t" r="r" b="b"/>
              <a:pathLst>
                <a:path w="765175" h="190500">
                  <a:moveTo>
                    <a:pt x="420844" y="0"/>
                  </a:moveTo>
                  <a:lnTo>
                    <a:pt x="340035" y="0"/>
                  </a:lnTo>
                  <a:lnTo>
                    <a:pt x="263267" y="5129"/>
                  </a:lnTo>
                  <a:lnTo>
                    <a:pt x="190326" y="12844"/>
                  </a:lnTo>
                  <a:lnTo>
                    <a:pt x="122489" y="25666"/>
                  </a:lnTo>
                  <a:lnTo>
                    <a:pt x="71452" y="36963"/>
                  </a:lnTo>
                  <a:lnTo>
                    <a:pt x="27645" y="54915"/>
                  </a:lnTo>
                  <a:lnTo>
                    <a:pt x="0" y="97008"/>
                  </a:lnTo>
                  <a:lnTo>
                    <a:pt x="8718" y="113434"/>
                  </a:lnTo>
                  <a:lnTo>
                    <a:pt x="71452" y="151924"/>
                  </a:lnTo>
                  <a:lnTo>
                    <a:pt x="122489" y="164238"/>
                  </a:lnTo>
                  <a:lnTo>
                    <a:pt x="190326" y="177061"/>
                  </a:lnTo>
                  <a:lnTo>
                    <a:pt x="263267" y="184755"/>
                  </a:lnTo>
                  <a:lnTo>
                    <a:pt x="340035" y="189905"/>
                  </a:lnTo>
                  <a:lnTo>
                    <a:pt x="420844" y="189905"/>
                  </a:lnTo>
                  <a:lnTo>
                    <a:pt x="496337" y="184755"/>
                  </a:lnTo>
                  <a:lnTo>
                    <a:pt x="573105" y="177061"/>
                  </a:lnTo>
                  <a:lnTo>
                    <a:pt x="636902" y="164238"/>
                  </a:lnTo>
                  <a:lnTo>
                    <a:pt x="688364" y="151924"/>
                  </a:lnTo>
                  <a:lnTo>
                    <a:pt x="731533" y="134989"/>
                  </a:lnTo>
                  <a:lnTo>
                    <a:pt x="764920" y="97008"/>
                  </a:lnTo>
                  <a:lnTo>
                    <a:pt x="757264" y="75453"/>
                  </a:lnTo>
                  <a:lnTo>
                    <a:pt x="688364" y="36963"/>
                  </a:lnTo>
                  <a:lnTo>
                    <a:pt x="636902" y="25666"/>
                  </a:lnTo>
                  <a:lnTo>
                    <a:pt x="573105" y="12844"/>
                  </a:lnTo>
                  <a:lnTo>
                    <a:pt x="496337" y="5129"/>
                  </a:lnTo>
                  <a:lnTo>
                    <a:pt x="4208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 descr=""/>
            <p:cNvSpPr/>
            <p:nvPr/>
          </p:nvSpPr>
          <p:spPr>
            <a:xfrm>
              <a:off x="6682041" y="4044886"/>
              <a:ext cx="765175" cy="495934"/>
            </a:xfrm>
            <a:custGeom>
              <a:avLst/>
              <a:gdLst/>
              <a:ahLst/>
              <a:cxnLst/>
              <a:rect l="l" t="t" r="r" b="b"/>
              <a:pathLst>
                <a:path w="765175" h="495935">
                  <a:moveTo>
                    <a:pt x="0" y="402849"/>
                  </a:moveTo>
                  <a:lnTo>
                    <a:pt x="27645" y="360756"/>
                  </a:lnTo>
                  <a:lnTo>
                    <a:pt x="71452" y="342804"/>
                  </a:lnTo>
                  <a:lnTo>
                    <a:pt x="122489" y="331508"/>
                  </a:lnTo>
                  <a:lnTo>
                    <a:pt x="190326" y="318685"/>
                  </a:lnTo>
                  <a:lnTo>
                    <a:pt x="263267" y="310970"/>
                  </a:lnTo>
                  <a:lnTo>
                    <a:pt x="340035" y="305841"/>
                  </a:lnTo>
                  <a:lnTo>
                    <a:pt x="420844" y="305841"/>
                  </a:lnTo>
                  <a:lnTo>
                    <a:pt x="496337" y="310970"/>
                  </a:lnTo>
                  <a:lnTo>
                    <a:pt x="573105" y="318685"/>
                  </a:lnTo>
                  <a:lnTo>
                    <a:pt x="636902" y="331508"/>
                  </a:lnTo>
                  <a:lnTo>
                    <a:pt x="688364" y="342804"/>
                  </a:lnTo>
                  <a:lnTo>
                    <a:pt x="731533" y="360756"/>
                  </a:lnTo>
                  <a:lnTo>
                    <a:pt x="764920" y="402849"/>
                  </a:lnTo>
                  <a:lnTo>
                    <a:pt x="757264" y="419275"/>
                  </a:lnTo>
                  <a:lnTo>
                    <a:pt x="688364" y="457765"/>
                  </a:lnTo>
                  <a:lnTo>
                    <a:pt x="636902" y="470079"/>
                  </a:lnTo>
                  <a:lnTo>
                    <a:pt x="573105" y="482902"/>
                  </a:lnTo>
                  <a:lnTo>
                    <a:pt x="496337" y="490596"/>
                  </a:lnTo>
                  <a:lnTo>
                    <a:pt x="420844" y="495746"/>
                  </a:lnTo>
                  <a:lnTo>
                    <a:pt x="340035" y="495746"/>
                  </a:lnTo>
                  <a:lnTo>
                    <a:pt x="263267" y="490596"/>
                  </a:lnTo>
                  <a:lnTo>
                    <a:pt x="190326" y="482902"/>
                  </a:lnTo>
                  <a:lnTo>
                    <a:pt x="122489" y="470079"/>
                  </a:lnTo>
                  <a:lnTo>
                    <a:pt x="71452" y="457765"/>
                  </a:lnTo>
                  <a:lnTo>
                    <a:pt x="27645" y="440830"/>
                  </a:lnTo>
                  <a:lnTo>
                    <a:pt x="0" y="402849"/>
                  </a:lnTo>
                  <a:close/>
                </a:path>
                <a:path w="765175" h="495935">
                  <a:moveTo>
                    <a:pt x="0" y="96860"/>
                  </a:moveTo>
                  <a:lnTo>
                    <a:pt x="27645" y="54894"/>
                  </a:lnTo>
                  <a:lnTo>
                    <a:pt x="71452" y="36878"/>
                  </a:lnTo>
                  <a:lnTo>
                    <a:pt x="122489" y="25645"/>
                  </a:lnTo>
                  <a:lnTo>
                    <a:pt x="190326" y="12716"/>
                  </a:lnTo>
                  <a:lnTo>
                    <a:pt x="263267" y="5086"/>
                  </a:lnTo>
                  <a:lnTo>
                    <a:pt x="340035" y="0"/>
                  </a:lnTo>
                  <a:lnTo>
                    <a:pt x="420844" y="0"/>
                  </a:lnTo>
                  <a:lnTo>
                    <a:pt x="496337" y="5086"/>
                  </a:lnTo>
                  <a:lnTo>
                    <a:pt x="573105" y="12716"/>
                  </a:lnTo>
                  <a:lnTo>
                    <a:pt x="636902" y="25645"/>
                  </a:lnTo>
                  <a:lnTo>
                    <a:pt x="688364" y="36878"/>
                  </a:lnTo>
                  <a:lnTo>
                    <a:pt x="731533" y="54894"/>
                  </a:lnTo>
                  <a:lnTo>
                    <a:pt x="764920" y="96860"/>
                  </a:lnTo>
                  <a:lnTo>
                    <a:pt x="757264" y="113392"/>
                  </a:lnTo>
                  <a:lnTo>
                    <a:pt x="688364" y="151330"/>
                  </a:lnTo>
                  <a:lnTo>
                    <a:pt x="636902" y="164196"/>
                  </a:lnTo>
                  <a:lnTo>
                    <a:pt x="573105" y="177019"/>
                  </a:lnTo>
                  <a:lnTo>
                    <a:pt x="496337" y="184733"/>
                  </a:lnTo>
                  <a:lnTo>
                    <a:pt x="420844" y="189863"/>
                  </a:lnTo>
                  <a:lnTo>
                    <a:pt x="340035" y="189863"/>
                  </a:lnTo>
                  <a:lnTo>
                    <a:pt x="263267" y="184733"/>
                  </a:lnTo>
                  <a:lnTo>
                    <a:pt x="190326" y="177019"/>
                  </a:lnTo>
                  <a:lnTo>
                    <a:pt x="122489" y="164196"/>
                  </a:lnTo>
                  <a:lnTo>
                    <a:pt x="71452" y="151330"/>
                  </a:lnTo>
                  <a:lnTo>
                    <a:pt x="27645" y="135010"/>
                  </a:lnTo>
                  <a:lnTo>
                    <a:pt x="0" y="96860"/>
                  </a:lnTo>
                  <a:close/>
                </a:path>
              </a:pathLst>
            </a:custGeom>
            <a:ln w="154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 descr=""/>
            <p:cNvSpPr/>
            <p:nvPr/>
          </p:nvSpPr>
          <p:spPr>
            <a:xfrm>
              <a:off x="6637170" y="4311207"/>
              <a:ext cx="850900" cy="140335"/>
            </a:xfrm>
            <a:custGeom>
              <a:avLst/>
              <a:gdLst/>
              <a:ahLst/>
              <a:cxnLst/>
              <a:rect l="l" t="t" r="r" b="b"/>
              <a:pathLst>
                <a:path w="850900" h="140335">
                  <a:moveTo>
                    <a:pt x="850450" y="0"/>
                  </a:moveTo>
                  <a:lnTo>
                    <a:pt x="0" y="0"/>
                  </a:lnTo>
                  <a:lnTo>
                    <a:pt x="0" y="140110"/>
                  </a:lnTo>
                  <a:lnTo>
                    <a:pt x="850450" y="140110"/>
                  </a:lnTo>
                  <a:lnTo>
                    <a:pt x="850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 descr=""/>
            <p:cNvSpPr/>
            <p:nvPr/>
          </p:nvSpPr>
          <p:spPr>
            <a:xfrm>
              <a:off x="6682041" y="4127546"/>
              <a:ext cx="1884680" cy="1466215"/>
            </a:xfrm>
            <a:custGeom>
              <a:avLst/>
              <a:gdLst/>
              <a:ahLst/>
              <a:cxnLst/>
              <a:rect l="l" t="t" r="r" b="b"/>
              <a:pathLst>
                <a:path w="1884679" h="1466214">
                  <a:moveTo>
                    <a:pt x="0" y="0"/>
                  </a:moveTo>
                  <a:lnTo>
                    <a:pt x="0" y="330448"/>
                  </a:lnTo>
                </a:path>
                <a:path w="1884679" h="1466214">
                  <a:moveTo>
                    <a:pt x="770236" y="0"/>
                  </a:moveTo>
                  <a:lnTo>
                    <a:pt x="770236" y="330448"/>
                  </a:lnTo>
                </a:path>
                <a:path w="1884679" h="1466214">
                  <a:moveTo>
                    <a:pt x="1119416" y="1374356"/>
                  </a:moveTo>
                  <a:lnTo>
                    <a:pt x="1147274" y="1331245"/>
                  </a:lnTo>
                  <a:lnTo>
                    <a:pt x="1191081" y="1314311"/>
                  </a:lnTo>
                  <a:lnTo>
                    <a:pt x="1241906" y="1303014"/>
                  </a:lnTo>
                  <a:lnTo>
                    <a:pt x="1309743" y="1290191"/>
                  </a:lnTo>
                  <a:lnTo>
                    <a:pt x="1382896" y="1281459"/>
                  </a:lnTo>
                  <a:lnTo>
                    <a:pt x="1459452" y="1277347"/>
                  </a:lnTo>
                  <a:lnTo>
                    <a:pt x="1540261" y="1277347"/>
                  </a:lnTo>
                  <a:lnTo>
                    <a:pt x="1615966" y="1281459"/>
                  </a:lnTo>
                  <a:lnTo>
                    <a:pt x="1692522" y="1290191"/>
                  </a:lnTo>
                  <a:lnTo>
                    <a:pt x="1756318" y="1303014"/>
                  </a:lnTo>
                  <a:lnTo>
                    <a:pt x="1807781" y="1314311"/>
                  </a:lnTo>
                  <a:lnTo>
                    <a:pt x="1851163" y="1331245"/>
                  </a:lnTo>
                  <a:lnTo>
                    <a:pt x="1884549" y="1374356"/>
                  </a:lnTo>
                  <a:lnTo>
                    <a:pt x="1876894" y="1390782"/>
                  </a:lnTo>
                  <a:lnTo>
                    <a:pt x="1807781" y="1429271"/>
                  </a:lnTo>
                  <a:lnTo>
                    <a:pt x="1756318" y="1440568"/>
                  </a:lnTo>
                  <a:lnTo>
                    <a:pt x="1692522" y="1453391"/>
                  </a:lnTo>
                  <a:lnTo>
                    <a:pt x="1615966" y="1462632"/>
                  </a:lnTo>
                  <a:lnTo>
                    <a:pt x="1540261" y="1466214"/>
                  </a:lnTo>
                  <a:lnTo>
                    <a:pt x="1459452" y="1466214"/>
                  </a:lnTo>
                  <a:lnTo>
                    <a:pt x="1382896" y="1462632"/>
                  </a:lnTo>
                  <a:lnTo>
                    <a:pt x="1309743" y="1453391"/>
                  </a:lnTo>
                  <a:lnTo>
                    <a:pt x="1241906" y="1440568"/>
                  </a:lnTo>
                  <a:lnTo>
                    <a:pt x="1191081" y="1429271"/>
                  </a:lnTo>
                  <a:lnTo>
                    <a:pt x="1147274" y="1412845"/>
                  </a:lnTo>
                  <a:lnTo>
                    <a:pt x="1119416" y="1374356"/>
                  </a:lnTo>
                  <a:close/>
                </a:path>
                <a:path w="1884679" h="1466214">
                  <a:moveTo>
                    <a:pt x="1119416" y="1068472"/>
                  </a:moveTo>
                  <a:lnTo>
                    <a:pt x="1147274" y="1025362"/>
                  </a:lnTo>
                  <a:lnTo>
                    <a:pt x="1191081" y="1008427"/>
                  </a:lnTo>
                  <a:lnTo>
                    <a:pt x="1241906" y="997130"/>
                  </a:lnTo>
                  <a:lnTo>
                    <a:pt x="1309743" y="984308"/>
                  </a:lnTo>
                  <a:lnTo>
                    <a:pt x="1382896" y="975575"/>
                  </a:lnTo>
                  <a:lnTo>
                    <a:pt x="1459452" y="971464"/>
                  </a:lnTo>
                  <a:lnTo>
                    <a:pt x="1540261" y="971464"/>
                  </a:lnTo>
                  <a:lnTo>
                    <a:pt x="1615966" y="975575"/>
                  </a:lnTo>
                  <a:lnTo>
                    <a:pt x="1692522" y="984308"/>
                  </a:lnTo>
                  <a:lnTo>
                    <a:pt x="1756318" y="997130"/>
                  </a:lnTo>
                  <a:lnTo>
                    <a:pt x="1807781" y="1008427"/>
                  </a:lnTo>
                  <a:lnTo>
                    <a:pt x="1851163" y="1025362"/>
                  </a:lnTo>
                  <a:lnTo>
                    <a:pt x="1884549" y="1068472"/>
                  </a:lnTo>
                  <a:lnTo>
                    <a:pt x="1876894" y="1084898"/>
                  </a:lnTo>
                  <a:lnTo>
                    <a:pt x="1807781" y="1123388"/>
                  </a:lnTo>
                  <a:lnTo>
                    <a:pt x="1756318" y="1134685"/>
                  </a:lnTo>
                  <a:lnTo>
                    <a:pt x="1692522" y="1147508"/>
                  </a:lnTo>
                  <a:lnTo>
                    <a:pt x="1615966" y="1156240"/>
                  </a:lnTo>
                  <a:lnTo>
                    <a:pt x="1540261" y="1160331"/>
                  </a:lnTo>
                  <a:lnTo>
                    <a:pt x="1459452" y="1160331"/>
                  </a:lnTo>
                  <a:lnTo>
                    <a:pt x="1382896" y="1156240"/>
                  </a:lnTo>
                  <a:lnTo>
                    <a:pt x="1309743" y="1147508"/>
                  </a:lnTo>
                  <a:lnTo>
                    <a:pt x="1241906" y="1134685"/>
                  </a:lnTo>
                  <a:lnTo>
                    <a:pt x="1191081" y="1123388"/>
                  </a:lnTo>
                  <a:lnTo>
                    <a:pt x="1147274" y="1106962"/>
                  </a:lnTo>
                  <a:lnTo>
                    <a:pt x="1119416" y="1068472"/>
                  </a:lnTo>
                  <a:close/>
                </a:path>
              </a:pathLst>
            </a:custGeom>
            <a:ln w="154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 descr=""/>
            <p:cNvSpPr/>
            <p:nvPr/>
          </p:nvSpPr>
          <p:spPr>
            <a:xfrm>
              <a:off x="7756800" y="5364356"/>
              <a:ext cx="850900" cy="140335"/>
            </a:xfrm>
            <a:custGeom>
              <a:avLst/>
              <a:gdLst/>
              <a:ahLst/>
              <a:cxnLst/>
              <a:rect l="l" t="t" r="r" b="b"/>
              <a:pathLst>
                <a:path w="850900" h="140335">
                  <a:moveTo>
                    <a:pt x="850450" y="0"/>
                  </a:moveTo>
                  <a:lnTo>
                    <a:pt x="0" y="0"/>
                  </a:lnTo>
                  <a:lnTo>
                    <a:pt x="0" y="140110"/>
                  </a:lnTo>
                  <a:lnTo>
                    <a:pt x="850450" y="140110"/>
                  </a:lnTo>
                  <a:lnTo>
                    <a:pt x="850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 descr=""/>
            <p:cNvSpPr/>
            <p:nvPr/>
          </p:nvSpPr>
          <p:spPr>
            <a:xfrm>
              <a:off x="7801457" y="5182157"/>
              <a:ext cx="770255" cy="329565"/>
            </a:xfrm>
            <a:custGeom>
              <a:avLst/>
              <a:gdLst/>
              <a:ahLst/>
              <a:cxnLst/>
              <a:rect l="l" t="t" r="r" b="b"/>
              <a:pathLst>
                <a:path w="770254" h="329564">
                  <a:moveTo>
                    <a:pt x="0" y="0"/>
                  </a:moveTo>
                  <a:lnTo>
                    <a:pt x="0" y="328985"/>
                  </a:lnTo>
                </a:path>
                <a:path w="770254" h="329564">
                  <a:moveTo>
                    <a:pt x="770236" y="0"/>
                  </a:moveTo>
                  <a:lnTo>
                    <a:pt x="770236" y="328985"/>
                  </a:lnTo>
                </a:path>
              </a:pathLst>
            </a:custGeom>
            <a:ln w="154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 descr=""/>
            <p:cNvSpPr/>
            <p:nvPr/>
          </p:nvSpPr>
          <p:spPr>
            <a:xfrm>
              <a:off x="7801457" y="5051809"/>
              <a:ext cx="765175" cy="190500"/>
            </a:xfrm>
            <a:custGeom>
              <a:avLst/>
              <a:gdLst/>
              <a:ahLst/>
              <a:cxnLst/>
              <a:rect l="l" t="t" r="r" b="b"/>
              <a:pathLst>
                <a:path w="765175" h="190500">
                  <a:moveTo>
                    <a:pt x="420844" y="0"/>
                  </a:moveTo>
                  <a:lnTo>
                    <a:pt x="340035" y="0"/>
                  </a:lnTo>
                  <a:lnTo>
                    <a:pt x="263479" y="5129"/>
                  </a:lnTo>
                  <a:lnTo>
                    <a:pt x="190326" y="12822"/>
                  </a:lnTo>
                  <a:lnTo>
                    <a:pt x="122489" y="25645"/>
                  </a:lnTo>
                  <a:lnTo>
                    <a:pt x="71664" y="36942"/>
                  </a:lnTo>
                  <a:lnTo>
                    <a:pt x="27857" y="54894"/>
                  </a:lnTo>
                  <a:lnTo>
                    <a:pt x="0" y="96987"/>
                  </a:lnTo>
                  <a:lnTo>
                    <a:pt x="8718" y="113413"/>
                  </a:lnTo>
                  <a:lnTo>
                    <a:pt x="71664" y="151903"/>
                  </a:lnTo>
                  <a:lnTo>
                    <a:pt x="122489" y="164726"/>
                  </a:lnTo>
                  <a:lnTo>
                    <a:pt x="190326" y="177570"/>
                  </a:lnTo>
                  <a:lnTo>
                    <a:pt x="263479" y="184755"/>
                  </a:lnTo>
                  <a:lnTo>
                    <a:pt x="340035" y="189884"/>
                  </a:lnTo>
                  <a:lnTo>
                    <a:pt x="420844" y="189884"/>
                  </a:lnTo>
                  <a:lnTo>
                    <a:pt x="496549" y="184755"/>
                  </a:lnTo>
                  <a:lnTo>
                    <a:pt x="573105" y="177570"/>
                  </a:lnTo>
                  <a:lnTo>
                    <a:pt x="636902" y="164726"/>
                  </a:lnTo>
                  <a:lnTo>
                    <a:pt x="688364" y="151903"/>
                  </a:lnTo>
                  <a:lnTo>
                    <a:pt x="731746" y="135477"/>
                  </a:lnTo>
                  <a:lnTo>
                    <a:pt x="765133" y="96987"/>
                  </a:lnTo>
                  <a:lnTo>
                    <a:pt x="757477" y="75432"/>
                  </a:lnTo>
                  <a:lnTo>
                    <a:pt x="688364" y="36942"/>
                  </a:lnTo>
                  <a:lnTo>
                    <a:pt x="636902" y="25645"/>
                  </a:lnTo>
                  <a:lnTo>
                    <a:pt x="573105" y="12822"/>
                  </a:lnTo>
                  <a:lnTo>
                    <a:pt x="496549" y="5129"/>
                  </a:lnTo>
                  <a:lnTo>
                    <a:pt x="4208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 descr=""/>
            <p:cNvSpPr/>
            <p:nvPr/>
          </p:nvSpPr>
          <p:spPr>
            <a:xfrm>
              <a:off x="7801457" y="4745925"/>
              <a:ext cx="765175" cy="495934"/>
            </a:xfrm>
            <a:custGeom>
              <a:avLst/>
              <a:gdLst/>
              <a:ahLst/>
              <a:cxnLst/>
              <a:rect l="l" t="t" r="r" b="b"/>
              <a:pathLst>
                <a:path w="765175" h="495935">
                  <a:moveTo>
                    <a:pt x="0" y="402870"/>
                  </a:moveTo>
                  <a:lnTo>
                    <a:pt x="27857" y="360778"/>
                  </a:lnTo>
                  <a:lnTo>
                    <a:pt x="71664" y="342826"/>
                  </a:lnTo>
                  <a:lnTo>
                    <a:pt x="122489" y="331529"/>
                  </a:lnTo>
                  <a:lnTo>
                    <a:pt x="190326" y="318706"/>
                  </a:lnTo>
                  <a:lnTo>
                    <a:pt x="263479" y="311012"/>
                  </a:lnTo>
                  <a:lnTo>
                    <a:pt x="340035" y="305883"/>
                  </a:lnTo>
                  <a:lnTo>
                    <a:pt x="420844" y="305883"/>
                  </a:lnTo>
                  <a:lnTo>
                    <a:pt x="496549" y="311012"/>
                  </a:lnTo>
                  <a:lnTo>
                    <a:pt x="573105" y="318706"/>
                  </a:lnTo>
                  <a:lnTo>
                    <a:pt x="636902" y="331529"/>
                  </a:lnTo>
                  <a:lnTo>
                    <a:pt x="688364" y="342826"/>
                  </a:lnTo>
                  <a:lnTo>
                    <a:pt x="731746" y="360778"/>
                  </a:lnTo>
                  <a:lnTo>
                    <a:pt x="765133" y="402870"/>
                  </a:lnTo>
                  <a:lnTo>
                    <a:pt x="757477" y="419296"/>
                  </a:lnTo>
                  <a:lnTo>
                    <a:pt x="688364" y="457786"/>
                  </a:lnTo>
                  <a:lnTo>
                    <a:pt x="636902" y="470609"/>
                  </a:lnTo>
                  <a:lnTo>
                    <a:pt x="573105" y="483453"/>
                  </a:lnTo>
                  <a:lnTo>
                    <a:pt x="496549" y="490638"/>
                  </a:lnTo>
                  <a:lnTo>
                    <a:pt x="420844" y="495767"/>
                  </a:lnTo>
                  <a:lnTo>
                    <a:pt x="340035" y="495767"/>
                  </a:lnTo>
                  <a:lnTo>
                    <a:pt x="263479" y="490638"/>
                  </a:lnTo>
                  <a:lnTo>
                    <a:pt x="190326" y="483453"/>
                  </a:lnTo>
                  <a:lnTo>
                    <a:pt x="122489" y="470609"/>
                  </a:lnTo>
                  <a:lnTo>
                    <a:pt x="71664" y="457786"/>
                  </a:lnTo>
                  <a:lnTo>
                    <a:pt x="27857" y="441360"/>
                  </a:lnTo>
                  <a:lnTo>
                    <a:pt x="0" y="402870"/>
                  </a:lnTo>
                  <a:close/>
                </a:path>
                <a:path w="765175" h="495935">
                  <a:moveTo>
                    <a:pt x="0" y="96987"/>
                  </a:moveTo>
                  <a:lnTo>
                    <a:pt x="27857" y="54915"/>
                  </a:lnTo>
                  <a:lnTo>
                    <a:pt x="71664" y="36942"/>
                  </a:lnTo>
                  <a:lnTo>
                    <a:pt x="122489" y="25645"/>
                  </a:lnTo>
                  <a:lnTo>
                    <a:pt x="190326" y="12822"/>
                  </a:lnTo>
                  <a:lnTo>
                    <a:pt x="263479" y="5129"/>
                  </a:lnTo>
                  <a:lnTo>
                    <a:pt x="340035" y="0"/>
                  </a:lnTo>
                  <a:lnTo>
                    <a:pt x="420844" y="0"/>
                  </a:lnTo>
                  <a:lnTo>
                    <a:pt x="496549" y="5129"/>
                  </a:lnTo>
                  <a:lnTo>
                    <a:pt x="573105" y="12822"/>
                  </a:lnTo>
                  <a:lnTo>
                    <a:pt x="636902" y="25645"/>
                  </a:lnTo>
                  <a:lnTo>
                    <a:pt x="688364" y="36942"/>
                  </a:lnTo>
                  <a:lnTo>
                    <a:pt x="731746" y="54915"/>
                  </a:lnTo>
                  <a:lnTo>
                    <a:pt x="765133" y="96987"/>
                  </a:lnTo>
                  <a:lnTo>
                    <a:pt x="757477" y="113413"/>
                  </a:lnTo>
                  <a:lnTo>
                    <a:pt x="688364" y="151903"/>
                  </a:lnTo>
                  <a:lnTo>
                    <a:pt x="636902" y="164726"/>
                  </a:lnTo>
                  <a:lnTo>
                    <a:pt x="573105" y="177061"/>
                  </a:lnTo>
                  <a:lnTo>
                    <a:pt x="496549" y="184755"/>
                  </a:lnTo>
                  <a:lnTo>
                    <a:pt x="420844" y="189884"/>
                  </a:lnTo>
                  <a:lnTo>
                    <a:pt x="340035" y="189884"/>
                  </a:lnTo>
                  <a:lnTo>
                    <a:pt x="263479" y="184755"/>
                  </a:lnTo>
                  <a:lnTo>
                    <a:pt x="190326" y="177061"/>
                  </a:lnTo>
                  <a:lnTo>
                    <a:pt x="122489" y="164726"/>
                  </a:lnTo>
                  <a:lnTo>
                    <a:pt x="71664" y="151903"/>
                  </a:lnTo>
                  <a:lnTo>
                    <a:pt x="27857" y="134968"/>
                  </a:lnTo>
                  <a:lnTo>
                    <a:pt x="0" y="96987"/>
                  </a:lnTo>
                  <a:close/>
                </a:path>
              </a:pathLst>
            </a:custGeom>
            <a:ln w="154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 descr=""/>
            <p:cNvSpPr/>
            <p:nvPr/>
          </p:nvSpPr>
          <p:spPr>
            <a:xfrm>
              <a:off x="7756800" y="5012285"/>
              <a:ext cx="850900" cy="140970"/>
            </a:xfrm>
            <a:custGeom>
              <a:avLst/>
              <a:gdLst/>
              <a:ahLst/>
              <a:cxnLst/>
              <a:rect l="l" t="t" r="r" b="b"/>
              <a:pathLst>
                <a:path w="850900" h="140970">
                  <a:moveTo>
                    <a:pt x="850450" y="0"/>
                  </a:moveTo>
                  <a:lnTo>
                    <a:pt x="0" y="0"/>
                  </a:lnTo>
                  <a:lnTo>
                    <a:pt x="0" y="140623"/>
                  </a:lnTo>
                  <a:lnTo>
                    <a:pt x="850450" y="140623"/>
                  </a:lnTo>
                  <a:lnTo>
                    <a:pt x="850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 descr=""/>
            <p:cNvSpPr/>
            <p:nvPr/>
          </p:nvSpPr>
          <p:spPr>
            <a:xfrm>
              <a:off x="7801457" y="4829051"/>
              <a:ext cx="770255" cy="330200"/>
            </a:xfrm>
            <a:custGeom>
              <a:avLst/>
              <a:gdLst/>
              <a:ahLst/>
              <a:cxnLst/>
              <a:rect l="l" t="t" r="r" b="b"/>
              <a:pathLst>
                <a:path w="770254" h="330200">
                  <a:moveTo>
                    <a:pt x="0" y="0"/>
                  </a:moveTo>
                  <a:lnTo>
                    <a:pt x="0" y="330003"/>
                  </a:lnTo>
                </a:path>
                <a:path w="770254" h="330200">
                  <a:moveTo>
                    <a:pt x="770236" y="0"/>
                  </a:moveTo>
                  <a:lnTo>
                    <a:pt x="770236" y="330003"/>
                  </a:lnTo>
                </a:path>
              </a:pathLst>
            </a:custGeom>
            <a:ln w="154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 descr=""/>
            <p:cNvSpPr/>
            <p:nvPr/>
          </p:nvSpPr>
          <p:spPr>
            <a:xfrm>
              <a:off x="7801457" y="4695100"/>
              <a:ext cx="765175" cy="190500"/>
            </a:xfrm>
            <a:custGeom>
              <a:avLst/>
              <a:gdLst/>
              <a:ahLst/>
              <a:cxnLst/>
              <a:rect l="l" t="t" r="r" b="b"/>
              <a:pathLst>
                <a:path w="765175" h="190500">
                  <a:moveTo>
                    <a:pt x="420844" y="0"/>
                  </a:moveTo>
                  <a:lnTo>
                    <a:pt x="340035" y="0"/>
                  </a:lnTo>
                  <a:lnTo>
                    <a:pt x="263479" y="5129"/>
                  </a:lnTo>
                  <a:lnTo>
                    <a:pt x="190326" y="12844"/>
                  </a:lnTo>
                  <a:lnTo>
                    <a:pt x="122489" y="25158"/>
                  </a:lnTo>
                  <a:lnTo>
                    <a:pt x="71664" y="36963"/>
                  </a:lnTo>
                  <a:lnTo>
                    <a:pt x="27857" y="54915"/>
                  </a:lnTo>
                  <a:lnTo>
                    <a:pt x="0" y="97008"/>
                  </a:lnTo>
                  <a:lnTo>
                    <a:pt x="8718" y="113434"/>
                  </a:lnTo>
                  <a:lnTo>
                    <a:pt x="71664" y="151415"/>
                  </a:lnTo>
                  <a:lnTo>
                    <a:pt x="122489" y="164238"/>
                  </a:lnTo>
                  <a:lnTo>
                    <a:pt x="190326" y="177061"/>
                  </a:lnTo>
                  <a:lnTo>
                    <a:pt x="263479" y="184776"/>
                  </a:lnTo>
                  <a:lnTo>
                    <a:pt x="340035" y="189905"/>
                  </a:lnTo>
                  <a:lnTo>
                    <a:pt x="420844" y="189905"/>
                  </a:lnTo>
                  <a:lnTo>
                    <a:pt x="496549" y="184776"/>
                  </a:lnTo>
                  <a:lnTo>
                    <a:pt x="573105" y="177061"/>
                  </a:lnTo>
                  <a:lnTo>
                    <a:pt x="636902" y="164238"/>
                  </a:lnTo>
                  <a:lnTo>
                    <a:pt x="688364" y="151415"/>
                  </a:lnTo>
                  <a:lnTo>
                    <a:pt x="731746" y="134989"/>
                  </a:lnTo>
                  <a:lnTo>
                    <a:pt x="765133" y="97008"/>
                  </a:lnTo>
                  <a:lnTo>
                    <a:pt x="757477" y="74944"/>
                  </a:lnTo>
                  <a:lnTo>
                    <a:pt x="688364" y="36963"/>
                  </a:lnTo>
                  <a:lnTo>
                    <a:pt x="636902" y="25158"/>
                  </a:lnTo>
                  <a:lnTo>
                    <a:pt x="573105" y="12844"/>
                  </a:lnTo>
                  <a:lnTo>
                    <a:pt x="496549" y="5129"/>
                  </a:lnTo>
                  <a:lnTo>
                    <a:pt x="4208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 descr=""/>
            <p:cNvSpPr/>
            <p:nvPr/>
          </p:nvSpPr>
          <p:spPr>
            <a:xfrm>
              <a:off x="7801457" y="4389217"/>
              <a:ext cx="765175" cy="495934"/>
            </a:xfrm>
            <a:custGeom>
              <a:avLst/>
              <a:gdLst/>
              <a:ahLst/>
              <a:cxnLst/>
              <a:rect l="l" t="t" r="r" b="b"/>
              <a:pathLst>
                <a:path w="765175" h="495935">
                  <a:moveTo>
                    <a:pt x="0" y="402892"/>
                  </a:moveTo>
                  <a:lnTo>
                    <a:pt x="27857" y="360799"/>
                  </a:lnTo>
                  <a:lnTo>
                    <a:pt x="71664" y="342847"/>
                  </a:lnTo>
                  <a:lnTo>
                    <a:pt x="122489" y="331041"/>
                  </a:lnTo>
                  <a:lnTo>
                    <a:pt x="190326" y="318727"/>
                  </a:lnTo>
                  <a:lnTo>
                    <a:pt x="263479" y="311012"/>
                  </a:lnTo>
                  <a:lnTo>
                    <a:pt x="340035" y="305883"/>
                  </a:lnTo>
                  <a:lnTo>
                    <a:pt x="420844" y="305883"/>
                  </a:lnTo>
                  <a:lnTo>
                    <a:pt x="496549" y="311012"/>
                  </a:lnTo>
                  <a:lnTo>
                    <a:pt x="573105" y="318727"/>
                  </a:lnTo>
                  <a:lnTo>
                    <a:pt x="636902" y="331041"/>
                  </a:lnTo>
                  <a:lnTo>
                    <a:pt x="688364" y="342847"/>
                  </a:lnTo>
                  <a:lnTo>
                    <a:pt x="731746" y="360799"/>
                  </a:lnTo>
                  <a:lnTo>
                    <a:pt x="765133" y="402892"/>
                  </a:lnTo>
                  <a:lnTo>
                    <a:pt x="757477" y="419318"/>
                  </a:lnTo>
                  <a:lnTo>
                    <a:pt x="688364" y="457299"/>
                  </a:lnTo>
                  <a:lnTo>
                    <a:pt x="636902" y="470122"/>
                  </a:lnTo>
                  <a:lnTo>
                    <a:pt x="573105" y="482944"/>
                  </a:lnTo>
                  <a:lnTo>
                    <a:pt x="496549" y="490659"/>
                  </a:lnTo>
                  <a:lnTo>
                    <a:pt x="420844" y="495788"/>
                  </a:lnTo>
                  <a:lnTo>
                    <a:pt x="340035" y="495788"/>
                  </a:lnTo>
                  <a:lnTo>
                    <a:pt x="263479" y="490659"/>
                  </a:lnTo>
                  <a:lnTo>
                    <a:pt x="190326" y="482944"/>
                  </a:lnTo>
                  <a:lnTo>
                    <a:pt x="122489" y="470122"/>
                  </a:lnTo>
                  <a:lnTo>
                    <a:pt x="71664" y="457299"/>
                  </a:lnTo>
                  <a:lnTo>
                    <a:pt x="27857" y="440873"/>
                  </a:lnTo>
                  <a:lnTo>
                    <a:pt x="0" y="402892"/>
                  </a:lnTo>
                  <a:close/>
                </a:path>
                <a:path w="765175" h="495935">
                  <a:moveTo>
                    <a:pt x="0" y="96499"/>
                  </a:moveTo>
                  <a:lnTo>
                    <a:pt x="27857" y="54407"/>
                  </a:lnTo>
                  <a:lnTo>
                    <a:pt x="71664" y="36963"/>
                  </a:lnTo>
                  <a:lnTo>
                    <a:pt x="122489" y="25158"/>
                  </a:lnTo>
                  <a:lnTo>
                    <a:pt x="190326" y="12314"/>
                  </a:lnTo>
                  <a:lnTo>
                    <a:pt x="263479" y="4620"/>
                  </a:lnTo>
                  <a:lnTo>
                    <a:pt x="340035" y="0"/>
                  </a:lnTo>
                  <a:lnTo>
                    <a:pt x="420844" y="0"/>
                  </a:lnTo>
                  <a:lnTo>
                    <a:pt x="496549" y="4620"/>
                  </a:lnTo>
                  <a:lnTo>
                    <a:pt x="573105" y="12314"/>
                  </a:lnTo>
                  <a:lnTo>
                    <a:pt x="636902" y="25158"/>
                  </a:lnTo>
                  <a:lnTo>
                    <a:pt x="688364" y="36963"/>
                  </a:lnTo>
                  <a:lnTo>
                    <a:pt x="731746" y="54407"/>
                  </a:lnTo>
                  <a:lnTo>
                    <a:pt x="765133" y="96499"/>
                  </a:lnTo>
                  <a:lnTo>
                    <a:pt x="757477" y="113434"/>
                  </a:lnTo>
                  <a:lnTo>
                    <a:pt x="688364" y="151415"/>
                  </a:lnTo>
                  <a:lnTo>
                    <a:pt x="636902" y="164238"/>
                  </a:lnTo>
                  <a:lnTo>
                    <a:pt x="573105" y="177061"/>
                  </a:lnTo>
                  <a:lnTo>
                    <a:pt x="496549" y="184776"/>
                  </a:lnTo>
                  <a:lnTo>
                    <a:pt x="420844" y="189905"/>
                  </a:lnTo>
                  <a:lnTo>
                    <a:pt x="340035" y="189905"/>
                  </a:lnTo>
                  <a:lnTo>
                    <a:pt x="263479" y="184776"/>
                  </a:lnTo>
                  <a:lnTo>
                    <a:pt x="190326" y="177061"/>
                  </a:lnTo>
                  <a:lnTo>
                    <a:pt x="122489" y="164238"/>
                  </a:lnTo>
                  <a:lnTo>
                    <a:pt x="71664" y="151415"/>
                  </a:lnTo>
                  <a:lnTo>
                    <a:pt x="27857" y="134989"/>
                  </a:lnTo>
                  <a:lnTo>
                    <a:pt x="0" y="96499"/>
                  </a:lnTo>
                  <a:close/>
                </a:path>
              </a:pathLst>
            </a:custGeom>
            <a:ln w="154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 descr=""/>
            <p:cNvSpPr/>
            <p:nvPr/>
          </p:nvSpPr>
          <p:spPr>
            <a:xfrm>
              <a:off x="7756800" y="4655580"/>
              <a:ext cx="850900" cy="140335"/>
            </a:xfrm>
            <a:custGeom>
              <a:avLst/>
              <a:gdLst/>
              <a:ahLst/>
              <a:cxnLst/>
              <a:rect l="l" t="t" r="r" b="b"/>
              <a:pathLst>
                <a:path w="850900" h="140335">
                  <a:moveTo>
                    <a:pt x="850450" y="0"/>
                  </a:moveTo>
                  <a:lnTo>
                    <a:pt x="0" y="0"/>
                  </a:lnTo>
                  <a:lnTo>
                    <a:pt x="0" y="140110"/>
                  </a:lnTo>
                  <a:lnTo>
                    <a:pt x="850450" y="140110"/>
                  </a:lnTo>
                  <a:lnTo>
                    <a:pt x="850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 descr=""/>
            <p:cNvSpPr/>
            <p:nvPr/>
          </p:nvSpPr>
          <p:spPr>
            <a:xfrm>
              <a:off x="7801457" y="4471855"/>
              <a:ext cx="770255" cy="330200"/>
            </a:xfrm>
            <a:custGeom>
              <a:avLst/>
              <a:gdLst/>
              <a:ahLst/>
              <a:cxnLst/>
              <a:rect l="l" t="t" r="r" b="b"/>
              <a:pathLst>
                <a:path w="770254" h="330200">
                  <a:moveTo>
                    <a:pt x="0" y="0"/>
                  </a:moveTo>
                  <a:lnTo>
                    <a:pt x="0" y="330003"/>
                  </a:lnTo>
                </a:path>
                <a:path w="770254" h="330200">
                  <a:moveTo>
                    <a:pt x="770236" y="0"/>
                  </a:moveTo>
                  <a:lnTo>
                    <a:pt x="770236" y="330003"/>
                  </a:lnTo>
                </a:path>
              </a:pathLst>
            </a:custGeom>
            <a:ln w="154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 descr=""/>
            <p:cNvSpPr/>
            <p:nvPr/>
          </p:nvSpPr>
          <p:spPr>
            <a:xfrm>
              <a:off x="7801457" y="4343033"/>
              <a:ext cx="765175" cy="189230"/>
            </a:xfrm>
            <a:custGeom>
              <a:avLst/>
              <a:gdLst/>
              <a:ahLst/>
              <a:cxnLst/>
              <a:rect l="l" t="t" r="r" b="b"/>
              <a:pathLst>
                <a:path w="765175" h="189229">
                  <a:moveTo>
                    <a:pt x="420844" y="0"/>
                  </a:moveTo>
                  <a:lnTo>
                    <a:pt x="340035" y="0"/>
                  </a:lnTo>
                  <a:lnTo>
                    <a:pt x="263479" y="4111"/>
                  </a:lnTo>
                  <a:lnTo>
                    <a:pt x="190326" y="12822"/>
                  </a:lnTo>
                  <a:lnTo>
                    <a:pt x="122489" y="25666"/>
                  </a:lnTo>
                  <a:lnTo>
                    <a:pt x="71664" y="36942"/>
                  </a:lnTo>
                  <a:lnTo>
                    <a:pt x="27857" y="53368"/>
                  </a:lnTo>
                  <a:lnTo>
                    <a:pt x="0" y="95461"/>
                  </a:lnTo>
                  <a:lnTo>
                    <a:pt x="8718" y="113413"/>
                  </a:lnTo>
                  <a:lnTo>
                    <a:pt x="71664" y="151924"/>
                  </a:lnTo>
                  <a:lnTo>
                    <a:pt x="122489" y="163200"/>
                  </a:lnTo>
                  <a:lnTo>
                    <a:pt x="190326" y="176044"/>
                  </a:lnTo>
                  <a:lnTo>
                    <a:pt x="263479" y="184755"/>
                  </a:lnTo>
                  <a:lnTo>
                    <a:pt x="340035" y="188866"/>
                  </a:lnTo>
                  <a:lnTo>
                    <a:pt x="420844" y="188866"/>
                  </a:lnTo>
                  <a:lnTo>
                    <a:pt x="496549" y="184755"/>
                  </a:lnTo>
                  <a:lnTo>
                    <a:pt x="573105" y="176044"/>
                  </a:lnTo>
                  <a:lnTo>
                    <a:pt x="636902" y="163200"/>
                  </a:lnTo>
                  <a:lnTo>
                    <a:pt x="688364" y="151924"/>
                  </a:lnTo>
                  <a:lnTo>
                    <a:pt x="731746" y="133951"/>
                  </a:lnTo>
                  <a:lnTo>
                    <a:pt x="765133" y="95461"/>
                  </a:lnTo>
                  <a:lnTo>
                    <a:pt x="757477" y="75453"/>
                  </a:lnTo>
                  <a:lnTo>
                    <a:pt x="688364" y="36942"/>
                  </a:lnTo>
                  <a:lnTo>
                    <a:pt x="636902" y="25666"/>
                  </a:lnTo>
                  <a:lnTo>
                    <a:pt x="573105" y="12822"/>
                  </a:lnTo>
                  <a:lnTo>
                    <a:pt x="496549" y="4111"/>
                  </a:lnTo>
                  <a:lnTo>
                    <a:pt x="4208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 descr=""/>
            <p:cNvSpPr/>
            <p:nvPr/>
          </p:nvSpPr>
          <p:spPr>
            <a:xfrm>
              <a:off x="7801457" y="4037256"/>
              <a:ext cx="765175" cy="494665"/>
            </a:xfrm>
            <a:custGeom>
              <a:avLst/>
              <a:gdLst/>
              <a:ahLst/>
              <a:cxnLst/>
              <a:rect l="l" t="t" r="r" b="b"/>
              <a:pathLst>
                <a:path w="765175" h="494664">
                  <a:moveTo>
                    <a:pt x="0" y="401238"/>
                  </a:moveTo>
                  <a:lnTo>
                    <a:pt x="27857" y="359146"/>
                  </a:lnTo>
                  <a:lnTo>
                    <a:pt x="71664" y="342720"/>
                  </a:lnTo>
                  <a:lnTo>
                    <a:pt x="122489" y="331444"/>
                  </a:lnTo>
                  <a:lnTo>
                    <a:pt x="190326" y="318600"/>
                  </a:lnTo>
                  <a:lnTo>
                    <a:pt x="263479" y="309889"/>
                  </a:lnTo>
                  <a:lnTo>
                    <a:pt x="340035" y="305777"/>
                  </a:lnTo>
                  <a:lnTo>
                    <a:pt x="420844" y="305777"/>
                  </a:lnTo>
                  <a:lnTo>
                    <a:pt x="496549" y="309889"/>
                  </a:lnTo>
                  <a:lnTo>
                    <a:pt x="573105" y="318600"/>
                  </a:lnTo>
                  <a:lnTo>
                    <a:pt x="636902" y="331444"/>
                  </a:lnTo>
                  <a:lnTo>
                    <a:pt x="688364" y="342720"/>
                  </a:lnTo>
                  <a:lnTo>
                    <a:pt x="731746" y="359146"/>
                  </a:lnTo>
                  <a:lnTo>
                    <a:pt x="765133" y="401238"/>
                  </a:lnTo>
                  <a:lnTo>
                    <a:pt x="757477" y="419190"/>
                  </a:lnTo>
                  <a:lnTo>
                    <a:pt x="688364" y="457701"/>
                  </a:lnTo>
                  <a:lnTo>
                    <a:pt x="636902" y="468977"/>
                  </a:lnTo>
                  <a:lnTo>
                    <a:pt x="573105" y="481821"/>
                  </a:lnTo>
                  <a:lnTo>
                    <a:pt x="496549" y="490532"/>
                  </a:lnTo>
                  <a:lnTo>
                    <a:pt x="420844" y="494644"/>
                  </a:lnTo>
                  <a:lnTo>
                    <a:pt x="340035" y="494644"/>
                  </a:lnTo>
                  <a:lnTo>
                    <a:pt x="263479" y="490532"/>
                  </a:lnTo>
                  <a:lnTo>
                    <a:pt x="190326" y="481821"/>
                  </a:lnTo>
                  <a:lnTo>
                    <a:pt x="122489" y="468977"/>
                  </a:lnTo>
                  <a:lnTo>
                    <a:pt x="71664" y="457701"/>
                  </a:lnTo>
                  <a:lnTo>
                    <a:pt x="27857" y="439728"/>
                  </a:lnTo>
                  <a:lnTo>
                    <a:pt x="0" y="401238"/>
                  </a:lnTo>
                  <a:close/>
                </a:path>
                <a:path w="765175" h="494664">
                  <a:moveTo>
                    <a:pt x="0" y="95376"/>
                  </a:moveTo>
                  <a:lnTo>
                    <a:pt x="27857" y="53198"/>
                  </a:lnTo>
                  <a:lnTo>
                    <a:pt x="71664" y="36878"/>
                  </a:lnTo>
                  <a:lnTo>
                    <a:pt x="122489" y="25645"/>
                  </a:lnTo>
                  <a:lnTo>
                    <a:pt x="190326" y="12716"/>
                  </a:lnTo>
                  <a:lnTo>
                    <a:pt x="263479" y="3391"/>
                  </a:lnTo>
                  <a:lnTo>
                    <a:pt x="340035" y="0"/>
                  </a:lnTo>
                  <a:lnTo>
                    <a:pt x="420844" y="0"/>
                  </a:lnTo>
                  <a:lnTo>
                    <a:pt x="496549" y="3391"/>
                  </a:lnTo>
                  <a:lnTo>
                    <a:pt x="573105" y="12716"/>
                  </a:lnTo>
                  <a:lnTo>
                    <a:pt x="636902" y="25645"/>
                  </a:lnTo>
                  <a:lnTo>
                    <a:pt x="688364" y="36878"/>
                  </a:lnTo>
                  <a:lnTo>
                    <a:pt x="731746" y="53198"/>
                  </a:lnTo>
                  <a:lnTo>
                    <a:pt x="765133" y="95376"/>
                  </a:lnTo>
                  <a:lnTo>
                    <a:pt x="757477" y="113392"/>
                  </a:lnTo>
                  <a:lnTo>
                    <a:pt x="688364" y="151754"/>
                  </a:lnTo>
                  <a:lnTo>
                    <a:pt x="636902" y="163200"/>
                  </a:lnTo>
                  <a:lnTo>
                    <a:pt x="573105" y="175938"/>
                  </a:lnTo>
                  <a:lnTo>
                    <a:pt x="496549" y="184649"/>
                  </a:lnTo>
                  <a:lnTo>
                    <a:pt x="420844" y="188760"/>
                  </a:lnTo>
                  <a:lnTo>
                    <a:pt x="340035" y="188760"/>
                  </a:lnTo>
                  <a:lnTo>
                    <a:pt x="263479" y="184649"/>
                  </a:lnTo>
                  <a:lnTo>
                    <a:pt x="190326" y="175938"/>
                  </a:lnTo>
                  <a:lnTo>
                    <a:pt x="122489" y="163200"/>
                  </a:lnTo>
                  <a:lnTo>
                    <a:pt x="71664" y="151754"/>
                  </a:lnTo>
                  <a:lnTo>
                    <a:pt x="27857" y="133951"/>
                  </a:lnTo>
                  <a:lnTo>
                    <a:pt x="0" y="95376"/>
                  </a:lnTo>
                  <a:close/>
                </a:path>
              </a:pathLst>
            </a:custGeom>
            <a:ln w="154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 descr=""/>
            <p:cNvSpPr/>
            <p:nvPr/>
          </p:nvSpPr>
          <p:spPr>
            <a:xfrm>
              <a:off x="7756800" y="4302496"/>
              <a:ext cx="850900" cy="140335"/>
            </a:xfrm>
            <a:custGeom>
              <a:avLst/>
              <a:gdLst/>
              <a:ahLst/>
              <a:cxnLst/>
              <a:rect l="l" t="t" r="r" b="b"/>
              <a:pathLst>
                <a:path w="850900" h="140335">
                  <a:moveTo>
                    <a:pt x="850450" y="0"/>
                  </a:moveTo>
                  <a:lnTo>
                    <a:pt x="0" y="0"/>
                  </a:lnTo>
                  <a:lnTo>
                    <a:pt x="0" y="140110"/>
                  </a:lnTo>
                  <a:lnTo>
                    <a:pt x="850450" y="140110"/>
                  </a:lnTo>
                  <a:lnTo>
                    <a:pt x="850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 descr=""/>
            <p:cNvSpPr/>
            <p:nvPr/>
          </p:nvSpPr>
          <p:spPr>
            <a:xfrm>
              <a:off x="7801457" y="4119704"/>
              <a:ext cx="770255" cy="329565"/>
            </a:xfrm>
            <a:custGeom>
              <a:avLst/>
              <a:gdLst/>
              <a:ahLst/>
              <a:cxnLst/>
              <a:rect l="l" t="t" r="r" b="b"/>
              <a:pathLst>
                <a:path w="770254" h="329564">
                  <a:moveTo>
                    <a:pt x="0" y="0"/>
                  </a:moveTo>
                  <a:lnTo>
                    <a:pt x="0" y="329049"/>
                  </a:lnTo>
                </a:path>
                <a:path w="770254" h="329564">
                  <a:moveTo>
                    <a:pt x="770236" y="0"/>
                  </a:moveTo>
                  <a:lnTo>
                    <a:pt x="770236" y="329049"/>
                  </a:lnTo>
                </a:path>
              </a:pathLst>
            </a:custGeom>
            <a:ln w="154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0" name="object 130" descr=""/>
          <p:cNvSpPr txBox="1"/>
          <p:nvPr/>
        </p:nvSpPr>
        <p:spPr>
          <a:xfrm>
            <a:off x="5654763" y="4265282"/>
            <a:ext cx="574675" cy="2171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50" spc="-10">
                <a:latin typeface="Times New Roman"/>
                <a:cs typeface="Times New Roman"/>
              </a:rPr>
              <a:t>ECC/Ax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31" name="object 131" descr=""/>
          <p:cNvSpPr txBox="1"/>
          <p:nvPr/>
        </p:nvSpPr>
        <p:spPr>
          <a:xfrm>
            <a:off x="6793319" y="4265282"/>
            <a:ext cx="560705" cy="2171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50" spc="-10">
                <a:latin typeface="Times New Roman"/>
                <a:cs typeface="Times New Roman"/>
              </a:rPr>
              <a:t>ECC/Ay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32" name="object 132" descr=""/>
          <p:cNvSpPr txBox="1"/>
          <p:nvPr/>
        </p:nvSpPr>
        <p:spPr>
          <a:xfrm>
            <a:off x="7897424" y="4265282"/>
            <a:ext cx="565785" cy="2171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50" spc="-10">
                <a:latin typeface="Times New Roman"/>
                <a:cs typeface="Times New Roman"/>
              </a:rPr>
              <a:t>ECC/Az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33" name="object 133" descr=""/>
          <p:cNvSpPr txBox="1"/>
          <p:nvPr/>
        </p:nvSpPr>
        <p:spPr>
          <a:xfrm>
            <a:off x="5658379" y="4633797"/>
            <a:ext cx="565785" cy="2171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50" spc="-10">
                <a:latin typeface="Times New Roman"/>
                <a:cs typeface="Times New Roman"/>
              </a:rPr>
              <a:t>ECC/Bx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34" name="object 134" descr=""/>
          <p:cNvSpPr txBox="1"/>
          <p:nvPr/>
        </p:nvSpPr>
        <p:spPr>
          <a:xfrm>
            <a:off x="5639239" y="5327163"/>
            <a:ext cx="574675" cy="2171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50" spc="-10">
                <a:latin typeface="Times New Roman"/>
                <a:cs typeface="Times New Roman"/>
              </a:rPr>
              <a:t>ECC/Dx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35" name="object 135" descr=""/>
          <p:cNvSpPr txBox="1"/>
          <p:nvPr/>
        </p:nvSpPr>
        <p:spPr>
          <a:xfrm>
            <a:off x="5649660" y="4998177"/>
            <a:ext cx="565785" cy="2171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50" spc="-10">
                <a:latin typeface="Times New Roman"/>
                <a:cs typeface="Times New Roman"/>
              </a:rPr>
              <a:t>ECC/Cx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36" name="object 136" descr=""/>
          <p:cNvSpPr txBox="1"/>
          <p:nvPr/>
        </p:nvSpPr>
        <p:spPr>
          <a:xfrm>
            <a:off x="6777795" y="4998177"/>
            <a:ext cx="565785" cy="2171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50" spc="-10">
                <a:latin typeface="Times New Roman"/>
                <a:cs typeface="Times New Roman"/>
              </a:rPr>
              <a:t>ECC/Cy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37" name="object 137" descr=""/>
          <p:cNvSpPr txBox="1"/>
          <p:nvPr/>
        </p:nvSpPr>
        <p:spPr>
          <a:xfrm>
            <a:off x="7904017" y="4998177"/>
            <a:ext cx="556895" cy="2171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50" spc="-10">
                <a:latin typeface="Times New Roman"/>
                <a:cs typeface="Times New Roman"/>
              </a:rPr>
              <a:t>ECC/Cz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38" name="object 138" descr=""/>
          <p:cNvSpPr txBox="1"/>
          <p:nvPr/>
        </p:nvSpPr>
        <p:spPr>
          <a:xfrm>
            <a:off x="6784600" y="4637378"/>
            <a:ext cx="565785" cy="2171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50" spc="-10">
                <a:latin typeface="Times New Roman"/>
                <a:cs typeface="Times New Roman"/>
              </a:rPr>
              <a:t>ECC/By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39" name="object 139" descr=""/>
          <p:cNvSpPr txBox="1"/>
          <p:nvPr/>
        </p:nvSpPr>
        <p:spPr>
          <a:xfrm>
            <a:off x="7904017" y="4644055"/>
            <a:ext cx="558165" cy="2171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50" spc="-10">
                <a:latin typeface="Times New Roman"/>
                <a:cs typeface="Times New Roman"/>
              </a:rPr>
              <a:t>ECC/Bz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40" name="object 140" descr=""/>
          <p:cNvSpPr txBox="1"/>
          <p:nvPr/>
        </p:nvSpPr>
        <p:spPr>
          <a:xfrm>
            <a:off x="4166390" y="5299462"/>
            <a:ext cx="259715" cy="255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00" spc="-25">
                <a:latin typeface="Times New Roman"/>
                <a:cs typeface="Times New Roman"/>
              </a:rPr>
              <a:t>D3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41" name="object 141" descr=""/>
          <p:cNvSpPr/>
          <p:nvPr/>
        </p:nvSpPr>
        <p:spPr>
          <a:xfrm>
            <a:off x="904796" y="3495092"/>
            <a:ext cx="7316470" cy="641985"/>
          </a:xfrm>
          <a:custGeom>
            <a:avLst/>
            <a:gdLst/>
            <a:ahLst/>
            <a:cxnLst/>
            <a:rect l="l" t="t" r="r" b="b"/>
            <a:pathLst>
              <a:path w="7316470" h="641985">
                <a:moveTo>
                  <a:pt x="1154526" y="329155"/>
                </a:moveTo>
                <a:lnTo>
                  <a:pt x="1155546" y="632453"/>
                </a:lnTo>
              </a:path>
              <a:path w="7316470" h="641985">
                <a:moveTo>
                  <a:pt x="2256100" y="337845"/>
                </a:moveTo>
                <a:lnTo>
                  <a:pt x="2258652" y="641566"/>
                </a:lnTo>
              </a:path>
              <a:path w="7316470" h="641985">
                <a:moveTo>
                  <a:pt x="3409967" y="337845"/>
                </a:moveTo>
                <a:lnTo>
                  <a:pt x="3412519" y="641566"/>
                </a:lnTo>
              </a:path>
              <a:path w="7316470" h="641985">
                <a:moveTo>
                  <a:pt x="5024445" y="337845"/>
                </a:moveTo>
                <a:lnTo>
                  <a:pt x="5026146" y="641566"/>
                </a:lnTo>
              </a:path>
              <a:path w="7316470" h="641985">
                <a:moveTo>
                  <a:pt x="6177461" y="337845"/>
                </a:moveTo>
                <a:lnTo>
                  <a:pt x="6180013" y="641566"/>
                </a:lnTo>
              </a:path>
              <a:path w="7316470" h="641985">
                <a:moveTo>
                  <a:pt x="7314954" y="337845"/>
                </a:moveTo>
                <a:lnTo>
                  <a:pt x="7316017" y="641566"/>
                </a:lnTo>
              </a:path>
              <a:path w="7316470" h="641985">
                <a:moveTo>
                  <a:pt x="0" y="329155"/>
                </a:moveTo>
                <a:lnTo>
                  <a:pt x="3403800" y="329155"/>
                </a:lnTo>
              </a:path>
              <a:path w="7316470" h="641985">
                <a:moveTo>
                  <a:pt x="5024445" y="329155"/>
                </a:moveTo>
                <a:lnTo>
                  <a:pt x="7308787" y="329155"/>
                </a:lnTo>
              </a:path>
              <a:path w="7316470" h="641985">
                <a:moveTo>
                  <a:pt x="1701921" y="329155"/>
                </a:moveTo>
                <a:lnTo>
                  <a:pt x="1701921" y="0"/>
                </a:lnTo>
              </a:path>
              <a:path w="7316470" h="641985">
                <a:moveTo>
                  <a:pt x="6180013" y="329155"/>
                </a:moveTo>
                <a:lnTo>
                  <a:pt x="6180013" y="0"/>
                </a:lnTo>
              </a:path>
              <a:path w="7316470" h="641985">
                <a:moveTo>
                  <a:pt x="1701921" y="0"/>
                </a:moveTo>
                <a:lnTo>
                  <a:pt x="6180013" y="0"/>
                </a:lnTo>
              </a:path>
            </a:pathLst>
          </a:custGeom>
          <a:ln w="2157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2" name="object 142" descr=""/>
          <p:cNvSpPr txBox="1"/>
          <p:nvPr/>
        </p:nvSpPr>
        <p:spPr>
          <a:xfrm>
            <a:off x="6775243" y="5326125"/>
            <a:ext cx="1687830" cy="8401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134745" algn="l"/>
              </a:tabLst>
            </a:pPr>
            <a:r>
              <a:rPr dirty="0" sz="1250" spc="-10">
                <a:latin typeface="Times New Roman"/>
                <a:cs typeface="Times New Roman"/>
              </a:rPr>
              <a:t>ECC/Dy</a:t>
            </a:r>
            <a:r>
              <a:rPr dirty="0" sz="1250">
                <a:latin typeface="Times New Roman"/>
                <a:cs typeface="Times New Roman"/>
              </a:rPr>
              <a:t>	</a:t>
            </a:r>
            <a:r>
              <a:rPr dirty="0" baseline="2222" sz="1875" spc="-15">
                <a:latin typeface="Times New Roman"/>
                <a:cs typeface="Times New Roman"/>
              </a:rPr>
              <a:t>ECC/Dz</a:t>
            </a:r>
            <a:endParaRPr baseline="2222" sz="1875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sz="1250">
              <a:latin typeface="Times New Roman"/>
              <a:cs typeface="Times New Roman"/>
            </a:endParaRPr>
          </a:p>
          <a:p>
            <a:pPr marL="59690">
              <a:lnSpc>
                <a:spcPct val="100000"/>
              </a:lnSpc>
            </a:pPr>
            <a:r>
              <a:rPr dirty="0" sz="1250" spc="-155">
                <a:solidFill>
                  <a:srgbClr val="993300"/>
                </a:solidFill>
                <a:latin typeface="宋体"/>
                <a:cs typeface="宋体"/>
              </a:rPr>
              <a:t>字 </a:t>
            </a:r>
            <a:r>
              <a:rPr dirty="0" sz="1250" b="1">
                <a:solidFill>
                  <a:srgbClr val="993300"/>
                </a:solidFill>
                <a:latin typeface="Times New Roman"/>
                <a:cs typeface="Times New Roman"/>
              </a:rPr>
              <a:t>B</a:t>
            </a:r>
            <a:r>
              <a:rPr dirty="0" sz="1250" spc="-10" b="1">
                <a:solidFill>
                  <a:srgbClr val="993300"/>
                </a:solidFill>
                <a:latin typeface="Times New Roman"/>
                <a:cs typeface="Times New Roman"/>
              </a:rPr>
              <a:t> </a:t>
            </a:r>
            <a:r>
              <a:rPr dirty="0" sz="1250" spc="-155">
                <a:solidFill>
                  <a:srgbClr val="993300"/>
                </a:solidFill>
                <a:latin typeface="宋体"/>
                <a:cs typeface="宋体"/>
              </a:rPr>
              <a:t>的 </a:t>
            </a:r>
            <a:r>
              <a:rPr dirty="0" sz="1250" spc="-10" b="1">
                <a:solidFill>
                  <a:srgbClr val="993300"/>
                </a:solidFill>
                <a:latin typeface="Times New Roman"/>
                <a:cs typeface="Times New Roman"/>
              </a:rPr>
              <a:t>ECC</a:t>
            </a:r>
            <a:r>
              <a:rPr dirty="0" sz="1250" spc="-10">
                <a:solidFill>
                  <a:srgbClr val="993300"/>
                </a:solidFill>
                <a:latin typeface="宋体"/>
                <a:cs typeface="宋体"/>
              </a:rPr>
              <a:t>＝</a:t>
            </a:r>
            <a:r>
              <a:rPr dirty="0" sz="1250" spc="-10" b="1">
                <a:solidFill>
                  <a:srgbClr val="993300"/>
                </a:solidFill>
                <a:latin typeface="Times New Roman"/>
                <a:cs typeface="Times New Roman"/>
              </a:rPr>
              <a:t>Bx</a:t>
            </a:r>
            <a:r>
              <a:rPr dirty="0" sz="1250" spc="-10">
                <a:solidFill>
                  <a:srgbClr val="993300"/>
                </a:solidFill>
                <a:latin typeface="宋体"/>
                <a:cs typeface="宋体"/>
              </a:rPr>
              <a:t>～</a:t>
            </a:r>
            <a:r>
              <a:rPr dirty="0" sz="1250" spc="-10" b="1">
                <a:solidFill>
                  <a:srgbClr val="993300"/>
                </a:solidFill>
                <a:latin typeface="Times New Roman"/>
                <a:cs typeface="Times New Roman"/>
              </a:rPr>
              <a:t>Bz</a:t>
            </a:r>
            <a:endParaRPr sz="1250">
              <a:latin typeface="Times New Roman"/>
              <a:cs typeface="Times New Roman"/>
            </a:endParaRPr>
          </a:p>
          <a:p>
            <a:pPr marL="59690">
              <a:lnSpc>
                <a:spcPct val="100000"/>
              </a:lnSpc>
              <a:spcBef>
                <a:spcPts val="175"/>
              </a:spcBef>
            </a:pPr>
            <a:r>
              <a:rPr dirty="0" sz="1250" spc="-155">
                <a:solidFill>
                  <a:srgbClr val="993300"/>
                </a:solidFill>
                <a:latin typeface="宋体"/>
                <a:cs typeface="宋体"/>
              </a:rPr>
              <a:t>字 </a:t>
            </a:r>
            <a:r>
              <a:rPr dirty="0" sz="1250" b="1">
                <a:solidFill>
                  <a:srgbClr val="993300"/>
                </a:solidFill>
                <a:latin typeface="Times New Roman"/>
                <a:cs typeface="Times New Roman"/>
              </a:rPr>
              <a:t>D </a:t>
            </a:r>
            <a:r>
              <a:rPr dirty="0" sz="1250" spc="-155">
                <a:solidFill>
                  <a:srgbClr val="993300"/>
                </a:solidFill>
                <a:latin typeface="宋体"/>
                <a:cs typeface="宋体"/>
              </a:rPr>
              <a:t>的 </a:t>
            </a:r>
            <a:r>
              <a:rPr dirty="0" sz="1250" spc="-10" b="1">
                <a:solidFill>
                  <a:srgbClr val="993300"/>
                </a:solidFill>
                <a:latin typeface="Times New Roman"/>
                <a:cs typeface="Times New Roman"/>
              </a:rPr>
              <a:t>ECC</a:t>
            </a:r>
            <a:r>
              <a:rPr dirty="0" sz="1250" spc="-10">
                <a:solidFill>
                  <a:srgbClr val="993300"/>
                </a:solidFill>
                <a:latin typeface="宋体"/>
                <a:cs typeface="宋体"/>
              </a:rPr>
              <a:t>＝</a:t>
            </a:r>
            <a:r>
              <a:rPr dirty="0" sz="1250" spc="-10" b="1">
                <a:solidFill>
                  <a:srgbClr val="993300"/>
                </a:solidFill>
                <a:latin typeface="Times New Roman"/>
                <a:cs typeface="Times New Roman"/>
              </a:rPr>
              <a:t>Dx</a:t>
            </a:r>
            <a:r>
              <a:rPr dirty="0" sz="1250" spc="-10">
                <a:solidFill>
                  <a:srgbClr val="993300"/>
                </a:solidFill>
                <a:latin typeface="宋体"/>
                <a:cs typeface="宋体"/>
              </a:rPr>
              <a:t>～</a:t>
            </a:r>
            <a:r>
              <a:rPr dirty="0" sz="1250" spc="-10" b="1">
                <a:solidFill>
                  <a:srgbClr val="993300"/>
                </a:solidFill>
                <a:latin typeface="Times New Roman"/>
                <a:cs typeface="Times New Roman"/>
              </a:rPr>
              <a:t>Dz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43" name="object 143" descr=""/>
          <p:cNvSpPr txBox="1"/>
          <p:nvPr/>
        </p:nvSpPr>
        <p:spPr>
          <a:xfrm>
            <a:off x="1126719" y="5715601"/>
            <a:ext cx="1054735" cy="450850"/>
          </a:xfrm>
          <a:prstGeom prst="rect">
            <a:avLst/>
          </a:prstGeom>
        </p:spPr>
        <p:txBody>
          <a:bodyPr wrap="square" lIns="0" tIns="342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dirty="0" sz="1250" spc="-155">
                <a:solidFill>
                  <a:srgbClr val="993300"/>
                </a:solidFill>
                <a:latin typeface="宋体"/>
                <a:cs typeface="宋体"/>
              </a:rPr>
              <a:t>字 </a:t>
            </a:r>
            <a:r>
              <a:rPr dirty="0" sz="1250" spc="-10" b="1">
                <a:solidFill>
                  <a:srgbClr val="993300"/>
                </a:solidFill>
                <a:latin typeface="Times New Roman"/>
                <a:cs typeface="Times New Roman"/>
              </a:rPr>
              <a:t>A</a:t>
            </a:r>
            <a:r>
              <a:rPr dirty="0" sz="1250" spc="-10">
                <a:solidFill>
                  <a:srgbClr val="993300"/>
                </a:solidFill>
                <a:latin typeface="宋体"/>
                <a:cs typeface="宋体"/>
              </a:rPr>
              <a:t>＝</a:t>
            </a:r>
            <a:r>
              <a:rPr dirty="0" sz="1250" spc="-10" b="1">
                <a:solidFill>
                  <a:srgbClr val="993300"/>
                </a:solidFill>
                <a:latin typeface="Times New Roman"/>
                <a:cs typeface="Times New Roman"/>
              </a:rPr>
              <a:t>A0</a:t>
            </a:r>
            <a:r>
              <a:rPr dirty="0" sz="1250" spc="-10">
                <a:solidFill>
                  <a:srgbClr val="993300"/>
                </a:solidFill>
                <a:latin typeface="宋体"/>
                <a:cs typeface="宋体"/>
              </a:rPr>
              <a:t>～</a:t>
            </a:r>
            <a:r>
              <a:rPr dirty="0" sz="1250" spc="-10" b="1">
                <a:solidFill>
                  <a:srgbClr val="993300"/>
                </a:solidFill>
                <a:latin typeface="Times New Roman"/>
                <a:cs typeface="Times New Roman"/>
              </a:rPr>
              <a:t>A3</a:t>
            </a: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1250" spc="-155">
                <a:solidFill>
                  <a:srgbClr val="993300"/>
                </a:solidFill>
                <a:latin typeface="宋体"/>
                <a:cs typeface="宋体"/>
              </a:rPr>
              <a:t>字 </a:t>
            </a:r>
            <a:r>
              <a:rPr dirty="0" sz="1250" spc="-10" b="1">
                <a:solidFill>
                  <a:srgbClr val="993300"/>
                </a:solidFill>
                <a:latin typeface="Times New Roman"/>
                <a:cs typeface="Times New Roman"/>
              </a:rPr>
              <a:t>C</a:t>
            </a:r>
            <a:r>
              <a:rPr dirty="0" sz="1250" spc="-10">
                <a:solidFill>
                  <a:srgbClr val="993300"/>
                </a:solidFill>
                <a:latin typeface="宋体"/>
                <a:cs typeface="宋体"/>
              </a:rPr>
              <a:t>＝</a:t>
            </a:r>
            <a:r>
              <a:rPr dirty="0" sz="1250" spc="-10" b="1">
                <a:solidFill>
                  <a:srgbClr val="993300"/>
                </a:solidFill>
                <a:latin typeface="Times New Roman"/>
                <a:cs typeface="Times New Roman"/>
              </a:rPr>
              <a:t>C0</a:t>
            </a:r>
            <a:r>
              <a:rPr dirty="0" sz="1250" spc="-10">
                <a:solidFill>
                  <a:srgbClr val="993300"/>
                </a:solidFill>
                <a:latin typeface="宋体"/>
                <a:cs typeface="宋体"/>
              </a:rPr>
              <a:t>～</a:t>
            </a:r>
            <a:r>
              <a:rPr dirty="0" sz="1250" spc="-10" b="1">
                <a:solidFill>
                  <a:srgbClr val="993300"/>
                </a:solidFill>
                <a:latin typeface="Times New Roman"/>
                <a:cs typeface="Times New Roman"/>
              </a:rPr>
              <a:t>C3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44" name="object 144" descr=""/>
          <p:cNvSpPr txBox="1"/>
          <p:nvPr/>
        </p:nvSpPr>
        <p:spPr>
          <a:xfrm>
            <a:off x="2389273" y="5715601"/>
            <a:ext cx="1055370" cy="450850"/>
          </a:xfrm>
          <a:prstGeom prst="rect">
            <a:avLst/>
          </a:prstGeom>
        </p:spPr>
        <p:txBody>
          <a:bodyPr wrap="square" lIns="0" tIns="342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dirty="0" sz="1250" spc="-155">
                <a:solidFill>
                  <a:srgbClr val="993300"/>
                </a:solidFill>
                <a:latin typeface="宋体"/>
                <a:cs typeface="宋体"/>
              </a:rPr>
              <a:t>字 </a:t>
            </a:r>
            <a:r>
              <a:rPr dirty="0" sz="1250" spc="-10" b="1">
                <a:solidFill>
                  <a:srgbClr val="993300"/>
                </a:solidFill>
                <a:latin typeface="Times New Roman"/>
                <a:cs typeface="Times New Roman"/>
              </a:rPr>
              <a:t>B</a:t>
            </a:r>
            <a:r>
              <a:rPr dirty="0" sz="1250" spc="-10">
                <a:solidFill>
                  <a:srgbClr val="993300"/>
                </a:solidFill>
                <a:latin typeface="宋体"/>
                <a:cs typeface="宋体"/>
              </a:rPr>
              <a:t>＝</a:t>
            </a:r>
            <a:r>
              <a:rPr dirty="0" sz="1250" spc="-10" b="1">
                <a:solidFill>
                  <a:srgbClr val="993300"/>
                </a:solidFill>
                <a:latin typeface="Times New Roman"/>
                <a:cs typeface="Times New Roman"/>
              </a:rPr>
              <a:t>B0</a:t>
            </a:r>
            <a:r>
              <a:rPr dirty="0" sz="1250" spc="-10">
                <a:solidFill>
                  <a:srgbClr val="993300"/>
                </a:solidFill>
                <a:latin typeface="宋体"/>
                <a:cs typeface="宋体"/>
              </a:rPr>
              <a:t>～</a:t>
            </a:r>
            <a:r>
              <a:rPr dirty="0" sz="1250" spc="-10" b="1">
                <a:solidFill>
                  <a:srgbClr val="993300"/>
                </a:solidFill>
                <a:latin typeface="Times New Roman"/>
                <a:cs typeface="Times New Roman"/>
              </a:rPr>
              <a:t>B3</a:t>
            </a: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1250" spc="-155">
                <a:solidFill>
                  <a:srgbClr val="993300"/>
                </a:solidFill>
                <a:latin typeface="宋体"/>
                <a:cs typeface="宋体"/>
              </a:rPr>
              <a:t>字 </a:t>
            </a:r>
            <a:r>
              <a:rPr dirty="0" sz="1250" spc="-10" b="1">
                <a:solidFill>
                  <a:srgbClr val="993300"/>
                </a:solidFill>
                <a:latin typeface="Times New Roman"/>
                <a:cs typeface="Times New Roman"/>
              </a:rPr>
              <a:t>D</a:t>
            </a:r>
            <a:r>
              <a:rPr dirty="0" sz="1250" spc="-10">
                <a:solidFill>
                  <a:srgbClr val="993300"/>
                </a:solidFill>
                <a:latin typeface="宋体"/>
                <a:cs typeface="宋体"/>
              </a:rPr>
              <a:t>＝</a:t>
            </a:r>
            <a:r>
              <a:rPr dirty="0" sz="1250" spc="-10" b="1">
                <a:solidFill>
                  <a:srgbClr val="993300"/>
                </a:solidFill>
                <a:latin typeface="Times New Roman"/>
                <a:cs typeface="Times New Roman"/>
              </a:rPr>
              <a:t>D0</a:t>
            </a:r>
            <a:r>
              <a:rPr dirty="0" sz="1250" spc="-10">
                <a:solidFill>
                  <a:srgbClr val="993300"/>
                </a:solidFill>
                <a:latin typeface="宋体"/>
                <a:cs typeface="宋体"/>
              </a:rPr>
              <a:t>～</a:t>
            </a:r>
            <a:r>
              <a:rPr dirty="0" sz="1250" spc="-10" b="1">
                <a:solidFill>
                  <a:srgbClr val="993300"/>
                </a:solidFill>
                <a:latin typeface="Times New Roman"/>
                <a:cs typeface="Times New Roman"/>
              </a:rPr>
              <a:t>D3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45" name="object 145" descr=""/>
          <p:cNvSpPr txBox="1"/>
          <p:nvPr/>
        </p:nvSpPr>
        <p:spPr>
          <a:xfrm>
            <a:off x="5067197" y="5715601"/>
            <a:ext cx="1623060" cy="450850"/>
          </a:xfrm>
          <a:prstGeom prst="rect">
            <a:avLst/>
          </a:prstGeom>
        </p:spPr>
        <p:txBody>
          <a:bodyPr wrap="square" lIns="0" tIns="342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dirty="0" sz="1250" spc="-155">
                <a:solidFill>
                  <a:srgbClr val="993300"/>
                </a:solidFill>
                <a:latin typeface="宋体"/>
                <a:cs typeface="宋体"/>
              </a:rPr>
              <a:t>字 </a:t>
            </a:r>
            <a:r>
              <a:rPr dirty="0" sz="1250" b="1">
                <a:solidFill>
                  <a:srgbClr val="993300"/>
                </a:solidFill>
                <a:latin typeface="Times New Roman"/>
                <a:cs typeface="Times New Roman"/>
              </a:rPr>
              <a:t>A</a:t>
            </a:r>
            <a:r>
              <a:rPr dirty="0" sz="1250" spc="-5" b="1">
                <a:solidFill>
                  <a:srgbClr val="993300"/>
                </a:solidFill>
                <a:latin typeface="Times New Roman"/>
                <a:cs typeface="Times New Roman"/>
              </a:rPr>
              <a:t> </a:t>
            </a:r>
            <a:r>
              <a:rPr dirty="0" sz="1250" spc="-155">
                <a:solidFill>
                  <a:srgbClr val="993300"/>
                </a:solidFill>
                <a:latin typeface="宋体"/>
                <a:cs typeface="宋体"/>
              </a:rPr>
              <a:t>的 </a:t>
            </a:r>
            <a:r>
              <a:rPr dirty="0" sz="1250" spc="-10" b="1">
                <a:solidFill>
                  <a:srgbClr val="993300"/>
                </a:solidFill>
                <a:latin typeface="Times New Roman"/>
                <a:cs typeface="Times New Roman"/>
              </a:rPr>
              <a:t>ECC</a:t>
            </a:r>
            <a:r>
              <a:rPr dirty="0" sz="1250" spc="-10">
                <a:solidFill>
                  <a:srgbClr val="993300"/>
                </a:solidFill>
                <a:latin typeface="宋体"/>
                <a:cs typeface="宋体"/>
              </a:rPr>
              <a:t>＝</a:t>
            </a:r>
            <a:r>
              <a:rPr dirty="0" sz="1250" spc="-10" b="1">
                <a:solidFill>
                  <a:srgbClr val="993300"/>
                </a:solidFill>
                <a:latin typeface="Times New Roman"/>
                <a:cs typeface="Times New Roman"/>
              </a:rPr>
              <a:t>Ax</a:t>
            </a:r>
            <a:r>
              <a:rPr dirty="0" sz="1250" spc="-10">
                <a:solidFill>
                  <a:srgbClr val="993300"/>
                </a:solidFill>
                <a:latin typeface="宋体"/>
                <a:cs typeface="宋体"/>
              </a:rPr>
              <a:t>～</a:t>
            </a:r>
            <a:r>
              <a:rPr dirty="0" sz="1250" spc="-10" b="1">
                <a:solidFill>
                  <a:srgbClr val="993300"/>
                </a:solidFill>
                <a:latin typeface="Times New Roman"/>
                <a:cs typeface="Times New Roman"/>
              </a:rPr>
              <a:t>Az</a:t>
            </a: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1250" spc="-155">
                <a:solidFill>
                  <a:srgbClr val="993300"/>
                </a:solidFill>
                <a:latin typeface="宋体"/>
                <a:cs typeface="宋体"/>
              </a:rPr>
              <a:t>字 </a:t>
            </a:r>
            <a:r>
              <a:rPr dirty="0" sz="1250" b="1">
                <a:solidFill>
                  <a:srgbClr val="993300"/>
                </a:solidFill>
                <a:latin typeface="Times New Roman"/>
                <a:cs typeface="Times New Roman"/>
              </a:rPr>
              <a:t>C</a:t>
            </a:r>
            <a:r>
              <a:rPr dirty="0" sz="1250" spc="-5" b="1">
                <a:solidFill>
                  <a:srgbClr val="993300"/>
                </a:solidFill>
                <a:latin typeface="Times New Roman"/>
                <a:cs typeface="Times New Roman"/>
              </a:rPr>
              <a:t> </a:t>
            </a:r>
            <a:r>
              <a:rPr dirty="0" sz="1250" spc="-155">
                <a:solidFill>
                  <a:srgbClr val="993300"/>
                </a:solidFill>
                <a:latin typeface="宋体"/>
                <a:cs typeface="宋体"/>
              </a:rPr>
              <a:t>的 </a:t>
            </a:r>
            <a:r>
              <a:rPr dirty="0" sz="1250" spc="-10" b="1">
                <a:solidFill>
                  <a:srgbClr val="993300"/>
                </a:solidFill>
                <a:latin typeface="Times New Roman"/>
                <a:cs typeface="Times New Roman"/>
              </a:rPr>
              <a:t>ECC</a:t>
            </a:r>
            <a:r>
              <a:rPr dirty="0" sz="1250" spc="-10">
                <a:solidFill>
                  <a:srgbClr val="993300"/>
                </a:solidFill>
                <a:latin typeface="宋体"/>
                <a:cs typeface="宋体"/>
              </a:rPr>
              <a:t>＝</a:t>
            </a:r>
            <a:r>
              <a:rPr dirty="0" sz="1250" spc="-10" b="1">
                <a:solidFill>
                  <a:srgbClr val="993300"/>
                </a:solidFill>
                <a:latin typeface="Times New Roman"/>
                <a:cs typeface="Times New Roman"/>
              </a:rPr>
              <a:t>Cx</a:t>
            </a:r>
            <a:r>
              <a:rPr dirty="0" sz="1250" spc="-10">
                <a:solidFill>
                  <a:srgbClr val="993300"/>
                </a:solidFill>
                <a:latin typeface="宋体"/>
                <a:cs typeface="宋体"/>
              </a:rPr>
              <a:t>～</a:t>
            </a:r>
            <a:r>
              <a:rPr dirty="0" sz="1250" spc="-10" b="1">
                <a:solidFill>
                  <a:srgbClr val="993300"/>
                </a:solidFill>
                <a:latin typeface="Times New Roman"/>
                <a:cs typeface="Times New Roman"/>
              </a:rPr>
              <a:t>Cz</a:t>
            </a:r>
            <a:endParaRPr sz="12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53605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34809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15" b="1">
                <a:solidFill>
                  <a:srgbClr val="40458B"/>
                </a:solidFill>
                <a:latin typeface="宋体"/>
                <a:cs typeface="宋体"/>
              </a:rPr>
              <a:t>32/81</a:t>
            </a:r>
            <a:endParaRPr baseline="1736" sz="2400">
              <a:latin typeface="宋体"/>
              <a:cs typeface="宋体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19062" y="188976"/>
            <a:ext cx="1437005" cy="274955"/>
            <a:chOff x="119062" y="188976"/>
            <a:chExt cx="1437005" cy="274955"/>
          </a:xfrm>
        </p:grpSpPr>
        <p:sp>
          <p:nvSpPr>
            <p:cNvPr id="4" name="object 4" descr=""/>
            <p:cNvSpPr/>
            <p:nvPr/>
          </p:nvSpPr>
          <p:spPr>
            <a:xfrm>
              <a:off x="119062" y="188976"/>
              <a:ext cx="499745" cy="274955"/>
            </a:xfrm>
            <a:custGeom>
              <a:avLst/>
              <a:gdLst/>
              <a:ahLst/>
              <a:cxnLst/>
              <a:rect l="l" t="t" r="r" b="b"/>
              <a:pathLst>
                <a:path w="499745" h="274955">
                  <a:moveTo>
                    <a:pt x="119837" y="0"/>
                  </a:moveTo>
                  <a:lnTo>
                    <a:pt x="4993" y="41528"/>
                  </a:lnTo>
                  <a:lnTo>
                    <a:pt x="264655" y="135508"/>
                  </a:lnTo>
                  <a:lnTo>
                    <a:pt x="0" y="231266"/>
                  </a:lnTo>
                  <a:lnTo>
                    <a:pt x="119837" y="274574"/>
                  </a:lnTo>
                  <a:lnTo>
                    <a:pt x="499338" y="137287"/>
                  </a:lnTo>
                  <a:lnTo>
                    <a:pt x="119837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85546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9621" y="0"/>
                  </a:moveTo>
                  <a:lnTo>
                    <a:pt x="4991" y="41528"/>
                  </a:lnTo>
                  <a:lnTo>
                    <a:pt x="264147" y="135508"/>
                  </a:lnTo>
                  <a:lnTo>
                    <a:pt x="0" y="231266"/>
                  </a:lnTo>
                  <a:lnTo>
                    <a:pt x="119621" y="274574"/>
                  </a:lnTo>
                  <a:lnTo>
                    <a:pt x="497141" y="137287"/>
                  </a:lnTo>
                  <a:lnTo>
                    <a:pt x="119621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058608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8363" y="0"/>
                  </a:moveTo>
                  <a:lnTo>
                    <a:pt x="4978" y="41528"/>
                  </a:lnTo>
                  <a:lnTo>
                    <a:pt x="264096" y="135508"/>
                  </a:lnTo>
                  <a:lnTo>
                    <a:pt x="0" y="231266"/>
                  </a:lnTo>
                  <a:lnTo>
                    <a:pt x="118363" y="274574"/>
                  </a:lnTo>
                  <a:lnTo>
                    <a:pt x="497141" y="137287"/>
                  </a:lnTo>
                  <a:lnTo>
                    <a:pt x="118363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32180" algn="l"/>
                <a:tab pos="7600315" algn="l"/>
              </a:tabLst>
            </a:pPr>
            <a:r>
              <a:rPr dirty="0" spc="-254"/>
              <a:t> </a:t>
            </a:r>
            <a:r>
              <a:rPr dirty="0" spc="-25"/>
              <a:t>8.3</a:t>
            </a:r>
            <a:r>
              <a:rPr dirty="0"/>
              <a:t>	廉价磁盘冗余阵</a:t>
            </a:r>
            <a:r>
              <a:rPr dirty="0" spc="-15"/>
              <a:t>列</a:t>
            </a:r>
            <a:r>
              <a:rPr dirty="0" spc="-20"/>
              <a:t>RAID</a:t>
            </a:r>
            <a:r>
              <a:rPr dirty="0"/>
              <a:t>	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53339" y="722564"/>
            <a:ext cx="8708390" cy="4570730"/>
          </a:xfrm>
          <a:prstGeom prst="rect">
            <a:avLst/>
          </a:prstGeom>
        </p:spPr>
        <p:txBody>
          <a:bodyPr wrap="square" lIns="0" tIns="163830" rIns="0" bIns="0" rtlCol="0" vert="horz">
            <a:spAutoFit/>
          </a:bodyPr>
          <a:lstStyle/>
          <a:p>
            <a:pPr marL="494665" indent="-456565">
              <a:lnSpc>
                <a:spcPct val="100000"/>
              </a:lnSpc>
              <a:spcBef>
                <a:spcPts val="1290"/>
              </a:spcBef>
              <a:buClr>
                <a:srgbClr val="40458B"/>
              </a:buClr>
              <a:buAutoNum type="arabicPeriod" startAt="2"/>
              <a:tabLst>
                <a:tab pos="494665" algn="l"/>
              </a:tabLst>
            </a:pPr>
            <a:r>
              <a:rPr dirty="0" sz="2400" spc="-10">
                <a:solidFill>
                  <a:srgbClr val="E14B04"/>
                </a:solidFill>
                <a:latin typeface="黑体"/>
                <a:cs typeface="黑体"/>
              </a:rPr>
              <a:t>RAID</a:t>
            </a:r>
            <a:r>
              <a:rPr dirty="0" sz="2400" spc="-10">
                <a:solidFill>
                  <a:srgbClr val="FF0000"/>
                </a:solidFill>
                <a:latin typeface="黑体"/>
                <a:cs typeface="黑体"/>
              </a:rPr>
              <a:t>2</a:t>
            </a:r>
            <a:r>
              <a:rPr dirty="0" sz="2400" spc="-20">
                <a:solidFill>
                  <a:srgbClr val="E14B04"/>
                </a:solidFill>
                <a:latin typeface="黑体"/>
                <a:cs typeface="黑体"/>
              </a:rPr>
              <a:t>的特点</a:t>
            </a:r>
            <a:endParaRPr sz="2400">
              <a:latin typeface="黑体"/>
              <a:cs typeface="黑体"/>
            </a:endParaRPr>
          </a:p>
          <a:p>
            <a:pPr lvl="1" marL="1124585" indent="-457200">
              <a:lnSpc>
                <a:spcPct val="100000"/>
              </a:lnSpc>
              <a:spcBef>
                <a:spcPts val="1085"/>
              </a:spcBef>
              <a:buSzPct val="88636"/>
              <a:buFont typeface="Wingdings"/>
              <a:buChar char=""/>
              <a:tabLst>
                <a:tab pos="1124585" algn="l"/>
              </a:tabLst>
            </a:pP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每个数据盘存放所有数据字的一位</a:t>
            </a:r>
            <a:endParaRPr sz="2200">
              <a:latin typeface="黑体"/>
              <a:cs typeface="黑体"/>
            </a:endParaRPr>
          </a:p>
          <a:p>
            <a:pPr marL="871855">
              <a:lnSpc>
                <a:spcPct val="100000"/>
              </a:lnSpc>
              <a:spcBef>
                <a:spcPts val="994"/>
              </a:spcBef>
            </a:pPr>
            <a:r>
              <a:rPr dirty="0" sz="2000" spc="-10" b="1">
                <a:solidFill>
                  <a:srgbClr val="D50092"/>
                </a:solidFill>
                <a:latin typeface="宋体"/>
                <a:cs typeface="宋体"/>
              </a:rPr>
              <a:t>（位交叉存放</a:t>
            </a:r>
            <a:r>
              <a:rPr dirty="0" sz="2000" spc="-60" b="1">
                <a:solidFill>
                  <a:srgbClr val="D50092"/>
                </a:solidFill>
                <a:latin typeface="宋体"/>
                <a:cs typeface="宋体"/>
              </a:rPr>
              <a:t>）</a:t>
            </a:r>
            <a:endParaRPr sz="2000">
              <a:latin typeface="宋体"/>
              <a:cs typeface="宋体"/>
            </a:endParaRPr>
          </a:p>
          <a:p>
            <a:pPr lvl="1" marL="1124585" indent="-457200">
              <a:lnSpc>
                <a:spcPct val="100000"/>
              </a:lnSpc>
              <a:spcBef>
                <a:spcPts val="1025"/>
              </a:spcBef>
              <a:buSzPct val="88636"/>
              <a:buFont typeface="Wingdings"/>
              <a:buChar char=""/>
              <a:tabLst>
                <a:tab pos="1124585" algn="l"/>
              </a:tabLst>
            </a:pP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各个数据盘上的相应位计算汉明校验码，编码位被存放在多个</a:t>
            </a:r>
            <a:endParaRPr sz="2200">
              <a:latin typeface="黑体"/>
              <a:cs typeface="黑体"/>
            </a:endParaRPr>
          </a:p>
          <a:p>
            <a:pPr marL="1124585">
              <a:lnSpc>
                <a:spcPct val="100000"/>
              </a:lnSpc>
              <a:spcBef>
                <a:spcPts val="530"/>
              </a:spcBef>
            </a:pP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校验</a:t>
            </a:r>
            <a:r>
              <a:rPr dirty="0" sz="2200" spc="-25">
                <a:solidFill>
                  <a:srgbClr val="40458B"/>
                </a:solidFill>
                <a:latin typeface="黑体"/>
                <a:cs typeface="黑体"/>
              </a:rPr>
              <a:t>（</a:t>
            </a:r>
            <a:r>
              <a:rPr dirty="0" sz="2200" spc="-25">
                <a:solidFill>
                  <a:srgbClr val="9933FF"/>
                </a:solidFill>
                <a:latin typeface="黑体"/>
                <a:cs typeface="黑体"/>
              </a:rPr>
              <a:t>ECC</a:t>
            </a:r>
            <a:r>
              <a:rPr dirty="0" sz="2200" spc="-25">
                <a:solidFill>
                  <a:srgbClr val="40458B"/>
                </a:solidFill>
                <a:latin typeface="黑体"/>
                <a:cs typeface="黑体"/>
              </a:rPr>
              <a:t>）</a:t>
            </a: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磁盘的对应位上。</a:t>
            </a:r>
            <a:endParaRPr sz="2200">
              <a:latin typeface="黑体"/>
              <a:cs typeface="黑体"/>
            </a:endParaRPr>
          </a:p>
          <a:p>
            <a:pPr lvl="1" marL="1124585" indent="-457200">
              <a:lnSpc>
                <a:spcPct val="100000"/>
              </a:lnSpc>
              <a:spcBef>
                <a:spcPts val="1055"/>
              </a:spcBef>
              <a:buSzPct val="88636"/>
              <a:buFont typeface="Wingdings"/>
              <a:buChar char=""/>
              <a:tabLst>
                <a:tab pos="1124585" algn="l"/>
              </a:tabLst>
            </a:pP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冗余盘是用来存放</a:t>
            </a:r>
            <a:r>
              <a:rPr dirty="0" sz="2200" spc="-25">
                <a:solidFill>
                  <a:srgbClr val="9933FF"/>
                </a:solidFill>
                <a:latin typeface="黑体"/>
                <a:cs typeface="黑体"/>
              </a:rPr>
              <a:t>汉明码</a:t>
            </a: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的，其个数为</a:t>
            </a:r>
            <a:r>
              <a:rPr dirty="0" sz="2200" spc="-10">
                <a:solidFill>
                  <a:srgbClr val="9933FF"/>
                </a:solidFill>
                <a:latin typeface="黑体"/>
                <a:cs typeface="黑体"/>
              </a:rPr>
              <a:t>log</a:t>
            </a:r>
            <a:r>
              <a:rPr dirty="0" baseline="-21072" sz="2175" spc="-15">
                <a:solidFill>
                  <a:srgbClr val="9933FF"/>
                </a:solidFill>
                <a:latin typeface="黑体"/>
                <a:cs typeface="黑体"/>
              </a:rPr>
              <a:t>2</a:t>
            </a:r>
            <a:r>
              <a:rPr dirty="0" sz="2200" spc="-10">
                <a:solidFill>
                  <a:srgbClr val="9933FF"/>
                </a:solidFill>
                <a:latin typeface="黑体"/>
                <a:cs typeface="黑体"/>
              </a:rPr>
              <a:t>m</a:t>
            </a:r>
            <a:r>
              <a:rPr dirty="0" sz="2200" spc="-40">
                <a:solidFill>
                  <a:srgbClr val="40458B"/>
                </a:solidFill>
                <a:latin typeface="黑体"/>
                <a:cs typeface="黑体"/>
              </a:rPr>
              <a:t>级。</a:t>
            </a:r>
            <a:endParaRPr sz="2200">
              <a:latin typeface="黑体"/>
              <a:cs typeface="黑体"/>
            </a:endParaRPr>
          </a:p>
          <a:p>
            <a:pPr marL="871855">
              <a:lnSpc>
                <a:spcPct val="100000"/>
              </a:lnSpc>
              <a:spcBef>
                <a:spcPts val="1120"/>
              </a:spcBef>
            </a:pPr>
            <a:r>
              <a:rPr dirty="0" sz="2400" spc="-20" b="1">
                <a:solidFill>
                  <a:srgbClr val="9933FF"/>
                </a:solidFill>
                <a:latin typeface="宋体"/>
                <a:cs typeface="宋体"/>
              </a:rPr>
              <a:t>m</a:t>
            </a:r>
            <a:r>
              <a:rPr dirty="0" sz="2000" spc="-20" b="1">
                <a:solidFill>
                  <a:srgbClr val="9933FF"/>
                </a:solidFill>
                <a:latin typeface="宋体"/>
                <a:cs typeface="宋体"/>
              </a:rPr>
              <a:t>：</a:t>
            </a:r>
            <a:r>
              <a:rPr dirty="0" sz="2000" spc="-10" b="1">
                <a:solidFill>
                  <a:srgbClr val="FF5CFF"/>
                </a:solidFill>
                <a:latin typeface="宋体"/>
                <a:cs typeface="宋体"/>
              </a:rPr>
              <a:t>数据盘的个数（</a:t>
            </a:r>
            <a:r>
              <a:rPr dirty="0" sz="2000" spc="-20" b="1">
                <a:solidFill>
                  <a:srgbClr val="FF5CFF"/>
                </a:solidFill>
                <a:latin typeface="宋体"/>
                <a:cs typeface="宋体"/>
              </a:rPr>
              <a:t>也就是数据字的位数</a:t>
            </a:r>
            <a:r>
              <a:rPr dirty="0" sz="2000" spc="-50" b="1">
                <a:solidFill>
                  <a:srgbClr val="FF5CFF"/>
                </a:solidFill>
                <a:latin typeface="宋体"/>
                <a:cs typeface="宋体"/>
              </a:rPr>
              <a:t>）</a:t>
            </a:r>
            <a:endParaRPr sz="2000">
              <a:latin typeface="宋体"/>
              <a:cs typeface="宋体"/>
            </a:endParaRPr>
          </a:p>
          <a:p>
            <a:pPr lvl="1" marL="1124585" marR="30480" indent="-457834">
              <a:lnSpc>
                <a:spcPct val="120000"/>
              </a:lnSpc>
              <a:spcBef>
                <a:spcPts val="560"/>
              </a:spcBef>
              <a:buSzPct val="88636"/>
              <a:buFont typeface="Wingdings"/>
              <a:buChar char=""/>
              <a:tabLst>
                <a:tab pos="1124585" algn="l"/>
              </a:tabLst>
            </a:pP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理论上完美，但实际冗余开销大、专用硬件复杂、性能差</a:t>
            </a:r>
            <a:r>
              <a:rPr dirty="0" sz="2200" spc="-25">
                <a:solidFill>
                  <a:srgbClr val="40458B"/>
                </a:solidFill>
                <a:latin typeface="黑体"/>
                <a:cs typeface="黑体"/>
              </a:rPr>
              <a:t>（</a:t>
            </a:r>
            <a:r>
              <a:rPr dirty="0" sz="2200" spc="-50">
                <a:solidFill>
                  <a:srgbClr val="40458B"/>
                </a:solidFill>
                <a:latin typeface="黑体"/>
                <a:cs typeface="黑体"/>
              </a:rPr>
              <a:t>每</a:t>
            </a:r>
            <a:r>
              <a:rPr dirty="0" sz="2200" spc="-20">
                <a:solidFill>
                  <a:srgbClr val="40458B"/>
                </a:solidFill>
                <a:latin typeface="黑体"/>
                <a:cs typeface="黑体"/>
              </a:rPr>
              <a:t>次</a:t>
            </a:r>
            <a:r>
              <a:rPr dirty="0" sz="2200" spc="-10">
                <a:solidFill>
                  <a:srgbClr val="40458B"/>
                </a:solidFill>
                <a:latin typeface="黑体"/>
                <a:cs typeface="黑体"/>
              </a:rPr>
              <a:t>I/O</a:t>
            </a: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操作需要数据盘和校验盘联动并发能力差等），</a:t>
            </a:r>
            <a:r>
              <a:rPr dirty="0" sz="2200" spc="-40">
                <a:solidFill>
                  <a:srgbClr val="40458B"/>
                </a:solidFill>
                <a:latin typeface="黑体"/>
                <a:cs typeface="黑体"/>
              </a:rPr>
              <a:t>并未被</a:t>
            </a: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广泛应用，目前还没有商业化产品。</a:t>
            </a:r>
            <a:endParaRPr sz="22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53605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34809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15" b="1">
                <a:solidFill>
                  <a:srgbClr val="40458B"/>
                </a:solidFill>
                <a:latin typeface="宋体"/>
                <a:cs typeface="宋体"/>
              </a:rPr>
              <a:t>33/81</a:t>
            </a:r>
            <a:endParaRPr baseline="1736" sz="2400">
              <a:latin typeface="宋体"/>
              <a:cs typeface="宋体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1555750" y="549275"/>
            <a:ext cx="7588250" cy="0"/>
          </a:xfrm>
          <a:custGeom>
            <a:avLst/>
            <a:gdLst/>
            <a:ahLst/>
            <a:cxnLst/>
            <a:rect l="l" t="t" r="r" b="b"/>
            <a:pathLst>
              <a:path w="7588250" h="0">
                <a:moveTo>
                  <a:pt x="0" y="0"/>
                </a:moveTo>
                <a:lnTo>
                  <a:pt x="7588250" y="0"/>
                </a:lnTo>
              </a:path>
            </a:pathLst>
          </a:custGeom>
          <a:ln w="38100">
            <a:solidFill>
              <a:srgbClr val="2C44A3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119062" y="188976"/>
            <a:ext cx="1437005" cy="274955"/>
            <a:chOff x="119062" y="188976"/>
            <a:chExt cx="1437005" cy="274955"/>
          </a:xfrm>
        </p:grpSpPr>
        <p:sp>
          <p:nvSpPr>
            <p:cNvPr id="5" name="object 5" descr=""/>
            <p:cNvSpPr/>
            <p:nvPr/>
          </p:nvSpPr>
          <p:spPr>
            <a:xfrm>
              <a:off x="119062" y="188976"/>
              <a:ext cx="499745" cy="274955"/>
            </a:xfrm>
            <a:custGeom>
              <a:avLst/>
              <a:gdLst/>
              <a:ahLst/>
              <a:cxnLst/>
              <a:rect l="l" t="t" r="r" b="b"/>
              <a:pathLst>
                <a:path w="499745" h="274955">
                  <a:moveTo>
                    <a:pt x="119837" y="0"/>
                  </a:moveTo>
                  <a:lnTo>
                    <a:pt x="4993" y="41528"/>
                  </a:lnTo>
                  <a:lnTo>
                    <a:pt x="264655" y="135508"/>
                  </a:lnTo>
                  <a:lnTo>
                    <a:pt x="0" y="231266"/>
                  </a:lnTo>
                  <a:lnTo>
                    <a:pt x="119837" y="274574"/>
                  </a:lnTo>
                  <a:lnTo>
                    <a:pt x="499338" y="137287"/>
                  </a:lnTo>
                  <a:lnTo>
                    <a:pt x="119837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85546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9621" y="0"/>
                  </a:moveTo>
                  <a:lnTo>
                    <a:pt x="4991" y="41528"/>
                  </a:lnTo>
                  <a:lnTo>
                    <a:pt x="264147" y="135508"/>
                  </a:lnTo>
                  <a:lnTo>
                    <a:pt x="0" y="231266"/>
                  </a:lnTo>
                  <a:lnTo>
                    <a:pt x="119621" y="274574"/>
                  </a:lnTo>
                  <a:lnTo>
                    <a:pt x="497141" y="137287"/>
                  </a:lnTo>
                  <a:lnTo>
                    <a:pt x="119621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058608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8363" y="0"/>
                  </a:moveTo>
                  <a:lnTo>
                    <a:pt x="4978" y="41528"/>
                  </a:lnTo>
                  <a:lnTo>
                    <a:pt x="264096" y="135508"/>
                  </a:lnTo>
                  <a:lnTo>
                    <a:pt x="0" y="231266"/>
                  </a:lnTo>
                  <a:lnTo>
                    <a:pt x="118363" y="274574"/>
                  </a:lnTo>
                  <a:lnTo>
                    <a:pt x="497141" y="137287"/>
                  </a:lnTo>
                  <a:lnTo>
                    <a:pt x="118363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701164" y="138176"/>
            <a:ext cx="459803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065" algn="l"/>
              </a:tabLst>
            </a:pPr>
            <a:r>
              <a:rPr dirty="0" u="none" spc="-25"/>
              <a:t>8.3</a:t>
            </a:r>
            <a:r>
              <a:rPr dirty="0" u="none"/>
              <a:t>	</a:t>
            </a:r>
            <a:r>
              <a:rPr dirty="0" u="none" spc="-5"/>
              <a:t>廉价磁盘冗余阵列</a:t>
            </a:r>
            <a:r>
              <a:rPr dirty="0" u="none" spc="-20"/>
              <a:t>RAID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258267" y="749934"/>
            <a:ext cx="38354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</a:tabLst>
            </a:pPr>
            <a:r>
              <a:rPr dirty="0" sz="2400" spc="-25">
                <a:solidFill>
                  <a:srgbClr val="40458B"/>
                </a:solidFill>
                <a:latin typeface="Tahoma"/>
                <a:cs typeface="Tahoma"/>
              </a:rPr>
              <a:t>1.</a:t>
            </a:r>
            <a:r>
              <a:rPr dirty="0" sz="2400">
                <a:solidFill>
                  <a:srgbClr val="40458B"/>
                </a:solidFill>
                <a:latin typeface="Tahoma"/>
                <a:cs typeface="Tahoma"/>
              </a:rPr>
              <a:t>	</a:t>
            </a:r>
            <a:r>
              <a:rPr dirty="0" sz="2400" spc="-5">
                <a:solidFill>
                  <a:srgbClr val="E14B04"/>
                </a:solidFill>
                <a:latin typeface="黑体"/>
                <a:cs typeface="黑体"/>
              </a:rPr>
              <a:t>位交叉奇偶校验磁盘阵列</a:t>
            </a:r>
            <a:endParaRPr sz="2400">
              <a:latin typeface="黑体"/>
              <a:cs typeface="黑体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647180" y="185115"/>
            <a:ext cx="1843405" cy="42290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00">
                <a:solidFill>
                  <a:srgbClr val="0000CC"/>
                </a:solidFill>
                <a:latin typeface="黑体"/>
                <a:cs typeface="黑体"/>
              </a:rPr>
              <a:t>8.3.4 </a:t>
            </a:r>
            <a:r>
              <a:rPr dirty="0" sz="2600" spc="-10">
                <a:solidFill>
                  <a:srgbClr val="0000CC"/>
                </a:solidFill>
                <a:latin typeface="黑体"/>
                <a:cs typeface="黑体"/>
              </a:rPr>
              <a:t>RAID</a:t>
            </a:r>
            <a:r>
              <a:rPr dirty="0" sz="2600" spc="-10">
                <a:solidFill>
                  <a:srgbClr val="FF0000"/>
                </a:solidFill>
                <a:latin typeface="黑体"/>
                <a:cs typeface="黑体"/>
              </a:rPr>
              <a:t>3</a:t>
            </a:r>
            <a:endParaRPr sz="2600">
              <a:latin typeface="黑体"/>
              <a:cs typeface="黑体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8166056" y="1270030"/>
            <a:ext cx="642620" cy="1383030"/>
            <a:chOff x="8166056" y="1270030"/>
            <a:chExt cx="642620" cy="1383030"/>
          </a:xfrm>
        </p:grpSpPr>
        <p:sp>
          <p:nvSpPr>
            <p:cNvPr id="13" name="object 13" descr=""/>
            <p:cNvSpPr/>
            <p:nvPr/>
          </p:nvSpPr>
          <p:spPr>
            <a:xfrm>
              <a:off x="8199851" y="2211517"/>
              <a:ext cx="577850" cy="434975"/>
            </a:xfrm>
            <a:custGeom>
              <a:avLst/>
              <a:gdLst/>
              <a:ahLst/>
              <a:cxnLst/>
              <a:rect l="l" t="t" r="r" b="b"/>
              <a:pathLst>
                <a:path w="577850" h="434975">
                  <a:moveTo>
                    <a:pt x="0" y="354056"/>
                  </a:moveTo>
                  <a:lnTo>
                    <a:pt x="21081" y="315722"/>
                  </a:lnTo>
                  <a:lnTo>
                    <a:pt x="91566" y="291377"/>
                  </a:lnTo>
                  <a:lnTo>
                    <a:pt x="143706" y="280089"/>
                  </a:lnTo>
                  <a:lnTo>
                    <a:pt x="197777" y="271968"/>
                  </a:lnTo>
                  <a:lnTo>
                    <a:pt x="255871" y="268820"/>
                  </a:lnTo>
                  <a:lnTo>
                    <a:pt x="317666" y="268820"/>
                  </a:lnTo>
                  <a:lnTo>
                    <a:pt x="374634" y="271968"/>
                  </a:lnTo>
                  <a:lnTo>
                    <a:pt x="432567" y="280089"/>
                  </a:lnTo>
                  <a:lnTo>
                    <a:pt x="480845" y="291377"/>
                  </a:lnTo>
                  <a:lnTo>
                    <a:pt x="519789" y="301286"/>
                  </a:lnTo>
                  <a:lnTo>
                    <a:pt x="570802" y="334665"/>
                  </a:lnTo>
                  <a:lnTo>
                    <a:pt x="577400" y="354056"/>
                  </a:lnTo>
                  <a:lnTo>
                    <a:pt x="570802" y="368491"/>
                  </a:lnTo>
                  <a:lnTo>
                    <a:pt x="519789" y="401870"/>
                  </a:lnTo>
                  <a:lnTo>
                    <a:pt x="480845" y="412245"/>
                  </a:lnTo>
                  <a:lnTo>
                    <a:pt x="432567" y="423533"/>
                  </a:lnTo>
                  <a:lnTo>
                    <a:pt x="374634" y="431189"/>
                  </a:lnTo>
                  <a:lnTo>
                    <a:pt x="317667" y="434355"/>
                  </a:lnTo>
                  <a:lnTo>
                    <a:pt x="255871" y="434355"/>
                  </a:lnTo>
                  <a:lnTo>
                    <a:pt x="197777" y="431189"/>
                  </a:lnTo>
                  <a:lnTo>
                    <a:pt x="143706" y="423533"/>
                  </a:lnTo>
                  <a:lnTo>
                    <a:pt x="91566" y="412245"/>
                  </a:lnTo>
                  <a:lnTo>
                    <a:pt x="52944" y="401870"/>
                  </a:lnTo>
                  <a:lnTo>
                    <a:pt x="5793" y="368491"/>
                  </a:lnTo>
                  <a:lnTo>
                    <a:pt x="0" y="354056"/>
                  </a:lnTo>
                  <a:close/>
                </a:path>
                <a:path w="577850" h="434975">
                  <a:moveTo>
                    <a:pt x="0" y="84788"/>
                  </a:moveTo>
                  <a:lnTo>
                    <a:pt x="21081" y="46902"/>
                  </a:lnTo>
                  <a:lnTo>
                    <a:pt x="91566" y="22091"/>
                  </a:lnTo>
                  <a:lnTo>
                    <a:pt x="143706" y="10822"/>
                  </a:lnTo>
                  <a:lnTo>
                    <a:pt x="197777" y="3147"/>
                  </a:lnTo>
                  <a:lnTo>
                    <a:pt x="255871" y="0"/>
                  </a:lnTo>
                  <a:lnTo>
                    <a:pt x="317666" y="0"/>
                  </a:lnTo>
                  <a:lnTo>
                    <a:pt x="374634" y="3147"/>
                  </a:lnTo>
                  <a:lnTo>
                    <a:pt x="432567" y="10822"/>
                  </a:lnTo>
                  <a:lnTo>
                    <a:pt x="480845" y="22091"/>
                  </a:lnTo>
                  <a:lnTo>
                    <a:pt x="519789" y="32466"/>
                  </a:lnTo>
                  <a:lnTo>
                    <a:pt x="570802" y="65845"/>
                  </a:lnTo>
                  <a:lnTo>
                    <a:pt x="577400" y="84788"/>
                  </a:lnTo>
                  <a:lnTo>
                    <a:pt x="570802" y="99671"/>
                  </a:lnTo>
                  <a:lnTo>
                    <a:pt x="519789" y="133050"/>
                  </a:lnTo>
                  <a:lnTo>
                    <a:pt x="480845" y="143425"/>
                  </a:lnTo>
                  <a:lnTo>
                    <a:pt x="432567" y="154247"/>
                  </a:lnTo>
                  <a:lnTo>
                    <a:pt x="374634" y="162368"/>
                  </a:lnTo>
                  <a:lnTo>
                    <a:pt x="317666" y="165535"/>
                  </a:lnTo>
                  <a:lnTo>
                    <a:pt x="255871" y="165535"/>
                  </a:lnTo>
                  <a:lnTo>
                    <a:pt x="197777" y="162368"/>
                  </a:lnTo>
                  <a:lnTo>
                    <a:pt x="143706" y="154247"/>
                  </a:lnTo>
                  <a:lnTo>
                    <a:pt x="91566" y="143425"/>
                  </a:lnTo>
                  <a:lnTo>
                    <a:pt x="52944" y="133050"/>
                  </a:lnTo>
                  <a:lnTo>
                    <a:pt x="5793" y="99671"/>
                  </a:lnTo>
                  <a:lnTo>
                    <a:pt x="0" y="84788"/>
                  </a:lnTo>
                  <a:close/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8166056" y="2444261"/>
              <a:ext cx="642620" cy="123825"/>
            </a:xfrm>
            <a:custGeom>
              <a:avLst/>
              <a:gdLst/>
              <a:ahLst/>
              <a:cxnLst/>
              <a:rect l="l" t="t" r="r" b="b"/>
              <a:pathLst>
                <a:path w="642620" h="123825">
                  <a:moveTo>
                    <a:pt x="642398" y="0"/>
                  </a:moveTo>
                  <a:lnTo>
                    <a:pt x="0" y="0"/>
                  </a:lnTo>
                  <a:lnTo>
                    <a:pt x="0" y="123584"/>
                  </a:lnTo>
                  <a:lnTo>
                    <a:pt x="642398" y="123584"/>
                  </a:lnTo>
                  <a:lnTo>
                    <a:pt x="6423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8199851" y="2284123"/>
              <a:ext cx="581025" cy="289560"/>
            </a:xfrm>
            <a:custGeom>
              <a:avLst/>
              <a:gdLst/>
              <a:ahLst/>
              <a:cxnLst/>
              <a:rect l="l" t="t" r="r" b="b"/>
              <a:pathLst>
                <a:path w="581025" h="289560">
                  <a:moveTo>
                    <a:pt x="0" y="0"/>
                  </a:moveTo>
                  <a:lnTo>
                    <a:pt x="0" y="289123"/>
                  </a:lnTo>
                </a:path>
                <a:path w="581025" h="289560">
                  <a:moveTo>
                    <a:pt x="580458" y="0"/>
                  </a:moveTo>
                  <a:lnTo>
                    <a:pt x="580458" y="289123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8199851" y="2170016"/>
              <a:ext cx="577850" cy="165735"/>
            </a:xfrm>
            <a:custGeom>
              <a:avLst/>
              <a:gdLst/>
              <a:ahLst/>
              <a:cxnLst/>
              <a:rect l="l" t="t" r="r" b="b"/>
              <a:pathLst>
                <a:path w="577850" h="165735">
                  <a:moveTo>
                    <a:pt x="317666" y="0"/>
                  </a:moveTo>
                  <a:lnTo>
                    <a:pt x="255871" y="0"/>
                  </a:lnTo>
                  <a:lnTo>
                    <a:pt x="197777" y="3166"/>
                  </a:lnTo>
                  <a:lnTo>
                    <a:pt x="143706" y="11287"/>
                  </a:lnTo>
                  <a:lnTo>
                    <a:pt x="91566" y="22109"/>
                  </a:lnTo>
                  <a:lnTo>
                    <a:pt x="52944" y="32484"/>
                  </a:lnTo>
                  <a:lnTo>
                    <a:pt x="5793" y="65863"/>
                  </a:lnTo>
                  <a:lnTo>
                    <a:pt x="0" y="85254"/>
                  </a:lnTo>
                  <a:lnTo>
                    <a:pt x="5793" y="99690"/>
                  </a:lnTo>
                  <a:lnTo>
                    <a:pt x="52944" y="133050"/>
                  </a:lnTo>
                  <a:lnTo>
                    <a:pt x="91566" y="143425"/>
                  </a:lnTo>
                  <a:lnTo>
                    <a:pt x="143706" y="154713"/>
                  </a:lnTo>
                  <a:lnTo>
                    <a:pt x="197777" y="162368"/>
                  </a:lnTo>
                  <a:lnTo>
                    <a:pt x="255871" y="165535"/>
                  </a:lnTo>
                  <a:lnTo>
                    <a:pt x="317666" y="165535"/>
                  </a:lnTo>
                  <a:lnTo>
                    <a:pt x="374634" y="162368"/>
                  </a:lnTo>
                  <a:lnTo>
                    <a:pt x="432567" y="154713"/>
                  </a:lnTo>
                  <a:lnTo>
                    <a:pt x="480845" y="143425"/>
                  </a:lnTo>
                  <a:lnTo>
                    <a:pt x="519789" y="133050"/>
                  </a:lnTo>
                  <a:lnTo>
                    <a:pt x="570802" y="99690"/>
                  </a:lnTo>
                  <a:lnTo>
                    <a:pt x="577400" y="85254"/>
                  </a:lnTo>
                  <a:lnTo>
                    <a:pt x="570802" y="65863"/>
                  </a:lnTo>
                  <a:lnTo>
                    <a:pt x="519789" y="32484"/>
                  </a:lnTo>
                  <a:lnTo>
                    <a:pt x="480845" y="22109"/>
                  </a:lnTo>
                  <a:lnTo>
                    <a:pt x="432567" y="11287"/>
                  </a:lnTo>
                  <a:lnTo>
                    <a:pt x="374634" y="3166"/>
                  </a:lnTo>
                  <a:lnTo>
                    <a:pt x="3176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8199851" y="1901196"/>
              <a:ext cx="577850" cy="434975"/>
            </a:xfrm>
            <a:custGeom>
              <a:avLst/>
              <a:gdLst/>
              <a:ahLst/>
              <a:cxnLst/>
              <a:rect l="l" t="t" r="r" b="b"/>
              <a:pathLst>
                <a:path w="577850" h="434975">
                  <a:moveTo>
                    <a:pt x="0" y="354074"/>
                  </a:moveTo>
                  <a:lnTo>
                    <a:pt x="21081" y="317082"/>
                  </a:lnTo>
                  <a:lnTo>
                    <a:pt x="91566" y="290930"/>
                  </a:lnTo>
                  <a:lnTo>
                    <a:pt x="143706" y="280108"/>
                  </a:lnTo>
                  <a:lnTo>
                    <a:pt x="197777" y="271986"/>
                  </a:lnTo>
                  <a:lnTo>
                    <a:pt x="255871" y="268820"/>
                  </a:lnTo>
                  <a:lnTo>
                    <a:pt x="317666" y="268820"/>
                  </a:lnTo>
                  <a:lnTo>
                    <a:pt x="374634" y="271986"/>
                  </a:lnTo>
                  <a:lnTo>
                    <a:pt x="432567" y="280108"/>
                  </a:lnTo>
                  <a:lnTo>
                    <a:pt x="480845" y="290930"/>
                  </a:lnTo>
                  <a:lnTo>
                    <a:pt x="519789" y="301305"/>
                  </a:lnTo>
                  <a:lnTo>
                    <a:pt x="570802" y="334684"/>
                  </a:lnTo>
                  <a:lnTo>
                    <a:pt x="577400" y="354074"/>
                  </a:lnTo>
                  <a:lnTo>
                    <a:pt x="570802" y="368510"/>
                  </a:lnTo>
                  <a:lnTo>
                    <a:pt x="519789" y="401870"/>
                  </a:lnTo>
                  <a:lnTo>
                    <a:pt x="480845" y="412245"/>
                  </a:lnTo>
                  <a:lnTo>
                    <a:pt x="432567" y="423533"/>
                  </a:lnTo>
                  <a:lnTo>
                    <a:pt x="374634" y="431189"/>
                  </a:lnTo>
                  <a:lnTo>
                    <a:pt x="317667" y="434355"/>
                  </a:lnTo>
                  <a:lnTo>
                    <a:pt x="255871" y="434355"/>
                  </a:lnTo>
                  <a:lnTo>
                    <a:pt x="197777" y="431189"/>
                  </a:lnTo>
                  <a:lnTo>
                    <a:pt x="143706" y="423533"/>
                  </a:lnTo>
                  <a:lnTo>
                    <a:pt x="91566" y="412245"/>
                  </a:lnTo>
                  <a:lnTo>
                    <a:pt x="52944" y="401870"/>
                  </a:lnTo>
                  <a:lnTo>
                    <a:pt x="5793" y="368510"/>
                  </a:lnTo>
                  <a:lnTo>
                    <a:pt x="0" y="354074"/>
                  </a:lnTo>
                  <a:close/>
                </a:path>
                <a:path w="577850" h="434975">
                  <a:moveTo>
                    <a:pt x="0" y="84807"/>
                  </a:moveTo>
                  <a:lnTo>
                    <a:pt x="21081" y="47814"/>
                  </a:lnTo>
                  <a:lnTo>
                    <a:pt x="91566" y="22109"/>
                  </a:lnTo>
                  <a:lnTo>
                    <a:pt x="143706" y="10822"/>
                  </a:lnTo>
                  <a:lnTo>
                    <a:pt x="197777" y="3166"/>
                  </a:lnTo>
                  <a:lnTo>
                    <a:pt x="255871" y="0"/>
                  </a:lnTo>
                  <a:lnTo>
                    <a:pt x="317666" y="0"/>
                  </a:lnTo>
                  <a:lnTo>
                    <a:pt x="374634" y="3166"/>
                  </a:lnTo>
                  <a:lnTo>
                    <a:pt x="432567" y="10822"/>
                  </a:lnTo>
                  <a:lnTo>
                    <a:pt x="480845" y="22109"/>
                  </a:lnTo>
                  <a:lnTo>
                    <a:pt x="519789" y="32484"/>
                  </a:lnTo>
                  <a:lnTo>
                    <a:pt x="570802" y="65863"/>
                  </a:lnTo>
                  <a:lnTo>
                    <a:pt x="577400" y="84807"/>
                  </a:lnTo>
                  <a:lnTo>
                    <a:pt x="570802" y="99690"/>
                  </a:lnTo>
                  <a:lnTo>
                    <a:pt x="519789" y="133069"/>
                  </a:lnTo>
                  <a:lnTo>
                    <a:pt x="480845" y="143425"/>
                  </a:lnTo>
                  <a:lnTo>
                    <a:pt x="432567" y="154266"/>
                  </a:lnTo>
                  <a:lnTo>
                    <a:pt x="374634" y="162368"/>
                  </a:lnTo>
                  <a:lnTo>
                    <a:pt x="317666" y="165535"/>
                  </a:lnTo>
                  <a:lnTo>
                    <a:pt x="255871" y="165535"/>
                  </a:lnTo>
                  <a:lnTo>
                    <a:pt x="197777" y="162368"/>
                  </a:lnTo>
                  <a:lnTo>
                    <a:pt x="143706" y="154266"/>
                  </a:lnTo>
                  <a:lnTo>
                    <a:pt x="91566" y="143425"/>
                  </a:lnTo>
                  <a:lnTo>
                    <a:pt x="52944" y="133069"/>
                  </a:lnTo>
                  <a:lnTo>
                    <a:pt x="5793" y="99690"/>
                  </a:lnTo>
                  <a:lnTo>
                    <a:pt x="0" y="84807"/>
                  </a:lnTo>
                  <a:close/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8166056" y="2135285"/>
              <a:ext cx="642620" cy="123189"/>
            </a:xfrm>
            <a:custGeom>
              <a:avLst/>
              <a:gdLst/>
              <a:ahLst/>
              <a:cxnLst/>
              <a:rect l="l" t="t" r="r" b="b"/>
              <a:pathLst>
                <a:path w="642620" h="123189">
                  <a:moveTo>
                    <a:pt x="642398" y="0"/>
                  </a:moveTo>
                  <a:lnTo>
                    <a:pt x="0" y="0"/>
                  </a:lnTo>
                  <a:lnTo>
                    <a:pt x="0" y="123133"/>
                  </a:lnTo>
                  <a:lnTo>
                    <a:pt x="642398" y="123133"/>
                  </a:lnTo>
                  <a:lnTo>
                    <a:pt x="6423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8199851" y="1973821"/>
              <a:ext cx="581025" cy="289560"/>
            </a:xfrm>
            <a:custGeom>
              <a:avLst/>
              <a:gdLst/>
              <a:ahLst/>
              <a:cxnLst/>
              <a:rect l="l" t="t" r="r" b="b"/>
              <a:pathLst>
                <a:path w="581025" h="289560">
                  <a:moveTo>
                    <a:pt x="0" y="0"/>
                  </a:moveTo>
                  <a:lnTo>
                    <a:pt x="0" y="289104"/>
                  </a:lnTo>
                </a:path>
                <a:path w="581025" h="289560">
                  <a:moveTo>
                    <a:pt x="580458" y="0"/>
                  </a:moveTo>
                  <a:lnTo>
                    <a:pt x="580458" y="289104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8199851" y="1856101"/>
              <a:ext cx="577850" cy="166370"/>
            </a:xfrm>
            <a:custGeom>
              <a:avLst/>
              <a:gdLst/>
              <a:ahLst/>
              <a:cxnLst/>
              <a:rect l="l" t="t" r="r" b="b"/>
              <a:pathLst>
                <a:path w="577850" h="166369">
                  <a:moveTo>
                    <a:pt x="317666" y="0"/>
                  </a:moveTo>
                  <a:lnTo>
                    <a:pt x="255871" y="0"/>
                  </a:lnTo>
                  <a:lnTo>
                    <a:pt x="197777" y="3594"/>
                  </a:lnTo>
                  <a:lnTo>
                    <a:pt x="143706" y="11269"/>
                  </a:lnTo>
                  <a:lnTo>
                    <a:pt x="91566" y="22538"/>
                  </a:lnTo>
                  <a:lnTo>
                    <a:pt x="52944" y="32466"/>
                  </a:lnTo>
                  <a:lnTo>
                    <a:pt x="5793" y="66292"/>
                  </a:lnTo>
                  <a:lnTo>
                    <a:pt x="0" y="85235"/>
                  </a:lnTo>
                  <a:lnTo>
                    <a:pt x="5793" y="99671"/>
                  </a:lnTo>
                  <a:lnTo>
                    <a:pt x="52944" y="133497"/>
                  </a:lnTo>
                  <a:lnTo>
                    <a:pt x="91566" y="143425"/>
                  </a:lnTo>
                  <a:lnTo>
                    <a:pt x="143706" y="154694"/>
                  </a:lnTo>
                  <a:lnTo>
                    <a:pt x="197777" y="162368"/>
                  </a:lnTo>
                  <a:lnTo>
                    <a:pt x="255871" y="165982"/>
                  </a:lnTo>
                  <a:lnTo>
                    <a:pt x="317666" y="165982"/>
                  </a:lnTo>
                  <a:lnTo>
                    <a:pt x="374634" y="162368"/>
                  </a:lnTo>
                  <a:lnTo>
                    <a:pt x="432567" y="154694"/>
                  </a:lnTo>
                  <a:lnTo>
                    <a:pt x="480845" y="143425"/>
                  </a:lnTo>
                  <a:lnTo>
                    <a:pt x="519789" y="133497"/>
                  </a:lnTo>
                  <a:lnTo>
                    <a:pt x="570802" y="99671"/>
                  </a:lnTo>
                  <a:lnTo>
                    <a:pt x="577400" y="85235"/>
                  </a:lnTo>
                  <a:lnTo>
                    <a:pt x="570802" y="66292"/>
                  </a:lnTo>
                  <a:lnTo>
                    <a:pt x="519789" y="32466"/>
                  </a:lnTo>
                  <a:lnTo>
                    <a:pt x="480845" y="22538"/>
                  </a:lnTo>
                  <a:lnTo>
                    <a:pt x="432567" y="11269"/>
                  </a:lnTo>
                  <a:lnTo>
                    <a:pt x="374634" y="3594"/>
                  </a:lnTo>
                  <a:lnTo>
                    <a:pt x="3176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8199850" y="1587280"/>
              <a:ext cx="577850" cy="434975"/>
            </a:xfrm>
            <a:custGeom>
              <a:avLst/>
              <a:gdLst/>
              <a:ahLst/>
              <a:cxnLst/>
              <a:rect l="l" t="t" r="r" b="b"/>
              <a:pathLst>
                <a:path w="577850" h="434975">
                  <a:moveTo>
                    <a:pt x="0" y="354056"/>
                  </a:moveTo>
                  <a:lnTo>
                    <a:pt x="21081" y="317082"/>
                  </a:lnTo>
                  <a:lnTo>
                    <a:pt x="91566" y="291358"/>
                  </a:lnTo>
                  <a:lnTo>
                    <a:pt x="143706" y="280089"/>
                  </a:lnTo>
                  <a:lnTo>
                    <a:pt x="197777" y="272415"/>
                  </a:lnTo>
                  <a:lnTo>
                    <a:pt x="255871" y="268820"/>
                  </a:lnTo>
                  <a:lnTo>
                    <a:pt x="317666" y="268820"/>
                  </a:lnTo>
                  <a:lnTo>
                    <a:pt x="374634" y="272415"/>
                  </a:lnTo>
                  <a:lnTo>
                    <a:pt x="432567" y="280089"/>
                  </a:lnTo>
                  <a:lnTo>
                    <a:pt x="480845" y="291358"/>
                  </a:lnTo>
                  <a:lnTo>
                    <a:pt x="519789" y="301286"/>
                  </a:lnTo>
                  <a:lnTo>
                    <a:pt x="570802" y="335112"/>
                  </a:lnTo>
                  <a:lnTo>
                    <a:pt x="577400" y="354056"/>
                  </a:lnTo>
                  <a:lnTo>
                    <a:pt x="570802" y="368491"/>
                  </a:lnTo>
                  <a:lnTo>
                    <a:pt x="519789" y="402317"/>
                  </a:lnTo>
                  <a:lnTo>
                    <a:pt x="480845" y="412245"/>
                  </a:lnTo>
                  <a:lnTo>
                    <a:pt x="432567" y="423515"/>
                  </a:lnTo>
                  <a:lnTo>
                    <a:pt x="374634" y="431189"/>
                  </a:lnTo>
                  <a:lnTo>
                    <a:pt x="317667" y="434802"/>
                  </a:lnTo>
                  <a:lnTo>
                    <a:pt x="255871" y="434802"/>
                  </a:lnTo>
                  <a:lnTo>
                    <a:pt x="197777" y="431189"/>
                  </a:lnTo>
                  <a:lnTo>
                    <a:pt x="143706" y="423515"/>
                  </a:lnTo>
                  <a:lnTo>
                    <a:pt x="91566" y="412245"/>
                  </a:lnTo>
                  <a:lnTo>
                    <a:pt x="52944" y="402317"/>
                  </a:lnTo>
                  <a:lnTo>
                    <a:pt x="5793" y="368491"/>
                  </a:lnTo>
                  <a:lnTo>
                    <a:pt x="0" y="354056"/>
                  </a:lnTo>
                  <a:close/>
                </a:path>
                <a:path w="577850" h="434975">
                  <a:moveTo>
                    <a:pt x="0" y="85235"/>
                  </a:moveTo>
                  <a:lnTo>
                    <a:pt x="21081" y="48261"/>
                  </a:lnTo>
                  <a:lnTo>
                    <a:pt x="91566" y="22538"/>
                  </a:lnTo>
                  <a:lnTo>
                    <a:pt x="143706" y="11269"/>
                  </a:lnTo>
                  <a:lnTo>
                    <a:pt x="197777" y="3147"/>
                  </a:lnTo>
                  <a:lnTo>
                    <a:pt x="255871" y="0"/>
                  </a:lnTo>
                  <a:lnTo>
                    <a:pt x="317666" y="0"/>
                  </a:lnTo>
                  <a:lnTo>
                    <a:pt x="374634" y="3147"/>
                  </a:lnTo>
                  <a:lnTo>
                    <a:pt x="432567" y="11269"/>
                  </a:lnTo>
                  <a:lnTo>
                    <a:pt x="480845" y="22538"/>
                  </a:lnTo>
                  <a:lnTo>
                    <a:pt x="519789" y="32466"/>
                  </a:lnTo>
                  <a:lnTo>
                    <a:pt x="570802" y="66292"/>
                  </a:lnTo>
                  <a:lnTo>
                    <a:pt x="577400" y="85235"/>
                  </a:lnTo>
                  <a:lnTo>
                    <a:pt x="570802" y="99671"/>
                  </a:lnTo>
                  <a:lnTo>
                    <a:pt x="519789" y="133497"/>
                  </a:lnTo>
                  <a:lnTo>
                    <a:pt x="480845" y="143425"/>
                  </a:lnTo>
                  <a:lnTo>
                    <a:pt x="432567" y="154694"/>
                  </a:lnTo>
                  <a:lnTo>
                    <a:pt x="374634" y="162368"/>
                  </a:lnTo>
                  <a:lnTo>
                    <a:pt x="317666" y="165982"/>
                  </a:lnTo>
                  <a:lnTo>
                    <a:pt x="255871" y="165982"/>
                  </a:lnTo>
                  <a:lnTo>
                    <a:pt x="197777" y="162368"/>
                  </a:lnTo>
                  <a:lnTo>
                    <a:pt x="143706" y="154694"/>
                  </a:lnTo>
                  <a:lnTo>
                    <a:pt x="91566" y="143425"/>
                  </a:lnTo>
                  <a:lnTo>
                    <a:pt x="52944" y="133497"/>
                  </a:lnTo>
                  <a:lnTo>
                    <a:pt x="5793" y="99671"/>
                  </a:lnTo>
                  <a:lnTo>
                    <a:pt x="0" y="85235"/>
                  </a:lnTo>
                  <a:close/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8166056" y="1821369"/>
              <a:ext cx="642620" cy="123189"/>
            </a:xfrm>
            <a:custGeom>
              <a:avLst/>
              <a:gdLst/>
              <a:ahLst/>
              <a:cxnLst/>
              <a:rect l="l" t="t" r="r" b="b"/>
              <a:pathLst>
                <a:path w="642620" h="123189">
                  <a:moveTo>
                    <a:pt x="642398" y="0"/>
                  </a:moveTo>
                  <a:lnTo>
                    <a:pt x="0" y="0"/>
                  </a:lnTo>
                  <a:lnTo>
                    <a:pt x="0" y="123133"/>
                  </a:lnTo>
                  <a:lnTo>
                    <a:pt x="642398" y="123133"/>
                  </a:lnTo>
                  <a:lnTo>
                    <a:pt x="6423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8199850" y="1659887"/>
              <a:ext cx="581025" cy="289560"/>
            </a:xfrm>
            <a:custGeom>
              <a:avLst/>
              <a:gdLst/>
              <a:ahLst/>
              <a:cxnLst/>
              <a:rect l="l" t="t" r="r" b="b"/>
              <a:pathLst>
                <a:path w="581025" h="289560">
                  <a:moveTo>
                    <a:pt x="0" y="0"/>
                  </a:moveTo>
                  <a:lnTo>
                    <a:pt x="0" y="289123"/>
                  </a:lnTo>
                </a:path>
                <a:path w="581025" h="289560">
                  <a:moveTo>
                    <a:pt x="580458" y="0"/>
                  </a:moveTo>
                  <a:lnTo>
                    <a:pt x="580458" y="289123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8199850" y="1545780"/>
              <a:ext cx="577850" cy="167005"/>
            </a:xfrm>
            <a:custGeom>
              <a:avLst/>
              <a:gdLst/>
              <a:ahLst/>
              <a:cxnLst/>
              <a:rect l="l" t="t" r="r" b="b"/>
              <a:pathLst>
                <a:path w="577850" h="167005">
                  <a:moveTo>
                    <a:pt x="317666" y="0"/>
                  </a:moveTo>
                  <a:lnTo>
                    <a:pt x="255871" y="0"/>
                  </a:lnTo>
                  <a:lnTo>
                    <a:pt x="197777" y="4507"/>
                  </a:lnTo>
                  <a:lnTo>
                    <a:pt x="143706" y="11269"/>
                  </a:lnTo>
                  <a:lnTo>
                    <a:pt x="91566" y="22556"/>
                  </a:lnTo>
                  <a:lnTo>
                    <a:pt x="52944" y="33826"/>
                  </a:lnTo>
                  <a:lnTo>
                    <a:pt x="5793" y="67205"/>
                  </a:lnTo>
                  <a:lnTo>
                    <a:pt x="0" y="85254"/>
                  </a:lnTo>
                  <a:lnTo>
                    <a:pt x="5793" y="101031"/>
                  </a:lnTo>
                  <a:lnTo>
                    <a:pt x="52944" y="134410"/>
                  </a:lnTo>
                  <a:lnTo>
                    <a:pt x="91566" y="144785"/>
                  </a:lnTo>
                  <a:lnTo>
                    <a:pt x="143706" y="155607"/>
                  </a:lnTo>
                  <a:lnTo>
                    <a:pt x="197777" y="162368"/>
                  </a:lnTo>
                  <a:lnTo>
                    <a:pt x="255871" y="166876"/>
                  </a:lnTo>
                  <a:lnTo>
                    <a:pt x="317666" y="166876"/>
                  </a:lnTo>
                  <a:lnTo>
                    <a:pt x="374634" y="162368"/>
                  </a:lnTo>
                  <a:lnTo>
                    <a:pt x="432567" y="155607"/>
                  </a:lnTo>
                  <a:lnTo>
                    <a:pt x="480845" y="144785"/>
                  </a:lnTo>
                  <a:lnTo>
                    <a:pt x="519789" y="134410"/>
                  </a:lnTo>
                  <a:lnTo>
                    <a:pt x="570802" y="101031"/>
                  </a:lnTo>
                  <a:lnTo>
                    <a:pt x="577400" y="85254"/>
                  </a:lnTo>
                  <a:lnTo>
                    <a:pt x="570802" y="67205"/>
                  </a:lnTo>
                  <a:lnTo>
                    <a:pt x="519789" y="33826"/>
                  </a:lnTo>
                  <a:lnTo>
                    <a:pt x="480845" y="22556"/>
                  </a:lnTo>
                  <a:lnTo>
                    <a:pt x="432567" y="11269"/>
                  </a:lnTo>
                  <a:lnTo>
                    <a:pt x="374634" y="4507"/>
                  </a:lnTo>
                  <a:lnTo>
                    <a:pt x="3176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8199850" y="1277015"/>
              <a:ext cx="577850" cy="436245"/>
            </a:xfrm>
            <a:custGeom>
              <a:avLst/>
              <a:gdLst/>
              <a:ahLst/>
              <a:cxnLst/>
              <a:rect l="l" t="t" r="r" b="b"/>
              <a:pathLst>
                <a:path w="577850" h="436244">
                  <a:moveTo>
                    <a:pt x="0" y="354018"/>
                  </a:moveTo>
                  <a:lnTo>
                    <a:pt x="21081" y="317026"/>
                  </a:lnTo>
                  <a:lnTo>
                    <a:pt x="91566" y="291321"/>
                  </a:lnTo>
                  <a:lnTo>
                    <a:pt x="143706" y="280033"/>
                  </a:lnTo>
                  <a:lnTo>
                    <a:pt x="197777" y="273272"/>
                  </a:lnTo>
                  <a:lnTo>
                    <a:pt x="255871" y="268764"/>
                  </a:lnTo>
                  <a:lnTo>
                    <a:pt x="317666" y="268764"/>
                  </a:lnTo>
                  <a:lnTo>
                    <a:pt x="374634" y="273272"/>
                  </a:lnTo>
                  <a:lnTo>
                    <a:pt x="432567" y="280033"/>
                  </a:lnTo>
                  <a:lnTo>
                    <a:pt x="480845" y="291321"/>
                  </a:lnTo>
                  <a:lnTo>
                    <a:pt x="519789" y="302590"/>
                  </a:lnTo>
                  <a:lnTo>
                    <a:pt x="570802" y="335969"/>
                  </a:lnTo>
                  <a:lnTo>
                    <a:pt x="577400" y="354018"/>
                  </a:lnTo>
                  <a:lnTo>
                    <a:pt x="570802" y="369795"/>
                  </a:lnTo>
                  <a:lnTo>
                    <a:pt x="519789" y="403174"/>
                  </a:lnTo>
                  <a:lnTo>
                    <a:pt x="480845" y="413549"/>
                  </a:lnTo>
                  <a:lnTo>
                    <a:pt x="432567" y="424371"/>
                  </a:lnTo>
                  <a:lnTo>
                    <a:pt x="374634" y="431133"/>
                  </a:lnTo>
                  <a:lnTo>
                    <a:pt x="317667" y="435641"/>
                  </a:lnTo>
                  <a:lnTo>
                    <a:pt x="255871" y="435641"/>
                  </a:lnTo>
                  <a:lnTo>
                    <a:pt x="197777" y="431133"/>
                  </a:lnTo>
                  <a:lnTo>
                    <a:pt x="143706" y="424371"/>
                  </a:lnTo>
                  <a:lnTo>
                    <a:pt x="91566" y="413549"/>
                  </a:lnTo>
                  <a:lnTo>
                    <a:pt x="52944" y="403174"/>
                  </a:lnTo>
                  <a:lnTo>
                    <a:pt x="5793" y="369795"/>
                  </a:lnTo>
                  <a:lnTo>
                    <a:pt x="0" y="354018"/>
                  </a:lnTo>
                  <a:close/>
                </a:path>
                <a:path w="577850" h="436244">
                  <a:moveTo>
                    <a:pt x="0" y="85123"/>
                  </a:moveTo>
                  <a:lnTo>
                    <a:pt x="21081" y="48243"/>
                  </a:lnTo>
                  <a:lnTo>
                    <a:pt x="91566" y="22538"/>
                  </a:lnTo>
                  <a:lnTo>
                    <a:pt x="143706" y="11176"/>
                  </a:lnTo>
                  <a:lnTo>
                    <a:pt x="197777" y="4470"/>
                  </a:lnTo>
                  <a:lnTo>
                    <a:pt x="255871" y="0"/>
                  </a:lnTo>
                  <a:lnTo>
                    <a:pt x="317666" y="0"/>
                  </a:lnTo>
                  <a:lnTo>
                    <a:pt x="374634" y="4470"/>
                  </a:lnTo>
                  <a:lnTo>
                    <a:pt x="432567" y="11176"/>
                  </a:lnTo>
                  <a:lnTo>
                    <a:pt x="480845" y="22538"/>
                  </a:lnTo>
                  <a:lnTo>
                    <a:pt x="519789" y="33341"/>
                  </a:lnTo>
                  <a:lnTo>
                    <a:pt x="570802" y="67242"/>
                  </a:lnTo>
                  <a:lnTo>
                    <a:pt x="577400" y="85123"/>
                  </a:lnTo>
                  <a:lnTo>
                    <a:pt x="570802" y="100584"/>
                  </a:lnTo>
                  <a:lnTo>
                    <a:pt x="519789" y="134298"/>
                  </a:lnTo>
                  <a:lnTo>
                    <a:pt x="480845" y="144356"/>
                  </a:lnTo>
                  <a:lnTo>
                    <a:pt x="432567" y="155532"/>
                  </a:lnTo>
                  <a:lnTo>
                    <a:pt x="374634" y="162238"/>
                  </a:lnTo>
                  <a:lnTo>
                    <a:pt x="317666" y="166895"/>
                  </a:lnTo>
                  <a:lnTo>
                    <a:pt x="255871" y="166895"/>
                  </a:lnTo>
                  <a:lnTo>
                    <a:pt x="197777" y="162238"/>
                  </a:lnTo>
                  <a:lnTo>
                    <a:pt x="143706" y="155532"/>
                  </a:lnTo>
                  <a:lnTo>
                    <a:pt x="91566" y="144356"/>
                  </a:lnTo>
                  <a:lnTo>
                    <a:pt x="52944" y="134298"/>
                  </a:lnTo>
                  <a:lnTo>
                    <a:pt x="5793" y="100584"/>
                  </a:lnTo>
                  <a:lnTo>
                    <a:pt x="0" y="85123"/>
                  </a:lnTo>
                  <a:close/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8166056" y="1511049"/>
              <a:ext cx="642620" cy="123189"/>
            </a:xfrm>
            <a:custGeom>
              <a:avLst/>
              <a:gdLst/>
              <a:ahLst/>
              <a:cxnLst/>
              <a:rect l="l" t="t" r="r" b="b"/>
              <a:pathLst>
                <a:path w="642620" h="123189">
                  <a:moveTo>
                    <a:pt x="642398" y="0"/>
                  </a:moveTo>
                  <a:lnTo>
                    <a:pt x="0" y="0"/>
                  </a:lnTo>
                  <a:lnTo>
                    <a:pt x="0" y="123133"/>
                  </a:lnTo>
                  <a:lnTo>
                    <a:pt x="642398" y="123133"/>
                  </a:lnTo>
                  <a:lnTo>
                    <a:pt x="6423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8199850" y="1349659"/>
              <a:ext cx="581025" cy="290830"/>
            </a:xfrm>
            <a:custGeom>
              <a:avLst/>
              <a:gdLst/>
              <a:ahLst/>
              <a:cxnLst/>
              <a:rect l="l" t="t" r="r" b="b"/>
              <a:pathLst>
                <a:path w="581025" h="290830">
                  <a:moveTo>
                    <a:pt x="0" y="0"/>
                  </a:moveTo>
                  <a:lnTo>
                    <a:pt x="0" y="290390"/>
                  </a:lnTo>
                </a:path>
                <a:path w="581025" h="290830">
                  <a:moveTo>
                    <a:pt x="580458" y="0"/>
                  </a:moveTo>
                  <a:lnTo>
                    <a:pt x="580458" y="290390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8330722" y="1466001"/>
            <a:ext cx="35115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7575" sz="1650" spc="-15">
                <a:latin typeface="Times New Roman"/>
                <a:cs typeface="Times New Roman"/>
              </a:rPr>
              <a:t>A</a:t>
            </a:r>
            <a:r>
              <a:rPr dirty="0" sz="700" spc="-10">
                <a:latin typeface="Times New Roman"/>
                <a:cs typeface="Times New Roman"/>
              </a:rPr>
              <a:t>parity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8333458" y="1781724"/>
            <a:ext cx="34480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7575" sz="1650" spc="-15">
                <a:latin typeface="Times New Roman"/>
                <a:cs typeface="Times New Roman"/>
              </a:rPr>
              <a:t>B</a:t>
            </a:r>
            <a:r>
              <a:rPr dirty="0" sz="700" spc="-10">
                <a:latin typeface="Times New Roman"/>
                <a:cs typeface="Times New Roman"/>
              </a:rPr>
              <a:t>parity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8319136" y="2399199"/>
            <a:ext cx="35115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7575" sz="1650" spc="-15">
                <a:latin typeface="Times New Roman"/>
                <a:cs typeface="Times New Roman"/>
              </a:rPr>
              <a:t>D</a:t>
            </a:r>
            <a:r>
              <a:rPr dirty="0" sz="700" spc="-10">
                <a:latin typeface="Times New Roman"/>
                <a:cs typeface="Times New Roman"/>
              </a:rPr>
              <a:t>parity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8333458" y="2103314"/>
            <a:ext cx="34480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7575" sz="1650" spc="-15">
                <a:latin typeface="Times New Roman"/>
                <a:cs typeface="Times New Roman"/>
              </a:rPr>
              <a:t>C</a:t>
            </a:r>
            <a:r>
              <a:rPr dirty="0" sz="700" spc="-10">
                <a:latin typeface="Times New Roman"/>
                <a:cs typeface="Times New Roman"/>
              </a:rPr>
              <a:t>parity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32" name="object 32" descr=""/>
          <p:cNvSpPr/>
          <p:nvPr/>
        </p:nvSpPr>
        <p:spPr>
          <a:xfrm>
            <a:off x="8091709" y="983272"/>
            <a:ext cx="405765" cy="347980"/>
          </a:xfrm>
          <a:custGeom>
            <a:avLst/>
            <a:gdLst/>
            <a:ahLst/>
            <a:cxnLst/>
            <a:rect l="l" t="t" r="r" b="b"/>
            <a:pathLst>
              <a:path w="405765" h="347980">
                <a:moveTo>
                  <a:pt x="0" y="0"/>
                </a:moveTo>
                <a:lnTo>
                  <a:pt x="405693" y="1490"/>
                </a:lnTo>
              </a:path>
              <a:path w="405765" h="347980">
                <a:moveTo>
                  <a:pt x="405693" y="0"/>
                </a:moveTo>
                <a:lnTo>
                  <a:pt x="405693" y="347387"/>
                </a:lnTo>
              </a:path>
            </a:pathLst>
          </a:custGeom>
          <a:ln w="1763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 txBox="1"/>
          <p:nvPr/>
        </p:nvSpPr>
        <p:spPr>
          <a:xfrm>
            <a:off x="4169227" y="2754186"/>
            <a:ext cx="2101850" cy="227329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838200" algn="l"/>
                <a:tab pos="1687830" algn="l"/>
              </a:tabLst>
            </a:pPr>
            <a:r>
              <a:rPr dirty="0" sz="1300" spc="-170" b="1">
                <a:solidFill>
                  <a:srgbClr val="993300"/>
                </a:solidFill>
                <a:latin typeface="宋体"/>
                <a:cs typeface="宋体"/>
              </a:rPr>
              <a:t>条</a:t>
            </a:r>
            <a:r>
              <a:rPr dirty="0" sz="1300" spc="-175" b="1">
                <a:solidFill>
                  <a:srgbClr val="993300"/>
                </a:solidFill>
                <a:latin typeface="宋体"/>
                <a:cs typeface="宋体"/>
              </a:rPr>
              <a:t>带</a:t>
            </a:r>
            <a:r>
              <a:rPr dirty="0" sz="1300" spc="-355" b="1">
                <a:solidFill>
                  <a:srgbClr val="993300"/>
                </a:solidFill>
                <a:latin typeface="宋体"/>
                <a:cs typeface="宋体"/>
              </a:rPr>
              <a:t> </a:t>
            </a:r>
            <a:r>
              <a:rPr dirty="0" sz="1300" spc="-50" b="1">
                <a:solidFill>
                  <a:srgbClr val="993300"/>
                </a:solidFill>
                <a:latin typeface="Times New Roman"/>
                <a:cs typeface="Times New Roman"/>
              </a:rPr>
              <a:t>0</a:t>
            </a:r>
            <a:r>
              <a:rPr dirty="0" sz="1300" b="1">
                <a:solidFill>
                  <a:srgbClr val="993300"/>
                </a:solidFill>
                <a:latin typeface="Times New Roman"/>
                <a:cs typeface="Times New Roman"/>
              </a:rPr>
              <a:t>	</a:t>
            </a:r>
            <a:r>
              <a:rPr dirty="0" sz="1300" spc="-170" b="1">
                <a:solidFill>
                  <a:srgbClr val="993300"/>
                </a:solidFill>
                <a:latin typeface="宋体"/>
                <a:cs typeface="宋体"/>
              </a:rPr>
              <a:t>条</a:t>
            </a:r>
            <a:r>
              <a:rPr dirty="0" sz="1300" spc="-175" b="1">
                <a:solidFill>
                  <a:srgbClr val="993300"/>
                </a:solidFill>
                <a:latin typeface="宋体"/>
                <a:cs typeface="宋体"/>
              </a:rPr>
              <a:t>带</a:t>
            </a:r>
            <a:r>
              <a:rPr dirty="0" sz="1300" spc="-355" b="1">
                <a:solidFill>
                  <a:srgbClr val="993300"/>
                </a:solidFill>
                <a:latin typeface="宋体"/>
                <a:cs typeface="宋体"/>
              </a:rPr>
              <a:t> </a:t>
            </a:r>
            <a:r>
              <a:rPr dirty="0" sz="1300" spc="-50" b="1">
                <a:solidFill>
                  <a:srgbClr val="993300"/>
                </a:solidFill>
                <a:latin typeface="Times New Roman"/>
                <a:cs typeface="Times New Roman"/>
              </a:rPr>
              <a:t>1</a:t>
            </a:r>
            <a:r>
              <a:rPr dirty="0" sz="1300" b="1">
                <a:solidFill>
                  <a:srgbClr val="993300"/>
                </a:solidFill>
                <a:latin typeface="Times New Roman"/>
                <a:cs typeface="Times New Roman"/>
              </a:rPr>
              <a:t>	</a:t>
            </a:r>
            <a:r>
              <a:rPr dirty="0" sz="1300" spc="-170" b="1">
                <a:solidFill>
                  <a:srgbClr val="993300"/>
                </a:solidFill>
                <a:latin typeface="宋体"/>
                <a:cs typeface="宋体"/>
              </a:rPr>
              <a:t>条</a:t>
            </a:r>
            <a:r>
              <a:rPr dirty="0" sz="1300" spc="-175" b="1">
                <a:solidFill>
                  <a:srgbClr val="993300"/>
                </a:solidFill>
                <a:latin typeface="宋体"/>
                <a:cs typeface="宋体"/>
              </a:rPr>
              <a:t>带</a:t>
            </a:r>
            <a:r>
              <a:rPr dirty="0" sz="1300" spc="-355" b="1">
                <a:solidFill>
                  <a:srgbClr val="993300"/>
                </a:solidFill>
                <a:latin typeface="宋体"/>
                <a:cs typeface="宋体"/>
              </a:rPr>
              <a:t> </a:t>
            </a:r>
            <a:r>
              <a:rPr dirty="0" sz="1300" spc="-50" b="1">
                <a:solidFill>
                  <a:srgbClr val="993300"/>
                </a:solidFill>
                <a:latin typeface="Times New Roman"/>
                <a:cs typeface="Times New Roman"/>
              </a:rPr>
              <a:t>2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6711946" y="2754186"/>
            <a:ext cx="426720" cy="227329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235" b="1">
                <a:solidFill>
                  <a:srgbClr val="993300"/>
                </a:solidFill>
                <a:latin typeface="宋体"/>
                <a:cs typeface="宋体"/>
              </a:rPr>
              <a:t>条带 </a:t>
            </a:r>
            <a:r>
              <a:rPr dirty="0" sz="1300" spc="-50" b="1">
                <a:solidFill>
                  <a:srgbClr val="993300"/>
                </a:solidFill>
                <a:latin typeface="Times New Roman"/>
                <a:cs typeface="Times New Roman"/>
              </a:rPr>
              <a:t>3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7999511" y="2665896"/>
            <a:ext cx="1078865" cy="821690"/>
          </a:xfrm>
          <a:prstGeom prst="rect">
            <a:avLst/>
          </a:prstGeom>
        </p:spPr>
        <p:txBody>
          <a:bodyPr wrap="square" lIns="0" tIns="457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dirty="0" sz="1300" spc="-225" b="1">
                <a:solidFill>
                  <a:srgbClr val="993300"/>
                </a:solidFill>
                <a:latin typeface="宋体"/>
                <a:cs typeface="宋体"/>
              </a:rPr>
              <a:t>条带 </a:t>
            </a:r>
            <a:r>
              <a:rPr dirty="0" sz="1300" spc="-100" b="1">
                <a:solidFill>
                  <a:srgbClr val="993300"/>
                </a:solidFill>
                <a:latin typeface="Times New Roman"/>
                <a:cs typeface="Times New Roman"/>
              </a:rPr>
              <a:t>0</a:t>
            </a:r>
            <a:r>
              <a:rPr dirty="0" sz="1300" spc="-175" b="1">
                <a:solidFill>
                  <a:srgbClr val="993300"/>
                </a:solidFill>
                <a:latin typeface="宋体"/>
                <a:cs typeface="宋体"/>
              </a:rPr>
              <a:t>、</a:t>
            </a:r>
            <a:r>
              <a:rPr dirty="0" sz="1300" spc="-95" b="1">
                <a:solidFill>
                  <a:srgbClr val="993300"/>
                </a:solidFill>
                <a:latin typeface="Times New Roman"/>
                <a:cs typeface="Times New Roman"/>
              </a:rPr>
              <a:t>1</a:t>
            </a:r>
            <a:r>
              <a:rPr dirty="0" sz="1300" spc="-170" b="1">
                <a:solidFill>
                  <a:srgbClr val="993300"/>
                </a:solidFill>
                <a:latin typeface="宋体"/>
                <a:cs typeface="宋体"/>
              </a:rPr>
              <a:t>、</a:t>
            </a:r>
            <a:r>
              <a:rPr dirty="0" sz="1300" spc="-100" b="1">
                <a:solidFill>
                  <a:srgbClr val="993300"/>
                </a:solidFill>
                <a:latin typeface="Times New Roman"/>
                <a:cs typeface="Times New Roman"/>
              </a:rPr>
              <a:t>2</a:t>
            </a:r>
            <a:r>
              <a:rPr dirty="0" sz="1300" spc="-180" b="1">
                <a:solidFill>
                  <a:srgbClr val="993300"/>
                </a:solidFill>
                <a:latin typeface="宋体"/>
                <a:cs typeface="宋体"/>
              </a:rPr>
              <a:t>、</a:t>
            </a:r>
            <a:r>
              <a:rPr dirty="0" sz="1300" spc="-50" b="1">
                <a:solidFill>
                  <a:srgbClr val="993300"/>
                </a:solidFill>
                <a:latin typeface="Times New Roman"/>
                <a:cs typeface="Times New Roman"/>
              </a:rPr>
              <a:t>3</a:t>
            </a:r>
            <a:endParaRPr sz="1300">
              <a:latin typeface="Times New Roman"/>
              <a:cs typeface="Times New Roman"/>
            </a:endParaRPr>
          </a:p>
          <a:p>
            <a:pPr algn="ctr" marR="71755">
              <a:lnSpc>
                <a:spcPct val="100000"/>
              </a:lnSpc>
              <a:spcBef>
                <a:spcPts val="265"/>
              </a:spcBef>
            </a:pPr>
            <a:r>
              <a:rPr dirty="0" sz="1300" spc="-130" b="1">
                <a:solidFill>
                  <a:srgbClr val="993300"/>
                </a:solidFill>
                <a:latin typeface="宋体"/>
                <a:cs typeface="宋体"/>
              </a:rPr>
              <a:t>的校验</a:t>
            </a:r>
            <a:endParaRPr sz="1300">
              <a:latin typeface="宋体"/>
              <a:cs typeface="宋体"/>
            </a:endParaRPr>
          </a:p>
          <a:p>
            <a:pPr algn="ctr" marR="15875">
              <a:lnSpc>
                <a:spcPct val="100000"/>
              </a:lnSpc>
              <a:spcBef>
                <a:spcPts val="700"/>
              </a:spcBef>
            </a:pPr>
            <a:r>
              <a:rPr dirty="0" sz="1600" spc="-35">
                <a:solidFill>
                  <a:srgbClr val="40458B"/>
                </a:solidFill>
                <a:latin typeface="黑体"/>
                <a:cs typeface="黑体"/>
              </a:rPr>
              <a:t>专用磁盘</a:t>
            </a:r>
            <a:endParaRPr sz="1600">
              <a:latin typeface="黑体"/>
              <a:cs typeface="黑体"/>
            </a:endParaRPr>
          </a:p>
        </p:txBody>
      </p:sp>
      <p:grpSp>
        <p:nvGrpSpPr>
          <p:cNvPr id="36" name="object 36" descr=""/>
          <p:cNvGrpSpPr/>
          <p:nvPr/>
        </p:nvGrpSpPr>
        <p:grpSpPr>
          <a:xfrm>
            <a:off x="4034371" y="1033319"/>
            <a:ext cx="3178810" cy="1693545"/>
            <a:chOff x="4034371" y="1033319"/>
            <a:chExt cx="3178810" cy="1693545"/>
          </a:xfrm>
        </p:grpSpPr>
        <p:sp>
          <p:nvSpPr>
            <p:cNvPr id="37" name="object 37" descr=""/>
            <p:cNvSpPr/>
            <p:nvPr/>
          </p:nvSpPr>
          <p:spPr>
            <a:xfrm>
              <a:off x="4068244" y="2277362"/>
              <a:ext cx="577850" cy="434975"/>
            </a:xfrm>
            <a:custGeom>
              <a:avLst/>
              <a:gdLst/>
              <a:ahLst/>
              <a:cxnLst/>
              <a:rect l="l" t="t" r="r" b="b"/>
              <a:pathLst>
                <a:path w="577850" h="434975">
                  <a:moveTo>
                    <a:pt x="0" y="354074"/>
                  </a:moveTo>
                  <a:lnTo>
                    <a:pt x="21023" y="316188"/>
                  </a:lnTo>
                  <a:lnTo>
                    <a:pt x="92660" y="291377"/>
                  </a:lnTo>
                  <a:lnTo>
                    <a:pt x="143663" y="280108"/>
                  </a:lnTo>
                  <a:lnTo>
                    <a:pt x="198957" y="272434"/>
                  </a:lnTo>
                  <a:lnTo>
                    <a:pt x="256954" y="268820"/>
                  </a:lnTo>
                  <a:lnTo>
                    <a:pt x="317703" y="268820"/>
                  </a:lnTo>
                  <a:lnTo>
                    <a:pt x="374542" y="272434"/>
                  </a:lnTo>
                  <a:lnTo>
                    <a:pt x="432556" y="280108"/>
                  </a:lnTo>
                  <a:lnTo>
                    <a:pt x="480834" y="291377"/>
                  </a:lnTo>
                  <a:lnTo>
                    <a:pt x="519762" y="301305"/>
                  </a:lnTo>
                  <a:lnTo>
                    <a:pt x="571934" y="335131"/>
                  </a:lnTo>
                  <a:lnTo>
                    <a:pt x="577389" y="354074"/>
                  </a:lnTo>
                  <a:lnTo>
                    <a:pt x="571934" y="368510"/>
                  </a:lnTo>
                  <a:lnTo>
                    <a:pt x="519762" y="402336"/>
                  </a:lnTo>
                  <a:lnTo>
                    <a:pt x="480834" y="412264"/>
                  </a:lnTo>
                  <a:lnTo>
                    <a:pt x="432556" y="423533"/>
                  </a:lnTo>
                  <a:lnTo>
                    <a:pt x="374542" y="431655"/>
                  </a:lnTo>
                  <a:lnTo>
                    <a:pt x="317704" y="434802"/>
                  </a:lnTo>
                  <a:lnTo>
                    <a:pt x="256954" y="434802"/>
                  </a:lnTo>
                  <a:lnTo>
                    <a:pt x="198957" y="431655"/>
                  </a:lnTo>
                  <a:lnTo>
                    <a:pt x="143663" y="423533"/>
                  </a:lnTo>
                  <a:lnTo>
                    <a:pt x="92660" y="412264"/>
                  </a:lnTo>
                  <a:lnTo>
                    <a:pt x="54117" y="402336"/>
                  </a:lnTo>
                  <a:lnTo>
                    <a:pt x="6618" y="368510"/>
                  </a:lnTo>
                  <a:lnTo>
                    <a:pt x="0" y="354074"/>
                  </a:lnTo>
                  <a:close/>
                </a:path>
                <a:path w="577850" h="434975">
                  <a:moveTo>
                    <a:pt x="0" y="85254"/>
                  </a:moveTo>
                  <a:lnTo>
                    <a:pt x="21023" y="47367"/>
                  </a:lnTo>
                  <a:lnTo>
                    <a:pt x="92660" y="22556"/>
                  </a:lnTo>
                  <a:lnTo>
                    <a:pt x="143663" y="11287"/>
                  </a:lnTo>
                  <a:lnTo>
                    <a:pt x="198957" y="3613"/>
                  </a:lnTo>
                  <a:lnTo>
                    <a:pt x="256954" y="0"/>
                  </a:lnTo>
                  <a:lnTo>
                    <a:pt x="317703" y="0"/>
                  </a:lnTo>
                  <a:lnTo>
                    <a:pt x="374542" y="3613"/>
                  </a:lnTo>
                  <a:lnTo>
                    <a:pt x="432556" y="11287"/>
                  </a:lnTo>
                  <a:lnTo>
                    <a:pt x="480834" y="22556"/>
                  </a:lnTo>
                  <a:lnTo>
                    <a:pt x="519762" y="32484"/>
                  </a:lnTo>
                  <a:lnTo>
                    <a:pt x="571934" y="66311"/>
                  </a:lnTo>
                  <a:lnTo>
                    <a:pt x="577389" y="85254"/>
                  </a:lnTo>
                  <a:lnTo>
                    <a:pt x="571934" y="99690"/>
                  </a:lnTo>
                  <a:lnTo>
                    <a:pt x="519762" y="133516"/>
                  </a:lnTo>
                  <a:lnTo>
                    <a:pt x="480834" y="143444"/>
                  </a:lnTo>
                  <a:lnTo>
                    <a:pt x="432556" y="154713"/>
                  </a:lnTo>
                  <a:lnTo>
                    <a:pt x="374542" y="162387"/>
                  </a:lnTo>
                  <a:lnTo>
                    <a:pt x="317703" y="165982"/>
                  </a:lnTo>
                  <a:lnTo>
                    <a:pt x="256954" y="165982"/>
                  </a:lnTo>
                  <a:lnTo>
                    <a:pt x="198957" y="162387"/>
                  </a:lnTo>
                  <a:lnTo>
                    <a:pt x="143663" y="154713"/>
                  </a:lnTo>
                  <a:lnTo>
                    <a:pt x="92660" y="143444"/>
                  </a:lnTo>
                  <a:lnTo>
                    <a:pt x="54117" y="133516"/>
                  </a:lnTo>
                  <a:lnTo>
                    <a:pt x="6618" y="99690"/>
                  </a:lnTo>
                  <a:lnTo>
                    <a:pt x="0" y="85254"/>
                  </a:lnTo>
                  <a:close/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4034371" y="2510557"/>
              <a:ext cx="642620" cy="123189"/>
            </a:xfrm>
            <a:custGeom>
              <a:avLst/>
              <a:gdLst/>
              <a:ahLst/>
              <a:cxnLst/>
              <a:rect l="l" t="t" r="r" b="b"/>
              <a:pathLst>
                <a:path w="642620" h="123189">
                  <a:moveTo>
                    <a:pt x="642398" y="0"/>
                  </a:moveTo>
                  <a:lnTo>
                    <a:pt x="0" y="0"/>
                  </a:lnTo>
                  <a:lnTo>
                    <a:pt x="0" y="123133"/>
                  </a:lnTo>
                  <a:lnTo>
                    <a:pt x="642398" y="123133"/>
                  </a:lnTo>
                  <a:lnTo>
                    <a:pt x="6423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4068244" y="2350434"/>
              <a:ext cx="581660" cy="289560"/>
            </a:xfrm>
            <a:custGeom>
              <a:avLst/>
              <a:gdLst/>
              <a:ahLst/>
              <a:cxnLst/>
              <a:rect l="l" t="t" r="r" b="b"/>
              <a:pathLst>
                <a:path w="581660" h="289560">
                  <a:moveTo>
                    <a:pt x="0" y="0"/>
                  </a:moveTo>
                  <a:lnTo>
                    <a:pt x="0" y="289123"/>
                  </a:lnTo>
                </a:path>
                <a:path w="581660" h="289560">
                  <a:moveTo>
                    <a:pt x="581283" y="0"/>
                  </a:moveTo>
                  <a:lnTo>
                    <a:pt x="581283" y="289123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4068244" y="2235880"/>
              <a:ext cx="577850" cy="167005"/>
            </a:xfrm>
            <a:custGeom>
              <a:avLst/>
              <a:gdLst/>
              <a:ahLst/>
              <a:cxnLst/>
              <a:rect l="l" t="t" r="r" b="b"/>
              <a:pathLst>
                <a:path w="577850" h="167005">
                  <a:moveTo>
                    <a:pt x="317703" y="0"/>
                  </a:moveTo>
                  <a:lnTo>
                    <a:pt x="256954" y="0"/>
                  </a:lnTo>
                  <a:lnTo>
                    <a:pt x="198957" y="4507"/>
                  </a:lnTo>
                  <a:lnTo>
                    <a:pt x="143663" y="11269"/>
                  </a:lnTo>
                  <a:lnTo>
                    <a:pt x="92660" y="22538"/>
                  </a:lnTo>
                  <a:lnTo>
                    <a:pt x="54117" y="32466"/>
                  </a:lnTo>
                  <a:lnTo>
                    <a:pt x="6618" y="66292"/>
                  </a:lnTo>
                  <a:lnTo>
                    <a:pt x="0" y="85235"/>
                  </a:lnTo>
                  <a:lnTo>
                    <a:pt x="6618" y="99671"/>
                  </a:lnTo>
                  <a:lnTo>
                    <a:pt x="54117" y="133497"/>
                  </a:lnTo>
                  <a:lnTo>
                    <a:pt x="92660" y="144766"/>
                  </a:lnTo>
                  <a:lnTo>
                    <a:pt x="143663" y="156054"/>
                  </a:lnTo>
                  <a:lnTo>
                    <a:pt x="198957" y="162368"/>
                  </a:lnTo>
                  <a:lnTo>
                    <a:pt x="256954" y="166876"/>
                  </a:lnTo>
                  <a:lnTo>
                    <a:pt x="317703" y="166876"/>
                  </a:lnTo>
                  <a:lnTo>
                    <a:pt x="374542" y="162368"/>
                  </a:lnTo>
                  <a:lnTo>
                    <a:pt x="432556" y="156054"/>
                  </a:lnTo>
                  <a:lnTo>
                    <a:pt x="480834" y="144766"/>
                  </a:lnTo>
                  <a:lnTo>
                    <a:pt x="519762" y="133497"/>
                  </a:lnTo>
                  <a:lnTo>
                    <a:pt x="571934" y="99671"/>
                  </a:lnTo>
                  <a:lnTo>
                    <a:pt x="577389" y="85235"/>
                  </a:lnTo>
                  <a:lnTo>
                    <a:pt x="571934" y="66292"/>
                  </a:lnTo>
                  <a:lnTo>
                    <a:pt x="519762" y="32466"/>
                  </a:lnTo>
                  <a:lnTo>
                    <a:pt x="480834" y="22538"/>
                  </a:lnTo>
                  <a:lnTo>
                    <a:pt x="432556" y="11269"/>
                  </a:lnTo>
                  <a:lnTo>
                    <a:pt x="374542" y="4507"/>
                  </a:lnTo>
                  <a:lnTo>
                    <a:pt x="3177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4068244" y="1967060"/>
              <a:ext cx="577850" cy="436245"/>
            </a:xfrm>
            <a:custGeom>
              <a:avLst/>
              <a:gdLst/>
              <a:ahLst/>
              <a:cxnLst/>
              <a:rect l="l" t="t" r="r" b="b"/>
              <a:pathLst>
                <a:path w="577850" h="436244">
                  <a:moveTo>
                    <a:pt x="0" y="354056"/>
                  </a:moveTo>
                  <a:lnTo>
                    <a:pt x="21023" y="317063"/>
                  </a:lnTo>
                  <a:lnTo>
                    <a:pt x="92660" y="291358"/>
                  </a:lnTo>
                  <a:lnTo>
                    <a:pt x="143663" y="280089"/>
                  </a:lnTo>
                  <a:lnTo>
                    <a:pt x="198957" y="273328"/>
                  </a:lnTo>
                  <a:lnTo>
                    <a:pt x="256954" y="268820"/>
                  </a:lnTo>
                  <a:lnTo>
                    <a:pt x="317703" y="268820"/>
                  </a:lnTo>
                  <a:lnTo>
                    <a:pt x="374542" y="273328"/>
                  </a:lnTo>
                  <a:lnTo>
                    <a:pt x="432556" y="280089"/>
                  </a:lnTo>
                  <a:lnTo>
                    <a:pt x="480834" y="291358"/>
                  </a:lnTo>
                  <a:lnTo>
                    <a:pt x="519762" y="301286"/>
                  </a:lnTo>
                  <a:lnTo>
                    <a:pt x="571934" y="335112"/>
                  </a:lnTo>
                  <a:lnTo>
                    <a:pt x="577389" y="354056"/>
                  </a:lnTo>
                  <a:lnTo>
                    <a:pt x="571934" y="368491"/>
                  </a:lnTo>
                  <a:lnTo>
                    <a:pt x="519762" y="402317"/>
                  </a:lnTo>
                  <a:lnTo>
                    <a:pt x="480834" y="413587"/>
                  </a:lnTo>
                  <a:lnTo>
                    <a:pt x="432556" y="424874"/>
                  </a:lnTo>
                  <a:lnTo>
                    <a:pt x="374542" y="431189"/>
                  </a:lnTo>
                  <a:lnTo>
                    <a:pt x="317704" y="435697"/>
                  </a:lnTo>
                  <a:lnTo>
                    <a:pt x="256954" y="435697"/>
                  </a:lnTo>
                  <a:lnTo>
                    <a:pt x="198957" y="431189"/>
                  </a:lnTo>
                  <a:lnTo>
                    <a:pt x="143663" y="424874"/>
                  </a:lnTo>
                  <a:lnTo>
                    <a:pt x="92660" y="413587"/>
                  </a:lnTo>
                  <a:lnTo>
                    <a:pt x="54117" y="402317"/>
                  </a:lnTo>
                  <a:lnTo>
                    <a:pt x="6618" y="368491"/>
                  </a:lnTo>
                  <a:lnTo>
                    <a:pt x="0" y="354056"/>
                  </a:lnTo>
                  <a:close/>
                </a:path>
                <a:path w="577850" h="436244">
                  <a:moveTo>
                    <a:pt x="0" y="85235"/>
                  </a:moveTo>
                  <a:lnTo>
                    <a:pt x="21023" y="48261"/>
                  </a:lnTo>
                  <a:lnTo>
                    <a:pt x="92660" y="22538"/>
                  </a:lnTo>
                  <a:lnTo>
                    <a:pt x="143663" y="11269"/>
                  </a:lnTo>
                  <a:lnTo>
                    <a:pt x="198957" y="4507"/>
                  </a:lnTo>
                  <a:lnTo>
                    <a:pt x="256954" y="0"/>
                  </a:lnTo>
                  <a:lnTo>
                    <a:pt x="317703" y="0"/>
                  </a:lnTo>
                  <a:lnTo>
                    <a:pt x="374542" y="4507"/>
                  </a:lnTo>
                  <a:lnTo>
                    <a:pt x="432556" y="11269"/>
                  </a:lnTo>
                  <a:lnTo>
                    <a:pt x="480834" y="22538"/>
                  </a:lnTo>
                  <a:lnTo>
                    <a:pt x="519762" y="32466"/>
                  </a:lnTo>
                  <a:lnTo>
                    <a:pt x="571934" y="66292"/>
                  </a:lnTo>
                  <a:lnTo>
                    <a:pt x="577389" y="85235"/>
                  </a:lnTo>
                  <a:lnTo>
                    <a:pt x="571934" y="99671"/>
                  </a:lnTo>
                  <a:lnTo>
                    <a:pt x="519762" y="133497"/>
                  </a:lnTo>
                  <a:lnTo>
                    <a:pt x="480834" y="144766"/>
                  </a:lnTo>
                  <a:lnTo>
                    <a:pt x="432556" y="155607"/>
                  </a:lnTo>
                  <a:lnTo>
                    <a:pt x="374542" y="162368"/>
                  </a:lnTo>
                  <a:lnTo>
                    <a:pt x="317703" y="166876"/>
                  </a:lnTo>
                  <a:lnTo>
                    <a:pt x="256954" y="166876"/>
                  </a:lnTo>
                  <a:lnTo>
                    <a:pt x="198957" y="162368"/>
                  </a:lnTo>
                  <a:lnTo>
                    <a:pt x="143663" y="155607"/>
                  </a:lnTo>
                  <a:lnTo>
                    <a:pt x="92660" y="144766"/>
                  </a:lnTo>
                  <a:lnTo>
                    <a:pt x="54117" y="133497"/>
                  </a:lnTo>
                  <a:lnTo>
                    <a:pt x="6618" y="99671"/>
                  </a:lnTo>
                  <a:lnTo>
                    <a:pt x="0" y="85235"/>
                  </a:lnTo>
                  <a:close/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4034371" y="2201145"/>
              <a:ext cx="642620" cy="123825"/>
            </a:xfrm>
            <a:custGeom>
              <a:avLst/>
              <a:gdLst/>
              <a:ahLst/>
              <a:cxnLst/>
              <a:rect l="l" t="t" r="r" b="b"/>
              <a:pathLst>
                <a:path w="642620" h="123825">
                  <a:moveTo>
                    <a:pt x="642398" y="0"/>
                  </a:moveTo>
                  <a:lnTo>
                    <a:pt x="0" y="0"/>
                  </a:lnTo>
                  <a:lnTo>
                    <a:pt x="0" y="123584"/>
                  </a:lnTo>
                  <a:lnTo>
                    <a:pt x="642398" y="123584"/>
                  </a:lnTo>
                  <a:lnTo>
                    <a:pt x="6423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4068244" y="2040114"/>
              <a:ext cx="581660" cy="290195"/>
            </a:xfrm>
            <a:custGeom>
              <a:avLst/>
              <a:gdLst/>
              <a:ahLst/>
              <a:cxnLst/>
              <a:rect l="l" t="t" r="r" b="b"/>
              <a:pathLst>
                <a:path w="581660" h="290194">
                  <a:moveTo>
                    <a:pt x="0" y="0"/>
                  </a:moveTo>
                  <a:lnTo>
                    <a:pt x="0" y="290017"/>
                  </a:lnTo>
                </a:path>
                <a:path w="581660" h="290194">
                  <a:moveTo>
                    <a:pt x="581283" y="0"/>
                  </a:moveTo>
                  <a:lnTo>
                    <a:pt x="581283" y="290017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4068244" y="1922393"/>
              <a:ext cx="577850" cy="167005"/>
            </a:xfrm>
            <a:custGeom>
              <a:avLst/>
              <a:gdLst/>
              <a:ahLst/>
              <a:cxnLst/>
              <a:rect l="l" t="t" r="r" b="b"/>
              <a:pathLst>
                <a:path w="577850" h="167005">
                  <a:moveTo>
                    <a:pt x="317703" y="0"/>
                  </a:moveTo>
                  <a:lnTo>
                    <a:pt x="256954" y="0"/>
                  </a:lnTo>
                  <a:lnTo>
                    <a:pt x="198957" y="4507"/>
                  </a:lnTo>
                  <a:lnTo>
                    <a:pt x="143663" y="11287"/>
                  </a:lnTo>
                  <a:lnTo>
                    <a:pt x="92660" y="22109"/>
                  </a:lnTo>
                  <a:lnTo>
                    <a:pt x="54117" y="32484"/>
                  </a:lnTo>
                  <a:lnTo>
                    <a:pt x="6618" y="65863"/>
                  </a:lnTo>
                  <a:lnTo>
                    <a:pt x="0" y="85254"/>
                  </a:lnTo>
                  <a:lnTo>
                    <a:pt x="6618" y="99690"/>
                  </a:lnTo>
                  <a:lnTo>
                    <a:pt x="54117" y="133069"/>
                  </a:lnTo>
                  <a:lnTo>
                    <a:pt x="92660" y="144338"/>
                  </a:lnTo>
                  <a:lnTo>
                    <a:pt x="143663" y="155607"/>
                  </a:lnTo>
                  <a:lnTo>
                    <a:pt x="198957" y="162387"/>
                  </a:lnTo>
                  <a:lnTo>
                    <a:pt x="256954" y="166895"/>
                  </a:lnTo>
                  <a:lnTo>
                    <a:pt x="317703" y="166895"/>
                  </a:lnTo>
                  <a:lnTo>
                    <a:pt x="374542" y="162387"/>
                  </a:lnTo>
                  <a:lnTo>
                    <a:pt x="432556" y="155607"/>
                  </a:lnTo>
                  <a:lnTo>
                    <a:pt x="480834" y="144338"/>
                  </a:lnTo>
                  <a:lnTo>
                    <a:pt x="519762" y="133069"/>
                  </a:lnTo>
                  <a:lnTo>
                    <a:pt x="571934" y="99690"/>
                  </a:lnTo>
                  <a:lnTo>
                    <a:pt x="577389" y="85254"/>
                  </a:lnTo>
                  <a:lnTo>
                    <a:pt x="571934" y="65863"/>
                  </a:lnTo>
                  <a:lnTo>
                    <a:pt x="519762" y="32484"/>
                  </a:lnTo>
                  <a:lnTo>
                    <a:pt x="480834" y="22109"/>
                  </a:lnTo>
                  <a:lnTo>
                    <a:pt x="432556" y="11287"/>
                  </a:lnTo>
                  <a:lnTo>
                    <a:pt x="374542" y="4507"/>
                  </a:lnTo>
                  <a:lnTo>
                    <a:pt x="3177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4068244" y="1653573"/>
              <a:ext cx="577850" cy="436245"/>
            </a:xfrm>
            <a:custGeom>
              <a:avLst/>
              <a:gdLst/>
              <a:ahLst/>
              <a:cxnLst/>
              <a:rect l="l" t="t" r="r" b="b"/>
              <a:pathLst>
                <a:path w="577850" h="436244">
                  <a:moveTo>
                    <a:pt x="0" y="354074"/>
                  </a:moveTo>
                  <a:lnTo>
                    <a:pt x="21023" y="317082"/>
                  </a:lnTo>
                  <a:lnTo>
                    <a:pt x="92660" y="290930"/>
                  </a:lnTo>
                  <a:lnTo>
                    <a:pt x="143663" y="280108"/>
                  </a:lnTo>
                  <a:lnTo>
                    <a:pt x="198957" y="273328"/>
                  </a:lnTo>
                  <a:lnTo>
                    <a:pt x="256954" y="268820"/>
                  </a:lnTo>
                  <a:lnTo>
                    <a:pt x="317703" y="268820"/>
                  </a:lnTo>
                  <a:lnTo>
                    <a:pt x="374542" y="273328"/>
                  </a:lnTo>
                  <a:lnTo>
                    <a:pt x="432556" y="280108"/>
                  </a:lnTo>
                  <a:lnTo>
                    <a:pt x="480834" y="290930"/>
                  </a:lnTo>
                  <a:lnTo>
                    <a:pt x="519762" y="301305"/>
                  </a:lnTo>
                  <a:lnTo>
                    <a:pt x="571934" y="334684"/>
                  </a:lnTo>
                  <a:lnTo>
                    <a:pt x="577389" y="354074"/>
                  </a:lnTo>
                  <a:lnTo>
                    <a:pt x="571934" y="368510"/>
                  </a:lnTo>
                  <a:lnTo>
                    <a:pt x="519762" y="401889"/>
                  </a:lnTo>
                  <a:lnTo>
                    <a:pt x="480834" y="413158"/>
                  </a:lnTo>
                  <a:lnTo>
                    <a:pt x="432556" y="424427"/>
                  </a:lnTo>
                  <a:lnTo>
                    <a:pt x="374542" y="431207"/>
                  </a:lnTo>
                  <a:lnTo>
                    <a:pt x="317704" y="435715"/>
                  </a:lnTo>
                  <a:lnTo>
                    <a:pt x="256954" y="435715"/>
                  </a:lnTo>
                  <a:lnTo>
                    <a:pt x="198957" y="431207"/>
                  </a:lnTo>
                  <a:lnTo>
                    <a:pt x="143663" y="424427"/>
                  </a:lnTo>
                  <a:lnTo>
                    <a:pt x="92660" y="413158"/>
                  </a:lnTo>
                  <a:lnTo>
                    <a:pt x="54117" y="401889"/>
                  </a:lnTo>
                  <a:lnTo>
                    <a:pt x="6618" y="368510"/>
                  </a:lnTo>
                  <a:lnTo>
                    <a:pt x="0" y="354074"/>
                  </a:lnTo>
                  <a:close/>
                </a:path>
                <a:path w="577850" h="436244">
                  <a:moveTo>
                    <a:pt x="0" y="84807"/>
                  </a:moveTo>
                  <a:lnTo>
                    <a:pt x="21023" y="47814"/>
                  </a:lnTo>
                  <a:lnTo>
                    <a:pt x="92660" y="22109"/>
                  </a:lnTo>
                  <a:lnTo>
                    <a:pt x="143663" y="10822"/>
                  </a:lnTo>
                  <a:lnTo>
                    <a:pt x="198957" y="4060"/>
                  </a:lnTo>
                  <a:lnTo>
                    <a:pt x="256954" y="0"/>
                  </a:lnTo>
                  <a:lnTo>
                    <a:pt x="317703" y="0"/>
                  </a:lnTo>
                  <a:lnTo>
                    <a:pt x="374542" y="4060"/>
                  </a:lnTo>
                  <a:lnTo>
                    <a:pt x="432556" y="10822"/>
                  </a:lnTo>
                  <a:lnTo>
                    <a:pt x="480834" y="22109"/>
                  </a:lnTo>
                  <a:lnTo>
                    <a:pt x="519762" y="32484"/>
                  </a:lnTo>
                  <a:lnTo>
                    <a:pt x="571934" y="65863"/>
                  </a:lnTo>
                  <a:lnTo>
                    <a:pt x="577389" y="84807"/>
                  </a:lnTo>
                  <a:lnTo>
                    <a:pt x="571934" y="99690"/>
                  </a:lnTo>
                  <a:lnTo>
                    <a:pt x="519762" y="133069"/>
                  </a:lnTo>
                  <a:lnTo>
                    <a:pt x="480834" y="144338"/>
                  </a:lnTo>
                  <a:lnTo>
                    <a:pt x="432556" y="155607"/>
                  </a:lnTo>
                  <a:lnTo>
                    <a:pt x="374542" y="162387"/>
                  </a:lnTo>
                  <a:lnTo>
                    <a:pt x="317703" y="166895"/>
                  </a:lnTo>
                  <a:lnTo>
                    <a:pt x="256954" y="166895"/>
                  </a:lnTo>
                  <a:lnTo>
                    <a:pt x="198957" y="162387"/>
                  </a:lnTo>
                  <a:lnTo>
                    <a:pt x="143663" y="155607"/>
                  </a:lnTo>
                  <a:lnTo>
                    <a:pt x="92660" y="144338"/>
                  </a:lnTo>
                  <a:lnTo>
                    <a:pt x="54117" y="133069"/>
                  </a:lnTo>
                  <a:lnTo>
                    <a:pt x="6618" y="99690"/>
                  </a:lnTo>
                  <a:lnTo>
                    <a:pt x="0" y="84807"/>
                  </a:lnTo>
                  <a:close/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4034371" y="1887662"/>
              <a:ext cx="642620" cy="123189"/>
            </a:xfrm>
            <a:custGeom>
              <a:avLst/>
              <a:gdLst/>
              <a:ahLst/>
              <a:cxnLst/>
              <a:rect l="l" t="t" r="r" b="b"/>
              <a:pathLst>
                <a:path w="642620" h="123189">
                  <a:moveTo>
                    <a:pt x="642398" y="0"/>
                  </a:moveTo>
                  <a:lnTo>
                    <a:pt x="0" y="0"/>
                  </a:lnTo>
                  <a:lnTo>
                    <a:pt x="0" y="123133"/>
                  </a:lnTo>
                  <a:lnTo>
                    <a:pt x="642398" y="123133"/>
                  </a:lnTo>
                  <a:lnTo>
                    <a:pt x="6423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4068244" y="1726198"/>
              <a:ext cx="581660" cy="290195"/>
            </a:xfrm>
            <a:custGeom>
              <a:avLst/>
              <a:gdLst/>
              <a:ahLst/>
              <a:cxnLst/>
              <a:rect l="l" t="t" r="r" b="b"/>
              <a:pathLst>
                <a:path w="581660" h="290194">
                  <a:moveTo>
                    <a:pt x="0" y="0"/>
                  </a:moveTo>
                  <a:lnTo>
                    <a:pt x="0" y="290017"/>
                  </a:lnTo>
                </a:path>
                <a:path w="581660" h="290194">
                  <a:moveTo>
                    <a:pt x="581283" y="0"/>
                  </a:moveTo>
                  <a:lnTo>
                    <a:pt x="581283" y="290017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4068244" y="1612985"/>
              <a:ext cx="577850" cy="166370"/>
            </a:xfrm>
            <a:custGeom>
              <a:avLst/>
              <a:gdLst/>
              <a:ahLst/>
              <a:cxnLst/>
              <a:rect l="l" t="t" r="r" b="b"/>
              <a:pathLst>
                <a:path w="577850" h="166369">
                  <a:moveTo>
                    <a:pt x="317703" y="0"/>
                  </a:moveTo>
                  <a:lnTo>
                    <a:pt x="256954" y="0"/>
                  </a:lnTo>
                  <a:lnTo>
                    <a:pt x="198957" y="3613"/>
                  </a:lnTo>
                  <a:lnTo>
                    <a:pt x="143663" y="11269"/>
                  </a:lnTo>
                  <a:lnTo>
                    <a:pt x="92660" y="22556"/>
                  </a:lnTo>
                  <a:lnTo>
                    <a:pt x="54117" y="32466"/>
                  </a:lnTo>
                  <a:lnTo>
                    <a:pt x="6618" y="66311"/>
                  </a:lnTo>
                  <a:lnTo>
                    <a:pt x="0" y="83894"/>
                  </a:lnTo>
                  <a:lnTo>
                    <a:pt x="6618" y="99671"/>
                  </a:lnTo>
                  <a:lnTo>
                    <a:pt x="54117" y="133516"/>
                  </a:lnTo>
                  <a:lnTo>
                    <a:pt x="92660" y="143425"/>
                  </a:lnTo>
                  <a:lnTo>
                    <a:pt x="143663" y="154713"/>
                  </a:lnTo>
                  <a:lnTo>
                    <a:pt x="198957" y="162368"/>
                  </a:lnTo>
                  <a:lnTo>
                    <a:pt x="256954" y="165982"/>
                  </a:lnTo>
                  <a:lnTo>
                    <a:pt x="317703" y="165982"/>
                  </a:lnTo>
                  <a:lnTo>
                    <a:pt x="374542" y="162368"/>
                  </a:lnTo>
                  <a:lnTo>
                    <a:pt x="432556" y="154713"/>
                  </a:lnTo>
                  <a:lnTo>
                    <a:pt x="480834" y="143425"/>
                  </a:lnTo>
                  <a:lnTo>
                    <a:pt x="519762" y="133516"/>
                  </a:lnTo>
                  <a:lnTo>
                    <a:pt x="571934" y="99671"/>
                  </a:lnTo>
                  <a:lnTo>
                    <a:pt x="577389" y="83894"/>
                  </a:lnTo>
                  <a:lnTo>
                    <a:pt x="571934" y="66311"/>
                  </a:lnTo>
                  <a:lnTo>
                    <a:pt x="519762" y="32466"/>
                  </a:lnTo>
                  <a:lnTo>
                    <a:pt x="480834" y="22556"/>
                  </a:lnTo>
                  <a:lnTo>
                    <a:pt x="432556" y="11269"/>
                  </a:lnTo>
                  <a:lnTo>
                    <a:pt x="374542" y="3613"/>
                  </a:lnTo>
                  <a:lnTo>
                    <a:pt x="3177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4068244" y="1344258"/>
              <a:ext cx="577850" cy="434975"/>
            </a:xfrm>
            <a:custGeom>
              <a:avLst/>
              <a:gdLst/>
              <a:ahLst/>
              <a:cxnLst/>
              <a:rect l="l" t="t" r="r" b="b"/>
              <a:pathLst>
                <a:path w="577850" h="434975">
                  <a:moveTo>
                    <a:pt x="0" y="352621"/>
                  </a:moveTo>
                  <a:lnTo>
                    <a:pt x="21023" y="315629"/>
                  </a:lnTo>
                  <a:lnTo>
                    <a:pt x="92660" y="291284"/>
                  </a:lnTo>
                  <a:lnTo>
                    <a:pt x="143663" y="279996"/>
                  </a:lnTo>
                  <a:lnTo>
                    <a:pt x="198957" y="272340"/>
                  </a:lnTo>
                  <a:lnTo>
                    <a:pt x="256954" y="268727"/>
                  </a:lnTo>
                  <a:lnTo>
                    <a:pt x="317703" y="268727"/>
                  </a:lnTo>
                  <a:lnTo>
                    <a:pt x="374542" y="272340"/>
                  </a:lnTo>
                  <a:lnTo>
                    <a:pt x="432556" y="279996"/>
                  </a:lnTo>
                  <a:lnTo>
                    <a:pt x="480834" y="291284"/>
                  </a:lnTo>
                  <a:lnTo>
                    <a:pt x="519762" y="301193"/>
                  </a:lnTo>
                  <a:lnTo>
                    <a:pt x="571934" y="335038"/>
                  </a:lnTo>
                  <a:lnTo>
                    <a:pt x="577389" y="352621"/>
                  </a:lnTo>
                  <a:lnTo>
                    <a:pt x="571934" y="368398"/>
                  </a:lnTo>
                  <a:lnTo>
                    <a:pt x="519762" y="402243"/>
                  </a:lnTo>
                  <a:lnTo>
                    <a:pt x="480834" y="412152"/>
                  </a:lnTo>
                  <a:lnTo>
                    <a:pt x="432556" y="423440"/>
                  </a:lnTo>
                  <a:lnTo>
                    <a:pt x="374542" y="431096"/>
                  </a:lnTo>
                  <a:lnTo>
                    <a:pt x="317704" y="434709"/>
                  </a:lnTo>
                  <a:lnTo>
                    <a:pt x="256954" y="434709"/>
                  </a:lnTo>
                  <a:lnTo>
                    <a:pt x="198957" y="431096"/>
                  </a:lnTo>
                  <a:lnTo>
                    <a:pt x="143663" y="423440"/>
                  </a:lnTo>
                  <a:lnTo>
                    <a:pt x="92660" y="412152"/>
                  </a:lnTo>
                  <a:lnTo>
                    <a:pt x="54117" y="402243"/>
                  </a:lnTo>
                  <a:lnTo>
                    <a:pt x="6618" y="368398"/>
                  </a:lnTo>
                  <a:lnTo>
                    <a:pt x="0" y="352621"/>
                  </a:lnTo>
                  <a:close/>
                </a:path>
                <a:path w="577850" h="434975">
                  <a:moveTo>
                    <a:pt x="0" y="83820"/>
                  </a:moveTo>
                  <a:lnTo>
                    <a:pt x="21023" y="46753"/>
                  </a:lnTo>
                  <a:lnTo>
                    <a:pt x="92660" y="22538"/>
                  </a:lnTo>
                  <a:lnTo>
                    <a:pt x="143663" y="11176"/>
                  </a:lnTo>
                  <a:lnTo>
                    <a:pt x="198957" y="2980"/>
                  </a:lnTo>
                  <a:lnTo>
                    <a:pt x="256954" y="0"/>
                  </a:lnTo>
                  <a:lnTo>
                    <a:pt x="317703" y="0"/>
                  </a:lnTo>
                  <a:lnTo>
                    <a:pt x="374542" y="2980"/>
                  </a:lnTo>
                  <a:lnTo>
                    <a:pt x="432556" y="11176"/>
                  </a:lnTo>
                  <a:lnTo>
                    <a:pt x="480834" y="22538"/>
                  </a:lnTo>
                  <a:lnTo>
                    <a:pt x="519762" y="32410"/>
                  </a:lnTo>
                  <a:lnTo>
                    <a:pt x="571934" y="66124"/>
                  </a:lnTo>
                  <a:lnTo>
                    <a:pt x="577389" y="83820"/>
                  </a:lnTo>
                  <a:lnTo>
                    <a:pt x="571934" y="99652"/>
                  </a:lnTo>
                  <a:lnTo>
                    <a:pt x="519762" y="133367"/>
                  </a:lnTo>
                  <a:lnTo>
                    <a:pt x="480834" y="143425"/>
                  </a:lnTo>
                  <a:lnTo>
                    <a:pt x="432556" y="154620"/>
                  </a:lnTo>
                  <a:lnTo>
                    <a:pt x="374542" y="162275"/>
                  </a:lnTo>
                  <a:lnTo>
                    <a:pt x="317703" y="165889"/>
                  </a:lnTo>
                  <a:lnTo>
                    <a:pt x="256954" y="165889"/>
                  </a:lnTo>
                  <a:lnTo>
                    <a:pt x="198957" y="162275"/>
                  </a:lnTo>
                  <a:lnTo>
                    <a:pt x="143663" y="154620"/>
                  </a:lnTo>
                  <a:lnTo>
                    <a:pt x="92660" y="143425"/>
                  </a:lnTo>
                  <a:lnTo>
                    <a:pt x="54117" y="133367"/>
                  </a:lnTo>
                  <a:lnTo>
                    <a:pt x="6618" y="99652"/>
                  </a:lnTo>
                  <a:lnTo>
                    <a:pt x="0" y="83820"/>
                  </a:lnTo>
                  <a:close/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4034371" y="1577360"/>
              <a:ext cx="642620" cy="123189"/>
            </a:xfrm>
            <a:custGeom>
              <a:avLst/>
              <a:gdLst/>
              <a:ahLst/>
              <a:cxnLst/>
              <a:rect l="l" t="t" r="r" b="b"/>
              <a:pathLst>
                <a:path w="642620" h="123189">
                  <a:moveTo>
                    <a:pt x="642398" y="0"/>
                  </a:moveTo>
                  <a:lnTo>
                    <a:pt x="0" y="0"/>
                  </a:lnTo>
                  <a:lnTo>
                    <a:pt x="0" y="123133"/>
                  </a:lnTo>
                  <a:lnTo>
                    <a:pt x="642398" y="123133"/>
                  </a:lnTo>
                  <a:lnTo>
                    <a:pt x="6423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4068244" y="1416716"/>
              <a:ext cx="1423035" cy="1303655"/>
            </a:xfrm>
            <a:custGeom>
              <a:avLst/>
              <a:gdLst/>
              <a:ahLst/>
              <a:cxnLst/>
              <a:rect l="l" t="t" r="r" b="b"/>
              <a:pathLst>
                <a:path w="1423035" h="1303655">
                  <a:moveTo>
                    <a:pt x="0" y="0"/>
                  </a:moveTo>
                  <a:lnTo>
                    <a:pt x="0" y="289179"/>
                  </a:lnTo>
                </a:path>
                <a:path w="1423035" h="1303655">
                  <a:moveTo>
                    <a:pt x="581283" y="0"/>
                  </a:moveTo>
                  <a:lnTo>
                    <a:pt x="581283" y="289179"/>
                  </a:lnTo>
                </a:path>
                <a:path w="1423035" h="1303655">
                  <a:moveTo>
                    <a:pt x="845250" y="1221482"/>
                  </a:moveTo>
                  <a:lnTo>
                    <a:pt x="866267" y="1184490"/>
                  </a:lnTo>
                  <a:lnTo>
                    <a:pt x="937911" y="1159697"/>
                  </a:lnTo>
                  <a:lnTo>
                    <a:pt x="988908" y="1148857"/>
                  </a:lnTo>
                  <a:lnTo>
                    <a:pt x="1044202" y="1140754"/>
                  </a:lnTo>
                  <a:lnTo>
                    <a:pt x="1102215" y="1137588"/>
                  </a:lnTo>
                  <a:lnTo>
                    <a:pt x="1162949" y="1137588"/>
                  </a:lnTo>
                  <a:lnTo>
                    <a:pt x="1219788" y="1140754"/>
                  </a:lnTo>
                  <a:lnTo>
                    <a:pt x="1277801" y="1148857"/>
                  </a:lnTo>
                  <a:lnTo>
                    <a:pt x="1326079" y="1159697"/>
                  </a:lnTo>
                  <a:lnTo>
                    <a:pt x="1365007" y="1170073"/>
                  </a:lnTo>
                  <a:lnTo>
                    <a:pt x="1417179" y="1203433"/>
                  </a:lnTo>
                  <a:lnTo>
                    <a:pt x="1422634" y="1221482"/>
                  </a:lnTo>
                  <a:lnTo>
                    <a:pt x="1417179" y="1237278"/>
                  </a:lnTo>
                  <a:lnTo>
                    <a:pt x="1365007" y="1270638"/>
                  </a:lnTo>
                  <a:lnTo>
                    <a:pt x="1326079" y="1281013"/>
                  </a:lnTo>
                  <a:lnTo>
                    <a:pt x="1277801" y="1292301"/>
                  </a:lnTo>
                  <a:lnTo>
                    <a:pt x="1219788" y="1299956"/>
                  </a:lnTo>
                  <a:lnTo>
                    <a:pt x="1162949" y="1303123"/>
                  </a:lnTo>
                  <a:lnTo>
                    <a:pt x="1102216" y="1303123"/>
                  </a:lnTo>
                  <a:lnTo>
                    <a:pt x="1044202" y="1299956"/>
                  </a:lnTo>
                  <a:lnTo>
                    <a:pt x="988908" y="1292301"/>
                  </a:lnTo>
                  <a:lnTo>
                    <a:pt x="937911" y="1281013"/>
                  </a:lnTo>
                  <a:lnTo>
                    <a:pt x="899369" y="1270638"/>
                  </a:lnTo>
                  <a:lnTo>
                    <a:pt x="851864" y="1237278"/>
                  </a:lnTo>
                  <a:lnTo>
                    <a:pt x="845250" y="1221482"/>
                  </a:lnTo>
                  <a:close/>
                </a:path>
                <a:path w="1423035" h="1303655">
                  <a:moveTo>
                    <a:pt x="845250" y="952662"/>
                  </a:moveTo>
                  <a:lnTo>
                    <a:pt x="866266" y="915669"/>
                  </a:lnTo>
                  <a:lnTo>
                    <a:pt x="937911" y="890877"/>
                  </a:lnTo>
                  <a:lnTo>
                    <a:pt x="988908" y="879589"/>
                  </a:lnTo>
                  <a:lnTo>
                    <a:pt x="1044202" y="871934"/>
                  </a:lnTo>
                  <a:lnTo>
                    <a:pt x="1102215" y="868767"/>
                  </a:lnTo>
                  <a:lnTo>
                    <a:pt x="1162949" y="868767"/>
                  </a:lnTo>
                  <a:lnTo>
                    <a:pt x="1219788" y="871934"/>
                  </a:lnTo>
                  <a:lnTo>
                    <a:pt x="1277801" y="879589"/>
                  </a:lnTo>
                  <a:lnTo>
                    <a:pt x="1326079" y="890877"/>
                  </a:lnTo>
                  <a:lnTo>
                    <a:pt x="1365007" y="901252"/>
                  </a:lnTo>
                  <a:lnTo>
                    <a:pt x="1417179" y="934613"/>
                  </a:lnTo>
                  <a:lnTo>
                    <a:pt x="1422634" y="952662"/>
                  </a:lnTo>
                  <a:lnTo>
                    <a:pt x="1417179" y="968457"/>
                  </a:lnTo>
                  <a:lnTo>
                    <a:pt x="1365007" y="1001818"/>
                  </a:lnTo>
                  <a:lnTo>
                    <a:pt x="1326079" y="1012193"/>
                  </a:lnTo>
                  <a:lnTo>
                    <a:pt x="1277801" y="1023033"/>
                  </a:lnTo>
                  <a:lnTo>
                    <a:pt x="1219788" y="1031136"/>
                  </a:lnTo>
                  <a:lnTo>
                    <a:pt x="1162949" y="1034303"/>
                  </a:lnTo>
                  <a:lnTo>
                    <a:pt x="1102215" y="1034303"/>
                  </a:lnTo>
                  <a:lnTo>
                    <a:pt x="1044202" y="1031136"/>
                  </a:lnTo>
                  <a:lnTo>
                    <a:pt x="988908" y="1023033"/>
                  </a:lnTo>
                  <a:lnTo>
                    <a:pt x="937911" y="1012193"/>
                  </a:lnTo>
                  <a:lnTo>
                    <a:pt x="899369" y="1001818"/>
                  </a:lnTo>
                  <a:lnTo>
                    <a:pt x="851864" y="968457"/>
                  </a:lnTo>
                  <a:lnTo>
                    <a:pt x="845250" y="952662"/>
                  </a:lnTo>
                  <a:close/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4879619" y="2518227"/>
              <a:ext cx="642620" cy="123825"/>
            </a:xfrm>
            <a:custGeom>
              <a:avLst/>
              <a:gdLst/>
              <a:ahLst/>
              <a:cxnLst/>
              <a:rect l="l" t="t" r="r" b="b"/>
              <a:pathLst>
                <a:path w="642620" h="123825">
                  <a:moveTo>
                    <a:pt x="642398" y="0"/>
                  </a:moveTo>
                  <a:lnTo>
                    <a:pt x="0" y="0"/>
                  </a:lnTo>
                  <a:lnTo>
                    <a:pt x="0" y="123584"/>
                  </a:lnTo>
                  <a:lnTo>
                    <a:pt x="642398" y="123584"/>
                  </a:lnTo>
                  <a:lnTo>
                    <a:pt x="6423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4913494" y="2358109"/>
              <a:ext cx="581660" cy="289560"/>
            </a:xfrm>
            <a:custGeom>
              <a:avLst/>
              <a:gdLst/>
              <a:ahLst/>
              <a:cxnLst/>
              <a:rect l="l" t="t" r="r" b="b"/>
              <a:pathLst>
                <a:path w="581660" h="289560">
                  <a:moveTo>
                    <a:pt x="0" y="0"/>
                  </a:moveTo>
                  <a:lnTo>
                    <a:pt x="0" y="289104"/>
                  </a:lnTo>
                </a:path>
                <a:path w="581660" h="289560">
                  <a:moveTo>
                    <a:pt x="581279" y="0"/>
                  </a:moveTo>
                  <a:lnTo>
                    <a:pt x="581279" y="289104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4913494" y="2243983"/>
              <a:ext cx="577850" cy="165735"/>
            </a:xfrm>
            <a:custGeom>
              <a:avLst/>
              <a:gdLst/>
              <a:ahLst/>
              <a:cxnLst/>
              <a:rect l="l" t="t" r="r" b="b"/>
              <a:pathLst>
                <a:path w="577850" h="165735">
                  <a:moveTo>
                    <a:pt x="317699" y="0"/>
                  </a:moveTo>
                  <a:lnTo>
                    <a:pt x="256965" y="0"/>
                  </a:lnTo>
                  <a:lnTo>
                    <a:pt x="198952" y="3166"/>
                  </a:lnTo>
                  <a:lnTo>
                    <a:pt x="143658" y="11287"/>
                  </a:lnTo>
                  <a:lnTo>
                    <a:pt x="92660" y="22109"/>
                  </a:lnTo>
                  <a:lnTo>
                    <a:pt x="54119" y="32484"/>
                  </a:lnTo>
                  <a:lnTo>
                    <a:pt x="6614" y="65863"/>
                  </a:lnTo>
                  <a:lnTo>
                    <a:pt x="0" y="84807"/>
                  </a:lnTo>
                  <a:lnTo>
                    <a:pt x="6614" y="99690"/>
                  </a:lnTo>
                  <a:lnTo>
                    <a:pt x="54119" y="133069"/>
                  </a:lnTo>
                  <a:lnTo>
                    <a:pt x="92660" y="143444"/>
                  </a:lnTo>
                  <a:lnTo>
                    <a:pt x="143658" y="154266"/>
                  </a:lnTo>
                  <a:lnTo>
                    <a:pt x="198952" y="162387"/>
                  </a:lnTo>
                  <a:lnTo>
                    <a:pt x="256965" y="165535"/>
                  </a:lnTo>
                  <a:lnTo>
                    <a:pt x="317699" y="165535"/>
                  </a:lnTo>
                  <a:lnTo>
                    <a:pt x="374538" y="162387"/>
                  </a:lnTo>
                  <a:lnTo>
                    <a:pt x="432551" y="154266"/>
                  </a:lnTo>
                  <a:lnTo>
                    <a:pt x="480829" y="143444"/>
                  </a:lnTo>
                  <a:lnTo>
                    <a:pt x="519757" y="133069"/>
                  </a:lnTo>
                  <a:lnTo>
                    <a:pt x="571929" y="99690"/>
                  </a:lnTo>
                  <a:lnTo>
                    <a:pt x="577384" y="84807"/>
                  </a:lnTo>
                  <a:lnTo>
                    <a:pt x="571929" y="65863"/>
                  </a:lnTo>
                  <a:lnTo>
                    <a:pt x="519757" y="32484"/>
                  </a:lnTo>
                  <a:lnTo>
                    <a:pt x="480829" y="22109"/>
                  </a:lnTo>
                  <a:lnTo>
                    <a:pt x="432551" y="11287"/>
                  </a:lnTo>
                  <a:lnTo>
                    <a:pt x="374538" y="3166"/>
                  </a:lnTo>
                  <a:lnTo>
                    <a:pt x="3176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4913494" y="1974715"/>
              <a:ext cx="577850" cy="434975"/>
            </a:xfrm>
            <a:custGeom>
              <a:avLst/>
              <a:gdLst/>
              <a:ahLst/>
              <a:cxnLst/>
              <a:rect l="l" t="t" r="r" b="b"/>
              <a:pathLst>
                <a:path w="577850" h="434975">
                  <a:moveTo>
                    <a:pt x="0" y="354074"/>
                  </a:moveTo>
                  <a:lnTo>
                    <a:pt x="21016" y="316188"/>
                  </a:lnTo>
                  <a:lnTo>
                    <a:pt x="92660" y="291377"/>
                  </a:lnTo>
                  <a:lnTo>
                    <a:pt x="143658" y="280555"/>
                  </a:lnTo>
                  <a:lnTo>
                    <a:pt x="198952" y="272434"/>
                  </a:lnTo>
                  <a:lnTo>
                    <a:pt x="256965" y="269267"/>
                  </a:lnTo>
                  <a:lnTo>
                    <a:pt x="317699" y="269267"/>
                  </a:lnTo>
                  <a:lnTo>
                    <a:pt x="374538" y="272434"/>
                  </a:lnTo>
                  <a:lnTo>
                    <a:pt x="432551" y="280555"/>
                  </a:lnTo>
                  <a:lnTo>
                    <a:pt x="480829" y="291377"/>
                  </a:lnTo>
                  <a:lnTo>
                    <a:pt x="519757" y="301752"/>
                  </a:lnTo>
                  <a:lnTo>
                    <a:pt x="571929" y="335131"/>
                  </a:lnTo>
                  <a:lnTo>
                    <a:pt x="577384" y="354074"/>
                  </a:lnTo>
                  <a:lnTo>
                    <a:pt x="571929" y="368957"/>
                  </a:lnTo>
                  <a:lnTo>
                    <a:pt x="519757" y="402336"/>
                  </a:lnTo>
                  <a:lnTo>
                    <a:pt x="480829" y="412711"/>
                  </a:lnTo>
                  <a:lnTo>
                    <a:pt x="432551" y="423533"/>
                  </a:lnTo>
                  <a:lnTo>
                    <a:pt x="374538" y="431655"/>
                  </a:lnTo>
                  <a:lnTo>
                    <a:pt x="317699" y="434802"/>
                  </a:lnTo>
                  <a:lnTo>
                    <a:pt x="256965" y="434802"/>
                  </a:lnTo>
                  <a:lnTo>
                    <a:pt x="198952" y="431655"/>
                  </a:lnTo>
                  <a:lnTo>
                    <a:pt x="143658" y="423533"/>
                  </a:lnTo>
                  <a:lnTo>
                    <a:pt x="92660" y="412711"/>
                  </a:lnTo>
                  <a:lnTo>
                    <a:pt x="54119" y="402336"/>
                  </a:lnTo>
                  <a:lnTo>
                    <a:pt x="6614" y="368957"/>
                  </a:lnTo>
                  <a:lnTo>
                    <a:pt x="0" y="354074"/>
                  </a:lnTo>
                  <a:close/>
                </a:path>
                <a:path w="577850" h="434975">
                  <a:moveTo>
                    <a:pt x="0" y="85254"/>
                  </a:moveTo>
                  <a:lnTo>
                    <a:pt x="21016" y="47367"/>
                  </a:lnTo>
                  <a:lnTo>
                    <a:pt x="92660" y="22556"/>
                  </a:lnTo>
                  <a:lnTo>
                    <a:pt x="143658" y="11287"/>
                  </a:lnTo>
                  <a:lnTo>
                    <a:pt x="198952" y="3613"/>
                  </a:lnTo>
                  <a:lnTo>
                    <a:pt x="256965" y="0"/>
                  </a:lnTo>
                  <a:lnTo>
                    <a:pt x="317699" y="0"/>
                  </a:lnTo>
                  <a:lnTo>
                    <a:pt x="374538" y="3613"/>
                  </a:lnTo>
                  <a:lnTo>
                    <a:pt x="432551" y="11287"/>
                  </a:lnTo>
                  <a:lnTo>
                    <a:pt x="480829" y="22556"/>
                  </a:lnTo>
                  <a:lnTo>
                    <a:pt x="519757" y="32931"/>
                  </a:lnTo>
                  <a:lnTo>
                    <a:pt x="571929" y="66311"/>
                  </a:lnTo>
                  <a:lnTo>
                    <a:pt x="577384" y="85254"/>
                  </a:lnTo>
                  <a:lnTo>
                    <a:pt x="571929" y="100137"/>
                  </a:lnTo>
                  <a:lnTo>
                    <a:pt x="519757" y="133516"/>
                  </a:lnTo>
                  <a:lnTo>
                    <a:pt x="480829" y="143425"/>
                  </a:lnTo>
                  <a:lnTo>
                    <a:pt x="432551" y="154713"/>
                  </a:lnTo>
                  <a:lnTo>
                    <a:pt x="374538" y="162834"/>
                  </a:lnTo>
                  <a:lnTo>
                    <a:pt x="317699" y="165982"/>
                  </a:lnTo>
                  <a:lnTo>
                    <a:pt x="256965" y="165982"/>
                  </a:lnTo>
                  <a:lnTo>
                    <a:pt x="198952" y="162834"/>
                  </a:lnTo>
                  <a:lnTo>
                    <a:pt x="143658" y="154713"/>
                  </a:lnTo>
                  <a:lnTo>
                    <a:pt x="92660" y="143425"/>
                  </a:lnTo>
                  <a:lnTo>
                    <a:pt x="54119" y="133516"/>
                  </a:lnTo>
                  <a:lnTo>
                    <a:pt x="6614" y="100137"/>
                  </a:lnTo>
                  <a:lnTo>
                    <a:pt x="0" y="85254"/>
                  </a:lnTo>
                  <a:close/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4879619" y="2207910"/>
              <a:ext cx="642620" cy="123189"/>
            </a:xfrm>
            <a:custGeom>
              <a:avLst/>
              <a:gdLst/>
              <a:ahLst/>
              <a:cxnLst/>
              <a:rect l="l" t="t" r="r" b="b"/>
              <a:pathLst>
                <a:path w="642620" h="123189">
                  <a:moveTo>
                    <a:pt x="642398" y="0"/>
                  </a:moveTo>
                  <a:lnTo>
                    <a:pt x="0" y="0"/>
                  </a:lnTo>
                  <a:lnTo>
                    <a:pt x="0" y="123133"/>
                  </a:lnTo>
                  <a:lnTo>
                    <a:pt x="642398" y="123133"/>
                  </a:lnTo>
                  <a:lnTo>
                    <a:pt x="6423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4913494" y="2047788"/>
              <a:ext cx="581660" cy="289560"/>
            </a:xfrm>
            <a:custGeom>
              <a:avLst/>
              <a:gdLst/>
              <a:ahLst/>
              <a:cxnLst/>
              <a:rect l="l" t="t" r="r" b="b"/>
              <a:pathLst>
                <a:path w="581660" h="289560">
                  <a:moveTo>
                    <a:pt x="0" y="0"/>
                  </a:moveTo>
                  <a:lnTo>
                    <a:pt x="0" y="289123"/>
                  </a:lnTo>
                </a:path>
                <a:path w="581660" h="289560">
                  <a:moveTo>
                    <a:pt x="581279" y="0"/>
                  </a:moveTo>
                  <a:lnTo>
                    <a:pt x="581279" y="289123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4913494" y="1930067"/>
              <a:ext cx="577850" cy="166370"/>
            </a:xfrm>
            <a:custGeom>
              <a:avLst/>
              <a:gdLst/>
              <a:ahLst/>
              <a:cxnLst/>
              <a:rect l="l" t="t" r="r" b="b"/>
              <a:pathLst>
                <a:path w="577850" h="166369">
                  <a:moveTo>
                    <a:pt x="317699" y="0"/>
                  </a:moveTo>
                  <a:lnTo>
                    <a:pt x="256965" y="0"/>
                  </a:lnTo>
                  <a:lnTo>
                    <a:pt x="198952" y="3613"/>
                  </a:lnTo>
                  <a:lnTo>
                    <a:pt x="143658" y="11269"/>
                  </a:lnTo>
                  <a:lnTo>
                    <a:pt x="92660" y="22556"/>
                  </a:lnTo>
                  <a:lnTo>
                    <a:pt x="54119" y="32466"/>
                  </a:lnTo>
                  <a:lnTo>
                    <a:pt x="6614" y="66292"/>
                  </a:lnTo>
                  <a:lnTo>
                    <a:pt x="0" y="85254"/>
                  </a:lnTo>
                  <a:lnTo>
                    <a:pt x="6614" y="99671"/>
                  </a:lnTo>
                  <a:lnTo>
                    <a:pt x="54119" y="133497"/>
                  </a:lnTo>
                  <a:lnTo>
                    <a:pt x="92660" y="143425"/>
                  </a:lnTo>
                  <a:lnTo>
                    <a:pt x="143658" y="154713"/>
                  </a:lnTo>
                  <a:lnTo>
                    <a:pt x="198952" y="162368"/>
                  </a:lnTo>
                  <a:lnTo>
                    <a:pt x="256965" y="165982"/>
                  </a:lnTo>
                  <a:lnTo>
                    <a:pt x="317699" y="165982"/>
                  </a:lnTo>
                  <a:lnTo>
                    <a:pt x="374538" y="162368"/>
                  </a:lnTo>
                  <a:lnTo>
                    <a:pt x="432551" y="154713"/>
                  </a:lnTo>
                  <a:lnTo>
                    <a:pt x="480829" y="143425"/>
                  </a:lnTo>
                  <a:lnTo>
                    <a:pt x="519757" y="133497"/>
                  </a:lnTo>
                  <a:lnTo>
                    <a:pt x="571929" y="99671"/>
                  </a:lnTo>
                  <a:lnTo>
                    <a:pt x="577384" y="85254"/>
                  </a:lnTo>
                  <a:lnTo>
                    <a:pt x="571929" y="66292"/>
                  </a:lnTo>
                  <a:lnTo>
                    <a:pt x="519757" y="32466"/>
                  </a:lnTo>
                  <a:lnTo>
                    <a:pt x="480829" y="22556"/>
                  </a:lnTo>
                  <a:lnTo>
                    <a:pt x="432551" y="11269"/>
                  </a:lnTo>
                  <a:lnTo>
                    <a:pt x="374538" y="3613"/>
                  </a:lnTo>
                  <a:lnTo>
                    <a:pt x="3176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4913494" y="1661247"/>
              <a:ext cx="577850" cy="434975"/>
            </a:xfrm>
            <a:custGeom>
              <a:avLst/>
              <a:gdLst/>
              <a:ahLst/>
              <a:cxnLst/>
              <a:rect l="l" t="t" r="r" b="b"/>
              <a:pathLst>
                <a:path w="577850" h="434975">
                  <a:moveTo>
                    <a:pt x="0" y="354074"/>
                  </a:moveTo>
                  <a:lnTo>
                    <a:pt x="21016" y="315722"/>
                  </a:lnTo>
                  <a:lnTo>
                    <a:pt x="92660" y="291377"/>
                  </a:lnTo>
                  <a:lnTo>
                    <a:pt x="143658" y="280089"/>
                  </a:lnTo>
                  <a:lnTo>
                    <a:pt x="198952" y="272434"/>
                  </a:lnTo>
                  <a:lnTo>
                    <a:pt x="256965" y="268820"/>
                  </a:lnTo>
                  <a:lnTo>
                    <a:pt x="317699" y="268820"/>
                  </a:lnTo>
                  <a:lnTo>
                    <a:pt x="374538" y="272434"/>
                  </a:lnTo>
                  <a:lnTo>
                    <a:pt x="432551" y="280089"/>
                  </a:lnTo>
                  <a:lnTo>
                    <a:pt x="480829" y="291377"/>
                  </a:lnTo>
                  <a:lnTo>
                    <a:pt x="519757" y="301286"/>
                  </a:lnTo>
                  <a:lnTo>
                    <a:pt x="571929" y="335112"/>
                  </a:lnTo>
                  <a:lnTo>
                    <a:pt x="577384" y="354074"/>
                  </a:lnTo>
                  <a:lnTo>
                    <a:pt x="571929" y="368491"/>
                  </a:lnTo>
                  <a:lnTo>
                    <a:pt x="519757" y="402317"/>
                  </a:lnTo>
                  <a:lnTo>
                    <a:pt x="480829" y="412245"/>
                  </a:lnTo>
                  <a:lnTo>
                    <a:pt x="432551" y="423533"/>
                  </a:lnTo>
                  <a:lnTo>
                    <a:pt x="374538" y="431189"/>
                  </a:lnTo>
                  <a:lnTo>
                    <a:pt x="317699" y="434802"/>
                  </a:lnTo>
                  <a:lnTo>
                    <a:pt x="256965" y="434802"/>
                  </a:lnTo>
                  <a:lnTo>
                    <a:pt x="198952" y="431189"/>
                  </a:lnTo>
                  <a:lnTo>
                    <a:pt x="143658" y="423533"/>
                  </a:lnTo>
                  <a:lnTo>
                    <a:pt x="92660" y="412245"/>
                  </a:lnTo>
                  <a:lnTo>
                    <a:pt x="54119" y="402317"/>
                  </a:lnTo>
                  <a:lnTo>
                    <a:pt x="6614" y="368491"/>
                  </a:lnTo>
                  <a:lnTo>
                    <a:pt x="0" y="354074"/>
                  </a:lnTo>
                  <a:close/>
                </a:path>
                <a:path w="577850" h="434975">
                  <a:moveTo>
                    <a:pt x="0" y="85254"/>
                  </a:moveTo>
                  <a:lnTo>
                    <a:pt x="21016" y="46902"/>
                  </a:lnTo>
                  <a:lnTo>
                    <a:pt x="92660" y="22556"/>
                  </a:lnTo>
                  <a:lnTo>
                    <a:pt x="143658" y="11269"/>
                  </a:lnTo>
                  <a:lnTo>
                    <a:pt x="198952" y="3147"/>
                  </a:lnTo>
                  <a:lnTo>
                    <a:pt x="256965" y="0"/>
                  </a:lnTo>
                  <a:lnTo>
                    <a:pt x="317699" y="0"/>
                  </a:lnTo>
                  <a:lnTo>
                    <a:pt x="374538" y="3147"/>
                  </a:lnTo>
                  <a:lnTo>
                    <a:pt x="432551" y="11269"/>
                  </a:lnTo>
                  <a:lnTo>
                    <a:pt x="480829" y="22556"/>
                  </a:lnTo>
                  <a:lnTo>
                    <a:pt x="519757" y="32466"/>
                  </a:lnTo>
                  <a:lnTo>
                    <a:pt x="571929" y="66311"/>
                  </a:lnTo>
                  <a:lnTo>
                    <a:pt x="577384" y="85254"/>
                  </a:lnTo>
                  <a:lnTo>
                    <a:pt x="571929" y="99671"/>
                  </a:lnTo>
                  <a:lnTo>
                    <a:pt x="519757" y="133516"/>
                  </a:lnTo>
                  <a:lnTo>
                    <a:pt x="480829" y="143425"/>
                  </a:lnTo>
                  <a:lnTo>
                    <a:pt x="432551" y="154713"/>
                  </a:lnTo>
                  <a:lnTo>
                    <a:pt x="374538" y="162368"/>
                  </a:lnTo>
                  <a:lnTo>
                    <a:pt x="317699" y="165982"/>
                  </a:lnTo>
                  <a:lnTo>
                    <a:pt x="256965" y="165982"/>
                  </a:lnTo>
                  <a:lnTo>
                    <a:pt x="198952" y="162368"/>
                  </a:lnTo>
                  <a:lnTo>
                    <a:pt x="143658" y="154713"/>
                  </a:lnTo>
                  <a:lnTo>
                    <a:pt x="92660" y="143425"/>
                  </a:lnTo>
                  <a:lnTo>
                    <a:pt x="54119" y="133516"/>
                  </a:lnTo>
                  <a:lnTo>
                    <a:pt x="6614" y="99671"/>
                  </a:lnTo>
                  <a:lnTo>
                    <a:pt x="0" y="85254"/>
                  </a:lnTo>
                  <a:close/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4879619" y="1894442"/>
              <a:ext cx="642620" cy="123189"/>
            </a:xfrm>
            <a:custGeom>
              <a:avLst/>
              <a:gdLst/>
              <a:ahLst/>
              <a:cxnLst/>
              <a:rect l="l" t="t" r="r" b="b"/>
              <a:pathLst>
                <a:path w="642620" h="123189">
                  <a:moveTo>
                    <a:pt x="642398" y="0"/>
                  </a:moveTo>
                  <a:lnTo>
                    <a:pt x="0" y="0"/>
                  </a:lnTo>
                  <a:lnTo>
                    <a:pt x="0" y="123133"/>
                  </a:lnTo>
                  <a:lnTo>
                    <a:pt x="642398" y="123133"/>
                  </a:lnTo>
                  <a:lnTo>
                    <a:pt x="6423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4913494" y="1733872"/>
              <a:ext cx="581660" cy="289560"/>
            </a:xfrm>
            <a:custGeom>
              <a:avLst/>
              <a:gdLst/>
              <a:ahLst/>
              <a:cxnLst/>
              <a:rect l="l" t="t" r="r" b="b"/>
              <a:pathLst>
                <a:path w="581660" h="289560">
                  <a:moveTo>
                    <a:pt x="0" y="0"/>
                  </a:moveTo>
                  <a:lnTo>
                    <a:pt x="0" y="289104"/>
                  </a:lnTo>
                </a:path>
                <a:path w="581660" h="289560">
                  <a:moveTo>
                    <a:pt x="581279" y="0"/>
                  </a:moveTo>
                  <a:lnTo>
                    <a:pt x="581279" y="289104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4913494" y="1619746"/>
              <a:ext cx="577850" cy="167005"/>
            </a:xfrm>
            <a:custGeom>
              <a:avLst/>
              <a:gdLst/>
              <a:ahLst/>
              <a:cxnLst/>
              <a:rect l="l" t="t" r="r" b="b"/>
              <a:pathLst>
                <a:path w="577850" h="167005">
                  <a:moveTo>
                    <a:pt x="317699" y="0"/>
                  </a:moveTo>
                  <a:lnTo>
                    <a:pt x="256965" y="0"/>
                  </a:lnTo>
                  <a:lnTo>
                    <a:pt x="198952" y="4507"/>
                  </a:lnTo>
                  <a:lnTo>
                    <a:pt x="143658" y="11287"/>
                  </a:lnTo>
                  <a:lnTo>
                    <a:pt x="92660" y="22556"/>
                  </a:lnTo>
                  <a:lnTo>
                    <a:pt x="54119" y="32484"/>
                  </a:lnTo>
                  <a:lnTo>
                    <a:pt x="6614" y="66311"/>
                  </a:lnTo>
                  <a:lnTo>
                    <a:pt x="0" y="85254"/>
                  </a:lnTo>
                  <a:lnTo>
                    <a:pt x="6614" y="99690"/>
                  </a:lnTo>
                  <a:lnTo>
                    <a:pt x="54119" y="133516"/>
                  </a:lnTo>
                  <a:lnTo>
                    <a:pt x="92660" y="144338"/>
                  </a:lnTo>
                  <a:lnTo>
                    <a:pt x="143658" y="155607"/>
                  </a:lnTo>
                  <a:lnTo>
                    <a:pt x="198952" y="162368"/>
                  </a:lnTo>
                  <a:lnTo>
                    <a:pt x="256965" y="166895"/>
                  </a:lnTo>
                  <a:lnTo>
                    <a:pt x="317699" y="166895"/>
                  </a:lnTo>
                  <a:lnTo>
                    <a:pt x="374538" y="162368"/>
                  </a:lnTo>
                  <a:lnTo>
                    <a:pt x="432551" y="155607"/>
                  </a:lnTo>
                  <a:lnTo>
                    <a:pt x="480829" y="144338"/>
                  </a:lnTo>
                  <a:lnTo>
                    <a:pt x="519757" y="133516"/>
                  </a:lnTo>
                  <a:lnTo>
                    <a:pt x="571929" y="99690"/>
                  </a:lnTo>
                  <a:lnTo>
                    <a:pt x="577384" y="85254"/>
                  </a:lnTo>
                  <a:lnTo>
                    <a:pt x="571929" y="66311"/>
                  </a:lnTo>
                  <a:lnTo>
                    <a:pt x="519757" y="32484"/>
                  </a:lnTo>
                  <a:lnTo>
                    <a:pt x="480829" y="22556"/>
                  </a:lnTo>
                  <a:lnTo>
                    <a:pt x="432551" y="11287"/>
                  </a:lnTo>
                  <a:lnTo>
                    <a:pt x="374538" y="4507"/>
                  </a:lnTo>
                  <a:lnTo>
                    <a:pt x="3176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4913494" y="1350963"/>
              <a:ext cx="577850" cy="436245"/>
            </a:xfrm>
            <a:custGeom>
              <a:avLst/>
              <a:gdLst/>
              <a:ahLst/>
              <a:cxnLst/>
              <a:rect l="l" t="t" r="r" b="b"/>
              <a:pathLst>
                <a:path w="577850" h="436244">
                  <a:moveTo>
                    <a:pt x="0" y="354037"/>
                  </a:moveTo>
                  <a:lnTo>
                    <a:pt x="21016" y="317044"/>
                  </a:lnTo>
                  <a:lnTo>
                    <a:pt x="92660" y="291340"/>
                  </a:lnTo>
                  <a:lnTo>
                    <a:pt x="143658" y="280070"/>
                  </a:lnTo>
                  <a:lnTo>
                    <a:pt x="198952" y="273290"/>
                  </a:lnTo>
                  <a:lnTo>
                    <a:pt x="256965" y="268783"/>
                  </a:lnTo>
                  <a:lnTo>
                    <a:pt x="317699" y="268783"/>
                  </a:lnTo>
                  <a:lnTo>
                    <a:pt x="374538" y="273290"/>
                  </a:lnTo>
                  <a:lnTo>
                    <a:pt x="432551" y="280070"/>
                  </a:lnTo>
                  <a:lnTo>
                    <a:pt x="480829" y="291340"/>
                  </a:lnTo>
                  <a:lnTo>
                    <a:pt x="519757" y="301268"/>
                  </a:lnTo>
                  <a:lnTo>
                    <a:pt x="571929" y="335094"/>
                  </a:lnTo>
                  <a:lnTo>
                    <a:pt x="577384" y="354037"/>
                  </a:lnTo>
                  <a:lnTo>
                    <a:pt x="571929" y="368473"/>
                  </a:lnTo>
                  <a:lnTo>
                    <a:pt x="519757" y="402299"/>
                  </a:lnTo>
                  <a:lnTo>
                    <a:pt x="480829" y="413121"/>
                  </a:lnTo>
                  <a:lnTo>
                    <a:pt x="432551" y="424390"/>
                  </a:lnTo>
                  <a:lnTo>
                    <a:pt x="374538" y="431152"/>
                  </a:lnTo>
                  <a:lnTo>
                    <a:pt x="317699" y="435678"/>
                  </a:lnTo>
                  <a:lnTo>
                    <a:pt x="256965" y="435678"/>
                  </a:lnTo>
                  <a:lnTo>
                    <a:pt x="198952" y="431152"/>
                  </a:lnTo>
                  <a:lnTo>
                    <a:pt x="143658" y="424390"/>
                  </a:lnTo>
                  <a:lnTo>
                    <a:pt x="92660" y="413121"/>
                  </a:lnTo>
                  <a:lnTo>
                    <a:pt x="54119" y="402299"/>
                  </a:lnTo>
                  <a:lnTo>
                    <a:pt x="6614" y="368473"/>
                  </a:lnTo>
                  <a:lnTo>
                    <a:pt x="0" y="354037"/>
                  </a:lnTo>
                  <a:close/>
                </a:path>
                <a:path w="577850" h="436244">
                  <a:moveTo>
                    <a:pt x="0" y="85123"/>
                  </a:moveTo>
                  <a:lnTo>
                    <a:pt x="21016" y="48243"/>
                  </a:lnTo>
                  <a:lnTo>
                    <a:pt x="92660" y="22538"/>
                  </a:lnTo>
                  <a:lnTo>
                    <a:pt x="143658" y="11176"/>
                  </a:lnTo>
                  <a:lnTo>
                    <a:pt x="198952" y="4470"/>
                  </a:lnTo>
                  <a:lnTo>
                    <a:pt x="256965" y="0"/>
                  </a:lnTo>
                  <a:lnTo>
                    <a:pt x="317699" y="0"/>
                  </a:lnTo>
                  <a:lnTo>
                    <a:pt x="374538" y="4470"/>
                  </a:lnTo>
                  <a:lnTo>
                    <a:pt x="432551" y="11176"/>
                  </a:lnTo>
                  <a:lnTo>
                    <a:pt x="480829" y="22538"/>
                  </a:lnTo>
                  <a:lnTo>
                    <a:pt x="519757" y="32410"/>
                  </a:lnTo>
                  <a:lnTo>
                    <a:pt x="571929" y="65752"/>
                  </a:lnTo>
                  <a:lnTo>
                    <a:pt x="577384" y="85123"/>
                  </a:lnTo>
                  <a:lnTo>
                    <a:pt x="571929" y="99652"/>
                  </a:lnTo>
                  <a:lnTo>
                    <a:pt x="519757" y="132994"/>
                  </a:lnTo>
                  <a:lnTo>
                    <a:pt x="480829" y="144301"/>
                  </a:lnTo>
                  <a:lnTo>
                    <a:pt x="432551" y="155570"/>
                  </a:lnTo>
                  <a:lnTo>
                    <a:pt x="374538" y="162350"/>
                  </a:lnTo>
                  <a:lnTo>
                    <a:pt x="317699" y="166857"/>
                  </a:lnTo>
                  <a:lnTo>
                    <a:pt x="256965" y="166857"/>
                  </a:lnTo>
                  <a:lnTo>
                    <a:pt x="198952" y="162350"/>
                  </a:lnTo>
                  <a:lnTo>
                    <a:pt x="143658" y="155570"/>
                  </a:lnTo>
                  <a:lnTo>
                    <a:pt x="92660" y="144301"/>
                  </a:lnTo>
                  <a:lnTo>
                    <a:pt x="54119" y="132994"/>
                  </a:lnTo>
                  <a:lnTo>
                    <a:pt x="6614" y="99652"/>
                  </a:lnTo>
                  <a:lnTo>
                    <a:pt x="0" y="85123"/>
                  </a:lnTo>
                  <a:close/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4879619" y="1585015"/>
              <a:ext cx="642620" cy="123189"/>
            </a:xfrm>
            <a:custGeom>
              <a:avLst/>
              <a:gdLst/>
              <a:ahLst/>
              <a:cxnLst/>
              <a:rect l="l" t="t" r="r" b="b"/>
              <a:pathLst>
                <a:path w="642620" h="123189">
                  <a:moveTo>
                    <a:pt x="642398" y="0"/>
                  </a:moveTo>
                  <a:lnTo>
                    <a:pt x="0" y="0"/>
                  </a:lnTo>
                  <a:lnTo>
                    <a:pt x="0" y="123133"/>
                  </a:lnTo>
                  <a:lnTo>
                    <a:pt x="642398" y="123133"/>
                  </a:lnTo>
                  <a:lnTo>
                    <a:pt x="6423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4913494" y="1423607"/>
              <a:ext cx="1423035" cy="1289050"/>
            </a:xfrm>
            <a:custGeom>
              <a:avLst/>
              <a:gdLst/>
              <a:ahLst/>
              <a:cxnLst/>
              <a:rect l="l" t="t" r="r" b="b"/>
              <a:pathLst>
                <a:path w="1423035" h="1289050">
                  <a:moveTo>
                    <a:pt x="0" y="0"/>
                  </a:moveTo>
                  <a:lnTo>
                    <a:pt x="0" y="290408"/>
                  </a:lnTo>
                </a:path>
                <a:path w="1423035" h="1289050">
                  <a:moveTo>
                    <a:pt x="581279" y="0"/>
                  </a:moveTo>
                  <a:lnTo>
                    <a:pt x="581279" y="290408"/>
                  </a:lnTo>
                </a:path>
                <a:path w="1423035" h="1289050">
                  <a:moveTo>
                    <a:pt x="845277" y="1207829"/>
                  </a:moveTo>
                  <a:lnTo>
                    <a:pt x="866197" y="1169942"/>
                  </a:lnTo>
                  <a:lnTo>
                    <a:pt x="937970" y="1145131"/>
                  </a:lnTo>
                  <a:lnTo>
                    <a:pt x="988983" y="1133862"/>
                  </a:lnTo>
                  <a:lnTo>
                    <a:pt x="1044181" y="1126188"/>
                  </a:lnTo>
                  <a:lnTo>
                    <a:pt x="1102275" y="1122574"/>
                  </a:lnTo>
                  <a:lnTo>
                    <a:pt x="1162944" y="1122574"/>
                  </a:lnTo>
                  <a:lnTo>
                    <a:pt x="1219751" y="1126188"/>
                  </a:lnTo>
                  <a:lnTo>
                    <a:pt x="1277845" y="1133862"/>
                  </a:lnTo>
                  <a:lnTo>
                    <a:pt x="1326122" y="1145131"/>
                  </a:lnTo>
                  <a:lnTo>
                    <a:pt x="1365066" y="1155059"/>
                  </a:lnTo>
                  <a:lnTo>
                    <a:pt x="1417206" y="1188886"/>
                  </a:lnTo>
                  <a:lnTo>
                    <a:pt x="1423000" y="1207829"/>
                  </a:lnTo>
                  <a:lnTo>
                    <a:pt x="1417206" y="1222265"/>
                  </a:lnTo>
                  <a:lnTo>
                    <a:pt x="1365066" y="1256091"/>
                  </a:lnTo>
                  <a:lnTo>
                    <a:pt x="1326122" y="1266019"/>
                  </a:lnTo>
                  <a:lnTo>
                    <a:pt x="1277845" y="1277288"/>
                  </a:lnTo>
                  <a:lnTo>
                    <a:pt x="1219751" y="1285409"/>
                  </a:lnTo>
                  <a:lnTo>
                    <a:pt x="1162944" y="1288557"/>
                  </a:lnTo>
                  <a:lnTo>
                    <a:pt x="1102275" y="1288557"/>
                  </a:lnTo>
                  <a:lnTo>
                    <a:pt x="1044181" y="1285409"/>
                  </a:lnTo>
                  <a:lnTo>
                    <a:pt x="988984" y="1277288"/>
                  </a:lnTo>
                  <a:lnTo>
                    <a:pt x="937970" y="1266019"/>
                  </a:lnTo>
                  <a:lnTo>
                    <a:pt x="899348" y="1256091"/>
                  </a:lnTo>
                  <a:lnTo>
                    <a:pt x="851875" y="1222265"/>
                  </a:lnTo>
                  <a:lnTo>
                    <a:pt x="845277" y="1207829"/>
                  </a:lnTo>
                  <a:close/>
                </a:path>
                <a:path w="1423035" h="1289050">
                  <a:moveTo>
                    <a:pt x="845277" y="939008"/>
                  </a:moveTo>
                  <a:lnTo>
                    <a:pt x="866197" y="901122"/>
                  </a:lnTo>
                  <a:lnTo>
                    <a:pt x="937970" y="876311"/>
                  </a:lnTo>
                  <a:lnTo>
                    <a:pt x="988983" y="865042"/>
                  </a:lnTo>
                  <a:lnTo>
                    <a:pt x="1044181" y="857368"/>
                  </a:lnTo>
                  <a:lnTo>
                    <a:pt x="1102275" y="853754"/>
                  </a:lnTo>
                  <a:lnTo>
                    <a:pt x="1162944" y="853754"/>
                  </a:lnTo>
                  <a:lnTo>
                    <a:pt x="1219751" y="857368"/>
                  </a:lnTo>
                  <a:lnTo>
                    <a:pt x="1277845" y="865042"/>
                  </a:lnTo>
                  <a:lnTo>
                    <a:pt x="1326122" y="876311"/>
                  </a:lnTo>
                  <a:lnTo>
                    <a:pt x="1365066" y="886239"/>
                  </a:lnTo>
                  <a:lnTo>
                    <a:pt x="1417206" y="920065"/>
                  </a:lnTo>
                  <a:lnTo>
                    <a:pt x="1423000" y="939008"/>
                  </a:lnTo>
                  <a:lnTo>
                    <a:pt x="1417206" y="953444"/>
                  </a:lnTo>
                  <a:lnTo>
                    <a:pt x="1365066" y="987270"/>
                  </a:lnTo>
                  <a:lnTo>
                    <a:pt x="1326122" y="997198"/>
                  </a:lnTo>
                  <a:lnTo>
                    <a:pt x="1277845" y="1008467"/>
                  </a:lnTo>
                  <a:lnTo>
                    <a:pt x="1219751" y="1016142"/>
                  </a:lnTo>
                  <a:lnTo>
                    <a:pt x="1162944" y="1019737"/>
                  </a:lnTo>
                  <a:lnTo>
                    <a:pt x="1102275" y="1019737"/>
                  </a:lnTo>
                  <a:lnTo>
                    <a:pt x="1044181" y="1016142"/>
                  </a:lnTo>
                  <a:lnTo>
                    <a:pt x="988983" y="1008467"/>
                  </a:lnTo>
                  <a:lnTo>
                    <a:pt x="937970" y="997198"/>
                  </a:lnTo>
                  <a:lnTo>
                    <a:pt x="899348" y="987270"/>
                  </a:lnTo>
                  <a:lnTo>
                    <a:pt x="851875" y="953444"/>
                  </a:lnTo>
                  <a:lnTo>
                    <a:pt x="845277" y="939008"/>
                  </a:lnTo>
                  <a:close/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5724816" y="2510557"/>
              <a:ext cx="642620" cy="123189"/>
            </a:xfrm>
            <a:custGeom>
              <a:avLst/>
              <a:gdLst/>
              <a:ahLst/>
              <a:cxnLst/>
              <a:rect l="l" t="t" r="r" b="b"/>
              <a:pathLst>
                <a:path w="642620" h="123189">
                  <a:moveTo>
                    <a:pt x="642398" y="0"/>
                  </a:moveTo>
                  <a:lnTo>
                    <a:pt x="0" y="0"/>
                  </a:lnTo>
                  <a:lnTo>
                    <a:pt x="0" y="123133"/>
                  </a:lnTo>
                  <a:lnTo>
                    <a:pt x="642398" y="123133"/>
                  </a:lnTo>
                  <a:lnTo>
                    <a:pt x="6423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5758771" y="2350434"/>
              <a:ext cx="581660" cy="289560"/>
            </a:xfrm>
            <a:custGeom>
              <a:avLst/>
              <a:gdLst/>
              <a:ahLst/>
              <a:cxnLst/>
              <a:rect l="l" t="t" r="r" b="b"/>
              <a:pathLst>
                <a:path w="581660" h="289560">
                  <a:moveTo>
                    <a:pt x="0" y="0"/>
                  </a:moveTo>
                  <a:lnTo>
                    <a:pt x="0" y="289123"/>
                  </a:lnTo>
                </a:path>
                <a:path w="581660" h="289560">
                  <a:moveTo>
                    <a:pt x="581262" y="0"/>
                  </a:moveTo>
                  <a:lnTo>
                    <a:pt x="581262" y="289123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5758771" y="2235880"/>
              <a:ext cx="577850" cy="167005"/>
            </a:xfrm>
            <a:custGeom>
              <a:avLst/>
              <a:gdLst/>
              <a:ahLst/>
              <a:cxnLst/>
              <a:rect l="l" t="t" r="r" b="b"/>
              <a:pathLst>
                <a:path w="577850" h="167005">
                  <a:moveTo>
                    <a:pt x="317666" y="0"/>
                  </a:moveTo>
                  <a:lnTo>
                    <a:pt x="256998" y="0"/>
                  </a:lnTo>
                  <a:lnTo>
                    <a:pt x="198903" y="4507"/>
                  </a:lnTo>
                  <a:lnTo>
                    <a:pt x="143706" y="11269"/>
                  </a:lnTo>
                  <a:lnTo>
                    <a:pt x="92693" y="22538"/>
                  </a:lnTo>
                  <a:lnTo>
                    <a:pt x="54070" y="32466"/>
                  </a:lnTo>
                  <a:lnTo>
                    <a:pt x="6597" y="66292"/>
                  </a:lnTo>
                  <a:lnTo>
                    <a:pt x="0" y="85235"/>
                  </a:lnTo>
                  <a:lnTo>
                    <a:pt x="6597" y="99671"/>
                  </a:lnTo>
                  <a:lnTo>
                    <a:pt x="54070" y="133497"/>
                  </a:lnTo>
                  <a:lnTo>
                    <a:pt x="92693" y="144766"/>
                  </a:lnTo>
                  <a:lnTo>
                    <a:pt x="143706" y="156054"/>
                  </a:lnTo>
                  <a:lnTo>
                    <a:pt x="198903" y="162368"/>
                  </a:lnTo>
                  <a:lnTo>
                    <a:pt x="256998" y="166876"/>
                  </a:lnTo>
                  <a:lnTo>
                    <a:pt x="317666" y="166876"/>
                  </a:lnTo>
                  <a:lnTo>
                    <a:pt x="374473" y="162368"/>
                  </a:lnTo>
                  <a:lnTo>
                    <a:pt x="432567" y="156054"/>
                  </a:lnTo>
                  <a:lnTo>
                    <a:pt x="480845" y="144766"/>
                  </a:lnTo>
                  <a:lnTo>
                    <a:pt x="519789" y="133497"/>
                  </a:lnTo>
                  <a:lnTo>
                    <a:pt x="571929" y="99671"/>
                  </a:lnTo>
                  <a:lnTo>
                    <a:pt x="577722" y="85235"/>
                  </a:lnTo>
                  <a:lnTo>
                    <a:pt x="571929" y="66292"/>
                  </a:lnTo>
                  <a:lnTo>
                    <a:pt x="519789" y="32466"/>
                  </a:lnTo>
                  <a:lnTo>
                    <a:pt x="480845" y="22538"/>
                  </a:lnTo>
                  <a:lnTo>
                    <a:pt x="432567" y="11269"/>
                  </a:lnTo>
                  <a:lnTo>
                    <a:pt x="374473" y="4507"/>
                  </a:lnTo>
                  <a:lnTo>
                    <a:pt x="3176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5758771" y="1967060"/>
              <a:ext cx="577850" cy="436245"/>
            </a:xfrm>
            <a:custGeom>
              <a:avLst/>
              <a:gdLst/>
              <a:ahLst/>
              <a:cxnLst/>
              <a:rect l="l" t="t" r="r" b="b"/>
              <a:pathLst>
                <a:path w="577850" h="436244">
                  <a:moveTo>
                    <a:pt x="0" y="354056"/>
                  </a:moveTo>
                  <a:lnTo>
                    <a:pt x="20920" y="317063"/>
                  </a:lnTo>
                  <a:lnTo>
                    <a:pt x="92693" y="291358"/>
                  </a:lnTo>
                  <a:lnTo>
                    <a:pt x="143706" y="280089"/>
                  </a:lnTo>
                  <a:lnTo>
                    <a:pt x="198903" y="273328"/>
                  </a:lnTo>
                  <a:lnTo>
                    <a:pt x="256998" y="268820"/>
                  </a:lnTo>
                  <a:lnTo>
                    <a:pt x="317666" y="268820"/>
                  </a:lnTo>
                  <a:lnTo>
                    <a:pt x="374473" y="273328"/>
                  </a:lnTo>
                  <a:lnTo>
                    <a:pt x="432567" y="280089"/>
                  </a:lnTo>
                  <a:lnTo>
                    <a:pt x="480845" y="291358"/>
                  </a:lnTo>
                  <a:lnTo>
                    <a:pt x="519789" y="301286"/>
                  </a:lnTo>
                  <a:lnTo>
                    <a:pt x="571929" y="335112"/>
                  </a:lnTo>
                  <a:lnTo>
                    <a:pt x="577722" y="354056"/>
                  </a:lnTo>
                  <a:lnTo>
                    <a:pt x="571929" y="368491"/>
                  </a:lnTo>
                  <a:lnTo>
                    <a:pt x="519789" y="402317"/>
                  </a:lnTo>
                  <a:lnTo>
                    <a:pt x="480845" y="413587"/>
                  </a:lnTo>
                  <a:lnTo>
                    <a:pt x="432567" y="424874"/>
                  </a:lnTo>
                  <a:lnTo>
                    <a:pt x="374473" y="431189"/>
                  </a:lnTo>
                  <a:lnTo>
                    <a:pt x="317667" y="435697"/>
                  </a:lnTo>
                  <a:lnTo>
                    <a:pt x="256998" y="435697"/>
                  </a:lnTo>
                  <a:lnTo>
                    <a:pt x="198903" y="431189"/>
                  </a:lnTo>
                  <a:lnTo>
                    <a:pt x="143706" y="424874"/>
                  </a:lnTo>
                  <a:lnTo>
                    <a:pt x="92693" y="413587"/>
                  </a:lnTo>
                  <a:lnTo>
                    <a:pt x="54071" y="402317"/>
                  </a:lnTo>
                  <a:lnTo>
                    <a:pt x="6597" y="368491"/>
                  </a:lnTo>
                  <a:lnTo>
                    <a:pt x="0" y="354056"/>
                  </a:lnTo>
                  <a:close/>
                </a:path>
                <a:path w="577850" h="436244">
                  <a:moveTo>
                    <a:pt x="0" y="85235"/>
                  </a:moveTo>
                  <a:lnTo>
                    <a:pt x="20920" y="48261"/>
                  </a:lnTo>
                  <a:lnTo>
                    <a:pt x="92693" y="22538"/>
                  </a:lnTo>
                  <a:lnTo>
                    <a:pt x="143706" y="11269"/>
                  </a:lnTo>
                  <a:lnTo>
                    <a:pt x="198903" y="4507"/>
                  </a:lnTo>
                  <a:lnTo>
                    <a:pt x="256998" y="0"/>
                  </a:lnTo>
                  <a:lnTo>
                    <a:pt x="317666" y="0"/>
                  </a:lnTo>
                  <a:lnTo>
                    <a:pt x="374473" y="4507"/>
                  </a:lnTo>
                  <a:lnTo>
                    <a:pt x="432567" y="11269"/>
                  </a:lnTo>
                  <a:lnTo>
                    <a:pt x="480845" y="22538"/>
                  </a:lnTo>
                  <a:lnTo>
                    <a:pt x="519789" y="32466"/>
                  </a:lnTo>
                  <a:lnTo>
                    <a:pt x="571929" y="66292"/>
                  </a:lnTo>
                  <a:lnTo>
                    <a:pt x="577722" y="85235"/>
                  </a:lnTo>
                  <a:lnTo>
                    <a:pt x="571929" y="99671"/>
                  </a:lnTo>
                  <a:lnTo>
                    <a:pt x="519789" y="133497"/>
                  </a:lnTo>
                  <a:lnTo>
                    <a:pt x="480845" y="144766"/>
                  </a:lnTo>
                  <a:lnTo>
                    <a:pt x="432567" y="155607"/>
                  </a:lnTo>
                  <a:lnTo>
                    <a:pt x="374473" y="162368"/>
                  </a:lnTo>
                  <a:lnTo>
                    <a:pt x="317666" y="166876"/>
                  </a:lnTo>
                  <a:lnTo>
                    <a:pt x="256998" y="166876"/>
                  </a:lnTo>
                  <a:lnTo>
                    <a:pt x="198903" y="162368"/>
                  </a:lnTo>
                  <a:lnTo>
                    <a:pt x="143706" y="155607"/>
                  </a:lnTo>
                  <a:lnTo>
                    <a:pt x="92693" y="144766"/>
                  </a:lnTo>
                  <a:lnTo>
                    <a:pt x="54070" y="133497"/>
                  </a:lnTo>
                  <a:lnTo>
                    <a:pt x="6597" y="99671"/>
                  </a:lnTo>
                  <a:lnTo>
                    <a:pt x="0" y="85235"/>
                  </a:lnTo>
                  <a:close/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5724816" y="2201145"/>
              <a:ext cx="642620" cy="123825"/>
            </a:xfrm>
            <a:custGeom>
              <a:avLst/>
              <a:gdLst/>
              <a:ahLst/>
              <a:cxnLst/>
              <a:rect l="l" t="t" r="r" b="b"/>
              <a:pathLst>
                <a:path w="642620" h="123825">
                  <a:moveTo>
                    <a:pt x="642398" y="0"/>
                  </a:moveTo>
                  <a:lnTo>
                    <a:pt x="0" y="0"/>
                  </a:lnTo>
                  <a:lnTo>
                    <a:pt x="0" y="123584"/>
                  </a:lnTo>
                  <a:lnTo>
                    <a:pt x="642398" y="123584"/>
                  </a:lnTo>
                  <a:lnTo>
                    <a:pt x="6423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5758771" y="2040114"/>
              <a:ext cx="581660" cy="290195"/>
            </a:xfrm>
            <a:custGeom>
              <a:avLst/>
              <a:gdLst/>
              <a:ahLst/>
              <a:cxnLst/>
              <a:rect l="l" t="t" r="r" b="b"/>
              <a:pathLst>
                <a:path w="581660" h="290194">
                  <a:moveTo>
                    <a:pt x="0" y="0"/>
                  </a:moveTo>
                  <a:lnTo>
                    <a:pt x="0" y="290017"/>
                  </a:lnTo>
                </a:path>
                <a:path w="581660" h="290194">
                  <a:moveTo>
                    <a:pt x="581262" y="0"/>
                  </a:moveTo>
                  <a:lnTo>
                    <a:pt x="581262" y="290017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5758771" y="1922393"/>
              <a:ext cx="577850" cy="167005"/>
            </a:xfrm>
            <a:custGeom>
              <a:avLst/>
              <a:gdLst/>
              <a:ahLst/>
              <a:cxnLst/>
              <a:rect l="l" t="t" r="r" b="b"/>
              <a:pathLst>
                <a:path w="577850" h="167005">
                  <a:moveTo>
                    <a:pt x="317666" y="0"/>
                  </a:moveTo>
                  <a:lnTo>
                    <a:pt x="256998" y="0"/>
                  </a:lnTo>
                  <a:lnTo>
                    <a:pt x="198903" y="4507"/>
                  </a:lnTo>
                  <a:lnTo>
                    <a:pt x="143706" y="11287"/>
                  </a:lnTo>
                  <a:lnTo>
                    <a:pt x="92693" y="22109"/>
                  </a:lnTo>
                  <a:lnTo>
                    <a:pt x="54070" y="32484"/>
                  </a:lnTo>
                  <a:lnTo>
                    <a:pt x="6597" y="65863"/>
                  </a:lnTo>
                  <a:lnTo>
                    <a:pt x="0" y="85254"/>
                  </a:lnTo>
                  <a:lnTo>
                    <a:pt x="6597" y="99690"/>
                  </a:lnTo>
                  <a:lnTo>
                    <a:pt x="54070" y="133069"/>
                  </a:lnTo>
                  <a:lnTo>
                    <a:pt x="92693" y="144338"/>
                  </a:lnTo>
                  <a:lnTo>
                    <a:pt x="143706" y="155607"/>
                  </a:lnTo>
                  <a:lnTo>
                    <a:pt x="198903" y="162387"/>
                  </a:lnTo>
                  <a:lnTo>
                    <a:pt x="256998" y="166895"/>
                  </a:lnTo>
                  <a:lnTo>
                    <a:pt x="317666" y="166895"/>
                  </a:lnTo>
                  <a:lnTo>
                    <a:pt x="374473" y="162387"/>
                  </a:lnTo>
                  <a:lnTo>
                    <a:pt x="432567" y="155607"/>
                  </a:lnTo>
                  <a:lnTo>
                    <a:pt x="480845" y="144338"/>
                  </a:lnTo>
                  <a:lnTo>
                    <a:pt x="519789" y="133069"/>
                  </a:lnTo>
                  <a:lnTo>
                    <a:pt x="571929" y="99690"/>
                  </a:lnTo>
                  <a:lnTo>
                    <a:pt x="577722" y="85254"/>
                  </a:lnTo>
                  <a:lnTo>
                    <a:pt x="571929" y="65863"/>
                  </a:lnTo>
                  <a:lnTo>
                    <a:pt x="519789" y="32484"/>
                  </a:lnTo>
                  <a:lnTo>
                    <a:pt x="480845" y="22109"/>
                  </a:lnTo>
                  <a:lnTo>
                    <a:pt x="432567" y="11287"/>
                  </a:lnTo>
                  <a:lnTo>
                    <a:pt x="374473" y="4507"/>
                  </a:lnTo>
                  <a:lnTo>
                    <a:pt x="3176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5758771" y="1653573"/>
              <a:ext cx="577850" cy="436245"/>
            </a:xfrm>
            <a:custGeom>
              <a:avLst/>
              <a:gdLst/>
              <a:ahLst/>
              <a:cxnLst/>
              <a:rect l="l" t="t" r="r" b="b"/>
              <a:pathLst>
                <a:path w="577850" h="436244">
                  <a:moveTo>
                    <a:pt x="0" y="354074"/>
                  </a:moveTo>
                  <a:lnTo>
                    <a:pt x="20920" y="317082"/>
                  </a:lnTo>
                  <a:lnTo>
                    <a:pt x="92693" y="290930"/>
                  </a:lnTo>
                  <a:lnTo>
                    <a:pt x="143706" y="280108"/>
                  </a:lnTo>
                  <a:lnTo>
                    <a:pt x="198903" y="273328"/>
                  </a:lnTo>
                  <a:lnTo>
                    <a:pt x="256998" y="268820"/>
                  </a:lnTo>
                  <a:lnTo>
                    <a:pt x="317666" y="268820"/>
                  </a:lnTo>
                  <a:lnTo>
                    <a:pt x="374473" y="273328"/>
                  </a:lnTo>
                  <a:lnTo>
                    <a:pt x="432567" y="280108"/>
                  </a:lnTo>
                  <a:lnTo>
                    <a:pt x="480845" y="290930"/>
                  </a:lnTo>
                  <a:lnTo>
                    <a:pt x="519789" y="301305"/>
                  </a:lnTo>
                  <a:lnTo>
                    <a:pt x="571929" y="334684"/>
                  </a:lnTo>
                  <a:lnTo>
                    <a:pt x="577722" y="354074"/>
                  </a:lnTo>
                  <a:lnTo>
                    <a:pt x="571929" y="368510"/>
                  </a:lnTo>
                  <a:lnTo>
                    <a:pt x="519789" y="401889"/>
                  </a:lnTo>
                  <a:lnTo>
                    <a:pt x="480845" y="413158"/>
                  </a:lnTo>
                  <a:lnTo>
                    <a:pt x="432567" y="424427"/>
                  </a:lnTo>
                  <a:lnTo>
                    <a:pt x="374473" y="431207"/>
                  </a:lnTo>
                  <a:lnTo>
                    <a:pt x="317667" y="435715"/>
                  </a:lnTo>
                  <a:lnTo>
                    <a:pt x="256998" y="435715"/>
                  </a:lnTo>
                  <a:lnTo>
                    <a:pt x="198903" y="431207"/>
                  </a:lnTo>
                  <a:lnTo>
                    <a:pt x="143706" y="424427"/>
                  </a:lnTo>
                  <a:lnTo>
                    <a:pt x="92693" y="413158"/>
                  </a:lnTo>
                  <a:lnTo>
                    <a:pt x="54071" y="401889"/>
                  </a:lnTo>
                  <a:lnTo>
                    <a:pt x="6597" y="368510"/>
                  </a:lnTo>
                  <a:lnTo>
                    <a:pt x="0" y="354074"/>
                  </a:lnTo>
                  <a:close/>
                </a:path>
                <a:path w="577850" h="436244">
                  <a:moveTo>
                    <a:pt x="0" y="84807"/>
                  </a:moveTo>
                  <a:lnTo>
                    <a:pt x="20920" y="47814"/>
                  </a:lnTo>
                  <a:lnTo>
                    <a:pt x="92693" y="22109"/>
                  </a:lnTo>
                  <a:lnTo>
                    <a:pt x="143706" y="10822"/>
                  </a:lnTo>
                  <a:lnTo>
                    <a:pt x="198903" y="4060"/>
                  </a:lnTo>
                  <a:lnTo>
                    <a:pt x="256998" y="0"/>
                  </a:lnTo>
                  <a:lnTo>
                    <a:pt x="317666" y="0"/>
                  </a:lnTo>
                  <a:lnTo>
                    <a:pt x="374473" y="4060"/>
                  </a:lnTo>
                  <a:lnTo>
                    <a:pt x="432567" y="10822"/>
                  </a:lnTo>
                  <a:lnTo>
                    <a:pt x="480845" y="22109"/>
                  </a:lnTo>
                  <a:lnTo>
                    <a:pt x="519789" y="32484"/>
                  </a:lnTo>
                  <a:lnTo>
                    <a:pt x="571929" y="65863"/>
                  </a:lnTo>
                  <a:lnTo>
                    <a:pt x="577722" y="84807"/>
                  </a:lnTo>
                  <a:lnTo>
                    <a:pt x="571929" y="99690"/>
                  </a:lnTo>
                  <a:lnTo>
                    <a:pt x="519789" y="133069"/>
                  </a:lnTo>
                  <a:lnTo>
                    <a:pt x="480845" y="144338"/>
                  </a:lnTo>
                  <a:lnTo>
                    <a:pt x="432567" y="155607"/>
                  </a:lnTo>
                  <a:lnTo>
                    <a:pt x="374473" y="162387"/>
                  </a:lnTo>
                  <a:lnTo>
                    <a:pt x="317666" y="166895"/>
                  </a:lnTo>
                  <a:lnTo>
                    <a:pt x="256998" y="166895"/>
                  </a:lnTo>
                  <a:lnTo>
                    <a:pt x="198903" y="162387"/>
                  </a:lnTo>
                  <a:lnTo>
                    <a:pt x="143706" y="155607"/>
                  </a:lnTo>
                  <a:lnTo>
                    <a:pt x="92693" y="144338"/>
                  </a:lnTo>
                  <a:lnTo>
                    <a:pt x="54070" y="133069"/>
                  </a:lnTo>
                  <a:lnTo>
                    <a:pt x="6597" y="99690"/>
                  </a:lnTo>
                  <a:lnTo>
                    <a:pt x="0" y="84807"/>
                  </a:lnTo>
                  <a:close/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5724816" y="1887662"/>
              <a:ext cx="642620" cy="123189"/>
            </a:xfrm>
            <a:custGeom>
              <a:avLst/>
              <a:gdLst/>
              <a:ahLst/>
              <a:cxnLst/>
              <a:rect l="l" t="t" r="r" b="b"/>
              <a:pathLst>
                <a:path w="642620" h="123189">
                  <a:moveTo>
                    <a:pt x="642398" y="0"/>
                  </a:moveTo>
                  <a:lnTo>
                    <a:pt x="0" y="0"/>
                  </a:lnTo>
                  <a:lnTo>
                    <a:pt x="0" y="123133"/>
                  </a:lnTo>
                  <a:lnTo>
                    <a:pt x="642398" y="123133"/>
                  </a:lnTo>
                  <a:lnTo>
                    <a:pt x="6423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5758771" y="1726198"/>
              <a:ext cx="581660" cy="290195"/>
            </a:xfrm>
            <a:custGeom>
              <a:avLst/>
              <a:gdLst/>
              <a:ahLst/>
              <a:cxnLst/>
              <a:rect l="l" t="t" r="r" b="b"/>
              <a:pathLst>
                <a:path w="581660" h="290194">
                  <a:moveTo>
                    <a:pt x="0" y="0"/>
                  </a:moveTo>
                  <a:lnTo>
                    <a:pt x="0" y="290017"/>
                  </a:lnTo>
                </a:path>
                <a:path w="581660" h="290194">
                  <a:moveTo>
                    <a:pt x="581262" y="0"/>
                  </a:moveTo>
                  <a:lnTo>
                    <a:pt x="581262" y="290017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5758771" y="1612985"/>
              <a:ext cx="577850" cy="166370"/>
            </a:xfrm>
            <a:custGeom>
              <a:avLst/>
              <a:gdLst/>
              <a:ahLst/>
              <a:cxnLst/>
              <a:rect l="l" t="t" r="r" b="b"/>
              <a:pathLst>
                <a:path w="577850" h="166369">
                  <a:moveTo>
                    <a:pt x="317666" y="0"/>
                  </a:moveTo>
                  <a:lnTo>
                    <a:pt x="256998" y="0"/>
                  </a:lnTo>
                  <a:lnTo>
                    <a:pt x="198903" y="3613"/>
                  </a:lnTo>
                  <a:lnTo>
                    <a:pt x="143706" y="11269"/>
                  </a:lnTo>
                  <a:lnTo>
                    <a:pt x="92693" y="22556"/>
                  </a:lnTo>
                  <a:lnTo>
                    <a:pt x="54070" y="32466"/>
                  </a:lnTo>
                  <a:lnTo>
                    <a:pt x="6597" y="66311"/>
                  </a:lnTo>
                  <a:lnTo>
                    <a:pt x="0" y="83894"/>
                  </a:lnTo>
                  <a:lnTo>
                    <a:pt x="6597" y="99671"/>
                  </a:lnTo>
                  <a:lnTo>
                    <a:pt x="54070" y="133516"/>
                  </a:lnTo>
                  <a:lnTo>
                    <a:pt x="92693" y="143425"/>
                  </a:lnTo>
                  <a:lnTo>
                    <a:pt x="143706" y="154713"/>
                  </a:lnTo>
                  <a:lnTo>
                    <a:pt x="198903" y="162368"/>
                  </a:lnTo>
                  <a:lnTo>
                    <a:pt x="256998" y="165982"/>
                  </a:lnTo>
                  <a:lnTo>
                    <a:pt x="317666" y="165982"/>
                  </a:lnTo>
                  <a:lnTo>
                    <a:pt x="374473" y="162368"/>
                  </a:lnTo>
                  <a:lnTo>
                    <a:pt x="432567" y="154713"/>
                  </a:lnTo>
                  <a:lnTo>
                    <a:pt x="480845" y="143425"/>
                  </a:lnTo>
                  <a:lnTo>
                    <a:pt x="519789" y="133516"/>
                  </a:lnTo>
                  <a:lnTo>
                    <a:pt x="571929" y="99671"/>
                  </a:lnTo>
                  <a:lnTo>
                    <a:pt x="577722" y="83894"/>
                  </a:lnTo>
                  <a:lnTo>
                    <a:pt x="571929" y="66311"/>
                  </a:lnTo>
                  <a:lnTo>
                    <a:pt x="519789" y="32466"/>
                  </a:lnTo>
                  <a:lnTo>
                    <a:pt x="480845" y="22556"/>
                  </a:lnTo>
                  <a:lnTo>
                    <a:pt x="432567" y="11269"/>
                  </a:lnTo>
                  <a:lnTo>
                    <a:pt x="374473" y="3613"/>
                  </a:lnTo>
                  <a:lnTo>
                    <a:pt x="3176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5758771" y="1344258"/>
              <a:ext cx="577850" cy="434975"/>
            </a:xfrm>
            <a:custGeom>
              <a:avLst/>
              <a:gdLst/>
              <a:ahLst/>
              <a:cxnLst/>
              <a:rect l="l" t="t" r="r" b="b"/>
              <a:pathLst>
                <a:path w="577850" h="434975">
                  <a:moveTo>
                    <a:pt x="0" y="352621"/>
                  </a:moveTo>
                  <a:lnTo>
                    <a:pt x="20920" y="315629"/>
                  </a:lnTo>
                  <a:lnTo>
                    <a:pt x="92693" y="291284"/>
                  </a:lnTo>
                  <a:lnTo>
                    <a:pt x="143706" y="279996"/>
                  </a:lnTo>
                  <a:lnTo>
                    <a:pt x="198903" y="272340"/>
                  </a:lnTo>
                  <a:lnTo>
                    <a:pt x="256998" y="268727"/>
                  </a:lnTo>
                  <a:lnTo>
                    <a:pt x="317666" y="268727"/>
                  </a:lnTo>
                  <a:lnTo>
                    <a:pt x="374473" y="272340"/>
                  </a:lnTo>
                  <a:lnTo>
                    <a:pt x="432567" y="279996"/>
                  </a:lnTo>
                  <a:lnTo>
                    <a:pt x="480845" y="291284"/>
                  </a:lnTo>
                  <a:lnTo>
                    <a:pt x="519789" y="301193"/>
                  </a:lnTo>
                  <a:lnTo>
                    <a:pt x="571929" y="335038"/>
                  </a:lnTo>
                  <a:lnTo>
                    <a:pt x="577722" y="352621"/>
                  </a:lnTo>
                  <a:lnTo>
                    <a:pt x="571929" y="368398"/>
                  </a:lnTo>
                  <a:lnTo>
                    <a:pt x="519789" y="402243"/>
                  </a:lnTo>
                  <a:lnTo>
                    <a:pt x="480845" y="412152"/>
                  </a:lnTo>
                  <a:lnTo>
                    <a:pt x="432567" y="423440"/>
                  </a:lnTo>
                  <a:lnTo>
                    <a:pt x="374473" y="431096"/>
                  </a:lnTo>
                  <a:lnTo>
                    <a:pt x="317667" y="434709"/>
                  </a:lnTo>
                  <a:lnTo>
                    <a:pt x="256998" y="434709"/>
                  </a:lnTo>
                  <a:lnTo>
                    <a:pt x="198903" y="431096"/>
                  </a:lnTo>
                  <a:lnTo>
                    <a:pt x="143706" y="423440"/>
                  </a:lnTo>
                  <a:lnTo>
                    <a:pt x="92693" y="412152"/>
                  </a:lnTo>
                  <a:lnTo>
                    <a:pt x="54071" y="402243"/>
                  </a:lnTo>
                  <a:lnTo>
                    <a:pt x="6597" y="368398"/>
                  </a:lnTo>
                  <a:lnTo>
                    <a:pt x="0" y="352621"/>
                  </a:lnTo>
                  <a:close/>
                </a:path>
                <a:path w="577850" h="434975">
                  <a:moveTo>
                    <a:pt x="0" y="83820"/>
                  </a:moveTo>
                  <a:lnTo>
                    <a:pt x="20920" y="46753"/>
                  </a:lnTo>
                  <a:lnTo>
                    <a:pt x="92693" y="22538"/>
                  </a:lnTo>
                  <a:lnTo>
                    <a:pt x="143706" y="11176"/>
                  </a:lnTo>
                  <a:lnTo>
                    <a:pt x="198903" y="2980"/>
                  </a:lnTo>
                  <a:lnTo>
                    <a:pt x="256998" y="0"/>
                  </a:lnTo>
                  <a:lnTo>
                    <a:pt x="317666" y="0"/>
                  </a:lnTo>
                  <a:lnTo>
                    <a:pt x="374473" y="2980"/>
                  </a:lnTo>
                  <a:lnTo>
                    <a:pt x="432567" y="11176"/>
                  </a:lnTo>
                  <a:lnTo>
                    <a:pt x="480845" y="22538"/>
                  </a:lnTo>
                  <a:lnTo>
                    <a:pt x="519789" y="32410"/>
                  </a:lnTo>
                  <a:lnTo>
                    <a:pt x="571929" y="66124"/>
                  </a:lnTo>
                  <a:lnTo>
                    <a:pt x="577722" y="83820"/>
                  </a:lnTo>
                  <a:lnTo>
                    <a:pt x="571929" y="99652"/>
                  </a:lnTo>
                  <a:lnTo>
                    <a:pt x="519789" y="133367"/>
                  </a:lnTo>
                  <a:lnTo>
                    <a:pt x="480845" y="143425"/>
                  </a:lnTo>
                  <a:lnTo>
                    <a:pt x="432567" y="154620"/>
                  </a:lnTo>
                  <a:lnTo>
                    <a:pt x="374473" y="162275"/>
                  </a:lnTo>
                  <a:lnTo>
                    <a:pt x="317666" y="165889"/>
                  </a:lnTo>
                  <a:lnTo>
                    <a:pt x="256998" y="165889"/>
                  </a:lnTo>
                  <a:lnTo>
                    <a:pt x="198903" y="162275"/>
                  </a:lnTo>
                  <a:lnTo>
                    <a:pt x="143706" y="154620"/>
                  </a:lnTo>
                  <a:lnTo>
                    <a:pt x="92693" y="143425"/>
                  </a:lnTo>
                  <a:lnTo>
                    <a:pt x="54070" y="133367"/>
                  </a:lnTo>
                  <a:lnTo>
                    <a:pt x="6597" y="99652"/>
                  </a:lnTo>
                  <a:lnTo>
                    <a:pt x="0" y="83820"/>
                  </a:lnTo>
                  <a:close/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5724816" y="1577360"/>
              <a:ext cx="642620" cy="123189"/>
            </a:xfrm>
            <a:custGeom>
              <a:avLst/>
              <a:gdLst/>
              <a:ahLst/>
              <a:cxnLst/>
              <a:rect l="l" t="t" r="r" b="b"/>
              <a:pathLst>
                <a:path w="642620" h="123189">
                  <a:moveTo>
                    <a:pt x="642398" y="0"/>
                  </a:moveTo>
                  <a:lnTo>
                    <a:pt x="0" y="0"/>
                  </a:lnTo>
                  <a:lnTo>
                    <a:pt x="0" y="123133"/>
                  </a:lnTo>
                  <a:lnTo>
                    <a:pt x="642398" y="123133"/>
                  </a:lnTo>
                  <a:lnTo>
                    <a:pt x="6423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5758771" y="1416716"/>
              <a:ext cx="1423670" cy="1296035"/>
            </a:xfrm>
            <a:custGeom>
              <a:avLst/>
              <a:gdLst/>
              <a:ahLst/>
              <a:cxnLst/>
              <a:rect l="l" t="t" r="r" b="b"/>
              <a:pathLst>
                <a:path w="1423670" h="1296035">
                  <a:moveTo>
                    <a:pt x="0" y="0"/>
                  </a:moveTo>
                  <a:lnTo>
                    <a:pt x="0" y="289179"/>
                  </a:lnTo>
                </a:path>
                <a:path w="1423670" h="1296035">
                  <a:moveTo>
                    <a:pt x="581262" y="0"/>
                  </a:moveTo>
                  <a:lnTo>
                    <a:pt x="581262" y="289179"/>
                  </a:lnTo>
                </a:path>
                <a:path w="1423670" h="1296035">
                  <a:moveTo>
                    <a:pt x="845180" y="1214721"/>
                  </a:moveTo>
                  <a:lnTo>
                    <a:pt x="866262" y="1176834"/>
                  </a:lnTo>
                  <a:lnTo>
                    <a:pt x="937874" y="1152023"/>
                  </a:lnTo>
                  <a:lnTo>
                    <a:pt x="988887" y="1140754"/>
                  </a:lnTo>
                  <a:lnTo>
                    <a:pt x="1044245" y="1133080"/>
                  </a:lnTo>
                  <a:lnTo>
                    <a:pt x="1102178" y="1129466"/>
                  </a:lnTo>
                  <a:lnTo>
                    <a:pt x="1162847" y="1129466"/>
                  </a:lnTo>
                  <a:lnTo>
                    <a:pt x="1219815" y="1133080"/>
                  </a:lnTo>
                  <a:lnTo>
                    <a:pt x="1277748" y="1140754"/>
                  </a:lnTo>
                  <a:lnTo>
                    <a:pt x="1326026" y="1152023"/>
                  </a:lnTo>
                  <a:lnTo>
                    <a:pt x="1364970" y="1161951"/>
                  </a:lnTo>
                  <a:lnTo>
                    <a:pt x="1417110" y="1195777"/>
                  </a:lnTo>
                  <a:lnTo>
                    <a:pt x="1423064" y="1214721"/>
                  </a:lnTo>
                  <a:lnTo>
                    <a:pt x="1417110" y="1229156"/>
                  </a:lnTo>
                  <a:lnTo>
                    <a:pt x="1364970" y="1262983"/>
                  </a:lnTo>
                  <a:lnTo>
                    <a:pt x="1326026" y="1272911"/>
                  </a:lnTo>
                  <a:lnTo>
                    <a:pt x="1277748" y="1284180"/>
                  </a:lnTo>
                  <a:lnTo>
                    <a:pt x="1219815" y="1292301"/>
                  </a:lnTo>
                  <a:lnTo>
                    <a:pt x="1162847" y="1295449"/>
                  </a:lnTo>
                  <a:lnTo>
                    <a:pt x="1102179" y="1295449"/>
                  </a:lnTo>
                  <a:lnTo>
                    <a:pt x="1044245" y="1292301"/>
                  </a:lnTo>
                  <a:lnTo>
                    <a:pt x="988887" y="1284180"/>
                  </a:lnTo>
                  <a:lnTo>
                    <a:pt x="937874" y="1272911"/>
                  </a:lnTo>
                  <a:lnTo>
                    <a:pt x="899412" y="1262983"/>
                  </a:lnTo>
                  <a:lnTo>
                    <a:pt x="851778" y="1229156"/>
                  </a:lnTo>
                  <a:lnTo>
                    <a:pt x="845180" y="1214721"/>
                  </a:lnTo>
                  <a:close/>
                </a:path>
                <a:path w="1423670" h="1296035">
                  <a:moveTo>
                    <a:pt x="845180" y="945900"/>
                  </a:moveTo>
                  <a:lnTo>
                    <a:pt x="866262" y="908014"/>
                  </a:lnTo>
                  <a:lnTo>
                    <a:pt x="937874" y="883203"/>
                  </a:lnTo>
                  <a:lnTo>
                    <a:pt x="988887" y="871934"/>
                  </a:lnTo>
                  <a:lnTo>
                    <a:pt x="1044245" y="864259"/>
                  </a:lnTo>
                  <a:lnTo>
                    <a:pt x="1102178" y="860646"/>
                  </a:lnTo>
                  <a:lnTo>
                    <a:pt x="1162847" y="860646"/>
                  </a:lnTo>
                  <a:lnTo>
                    <a:pt x="1219815" y="864259"/>
                  </a:lnTo>
                  <a:lnTo>
                    <a:pt x="1277748" y="871934"/>
                  </a:lnTo>
                  <a:lnTo>
                    <a:pt x="1326026" y="883203"/>
                  </a:lnTo>
                  <a:lnTo>
                    <a:pt x="1364970" y="893131"/>
                  </a:lnTo>
                  <a:lnTo>
                    <a:pt x="1417110" y="926957"/>
                  </a:lnTo>
                  <a:lnTo>
                    <a:pt x="1423064" y="945900"/>
                  </a:lnTo>
                  <a:lnTo>
                    <a:pt x="1417110" y="960336"/>
                  </a:lnTo>
                  <a:lnTo>
                    <a:pt x="1364970" y="994162"/>
                  </a:lnTo>
                  <a:lnTo>
                    <a:pt x="1326026" y="1004090"/>
                  </a:lnTo>
                  <a:lnTo>
                    <a:pt x="1277748" y="1015359"/>
                  </a:lnTo>
                  <a:lnTo>
                    <a:pt x="1219815" y="1023033"/>
                  </a:lnTo>
                  <a:lnTo>
                    <a:pt x="1162847" y="1026628"/>
                  </a:lnTo>
                  <a:lnTo>
                    <a:pt x="1102178" y="1026628"/>
                  </a:lnTo>
                  <a:lnTo>
                    <a:pt x="1044245" y="1023033"/>
                  </a:lnTo>
                  <a:lnTo>
                    <a:pt x="988887" y="1015359"/>
                  </a:lnTo>
                  <a:lnTo>
                    <a:pt x="937874" y="1004090"/>
                  </a:lnTo>
                  <a:lnTo>
                    <a:pt x="899412" y="994162"/>
                  </a:lnTo>
                  <a:lnTo>
                    <a:pt x="851778" y="960336"/>
                  </a:lnTo>
                  <a:lnTo>
                    <a:pt x="845180" y="945900"/>
                  </a:lnTo>
                  <a:close/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6570158" y="2510557"/>
              <a:ext cx="642620" cy="123189"/>
            </a:xfrm>
            <a:custGeom>
              <a:avLst/>
              <a:gdLst/>
              <a:ahLst/>
              <a:cxnLst/>
              <a:rect l="l" t="t" r="r" b="b"/>
              <a:pathLst>
                <a:path w="642620" h="123189">
                  <a:moveTo>
                    <a:pt x="642398" y="0"/>
                  </a:moveTo>
                  <a:lnTo>
                    <a:pt x="0" y="0"/>
                  </a:lnTo>
                  <a:lnTo>
                    <a:pt x="0" y="123133"/>
                  </a:lnTo>
                  <a:lnTo>
                    <a:pt x="642398" y="123133"/>
                  </a:lnTo>
                  <a:lnTo>
                    <a:pt x="6423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6603952" y="2350434"/>
              <a:ext cx="581660" cy="289560"/>
            </a:xfrm>
            <a:custGeom>
              <a:avLst/>
              <a:gdLst/>
              <a:ahLst/>
              <a:cxnLst/>
              <a:rect l="l" t="t" r="r" b="b"/>
              <a:pathLst>
                <a:path w="581659" h="289560">
                  <a:moveTo>
                    <a:pt x="0" y="0"/>
                  </a:moveTo>
                  <a:lnTo>
                    <a:pt x="0" y="289123"/>
                  </a:lnTo>
                </a:path>
                <a:path w="581659" h="289560">
                  <a:moveTo>
                    <a:pt x="581262" y="0"/>
                  </a:moveTo>
                  <a:lnTo>
                    <a:pt x="581262" y="289123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6603952" y="2235880"/>
              <a:ext cx="578485" cy="167005"/>
            </a:xfrm>
            <a:custGeom>
              <a:avLst/>
              <a:gdLst/>
              <a:ahLst/>
              <a:cxnLst/>
              <a:rect l="l" t="t" r="r" b="b"/>
              <a:pathLst>
                <a:path w="578484" h="167005">
                  <a:moveTo>
                    <a:pt x="317666" y="0"/>
                  </a:moveTo>
                  <a:lnTo>
                    <a:pt x="256998" y="0"/>
                  </a:lnTo>
                  <a:lnTo>
                    <a:pt x="199064" y="4507"/>
                  </a:lnTo>
                  <a:lnTo>
                    <a:pt x="143706" y="11269"/>
                  </a:lnTo>
                  <a:lnTo>
                    <a:pt x="92693" y="22538"/>
                  </a:lnTo>
                  <a:lnTo>
                    <a:pt x="54231" y="32466"/>
                  </a:lnTo>
                  <a:lnTo>
                    <a:pt x="6597" y="66292"/>
                  </a:lnTo>
                  <a:lnTo>
                    <a:pt x="0" y="85235"/>
                  </a:lnTo>
                  <a:lnTo>
                    <a:pt x="6597" y="99671"/>
                  </a:lnTo>
                  <a:lnTo>
                    <a:pt x="54231" y="133497"/>
                  </a:lnTo>
                  <a:lnTo>
                    <a:pt x="92693" y="144766"/>
                  </a:lnTo>
                  <a:lnTo>
                    <a:pt x="143706" y="156054"/>
                  </a:lnTo>
                  <a:lnTo>
                    <a:pt x="199064" y="162368"/>
                  </a:lnTo>
                  <a:lnTo>
                    <a:pt x="256998" y="166876"/>
                  </a:lnTo>
                  <a:lnTo>
                    <a:pt x="317666" y="166876"/>
                  </a:lnTo>
                  <a:lnTo>
                    <a:pt x="374634" y="162368"/>
                  </a:lnTo>
                  <a:lnTo>
                    <a:pt x="432567" y="156054"/>
                  </a:lnTo>
                  <a:lnTo>
                    <a:pt x="480845" y="144766"/>
                  </a:lnTo>
                  <a:lnTo>
                    <a:pt x="519789" y="133497"/>
                  </a:lnTo>
                  <a:lnTo>
                    <a:pt x="571929" y="99671"/>
                  </a:lnTo>
                  <a:lnTo>
                    <a:pt x="577883" y="85235"/>
                  </a:lnTo>
                  <a:lnTo>
                    <a:pt x="571929" y="66292"/>
                  </a:lnTo>
                  <a:lnTo>
                    <a:pt x="519789" y="32466"/>
                  </a:lnTo>
                  <a:lnTo>
                    <a:pt x="480845" y="22538"/>
                  </a:lnTo>
                  <a:lnTo>
                    <a:pt x="432567" y="11269"/>
                  </a:lnTo>
                  <a:lnTo>
                    <a:pt x="374634" y="4507"/>
                  </a:lnTo>
                  <a:lnTo>
                    <a:pt x="3176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6603952" y="1967060"/>
              <a:ext cx="578485" cy="436245"/>
            </a:xfrm>
            <a:custGeom>
              <a:avLst/>
              <a:gdLst/>
              <a:ahLst/>
              <a:cxnLst/>
              <a:rect l="l" t="t" r="r" b="b"/>
              <a:pathLst>
                <a:path w="578484" h="436244">
                  <a:moveTo>
                    <a:pt x="0" y="354056"/>
                  </a:moveTo>
                  <a:lnTo>
                    <a:pt x="21081" y="317063"/>
                  </a:lnTo>
                  <a:lnTo>
                    <a:pt x="92693" y="291358"/>
                  </a:lnTo>
                  <a:lnTo>
                    <a:pt x="143706" y="280089"/>
                  </a:lnTo>
                  <a:lnTo>
                    <a:pt x="199064" y="273328"/>
                  </a:lnTo>
                  <a:lnTo>
                    <a:pt x="256998" y="268820"/>
                  </a:lnTo>
                  <a:lnTo>
                    <a:pt x="317666" y="268820"/>
                  </a:lnTo>
                  <a:lnTo>
                    <a:pt x="374634" y="273328"/>
                  </a:lnTo>
                  <a:lnTo>
                    <a:pt x="432567" y="280089"/>
                  </a:lnTo>
                  <a:lnTo>
                    <a:pt x="480845" y="291358"/>
                  </a:lnTo>
                  <a:lnTo>
                    <a:pt x="519789" y="301286"/>
                  </a:lnTo>
                  <a:lnTo>
                    <a:pt x="571929" y="335112"/>
                  </a:lnTo>
                  <a:lnTo>
                    <a:pt x="577883" y="354056"/>
                  </a:lnTo>
                  <a:lnTo>
                    <a:pt x="571929" y="368491"/>
                  </a:lnTo>
                  <a:lnTo>
                    <a:pt x="519789" y="402317"/>
                  </a:lnTo>
                  <a:lnTo>
                    <a:pt x="480845" y="413587"/>
                  </a:lnTo>
                  <a:lnTo>
                    <a:pt x="432567" y="424874"/>
                  </a:lnTo>
                  <a:lnTo>
                    <a:pt x="374634" y="431189"/>
                  </a:lnTo>
                  <a:lnTo>
                    <a:pt x="317667" y="435697"/>
                  </a:lnTo>
                  <a:lnTo>
                    <a:pt x="256998" y="435697"/>
                  </a:lnTo>
                  <a:lnTo>
                    <a:pt x="199064" y="431189"/>
                  </a:lnTo>
                  <a:lnTo>
                    <a:pt x="143706" y="424874"/>
                  </a:lnTo>
                  <a:lnTo>
                    <a:pt x="92693" y="413587"/>
                  </a:lnTo>
                  <a:lnTo>
                    <a:pt x="54231" y="402317"/>
                  </a:lnTo>
                  <a:lnTo>
                    <a:pt x="6597" y="368491"/>
                  </a:lnTo>
                  <a:lnTo>
                    <a:pt x="0" y="354056"/>
                  </a:lnTo>
                  <a:close/>
                </a:path>
                <a:path w="578484" h="436244">
                  <a:moveTo>
                    <a:pt x="0" y="85235"/>
                  </a:moveTo>
                  <a:lnTo>
                    <a:pt x="21081" y="48261"/>
                  </a:lnTo>
                  <a:lnTo>
                    <a:pt x="92693" y="22538"/>
                  </a:lnTo>
                  <a:lnTo>
                    <a:pt x="143706" y="11269"/>
                  </a:lnTo>
                  <a:lnTo>
                    <a:pt x="199064" y="4507"/>
                  </a:lnTo>
                  <a:lnTo>
                    <a:pt x="256998" y="0"/>
                  </a:lnTo>
                  <a:lnTo>
                    <a:pt x="317666" y="0"/>
                  </a:lnTo>
                  <a:lnTo>
                    <a:pt x="374634" y="4507"/>
                  </a:lnTo>
                  <a:lnTo>
                    <a:pt x="432567" y="11269"/>
                  </a:lnTo>
                  <a:lnTo>
                    <a:pt x="480845" y="22538"/>
                  </a:lnTo>
                  <a:lnTo>
                    <a:pt x="519789" y="32466"/>
                  </a:lnTo>
                  <a:lnTo>
                    <a:pt x="571929" y="66292"/>
                  </a:lnTo>
                  <a:lnTo>
                    <a:pt x="577883" y="85235"/>
                  </a:lnTo>
                  <a:lnTo>
                    <a:pt x="571929" y="99671"/>
                  </a:lnTo>
                  <a:lnTo>
                    <a:pt x="519789" y="133497"/>
                  </a:lnTo>
                  <a:lnTo>
                    <a:pt x="480845" y="144766"/>
                  </a:lnTo>
                  <a:lnTo>
                    <a:pt x="432567" y="155607"/>
                  </a:lnTo>
                  <a:lnTo>
                    <a:pt x="374634" y="162368"/>
                  </a:lnTo>
                  <a:lnTo>
                    <a:pt x="317666" y="166876"/>
                  </a:lnTo>
                  <a:lnTo>
                    <a:pt x="256998" y="166876"/>
                  </a:lnTo>
                  <a:lnTo>
                    <a:pt x="199064" y="162368"/>
                  </a:lnTo>
                  <a:lnTo>
                    <a:pt x="143706" y="155607"/>
                  </a:lnTo>
                  <a:lnTo>
                    <a:pt x="92693" y="144766"/>
                  </a:lnTo>
                  <a:lnTo>
                    <a:pt x="54231" y="133497"/>
                  </a:lnTo>
                  <a:lnTo>
                    <a:pt x="6597" y="99671"/>
                  </a:lnTo>
                  <a:lnTo>
                    <a:pt x="0" y="85235"/>
                  </a:lnTo>
                  <a:close/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6570158" y="2201145"/>
              <a:ext cx="642620" cy="123825"/>
            </a:xfrm>
            <a:custGeom>
              <a:avLst/>
              <a:gdLst/>
              <a:ahLst/>
              <a:cxnLst/>
              <a:rect l="l" t="t" r="r" b="b"/>
              <a:pathLst>
                <a:path w="642620" h="123825">
                  <a:moveTo>
                    <a:pt x="642398" y="0"/>
                  </a:moveTo>
                  <a:lnTo>
                    <a:pt x="0" y="0"/>
                  </a:lnTo>
                  <a:lnTo>
                    <a:pt x="0" y="123584"/>
                  </a:lnTo>
                  <a:lnTo>
                    <a:pt x="642398" y="123584"/>
                  </a:lnTo>
                  <a:lnTo>
                    <a:pt x="6423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6603952" y="2040114"/>
              <a:ext cx="581660" cy="290195"/>
            </a:xfrm>
            <a:custGeom>
              <a:avLst/>
              <a:gdLst/>
              <a:ahLst/>
              <a:cxnLst/>
              <a:rect l="l" t="t" r="r" b="b"/>
              <a:pathLst>
                <a:path w="581659" h="290194">
                  <a:moveTo>
                    <a:pt x="0" y="0"/>
                  </a:moveTo>
                  <a:lnTo>
                    <a:pt x="0" y="290017"/>
                  </a:lnTo>
                </a:path>
                <a:path w="581659" h="290194">
                  <a:moveTo>
                    <a:pt x="581262" y="0"/>
                  </a:moveTo>
                  <a:lnTo>
                    <a:pt x="581262" y="290017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6603952" y="1922393"/>
              <a:ext cx="578485" cy="167005"/>
            </a:xfrm>
            <a:custGeom>
              <a:avLst/>
              <a:gdLst/>
              <a:ahLst/>
              <a:cxnLst/>
              <a:rect l="l" t="t" r="r" b="b"/>
              <a:pathLst>
                <a:path w="578484" h="167005">
                  <a:moveTo>
                    <a:pt x="317666" y="0"/>
                  </a:moveTo>
                  <a:lnTo>
                    <a:pt x="256998" y="0"/>
                  </a:lnTo>
                  <a:lnTo>
                    <a:pt x="199064" y="4507"/>
                  </a:lnTo>
                  <a:lnTo>
                    <a:pt x="143706" y="11287"/>
                  </a:lnTo>
                  <a:lnTo>
                    <a:pt x="92693" y="22109"/>
                  </a:lnTo>
                  <a:lnTo>
                    <a:pt x="54231" y="32484"/>
                  </a:lnTo>
                  <a:lnTo>
                    <a:pt x="6597" y="65863"/>
                  </a:lnTo>
                  <a:lnTo>
                    <a:pt x="0" y="85254"/>
                  </a:lnTo>
                  <a:lnTo>
                    <a:pt x="6597" y="99690"/>
                  </a:lnTo>
                  <a:lnTo>
                    <a:pt x="54231" y="133069"/>
                  </a:lnTo>
                  <a:lnTo>
                    <a:pt x="92693" y="144338"/>
                  </a:lnTo>
                  <a:lnTo>
                    <a:pt x="143706" y="155607"/>
                  </a:lnTo>
                  <a:lnTo>
                    <a:pt x="199064" y="162387"/>
                  </a:lnTo>
                  <a:lnTo>
                    <a:pt x="256998" y="166895"/>
                  </a:lnTo>
                  <a:lnTo>
                    <a:pt x="317666" y="166895"/>
                  </a:lnTo>
                  <a:lnTo>
                    <a:pt x="374634" y="162387"/>
                  </a:lnTo>
                  <a:lnTo>
                    <a:pt x="432567" y="155607"/>
                  </a:lnTo>
                  <a:lnTo>
                    <a:pt x="480845" y="144338"/>
                  </a:lnTo>
                  <a:lnTo>
                    <a:pt x="519789" y="133069"/>
                  </a:lnTo>
                  <a:lnTo>
                    <a:pt x="571929" y="99690"/>
                  </a:lnTo>
                  <a:lnTo>
                    <a:pt x="577883" y="85254"/>
                  </a:lnTo>
                  <a:lnTo>
                    <a:pt x="571929" y="65863"/>
                  </a:lnTo>
                  <a:lnTo>
                    <a:pt x="519789" y="32484"/>
                  </a:lnTo>
                  <a:lnTo>
                    <a:pt x="480845" y="22109"/>
                  </a:lnTo>
                  <a:lnTo>
                    <a:pt x="432567" y="11287"/>
                  </a:lnTo>
                  <a:lnTo>
                    <a:pt x="374634" y="4507"/>
                  </a:lnTo>
                  <a:lnTo>
                    <a:pt x="3176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6603952" y="1653573"/>
              <a:ext cx="578485" cy="436245"/>
            </a:xfrm>
            <a:custGeom>
              <a:avLst/>
              <a:gdLst/>
              <a:ahLst/>
              <a:cxnLst/>
              <a:rect l="l" t="t" r="r" b="b"/>
              <a:pathLst>
                <a:path w="578484" h="436244">
                  <a:moveTo>
                    <a:pt x="0" y="354074"/>
                  </a:moveTo>
                  <a:lnTo>
                    <a:pt x="21081" y="317082"/>
                  </a:lnTo>
                  <a:lnTo>
                    <a:pt x="92693" y="290930"/>
                  </a:lnTo>
                  <a:lnTo>
                    <a:pt x="143706" y="280108"/>
                  </a:lnTo>
                  <a:lnTo>
                    <a:pt x="199064" y="273328"/>
                  </a:lnTo>
                  <a:lnTo>
                    <a:pt x="256998" y="268820"/>
                  </a:lnTo>
                  <a:lnTo>
                    <a:pt x="317666" y="268820"/>
                  </a:lnTo>
                  <a:lnTo>
                    <a:pt x="374634" y="273328"/>
                  </a:lnTo>
                  <a:lnTo>
                    <a:pt x="432567" y="280108"/>
                  </a:lnTo>
                  <a:lnTo>
                    <a:pt x="480845" y="290930"/>
                  </a:lnTo>
                  <a:lnTo>
                    <a:pt x="519789" y="301305"/>
                  </a:lnTo>
                  <a:lnTo>
                    <a:pt x="571929" y="334684"/>
                  </a:lnTo>
                  <a:lnTo>
                    <a:pt x="577883" y="354074"/>
                  </a:lnTo>
                  <a:lnTo>
                    <a:pt x="571929" y="368510"/>
                  </a:lnTo>
                  <a:lnTo>
                    <a:pt x="519789" y="401889"/>
                  </a:lnTo>
                  <a:lnTo>
                    <a:pt x="480845" y="413158"/>
                  </a:lnTo>
                  <a:lnTo>
                    <a:pt x="432567" y="424427"/>
                  </a:lnTo>
                  <a:lnTo>
                    <a:pt x="374634" y="431207"/>
                  </a:lnTo>
                  <a:lnTo>
                    <a:pt x="317667" y="435715"/>
                  </a:lnTo>
                  <a:lnTo>
                    <a:pt x="256998" y="435715"/>
                  </a:lnTo>
                  <a:lnTo>
                    <a:pt x="199064" y="431207"/>
                  </a:lnTo>
                  <a:lnTo>
                    <a:pt x="143706" y="424427"/>
                  </a:lnTo>
                  <a:lnTo>
                    <a:pt x="92693" y="413158"/>
                  </a:lnTo>
                  <a:lnTo>
                    <a:pt x="54231" y="401889"/>
                  </a:lnTo>
                  <a:lnTo>
                    <a:pt x="6597" y="368510"/>
                  </a:lnTo>
                  <a:lnTo>
                    <a:pt x="0" y="354074"/>
                  </a:lnTo>
                  <a:close/>
                </a:path>
                <a:path w="578484" h="436244">
                  <a:moveTo>
                    <a:pt x="0" y="84807"/>
                  </a:moveTo>
                  <a:lnTo>
                    <a:pt x="21081" y="47814"/>
                  </a:lnTo>
                  <a:lnTo>
                    <a:pt x="92693" y="22109"/>
                  </a:lnTo>
                  <a:lnTo>
                    <a:pt x="143706" y="10822"/>
                  </a:lnTo>
                  <a:lnTo>
                    <a:pt x="199064" y="4060"/>
                  </a:lnTo>
                  <a:lnTo>
                    <a:pt x="256998" y="0"/>
                  </a:lnTo>
                  <a:lnTo>
                    <a:pt x="317666" y="0"/>
                  </a:lnTo>
                  <a:lnTo>
                    <a:pt x="374634" y="4060"/>
                  </a:lnTo>
                  <a:lnTo>
                    <a:pt x="432567" y="10822"/>
                  </a:lnTo>
                  <a:lnTo>
                    <a:pt x="480845" y="22109"/>
                  </a:lnTo>
                  <a:lnTo>
                    <a:pt x="519789" y="32484"/>
                  </a:lnTo>
                  <a:lnTo>
                    <a:pt x="571929" y="65863"/>
                  </a:lnTo>
                  <a:lnTo>
                    <a:pt x="577883" y="84807"/>
                  </a:lnTo>
                  <a:lnTo>
                    <a:pt x="571929" y="99690"/>
                  </a:lnTo>
                  <a:lnTo>
                    <a:pt x="519789" y="133069"/>
                  </a:lnTo>
                  <a:lnTo>
                    <a:pt x="480845" y="144338"/>
                  </a:lnTo>
                  <a:lnTo>
                    <a:pt x="432567" y="155607"/>
                  </a:lnTo>
                  <a:lnTo>
                    <a:pt x="374634" y="162387"/>
                  </a:lnTo>
                  <a:lnTo>
                    <a:pt x="317666" y="166895"/>
                  </a:lnTo>
                  <a:lnTo>
                    <a:pt x="256998" y="166895"/>
                  </a:lnTo>
                  <a:lnTo>
                    <a:pt x="199064" y="162387"/>
                  </a:lnTo>
                  <a:lnTo>
                    <a:pt x="143706" y="155607"/>
                  </a:lnTo>
                  <a:lnTo>
                    <a:pt x="92693" y="144338"/>
                  </a:lnTo>
                  <a:lnTo>
                    <a:pt x="54231" y="133069"/>
                  </a:lnTo>
                  <a:lnTo>
                    <a:pt x="6597" y="99690"/>
                  </a:lnTo>
                  <a:lnTo>
                    <a:pt x="0" y="84807"/>
                  </a:lnTo>
                  <a:close/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6570158" y="1887662"/>
              <a:ext cx="642620" cy="123189"/>
            </a:xfrm>
            <a:custGeom>
              <a:avLst/>
              <a:gdLst/>
              <a:ahLst/>
              <a:cxnLst/>
              <a:rect l="l" t="t" r="r" b="b"/>
              <a:pathLst>
                <a:path w="642620" h="123189">
                  <a:moveTo>
                    <a:pt x="642398" y="0"/>
                  </a:moveTo>
                  <a:lnTo>
                    <a:pt x="0" y="0"/>
                  </a:lnTo>
                  <a:lnTo>
                    <a:pt x="0" y="123133"/>
                  </a:lnTo>
                  <a:lnTo>
                    <a:pt x="642398" y="123133"/>
                  </a:lnTo>
                  <a:lnTo>
                    <a:pt x="6423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6603952" y="1726198"/>
              <a:ext cx="581660" cy="290195"/>
            </a:xfrm>
            <a:custGeom>
              <a:avLst/>
              <a:gdLst/>
              <a:ahLst/>
              <a:cxnLst/>
              <a:rect l="l" t="t" r="r" b="b"/>
              <a:pathLst>
                <a:path w="581659" h="290194">
                  <a:moveTo>
                    <a:pt x="0" y="0"/>
                  </a:moveTo>
                  <a:lnTo>
                    <a:pt x="0" y="290017"/>
                  </a:lnTo>
                </a:path>
                <a:path w="581659" h="290194">
                  <a:moveTo>
                    <a:pt x="581262" y="0"/>
                  </a:moveTo>
                  <a:lnTo>
                    <a:pt x="581262" y="290017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6603952" y="1612985"/>
              <a:ext cx="578485" cy="166370"/>
            </a:xfrm>
            <a:custGeom>
              <a:avLst/>
              <a:gdLst/>
              <a:ahLst/>
              <a:cxnLst/>
              <a:rect l="l" t="t" r="r" b="b"/>
              <a:pathLst>
                <a:path w="578484" h="166369">
                  <a:moveTo>
                    <a:pt x="317666" y="0"/>
                  </a:moveTo>
                  <a:lnTo>
                    <a:pt x="256998" y="0"/>
                  </a:lnTo>
                  <a:lnTo>
                    <a:pt x="199064" y="3613"/>
                  </a:lnTo>
                  <a:lnTo>
                    <a:pt x="143706" y="11269"/>
                  </a:lnTo>
                  <a:lnTo>
                    <a:pt x="92693" y="22556"/>
                  </a:lnTo>
                  <a:lnTo>
                    <a:pt x="54231" y="32466"/>
                  </a:lnTo>
                  <a:lnTo>
                    <a:pt x="6597" y="66311"/>
                  </a:lnTo>
                  <a:lnTo>
                    <a:pt x="0" y="83894"/>
                  </a:lnTo>
                  <a:lnTo>
                    <a:pt x="6597" y="99671"/>
                  </a:lnTo>
                  <a:lnTo>
                    <a:pt x="54231" y="133516"/>
                  </a:lnTo>
                  <a:lnTo>
                    <a:pt x="92693" y="143425"/>
                  </a:lnTo>
                  <a:lnTo>
                    <a:pt x="143706" y="154713"/>
                  </a:lnTo>
                  <a:lnTo>
                    <a:pt x="199064" y="162368"/>
                  </a:lnTo>
                  <a:lnTo>
                    <a:pt x="256998" y="165982"/>
                  </a:lnTo>
                  <a:lnTo>
                    <a:pt x="317666" y="165982"/>
                  </a:lnTo>
                  <a:lnTo>
                    <a:pt x="374634" y="162368"/>
                  </a:lnTo>
                  <a:lnTo>
                    <a:pt x="432567" y="154713"/>
                  </a:lnTo>
                  <a:lnTo>
                    <a:pt x="480845" y="143425"/>
                  </a:lnTo>
                  <a:lnTo>
                    <a:pt x="519789" y="133516"/>
                  </a:lnTo>
                  <a:lnTo>
                    <a:pt x="571929" y="99671"/>
                  </a:lnTo>
                  <a:lnTo>
                    <a:pt x="577883" y="83894"/>
                  </a:lnTo>
                  <a:lnTo>
                    <a:pt x="571929" y="66311"/>
                  </a:lnTo>
                  <a:lnTo>
                    <a:pt x="519789" y="32466"/>
                  </a:lnTo>
                  <a:lnTo>
                    <a:pt x="480845" y="22556"/>
                  </a:lnTo>
                  <a:lnTo>
                    <a:pt x="432567" y="11269"/>
                  </a:lnTo>
                  <a:lnTo>
                    <a:pt x="374634" y="3613"/>
                  </a:lnTo>
                  <a:lnTo>
                    <a:pt x="3176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6603952" y="1344258"/>
              <a:ext cx="578485" cy="434975"/>
            </a:xfrm>
            <a:custGeom>
              <a:avLst/>
              <a:gdLst/>
              <a:ahLst/>
              <a:cxnLst/>
              <a:rect l="l" t="t" r="r" b="b"/>
              <a:pathLst>
                <a:path w="578484" h="434975">
                  <a:moveTo>
                    <a:pt x="0" y="352621"/>
                  </a:moveTo>
                  <a:lnTo>
                    <a:pt x="21081" y="315629"/>
                  </a:lnTo>
                  <a:lnTo>
                    <a:pt x="92693" y="291284"/>
                  </a:lnTo>
                  <a:lnTo>
                    <a:pt x="143706" y="279996"/>
                  </a:lnTo>
                  <a:lnTo>
                    <a:pt x="199064" y="272340"/>
                  </a:lnTo>
                  <a:lnTo>
                    <a:pt x="256998" y="268727"/>
                  </a:lnTo>
                  <a:lnTo>
                    <a:pt x="317666" y="268727"/>
                  </a:lnTo>
                  <a:lnTo>
                    <a:pt x="374634" y="272340"/>
                  </a:lnTo>
                  <a:lnTo>
                    <a:pt x="432567" y="279996"/>
                  </a:lnTo>
                  <a:lnTo>
                    <a:pt x="480845" y="291284"/>
                  </a:lnTo>
                  <a:lnTo>
                    <a:pt x="519789" y="301193"/>
                  </a:lnTo>
                  <a:lnTo>
                    <a:pt x="571929" y="335038"/>
                  </a:lnTo>
                  <a:lnTo>
                    <a:pt x="577883" y="352621"/>
                  </a:lnTo>
                  <a:lnTo>
                    <a:pt x="571929" y="368398"/>
                  </a:lnTo>
                  <a:lnTo>
                    <a:pt x="519789" y="402243"/>
                  </a:lnTo>
                  <a:lnTo>
                    <a:pt x="480845" y="412152"/>
                  </a:lnTo>
                  <a:lnTo>
                    <a:pt x="432567" y="423440"/>
                  </a:lnTo>
                  <a:lnTo>
                    <a:pt x="374634" y="431096"/>
                  </a:lnTo>
                  <a:lnTo>
                    <a:pt x="317667" y="434709"/>
                  </a:lnTo>
                  <a:lnTo>
                    <a:pt x="256998" y="434709"/>
                  </a:lnTo>
                  <a:lnTo>
                    <a:pt x="199064" y="431096"/>
                  </a:lnTo>
                  <a:lnTo>
                    <a:pt x="143706" y="423440"/>
                  </a:lnTo>
                  <a:lnTo>
                    <a:pt x="92693" y="412152"/>
                  </a:lnTo>
                  <a:lnTo>
                    <a:pt x="54231" y="402243"/>
                  </a:lnTo>
                  <a:lnTo>
                    <a:pt x="6597" y="368398"/>
                  </a:lnTo>
                  <a:lnTo>
                    <a:pt x="0" y="352621"/>
                  </a:lnTo>
                  <a:close/>
                </a:path>
                <a:path w="578484" h="434975">
                  <a:moveTo>
                    <a:pt x="0" y="83820"/>
                  </a:moveTo>
                  <a:lnTo>
                    <a:pt x="21081" y="46753"/>
                  </a:lnTo>
                  <a:lnTo>
                    <a:pt x="92693" y="22538"/>
                  </a:lnTo>
                  <a:lnTo>
                    <a:pt x="143706" y="11176"/>
                  </a:lnTo>
                  <a:lnTo>
                    <a:pt x="199064" y="2980"/>
                  </a:lnTo>
                  <a:lnTo>
                    <a:pt x="256998" y="0"/>
                  </a:lnTo>
                  <a:lnTo>
                    <a:pt x="317666" y="0"/>
                  </a:lnTo>
                  <a:lnTo>
                    <a:pt x="374634" y="2980"/>
                  </a:lnTo>
                  <a:lnTo>
                    <a:pt x="432567" y="11176"/>
                  </a:lnTo>
                  <a:lnTo>
                    <a:pt x="480845" y="22538"/>
                  </a:lnTo>
                  <a:lnTo>
                    <a:pt x="519789" y="32410"/>
                  </a:lnTo>
                  <a:lnTo>
                    <a:pt x="571929" y="66124"/>
                  </a:lnTo>
                  <a:lnTo>
                    <a:pt x="577883" y="83820"/>
                  </a:lnTo>
                  <a:lnTo>
                    <a:pt x="571929" y="99652"/>
                  </a:lnTo>
                  <a:lnTo>
                    <a:pt x="519789" y="133367"/>
                  </a:lnTo>
                  <a:lnTo>
                    <a:pt x="480845" y="143425"/>
                  </a:lnTo>
                  <a:lnTo>
                    <a:pt x="432567" y="154620"/>
                  </a:lnTo>
                  <a:lnTo>
                    <a:pt x="374634" y="162275"/>
                  </a:lnTo>
                  <a:lnTo>
                    <a:pt x="317666" y="165889"/>
                  </a:lnTo>
                  <a:lnTo>
                    <a:pt x="256998" y="165889"/>
                  </a:lnTo>
                  <a:lnTo>
                    <a:pt x="199064" y="162275"/>
                  </a:lnTo>
                  <a:lnTo>
                    <a:pt x="143706" y="154620"/>
                  </a:lnTo>
                  <a:lnTo>
                    <a:pt x="92693" y="143425"/>
                  </a:lnTo>
                  <a:lnTo>
                    <a:pt x="54231" y="133367"/>
                  </a:lnTo>
                  <a:lnTo>
                    <a:pt x="6597" y="99652"/>
                  </a:lnTo>
                  <a:lnTo>
                    <a:pt x="0" y="83820"/>
                  </a:lnTo>
                  <a:close/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6570158" y="1577360"/>
              <a:ext cx="642620" cy="123189"/>
            </a:xfrm>
            <a:custGeom>
              <a:avLst/>
              <a:gdLst/>
              <a:ahLst/>
              <a:cxnLst/>
              <a:rect l="l" t="t" r="r" b="b"/>
              <a:pathLst>
                <a:path w="642620" h="123189">
                  <a:moveTo>
                    <a:pt x="642398" y="0"/>
                  </a:moveTo>
                  <a:lnTo>
                    <a:pt x="0" y="0"/>
                  </a:lnTo>
                  <a:lnTo>
                    <a:pt x="0" y="123133"/>
                  </a:lnTo>
                  <a:lnTo>
                    <a:pt x="642398" y="123133"/>
                  </a:lnTo>
                  <a:lnTo>
                    <a:pt x="6423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6603952" y="1416716"/>
              <a:ext cx="581660" cy="289560"/>
            </a:xfrm>
            <a:custGeom>
              <a:avLst/>
              <a:gdLst/>
              <a:ahLst/>
              <a:cxnLst/>
              <a:rect l="l" t="t" r="r" b="b"/>
              <a:pathLst>
                <a:path w="581659" h="289560">
                  <a:moveTo>
                    <a:pt x="0" y="0"/>
                  </a:moveTo>
                  <a:lnTo>
                    <a:pt x="0" y="289179"/>
                  </a:lnTo>
                </a:path>
                <a:path w="581659" h="289560">
                  <a:moveTo>
                    <a:pt x="581262" y="0"/>
                  </a:moveTo>
                  <a:lnTo>
                    <a:pt x="581262" y="289179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4338443" y="1041574"/>
              <a:ext cx="2540" cy="382270"/>
            </a:xfrm>
            <a:custGeom>
              <a:avLst/>
              <a:gdLst/>
              <a:ahLst/>
              <a:cxnLst/>
              <a:rect l="l" t="t" r="r" b="b"/>
              <a:pathLst>
                <a:path w="2539" h="382269">
                  <a:moveTo>
                    <a:pt x="0" y="0"/>
                  </a:moveTo>
                  <a:lnTo>
                    <a:pt x="1947" y="382033"/>
                  </a:lnTo>
                </a:path>
              </a:pathLst>
            </a:custGeom>
            <a:ln w="163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5" name="object 95" descr=""/>
          <p:cNvSpPr txBox="1"/>
          <p:nvPr/>
        </p:nvSpPr>
        <p:spPr>
          <a:xfrm>
            <a:off x="4258395" y="1525104"/>
            <a:ext cx="202565" cy="227329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80">
                <a:latin typeface="Times New Roman"/>
                <a:cs typeface="Times New Roman"/>
              </a:rPr>
              <a:t>A0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96" name="object 96" descr=""/>
          <p:cNvSpPr txBox="1"/>
          <p:nvPr/>
        </p:nvSpPr>
        <p:spPr>
          <a:xfrm>
            <a:off x="5103641" y="1525104"/>
            <a:ext cx="201930" cy="227329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80">
                <a:latin typeface="Times New Roman"/>
                <a:cs typeface="Times New Roman"/>
              </a:rPr>
              <a:t>A1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97" name="object 97" descr=""/>
          <p:cNvSpPr txBox="1"/>
          <p:nvPr/>
        </p:nvSpPr>
        <p:spPr>
          <a:xfrm>
            <a:off x="5948838" y="1525104"/>
            <a:ext cx="201930" cy="227329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80">
                <a:latin typeface="Times New Roman"/>
                <a:cs typeface="Times New Roman"/>
              </a:rPr>
              <a:t>A2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98" name="object 98" descr=""/>
          <p:cNvSpPr txBox="1"/>
          <p:nvPr/>
        </p:nvSpPr>
        <p:spPr>
          <a:xfrm>
            <a:off x="6794179" y="1533225"/>
            <a:ext cx="201930" cy="227329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80">
                <a:latin typeface="Times New Roman"/>
                <a:cs typeface="Times New Roman"/>
              </a:rPr>
              <a:t>A3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99" name="object 99" descr=""/>
          <p:cNvSpPr txBox="1"/>
          <p:nvPr/>
        </p:nvSpPr>
        <p:spPr>
          <a:xfrm>
            <a:off x="4260327" y="1850307"/>
            <a:ext cx="194310" cy="227329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75">
                <a:latin typeface="Times New Roman"/>
                <a:cs typeface="Times New Roman"/>
              </a:rPr>
              <a:t>B0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00" name="object 100" descr=""/>
          <p:cNvSpPr txBox="1"/>
          <p:nvPr/>
        </p:nvSpPr>
        <p:spPr>
          <a:xfrm>
            <a:off x="4265010" y="2458767"/>
            <a:ext cx="201930" cy="227329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80">
                <a:latin typeface="Times New Roman"/>
                <a:cs typeface="Times New Roman"/>
              </a:rPr>
              <a:t>D0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01" name="object 101" descr=""/>
          <p:cNvSpPr txBox="1"/>
          <p:nvPr/>
        </p:nvSpPr>
        <p:spPr>
          <a:xfrm>
            <a:off x="5103641" y="2457407"/>
            <a:ext cx="201930" cy="227329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80">
                <a:latin typeface="Times New Roman"/>
                <a:cs typeface="Times New Roman"/>
              </a:rPr>
              <a:t>D1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02" name="object 102" descr=""/>
          <p:cNvSpPr txBox="1"/>
          <p:nvPr/>
        </p:nvSpPr>
        <p:spPr>
          <a:xfrm>
            <a:off x="5948838" y="2449733"/>
            <a:ext cx="201930" cy="227329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80">
                <a:latin typeface="Times New Roman"/>
                <a:cs typeface="Times New Roman"/>
              </a:rPr>
              <a:t>D2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03" name="object 103" descr=""/>
          <p:cNvSpPr txBox="1"/>
          <p:nvPr/>
        </p:nvSpPr>
        <p:spPr>
          <a:xfrm>
            <a:off x="4272798" y="2169643"/>
            <a:ext cx="194310" cy="227329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75">
                <a:latin typeface="Times New Roman"/>
                <a:cs typeface="Times New Roman"/>
              </a:rPr>
              <a:t>C0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04" name="object 104" descr=""/>
          <p:cNvSpPr txBox="1"/>
          <p:nvPr/>
        </p:nvSpPr>
        <p:spPr>
          <a:xfrm>
            <a:off x="5111429" y="2169643"/>
            <a:ext cx="194310" cy="227329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75">
                <a:latin typeface="Times New Roman"/>
                <a:cs typeface="Times New Roman"/>
              </a:rPr>
              <a:t>C1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05" name="object 105" descr=""/>
          <p:cNvSpPr txBox="1"/>
          <p:nvPr/>
        </p:nvSpPr>
        <p:spPr>
          <a:xfrm>
            <a:off x="5953504" y="2169643"/>
            <a:ext cx="194310" cy="227329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75">
                <a:latin typeface="Times New Roman"/>
                <a:cs typeface="Times New Roman"/>
              </a:rPr>
              <a:t>C2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06" name="object 106" descr=""/>
          <p:cNvSpPr txBox="1"/>
          <p:nvPr/>
        </p:nvSpPr>
        <p:spPr>
          <a:xfrm>
            <a:off x="6798846" y="2169643"/>
            <a:ext cx="194310" cy="227329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75">
                <a:latin typeface="Times New Roman"/>
                <a:cs typeface="Times New Roman"/>
              </a:rPr>
              <a:t>C3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07" name="object 107" descr=""/>
          <p:cNvSpPr txBox="1"/>
          <p:nvPr/>
        </p:nvSpPr>
        <p:spPr>
          <a:xfrm>
            <a:off x="5110255" y="1852561"/>
            <a:ext cx="194310" cy="227329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75">
                <a:latin typeface="Times New Roman"/>
                <a:cs typeface="Times New Roman"/>
              </a:rPr>
              <a:t>B1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08" name="object 108" descr=""/>
          <p:cNvSpPr txBox="1"/>
          <p:nvPr/>
        </p:nvSpPr>
        <p:spPr>
          <a:xfrm>
            <a:off x="5953504" y="1857981"/>
            <a:ext cx="194310" cy="227329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75">
                <a:latin typeface="Times New Roman"/>
                <a:cs typeface="Times New Roman"/>
              </a:rPr>
              <a:t>B2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09" name="object 109" descr=""/>
          <p:cNvSpPr txBox="1"/>
          <p:nvPr/>
        </p:nvSpPr>
        <p:spPr>
          <a:xfrm>
            <a:off x="6796915" y="1857981"/>
            <a:ext cx="194310" cy="227329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75">
                <a:latin typeface="Times New Roman"/>
                <a:cs typeface="Times New Roman"/>
              </a:rPr>
              <a:t>B3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10" name="object 110" descr=""/>
          <p:cNvSpPr txBox="1"/>
          <p:nvPr/>
        </p:nvSpPr>
        <p:spPr>
          <a:xfrm>
            <a:off x="6798041" y="2451987"/>
            <a:ext cx="201930" cy="227329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80">
                <a:latin typeface="Times New Roman"/>
                <a:cs typeface="Times New Roman"/>
              </a:rPr>
              <a:t>D3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11" name="object 111" descr=""/>
          <p:cNvSpPr/>
          <p:nvPr/>
        </p:nvSpPr>
        <p:spPr>
          <a:xfrm>
            <a:off x="4338443" y="1041574"/>
            <a:ext cx="2941955" cy="0"/>
          </a:xfrm>
          <a:custGeom>
            <a:avLst/>
            <a:gdLst/>
            <a:ahLst/>
            <a:cxnLst/>
            <a:rect l="l" t="t" r="r" b="b"/>
            <a:pathLst>
              <a:path w="2941954" h="0">
                <a:moveTo>
                  <a:pt x="0" y="0"/>
                </a:moveTo>
                <a:lnTo>
                  <a:pt x="2941879" y="0"/>
                </a:lnTo>
              </a:path>
            </a:pathLst>
          </a:custGeom>
          <a:ln w="1892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2" name="object 112" descr=""/>
          <p:cNvSpPr txBox="1"/>
          <p:nvPr/>
        </p:nvSpPr>
        <p:spPr>
          <a:xfrm>
            <a:off x="7280322" y="821835"/>
            <a:ext cx="800735" cy="438784"/>
          </a:xfrm>
          <a:prstGeom prst="rect">
            <a:avLst/>
          </a:prstGeom>
          <a:ln w="13183">
            <a:solidFill>
              <a:srgbClr val="000000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189865" marR="92710" indent="-74930">
              <a:lnSpc>
                <a:spcPts val="1500"/>
              </a:lnSpc>
              <a:spcBef>
                <a:spcPts val="325"/>
              </a:spcBef>
            </a:pPr>
            <a:r>
              <a:rPr dirty="0" sz="1300" spc="-165" b="1">
                <a:solidFill>
                  <a:srgbClr val="000080"/>
                </a:solidFill>
                <a:latin typeface="宋体"/>
                <a:cs typeface="宋体"/>
              </a:rPr>
              <a:t>奇偶校验</a:t>
            </a:r>
            <a:r>
              <a:rPr dirty="0" sz="1300" spc="-130" b="1">
                <a:solidFill>
                  <a:srgbClr val="000080"/>
                </a:solidFill>
                <a:latin typeface="宋体"/>
                <a:cs typeface="宋体"/>
              </a:rPr>
              <a:t>产生器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113" name="object 113" descr=""/>
          <p:cNvSpPr/>
          <p:nvPr/>
        </p:nvSpPr>
        <p:spPr>
          <a:xfrm>
            <a:off x="5217563" y="1041574"/>
            <a:ext cx="1691005" cy="405130"/>
          </a:xfrm>
          <a:custGeom>
            <a:avLst/>
            <a:gdLst/>
            <a:ahLst/>
            <a:cxnLst/>
            <a:rect l="l" t="t" r="r" b="b"/>
            <a:pathLst>
              <a:path w="1691004" h="405130">
                <a:moveTo>
                  <a:pt x="0" y="0"/>
                </a:moveTo>
                <a:lnTo>
                  <a:pt x="0" y="404571"/>
                </a:lnTo>
              </a:path>
              <a:path w="1691004" h="405130">
                <a:moveTo>
                  <a:pt x="811402" y="0"/>
                </a:moveTo>
                <a:lnTo>
                  <a:pt x="811402" y="404571"/>
                </a:lnTo>
              </a:path>
              <a:path w="1691004" h="405130">
                <a:moveTo>
                  <a:pt x="1690538" y="0"/>
                </a:moveTo>
                <a:lnTo>
                  <a:pt x="1690538" y="404571"/>
                </a:lnTo>
              </a:path>
            </a:pathLst>
          </a:custGeom>
          <a:ln w="1763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4" name="object 114" descr=""/>
          <p:cNvSpPr txBox="1"/>
          <p:nvPr/>
        </p:nvSpPr>
        <p:spPr>
          <a:xfrm>
            <a:off x="24790" y="2719832"/>
            <a:ext cx="17030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E14B04"/>
                </a:solidFill>
                <a:latin typeface="黑体"/>
                <a:cs typeface="黑体"/>
              </a:rPr>
              <a:t>RAID</a:t>
            </a:r>
            <a:r>
              <a:rPr dirty="0" sz="2400">
                <a:solidFill>
                  <a:srgbClr val="FF0000"/>
                </a:solidFill>
                <a:latin typeface="黑体"/>
                <a:cs typeface="黑体"/>
              </a:rPr>
              <a:t>3</a:t>
            </a:r>
            <a:r>
              <a:rPr dirty="0" sz="2400" spc="-20">
                <a:solidFill>
                  <a:srgbClr val="E14B04"/>
                </a:solidFill>
                <a:latin typeface="黑体"/>
                <a:cs typeface="黑体"/>
              </a:rPr>
              <a:t>的特点</a:t>
            </a:r>
            <a:endParaRPr sz="2400">
              <a:latin typeface="黑体"/>
              <a:cs typeface="黑体"/>
            </a:endParaRPr>
          </a:p>
        </p:txBody>
      </p:sp>
      <p:sp>
        <p:nvSpPr>
          <p:cNvPr id="115" name="object 115" descr=""/>
          <p:cNvSpPr txBox="1"/>
          <p:nvPr/>
        </p:nvSpPr>
        <p:spPr>
          <a:xfrm>
            <a:off x="466750" y="3082420"/>
            <a:ext cx="5812790" cy="832485"/>
          </a:xfrm>
          <a:prstGeom prst="rect">
            <a:avLst/>
          </a:prstGeom>
        </p:spPr>
        <p:txBody>
          <a:bodyPr wrap="square" lIns="0" tIns="120650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50"/>
              </a:spcBef>
              <a:buSzPct val="88636"/>
              <a:buFont typeface="Wingdings"/>
              <a:buChar char=""/>
              <a:tabLst>
                <a:tab pos="469265" algn="l"/>
              </a:tabLst>
            </a:pP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采用奇偶校验（替代</a:t>
            </a:r>
            <a:r>
              <a:rPr dirty="0" sz="2200" spc="-10">
                <a:solidFill>
                  <a:srgbClr val="40458B"/>
                </a:solidFill>
                <a:latin typeface="黑体"/>
                <a:cs typeface="黑体"/>
              </a:rPr>
              <a:t>RAID2</a:t>
            </a: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的汉明码</a:t>
            </a:r>
            <a:r>
              <a:rPr dirty="0" sz="2200" spc="-50">
                <a:solidFill>
                  <a:srgbClr val="40458B"/>
                </a:solidFill>
                <a:latin typeface="黑体"/>
                <a:cs typeface="黑体"/>
              </a:rPr>
              <a:t>）</a:t>
            </a:r>
            <a:endParaRPr sz="2200">
              <a:latin typeface="黑体"/>
              <a:cs typeface="黑体"/>
            </a:endParaRPr>
          </a:p>
          <a:p>
            <a:pPr lvl="1" marL="506095" indent="-359410">
              <a:lnSpc>
                <a:spcPct val="100000"/>
              </a:lnSpc>
              <a:spcBef>
                <a:spcPts val="700"/>
              </a:spcBef>
              <a:buClr>
                <a:srgbClr val="4668F5"/>
              </a:buClr>
              <a:buSzPct val="58333"/>
              <a:buFont typeface="Wingdings"/>
              <a:buChar char=""/>
              <a:tabLst>
                <a:tab pos="506095" algn="l"/>
              </a:tabLst>
            </a:pPr>
            <a:r>
              <a:rPr dirty="0" sz="1800" spc="-15" b="1">
                <a:solidFill>
                  <a:srgbClr val="D50092"/>
                </a:solidFill>
                <a:latin typeface="宋体"/>
                <a:cs typeface="宋体"/>
              </a:rPr>
              <a:t>写数据时：</a:t>
            </a:r>
            <a:r>
              <a:rPr dirty="0" sz="1800" spc="-15" b="1">
                <a:solidFill>
                  <a:srgbClr val="FF5CFF"/>
                </a:solidFill>
                <a:latin typeface="宋体"/>
                <a:cs typeface="宋体"/>
              </a:rPr>
              <a:t>为每行数据形成奇偶校验位并写入校验盘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16" name="object 116" descr=""/>
          <p:cNvSpPr txBox="1"/>
          <p:nvPr/>
        </p:nvSpPr>
        <p:spPr>
          <a:xfrm>
            <a:off x="395122" y="3943857"/>
            <a:ext cx="8656320" cy="2207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77850" marR="15240" indent="-360045">
              <a:lnSpc>
                <a:spcPct val="110000"/>
              </a:lnSpc>
              <a:spcBef>
                <a:spcPts val="100"/>
              </a:spcBef>
              <a:buClr>
                <a:srgbClr val="4668F5"/>
              </a:buClr>
              <a:buSzPct val="58333"/>
              <a:buFont typeface="Wingdings"/>
              <a:buChar char=""/>
              <a:tabLst>
                <a:tab pos="577850" algn="l"/>
              </a:tabLst>
            </a:pPr>
            <a:r>
              <a:rPr dirty="0" sz="1800" spc="-15" b="1">
                <a:solidFill>
                  <a:srgbClr val="D50092"/>
                </a:solidFill>
                <a:latin typeface="宋体"/>
                <a:cs typeface="宋体"/>
              </a:rPr>
              <a:t>读出数据时：</a:t>
            </a:r>
            <a:r>
              <a:rPr dirty="0" sz="1800" spc="-15" b="1">
                <a:solidFill>
                  <a:srgbClr val="FF5CFF"/>
                </a:solidFill>
                <a:latin typeface="宋体"/>
                <a:cs typeface="宋体"/>
              </a:rPr>
              <a:t>如果控制器发现某个磁盘出故障，就可以根据故障盘以外的所有其</a:t>
            </a:r>
            <a:r>
              <a:rPr dirty="0" sz="1800" spc="-10" b="1">
                <a:solidFill>
                  <a:srgbClr val="FF5CFF"/>
                </a:solidFill>
                <a:latin typeface="宋体"/>
                <a:cs typeface="宋体"/>
              </a:rPr>
              <a:t>他盘中的正确信息恢复故障盘中的数据。（</a:t>
            </a:r>
            <a:r>
              <a:rPr dirty="0" sz="1800" spc="-35" b="1">
                <a:solidFill>
                  <a:srgbClr val="FF5CFF"/>
                </a:solidFill>
                <a:latin typeface="宋体"/>
                <a:cs typeface="宋体"/>
              </a:rPr>
              <a:t>通过</a:t>
            </a:r>
            <a:r>
              <a:rPr dirty="0" sz="1800" spc="-10" b="1">
                <a:solidFill>
                  <a:srgbClr val="D50092"/>
                </a:solidFill>
                <a:latin typeface="宋体"/>
                <a:cs typeface="宋体"/>
              </a:rPr>
              <a:t>异或运算</a:t>
            </a:r>
            <a:r>
              <a:rPr dirty="0" sz="1800" spc="-10" b="1">
                <a:solidFill>
                  <a:srgbClr val="FF5CFF"/>
                </a:solidFill>
                <a:latin typeface="宋体"/>
                <a:cs typeface="宋体"/>
              </a:rPr>
              <a:t>实现</a:t>
            </a:r>
            <a:r>
              <a:rPr dirty="0" sz="1800" spc="-50" b="1">
                <a:solidFill>
                  <a:srgbClr val="FF5CFF"/>
                </a:solidFill>
                <a:latin typeface="宋体"/>
                <a:cs typeface="宋体"/>
              </a:rPr>
              <a:t>）</a:t>
            </a:r>
            <a:endParaRPr sz="1800">
              <a:latin typeface="宋体"/>
              <a:cs typeface="宋体"/>
            </a:endParaRPr>
          </a:p>
          <a:p>
            <a:pPr marL="469265" indent="-456565">
              <a:lnSpc>
                <a:spcPct val="100000"/>
              </a:lnSpc>
              <a:spcBef>
                <a:spcPts val="740"/>
              </a:spcBef>
              <a:buSzPct val="88636"/>
              <a:buFont typeface="Wingdings"/>
              <a:buChar char=""/>
              <a:tabLst>
                <a:tab pos="469265" algn="l"/>
              </a:tabLst>
            </a:pP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细粒度的磁盘阵列，即采用的条带宽度较小。</a:t>
            </a:r>
            <a:r>
              <a:rPr dirty="0" sz="1800">
                <a:solidFill>
                  <a:srgbClr val="40458B"/>
                </a:solidFill>
                <a:latin typeface="黑体"/>
                <a:cs typeface="黑体"/>
              </a:rPr>
              <a:t>（可以是</a:t>
            </a:r>
            <a:r>
              <a:rPr dirty="0" sz="1800">
                <a:solidFill>
                  <a:srgbClr val="9933FF"/>
                </a:solidFill>
                <a:latin typeface="黑体"/>
                <a:cs typeface="黑体"/>
              </a:rPr>
              <a:t>1</a:t>
            </a:r>
            <a:r>
              <a:rPr dirty="0" sz="1800">
                <a:solidFill>
                  <a:srgbClr val="40458B"/>
                </a:solidFill>
                <a:latin typeface="黑体"/>
                <a:cs typeface="黑体"/>
              </a:rPr>
              <a:t>个字节或</a:t>
            </a:r>
            <a:r>
              <a:rPr dirty="0" sz="1800">
                <a:solidFill>
                  <a:srgbClr val="9933FF"/>
                </a:solidFill>
                <a:latin typeface="黑体"/>
                <a:cs typeface="黑体"/>
              </a:rPr>
              <a:t>1</a:t>
            </a:r>
            <a:r>
              <a:rPr dirty="0" sz="1800">
                <a:solidFill>
                  <a:srgbClr val="40458B"/>
                </a:solidFill>
                <a:latin typeface="黑体"/>
                <a:cs typeface="黑体"/>
              </a:rPr>
              <a:t>位</a:t>
            </a:r>
            <a:r>
              <a:rPr dirty="0" sz="1800" spc="-50">
                <a:solidFill>
                  <a:srgbClr val="40458B"/>
                </a:solidFill>
                <a:latin typeface="黑体"/>
                <a:cs typeface="黑体"/>
              </a:rPr>
              <a:t>）</a:t>
            </a:r>
            <a:endParaRPr sz="1800">
              <a:latin typeface="黑体"/>
              <a:cs typeface="黑体"/>
            </a:endParaRPr>
          </a:p>
          <a:p>
            <a:pPr lvl="1" marL="577850" indent="-360045">
              <a:lnSpc>
                <a:spcPct val="100000"/>
              </a:lnSpc>
              <a:spcBef>
                <a:spcPts val="700"/>
              </a:spcBef>
              <a:buClr>
                <a:srgbClr val="4668F5"/>
              </a:buClr>
              <a:buSzPct val="58333"/>
              <a:buFont typeface="Wingdings"/>
              <a:buChar char=""/>
              <a:tabLst>
                <a:tab pos="577850" algn="l"/>
              </a:tabLst>
            </a:pPr>
            <a:r>
              <a:rPr dirty="0" sz="1800" spc="-15" b="1">
                <a:solidFill>
                  <a:srgbClr val="FF5CFF"/>
                </a:solidFill>
                <a:latin typeface="宋体"/>
                <a:cs typeface="宋体"/>
              </a:rPr>
              <a:t>能够获得很高的数据传输率，这种磁盘阵列对大数据量的读写具有很大的优越性</a:t>
            </a:r>
            <a:endParaRPr sz="1800">
              <a:latin typeface="宋体"/>
              <a:cs typeface="宋体"/>
            </a:endParaRPr>
          </a:p>
          <a:p>
            <a:pPr lvl="1" marL="577850" indent="-360045">
              <a:lnSpc>
                <a:spcPct val="100000"/>
              </a:lnSpc>
              <a:spcBef>
                <a:spcPts val="650"/>
              </a:spcBef>
              <a:buClr>
                <a:srgbClr val="4668F5"/>
              </a:buClr>
              <a:buSzPct val="58333"/>
              <a:buFont typeface="Wingdings"/>
              <a:buChar char=""/>
              <a:tabLst>
                <a:tab pos="577850" algn="l"/>
              </a:tabLst>
            </a:pPr>
            <a:r>
              <a:rPr dirty="0" sz="1800" spc="-15" b="1">
                <a:solidFill>
                  <a:srgbClr val="FF5CFF"/>
                </a:solidFill>
                <a:latin typeface="宋体"/>
                <a:cs typeface="宋体"/>
              </a:rPr>
              <a:t>不能同时进行多个</a:t>
            </a:r>
            <a:r>
              <a:rPr dirty="0" sz="1800" b="1">
                <a:solidFill>
                  <a:srgbClr val="FF5CFF"/>
                </a:solidFill>
                <a:latin typeface="Times New Roman"/>
                <a:cs typeface="Times New Roman"/>
              </a:rPr>
              <a:t>I/O</a:t>
            </a:r>
            <a:r>
              <a:rPr dirty="0" sz="1800" spc="-80" b="1">
                <a:solidFill>
                  <a:srgbClr val="FF5CFF"/>
                </a:solidFill>
                <a:latin typeface="宋体"/>
                <a:cs typeface="宋体"/>
              </a:rPr>
              <a:t>请求的处理 。</a:t>
            </a:r>
            <a:endParaRPr sz="1800">
              <a:latin typeface="宋体"/>
              <a:cs typeface="宋体"/>
            </a:endParaRPr>
          </a:p>
          <a:p>
            <a:pPr marL="469265" indent="-456565">
              <a:lnSpc>
                <a:spcPct val="100000"/>
              </a:lnSpc>
              <a:spcBef>
                <a:spcPts val="740"/>
              </a:spcBef>
              <a:buSzPct val="88636"/>
              <a:buFont typeface="Wingdings"/>
              <a:buChar char=""/>
              <a:tabLst>
                <a:tab pos="469265" algn="l"/>
              </a:tabLst>
            </a:pP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只需要一个校验盘，校验空间开销比较小。</a:t>
            </a:r>
            <a:endParaRPr sz="22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53605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34809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15" b="1">
                <a:solidFill>
                  <a:srgbClr val="40458B"/>
                </a:solidFill>
                <a:latin typeface="宋体"/>
                <a:cs typeface="宋体"/>
              </a:rPr>
              <a:t>34/81</a:t>
            </a:r>
            <a:endParaRPr baseline="1736" sz="2400">
              <a:latin typeface="宋体"/>
              <a:cs typeface="宋体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1555750" y="549275"/>
            <a:ext cx="7588250" cy="0"/>
          </a:xfrm>
          <a:custGeom>
            <a:avLst/>
            <a:gdLst/>
            <a:ahLst/>
            <a:cxnLst/>
            <a:rect l="l" t="t" r="r" b="b"/>
            <a:pathLst>
              <a:path w="7588250" h="0">
                <a:moveTo>
                  <a:pt x="0" y="0"/>
                </a:moveTo>
                <a:lnTo>
                  <a:pt x="7588250" y="0"/>
                </a:lnTo>
              </a:path>
            </a:pathLst>
          </a:custGeom>
          <a:ln w="38100">
            <a:solidFill>
              <a:srgbClr val="2C44A3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119062" y="188976"/>
            <a:ext cx="1437005" cy="274955"/>
            <a:chOff x="119062" y="188976"/>
            <a:chExt cx="1437005" cy="274955"/>
          </a:xfrm>
        </p:grpSpPr>
        <p:sp>
          <p:nvSpPr>
            <p:cNvPr id="5" name="object 5" descr=""/>
            <p:cNvSpPr/>
            <p:nvPr/>
          </p:nvSpPr>
          <p:spPr>
            <a:xfrm>
              <a:off x="119062" y="188976"/>
              <a:ext cx="499745" cy="274955"/>
            </a:xfrm>
            <a:custGeom>
              <a:avLst/>
              <a:gdLst/>
              <a:ahLst/>
              <a:cxnLst/>
              <a:rect l="l" t="t" r="r" b="b"/>
              <a:pathLst>
                <a:path w="499745" h="274955">
                  <a:moveTo>
                    <a:pt x="119837" y="0"/>
                  </a:moveTo>
                  <a:lnTo>
                    <a:pt x="4993" y="41528"/>
                  </a:lnTo>
                  <a:lnTo>
                    <a:pt x="264655" y="135508"/>
                  </a:lnTo>
                  <a:lnTo>
                    <a:pt x="0" y="231266"/>
                  </a:lnTo>
                  <a:lnTo>
                    <a:pt x="119837" y="274574"/>
                  </a:lnTo>
                  <a:lnTo>
                    <a:pt x="499338" y="137287"/>
                  </a:lnTo>
                  <a:lnTo>
                    <a:pt x="119837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85546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9621" y="0"/>
                  </a:moveTo>
                  <a:lnTo>
                    <a:pt x="4991" y="41528"/>
                  </a:lnTo>
                  <a:lnTo>
                    <a:pt x="264147" y="135508"/>
                  </a:lnTo>
                  <a:lnTo>
                    <a:pt x="0" y="231266"/>
                  </a:lnTo>
                  <a:lnTo>
                    <a:pt x="119621" y="274574"/>
                  </a:lnTo>
                  <a:lnTo>
                    <a:pt x="497141" y="137287"/>
                  </a:lnTo>
                  <a:lnTo>
                    <a:pt x="119621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058608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8363" y="0"/>
                  </a:moveTo>
                  <a:lnTo>
                    <a:pt x="4978" y="41528"/>
                  </a:lnTo>
                  <a:lnTo>
                    <a:pt x="264096" y="135508"/>
                  </a:lnTo>
                  <a:lnTo>
                    <a:pt x="0" y="231266"/>
                  </a:lnTo>
                  <a:lnTo>
                    <a:pt x="118363" y="274574"/>
                  </a:lnTo>
                  <a:lnTo>
                    <a:pt x="497141" y="137287"/>
                  </a:lnTo>
                  <a:lnTo>
                    <a:pt x="118363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701164" y="138176"/>
            <a:ext cx="459803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065" algn="l"/>
              </a:tabLst>
            </a:pPr>
            <a:r>
              <a:rPr dirty="0" u="none" spc="-25"/>
              <a:t>8.3</a:t>
            </a:r>
            <a:r>
              <a:rPr dirty="0" u="none"/>
              <a:t>	</a:t>
            </a:r>
            <a:r>
              <a:rPr dirty="0" u="none" spc="-5"/>
              <a:t>廉价磁盘冗余阵列</a:t>
            </a:r>
            <a:r>
              <a:rPr dirty="0" u="none" spc="-20"/>
              <a:t>RAID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258267" y="749934"/>
            <a:ext cx="38354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</a:tabLst>
            </a:pPr>
            <a:r>
              <a:rPr dirty="0" sz="2400" spc="-25">
                <a:solidFill>
                  <a:srgbClr val="40458B"/>
                </a:solidFill>
                <a:latin typeface="Tahoma"/>
                <a:cs typeface="Tahoma"/>
              </a:rPr>
              <a:t>1.</a:t>
            </a:r>
            <a:r>
              <a:rPr dirty="0" sz="2400">
                <a:solidFill>
                  <a:srgbClr val="40458B"/>
                </a:solidFill>
                <a:latin typeface="Tahoma"/>
                <a:cs typeface="Tahoma"/>
              </a:rPr>
              <a:t>	</a:t>
            </a:r>
            <a:r>
              <a:rPr dirty="0" sz="2400" spc="-5">
                <a:solidFill>
                  <a:srgbClr val="E14B04"/>
                </a:solidFill>
                <a:latin typeface="黑体"/>
                <a:cs typeface="黑体"/>
              </a:rPr>
              <a:t>位交叉奇偶校验磁盘阵列</a:t>
            </a:r>
            <a:endParaRPr sz="2400">
              <a:latin typeface="黑体"/>
              <a:cs typeface="黑体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647180" y="185115"/>
            <a:ext cx="1843405" cy="42290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00">
                <a:solidFill>
                  <a:srgbClr val="0000CC"/>
                </a:solidFill>
                <a:latin typeface="黑体"/>
                <a:cs typeface="黑体"/>
              </a:rPr>
              <a:t>8.3.4 </a:t>
            </a:r>
            <a:r>
              <a:rPr dirty="0" sz="2600" spc="-10">
                <a:solidFill>
                  <a:srgbClr val="0000CC"/>
                </a:solidFill>
                <a:latin typeface="黑体"/>
                <a:cs typeface="黑体"/>
              </a:rPr>
              <a:t>RAID</a:t>
            </a:r>
            <a:r>
              <a:rPr dirty="0" sz="2600" spc="-10">
                <a:solidFill>
                  <a:srgbClr val="FF0000"/>
                </a:solidFill>
                <a:latin typeface="黑体"/>
                <a:cs typeface="黑体"/>
              </a:rPr>
              <a:t>3</a:t>
            </a:r>
            <a:endParaRPr sz="2600">
              <a:latin typeface="黑体"/>
              <a:cs typeface="黑体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8166056" y="1270030"/>
            <a:ext cx="642620" cy="1383030"/>
            <a:chOff x="8166056" y="1270030"/>
            <a:chExt cx="642620" cy="1383030"/>
          </a:xfrm>
        </p:grpSpPr>
        <p:sp>
          <p:nvSpPr>
            <p:cNvPr id="13" name="object 13" descr=""/>
            <p:cNvSpPr/>
            <p:nvPr/>
          </p:nvSpPr>
          <p:spPr>
            <a:xfrm>
              <a:off x="8199851" y="2211517"/>
              <a:ext cx="577850" cy="434975"/>
            </a:xfrm>
            <a:custGeom>
              <a:avLst/>
              <a:gdLst/>
              <a:ahLst/>
              <a:cxnLst/>
              <a:rect l="l" t="t" r="r" b="b"/>
              <a:pathLst>
                <a:path w="577850" h="434975">
                  <a:moveTo>
                    <a:pt x="0" y="354056"/>
                  </a:moveTo>
                  <a:lnTo>
                    <a:pt x="21081" y="315722"/>
                  </a:lnTo>
                  <a:lnTo>
                    <a:pt x="91566" y="291377"/>
                  </a:lnTo>
                  <a:lnTo>
                    <a:pt x="143706" y="280089"/>
                  </a:lnTo>
                  <a:lnTo>
                    <a:pt x="197777" y="271968"/>
                  </a:lnTo>
                  <a:lnTo>
                    <a:pt x="255871" y="268820"/>
                  </a:lnTo>
                  <a:lnTo>
                    <a:pt x="317666" y="268820"/>
                  </a:lnTo>
                  <a:lnTo>
                    <a:pt x="374634" y="271968"/>
                  </a:lnTo>
                  <a:lnTo>
                    <a:pt x="432567" y="280089"/>
                  </a:lnTo>
                  <a:lnTo>
                    <a:pt x="480845" y="291377"/>
                  </a:lnTo>
                  <a:lnTo>
                    <a:pt x="519789" y="301286"/>
                  </a:lnTo>
                  <a:lnTo>
                    <a:pt x="570802" y="334665"/>
                  </a:lnTo>
                  <a:lnTo>
                    <a:pt x="577400" y="354056"/>
                  </a:lnTo>
                  <a:lnTo>
                    <a:pt x="570802" y="368491"/>
                  </a:lnTo>
                  <a:lnTo>
                    <a:pt x="519789" y="401870"/>
                  </a:lnTo>
                  <a:lnTo>
                    <a:pt x="480845" y="412245"/>
                  </a:lnTo>
                  <a:lnTo>
                    <a:pt x="432567" y="423533"/>
                  </a:lnTo>
                  <a:lnTo>
                    <a:pt x="374634" y="431189"/>
                  </a:lnTo>
                  <a:lnTo>
                    <a:pt x="317667" y="434355"/>
                  </a:lnTo>
                  <a:lnTo>
                    <a:pt x="255871" y="434355"/>
                  </a:lnTo>
                  <a:lnTo>
                    <a:pt x="197777" y="431189"/>
                  </a:lnTo>
                  <a:lnTo>
                    <a:pt x="143706" y="423533"/>
                  </a:lnTo>
                  <a:lnTo>
                    <a:pt x="91566" y="412245"/>
                  </a:lnTo>
                  <a:lnTo>
                    <a:pt x="52944" y="401870"/>
                  </a:lnTo>
                  <a:lnTo>
                    <a:pt x="5793" y="368491"/>
                  </a:lnTo>
                  <a:lnTo>
                    <a:pt x="0" y="354056"/>
                  </a:lnTo>
                  <a:close/>
                </a:path>
                <a:path w="577850" h="434975">
                  <a:moveTo>
                    <a:pt x="0" y="84788"/>
                  </a:moveTo>
                  <a:lnTo>
                    <a:pt x="21081" y="46902"/>
                  </a:lnTo>
                  <a:lnTo>
                    <a:pt x="91566" y="22091"/>
                  </a:lnTo>
                  <a:lnTo>
                    <a:pt x="143706" y="10822"/>
                  </a:lnTo>
                  <a:lnTo>
                    <a:pt x="197777" y="3147"/>
                  </a:lnTo>
                  <a:lnTo>
                    <a:pt x="255871" y="0"/>
                  </a:lnTo>
                  <a:lnTo>
                    <a:pt x="317666" y="0"/>
                  </a:lnTo>
                  <a:lnTo>
                    <a:pt x="374634" y="3147"/>
                  </a:lnTo>
                  <a:lnTo>
                    <a:pt x="432567" y="10822"/>
                  </a:lnTo>
                  <a:lnTo>
                    <a:pt x="480845" y="22091"/>
                  </a:lnTo>
                  <a:lnTo>
                    <a:pt x="519789" y="32466"/>
                  </a:lnTo>
                  <a:lnTo>
                    <a:pt x="570802" y="65845"/>
                  </a:lnTo>
                  <a:lnTo>
                    <a:pt x="577400" y="84788"/>
                  </a:lnTo>
                  <a:lnTo>
                    <a:pt x="570802" y="99671"/>
                  </a:lnTo>
                  <a:lnTo>
                    <a:pt x="519789" y="133050"/>
                  </a:lnTo>
                  <a:lnTo>
                    <a:pt x="480845" y="143425"/>
                  </a:lnTo>
                  <a:lnTo>
                    <a:pt x="432567" y="154247"/>
                  </a:lnTo>
                  <a:lnTo>
                    <a:pt x="374634" y="162368"/>
                  </a:lnTo>
                  <a:lnTo>
                    <a:pt x="317666" y="165535"/>
                  </a:lnTo>
                  <a:lnTo>
                    <a:pt x="255871" y="165535"/>
                  </a:lnTo>
                  <a:lnTo>
                    <a:pt x="197777" y="162368"/>
                  </a:lnTo>
                  <a:lnTo>
                    <a:pt x="143706" y="154247"/>
                  </a:lnTo>
                  <a:lnTo>
                    <a:pt x="91566" y="143425"/>
                  </a:lnTo>
                  <a:lnTo>
                    <a:pt x="52944" y="133050"/>
                  </a:lnTo>
                  <a:lnTo>
                    <a:pt x="5793" y="99671"/>
                  </a:lnTo>
                  <a:lnTo>
                    <a:pt x="0" y="84788"/>
                  </a:lnTo>
                  <a:close/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8166056" y="2444261"/>
              <a:ext cx="642620" cy="123825"/>
            </a:xfrm>
            <a:custGeom>
              <a:avLst/>
              <a:gdLst/>
              <a:ahLst/>
              <a:cxnLst/>
              <a:rect l="l" t="t" r="r" b="b"/>
              <a:pathLst>
                <a:path w="642620" h="123825">
                  <a:moveTo>
                    <a:pt x="642398" y="0"/>
                  </a:moveTo>
                  <a:lnTo>
                    <a:pt x="0" y="0"/>
                  </a:lnTo>
                  <a:lnTo>
                    <a:pt x="0" y="123584"/>
                  </a:lnTo>
                  <a:lnTo>
                    <a:pt x="642398" y="123584"/>
                  </a:lnTo>
                  <a:lnTo>
                    <a:pt x="6423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8199851" y="2284123"/>
              <a:ext cx="581025" cy="289560"/>
            </a:xfrm>
            <a:custGeom>
              <a:avLst/>
              <a:gdLst/>
              <a:ahLst/>
              <a:cxnLst/>
              <a:rect l="l" t="t" r="r" b="b"/>
              <a:pathLst>
                <a:path w="581025" h="289560">
                  <a:moveTo>
                    <a:pt x="0" y="0"/>
                  </a:moveTo>
                  <a:lnTo>
                    <a:pt x="0" y="289123"/>
                  </a:lnTo>
                </a:path>
                <a:path w="581025" h="289560">
                  <a:moveTo>
                    <a:pt x="580458" y="0"/>
                  </a:moveTo>
                  <a:lnTo>
                    <a:pt x="580458" y="289123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8199851" y="2170016"/>
              <a:ext cx="577850" cy="165735"/>
            </a:xfrm>
            <a:custGeom>
              <a:avLst/>
              <a:gdLst/>
              <a:ahLst/>
              <a:cxnLst/>
              <a:rect l="l" t="t" r="r" b="b"/>
              <a:pathLst>
                <a:path w="577850" h="165735">
                  <a:moveTo>
                    <a:pt x="317666" y="0"/>
                  </a:moveTo>
                  <a:lnTo>
                    <a:pt x="255871" y="0"/>
                  </a:lnTo>
                  <a:lnTo>
                    <a:pt x="197777" y="3166"/>
                  </a:lnTo>
                  <a:lnTo>
                    <a:pt x="143706" y="11287"/>
                  </a:lnTo>
                  <a:lnTo>
                    <a:pt x="91566" y="22109"/>
                  </a:lnTo>
                  <a:lnTo>
                    <a:pt x="52944" y="32484"/>
                  </a:lnTo>
                  <a:lnTo>
                    <a:pt x="5793" y="65863"/>
                  </a:lnTo>
                  <a:lnTo>
                    <a:pt x="0" y="85254"/>
                  </a:lnTo>
                  <a:lnTo>
                    <a:pt x="5793" y="99690"/>
                  </a:lnTo>
                  <a:lnTo>
                    <a:pt x="52944" y="133050"/>
                  </a:lnTo>
                  <a:lnTo>
                    <a:pt x="91566" y="143425"/>
                  </a:lnTo>
                  <a:lnTo>
                    <a:pt x="143706" y="154713"/>
                  </a:lnTo>
                  <a:lnTo>
                    <a:pt x="197777" y="162368"/>
                  </a:lnTo>
                  <a:lnTo>
                    <a:pt x="255871" y="165535"/>
                  </a:lnTo>
                  <a:lnTo>
                    <a:pt x="317666" y="165535"/>
                  </a:lnTo>
                  <a:lnTo>
                    <a:pt x="374634" y="162368"/>
                  </a:lnTo>
                  <a:lnTo>
                    <a:pt x="432567" y="154713"/>
                  </a:lnTo>
                  <a:lnTo>
                    <a:pt x="480845" y="143425"/>
                  </a:lnTo>
                  <a:lnTo>
                    <a:pt x="519789" y="133050"/>
                  </a:lnTo>
                  <a:lnTo>
                    <a:pt x="570802" y="99690"/>
                  </a:lnTo>
                  <a:lnTo>
                    <a:pt x="577400" y="85254"/>
                  </a:lnTo>
                  <a:lnTo>
                    <a:pt x="570802" y="65863"/>
                  </a:lnTo>
                  <a:lnTo>
                    <a:pt x="519789" y="32484"/>
                  </a:lnTo>
                  <a:lnTo>
                    <a:pt x="480845" y="22109"/>
                  </a:lnTo>
                  <a:lnTo>
                    <a:pt x="432567" y="11287"/>
                  </a:lnTo>
                  <a:lnTo>
                    <a:pt x="374634" y="3166"/>
                  </a:lnTo>
                  <a:lnTo>
                    <a:pt x="3176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8199851" y="1901196"/>
              <a:ext cx="577850" cy="434975"/>
            </a:xfrm>
            <a:custGeom>
              <a:avLst/>
              <a:gdLst/>
              <a:ahLst/>
              <a:cxnLst/>
              <a:rect l="l" t="t" r="r" b="b"/>
              <a:pathLst>
                <a:path w="577850" h="434975">
                  <a:moveTo>
                    <a:pt x="0" y="354074"/>
                  </a:moveTo>
                  <a:lnTo>
                    <a:pt x="21081" y="317082"/>
                  </a:lnTo>
                  <a:lnTo>
                    <a:pt x="91566" y="290930"/>
                  </a:lnTo>
                  <a:lnTo>
                    <a:pt x="143706" y="280108"/>
                  </a:lnTo>
                  <a:lnTo>
                    <a:pt x="197777" y="271986"/>
                  </a:lnTo>
                  <a:lnTo>
                    <a:pt x="255871" y="268820"/>
                  </a:lnTo>
                  <a:lnTo>
                    <a:pt x="317666" y="268820"/>
                  </a:lnTo>
                  <a:lnTo>
                    <a:pt x="374634" y="271986"/>
                  </a:lnTo>
                  <a:lnTo>
                    <a:pt x="432567" y="280108"/>
                  </a:lnTo>
                  <a:lnTo>
                    <a:pt x="480845" y="290930"/>
                  </a:lnTo>
                  <a:lnTo>
                    <a:pt x="519789" y="301305"/>
                  </a:lnTo>
                  <a:lnTo>
                    <a:pt x="570802" y="334684"/>
                  </a:lnTo>
                  <a:lnTo>
                    <a:pt x="577400" y="354074"/>
                  </a:lnTo>
                  <a:lnTo>
                    <a:pt x="570802" y="368510"/>
                  </a:lnTo>
                  <a:lnTo>
                    <a:pt x="519789" y="401870"/>
                  </a:lnTo>
                  <a:lnTo>
                    <a:pt x="480845" y="412245"/>
                  </a:lnTo>
                  <a:lnTo>
                    <a:pt x="432567" y="423533"/>
                  </a:lnTo>
                  <a:lnTo>
                    <a:pt x="374634" y="431189"/>
                  </a:lnTo>
                  <a:lnTo>
                    <a:pt x="317667" y="434355"/>
                  </a:lnTo>
                  <a:lnTo>
                    <a:pt x="255871" y="434355"/>
                  </a:lnTo>
                  <a:lnTo>
                    <a:pt x="197777" y="431189"/>
                  </a:lnTo>
                  <a:lnTo>
                    <a:pt x="143706" y="423533"/>
                  </a:lnTo>
                  <a:lnTo>
                    <a:pt x="91566" y="412245"/>
                  </a:lnTo>
                  <a:lnTo>
                    <a:pt x="52944" y="401870"/>
                  </a:lnTo>
                  <a:lnTo>
                    <a:pt x="5793" y="368510"/>
                  </a:lnTo>
                  <a:lnTo>
                    <a:pt x="0" y="354074"/>
                  </a:lnTo>
                  <a:close/>
                </a:path>
                <a:path w="577850" h="434975">
                  <a:moveTo>
                    <a:pt x="0" y="84807"/>
                  </a:moveTo>
                  <a:lnTo>
                    <a:pt x="21081" y="47814"/>
                  </a:lnTo>
                  <a:lnTo>
                    <a:pt x="91566" y="22109"/>
                  </a:lnTo>
                  <a:lnTo>
                    <a:pt x="143706" y="10822"/>
                  </a:lnTo>
                  <a:lnTo>
                    <a:pt x="197777" y="3166"/>
                  </a:lnTo>
                  <a:lnTo>
                    <a:pt x="255871" y="0"/>
                  </a:lnTo>
                  <a:lnTo>
                    <a:pt x="317666" y="0"/>
                  </a:lnTo>
                  <a:lnTo>
                    <a:pt x="374634" y="3166"/>
                  </a:lnTo>
                  <a:lnTo>
                    <a:pt x="432567" y="10822"/>
                  </a:lnTo>
                  <a:lnTo>
                    <a:pt x="480845" y="22109"/>
                  </a:lnTo>
                  <a:lnTo>
                    <a:pt x="519789" y="32484"/>
                  </a:lnTo>
                  <a:lnTo>
                    <a:pt x="570802" y="65863"/>
                  </a:lnTo>
                  <a:lnTo>
                    <a:pt x="577400" y="84807"/>
                  </a:lnTo>
                  <a:lnTo>
                    <a:pt x="570802" y="99690"/>
                  </a:lnTo>
                  <a:lnTo>
                    <a:pt x="519789" y="133069"/>
                  </a:lnTo>
                  <a:lnTo>
                    <a:pt x="480845" y="143425"/>
                  </a:lnTo>
                  <a:lnTo>
                    <a:pt x="432567" y="154266"/>
                  </a:lnTo>
                  <a:lnTo>
                    <a:pt x="374634" y="162368"/>
                  </a:lnTo>
                  <a:lnTo>
                    <a:pt x="317666" y="165535"/>
                  </a:lnTo>
                  <a:lnTo>
                    <a:pt x="255871" y="165535"/>
                  </a:lnTo>
                  <a:lnTo>
                    <a:pt x="197777" y="162368"/>
                  </a:lnTo>
                  <a:lnTo>
                    <a:pt x="143706" y="154266"/>
                  </a:lnTo>
                  <a:lnTo>
                    <a:pt x="91566" y="143425"/>
                  </a:lnTo>
                  <a:lnTo>
                    <a:pt x="52944" y="133069"/>
                  </a:lnTo>
                  <a:lnTo>
                    <a:pt x="5793" y="99690"/>
                  </a:lnTo>
                  <a:lnTo>
                    <a:pt x="0" y="84807"/>
                  </a:lnTo>
                  <a:close/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8166056" y="2135285"/>
              <a:ext cx="642620" cy="123189"/>
            </a:xfrm>
            <a:custGeom>
              <a:avLst/>
              <a:gdLst/>
              <a:ahLst/>
              <a:cxnLst/>
              <a:rect l="l" t="t" r="r" b="b"/>
              <a:pathLst>
                <a:path w="642620" h="123189">
                  <a:moveTo>
                    <a:pt x="642398" y="0"/>
                  </a:moveTo>
                  <a:lnTo>
                    <a:pt x="0" y="0"/>
                  </a:lnTo>
                  <a:lnTo>
                    <a:pt x="0" y="123133"/>
                  </a:lnTo>
                  <a:lnTo>
                    <a:pt x="642398" y="123133"/>
                  </a:lnTo>
                  <a:lnTo>
                    <a:pt x="6423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8199851" y="1973821"/>
              <a:ext cx="581025" cy="289560"/>
            </a:xfrm>
            <a:custGeom>
              <a:avLst/>
              <a:gdLst/>
              <a:ahLst/>
              <a:cxnLst/>
              <a:rect l="l" t="t" r="r" b="b"/>
              <a:pathLst>
                <a:path w="581025" h="289560">
                  <a:moveTo>
                    <a:pt x="0" y="0"/>
                  </a:moveTo>
                  <a:lnTo>
                    <a:pt x="0" y="289104"/>
                  </a:lnTo>
                </a:path>
                <a:path w="581025" h="289560">
                  <a:moveTo>
                    <a:pt x="580458" y="0"/>
                  </a:moveTo>
                  <a:lnTo>
                    <a:pt x="580458" y="289104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8199851" y="1856101"/>
              <a:ext cx="577850" cy="166370"/>
            </a:xfrm>
            <a:custGeom>
              <a:avLst/>
              <a:gdLst/>
              <a:ahLst/>
              <a:cxnLst/>
              <a:rect l="l" t="t" r="r" b="b"/>
              <a:pathLst>
                <a:path w="577850" h="166369">
                  <a:moveTo>
                    <a:pt x="317666" y="0"/>
                  </a:moveTo>
                  <a:lnTo>
                    <a:pt x="255871" y="0"/>
                  </a:lnTo>
                  <a:lnTo>
                    <a:pt x="197777" y="3594"/>
                  </a:lnTo>
                  <a:lnTo>
                    <a:pt x="143706" y="11269"/>
                  </a:lnTo>
                  <a:lnTo>
                    <a:pt x="91566" y="22538"/>
                  </a:lnTo>
                  <a:lnTo>
                    <a:pt x="52944" y="32466"/>
                  </a:lnTo>
                  <a:lnTo>
                    <a:pt x="5793" y="66292"/>
                  </a:lnTo>
                  <a:lnTo>
                    <a:pt x="0" y="85235"/>
                  </a:lnTo>
                  <a:lnTo>
                    <a:pt x="5793" y="99671"/>
                  </a:lnTo>
                  <a:lnTo>
                    <a:pt x="52944" y="133497"/>
                  </a:lnTo>
                  <a:lnTo>
                    <a:pt x="91566" y="143425"/>
                  </a:lnTo>
                  <a:lnTo>
                    <a:pt x="143706" y="154694"/>
                  </a:lnTo>
                  <a:lnTo>
                    <a:pt x="197777" y="162368"/>
                  </a:lnTo>
                  <a:lnTo>
                    <a:pt x="255871" y="165982"/>
                  </a:lnTo>
                  <a:lnTo>
                    <a:pt x="317666" y="165982"/>
                  </a:lnTo>
                  <a:lnTo>
                    <a:pt x="374634" y="162368"/>
                  </a:lnTo>
                  <a:lnTo>
                    <a:pt x="432567" y="154694"/>
                  </a:lnTo>
                  <a:lnTo>
                    <a:pt x="480845" y="143425"/>
                  </a:lnTo>
                  <a:lnTo>
                    <a:pt x="519789" y="133497"/>
                  </a:lnTo>
                  <a:lnTo>
                    <a:pt x="570802" y="99671"/>
                  </a:lnTo>
                  <a:lnTo>
                    <a:pt x="577400" y="85235"/>
                  </a:lnTo>
                  <a:lnTo>
                    <a:pt x="570802" y="66292"/>
                  </a:lnTo>
                  <a:lnTo>
                    <a:pt x="519789" y="32466"/>
                  </a:lnTo>
                  <a:lnTo>
                    <a:pt x="480845" y="22538"/>
                  </a:lnTo>
                  <a:lnTo>
                    <a:pt x="432567" y="11269"/>
                  </a:lnTo>
                  <a:lnTo>
                    <a:pt x="374634" y="3594"/>
                  </a:lnTo>
                  <a:lnTo>
                    <a:pt x="3176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8199850" y="1587280"/>
              <a:ext cx="577850" cy="434975"/>
            </a:xfrm>
            <a:custGeom>
              <a:avLst/>
              <a:gdLst/>
              <a:ahLst/>
              <a:cxnLst/>
              <a:rect l="l" t="t" r="r" b="b"/>
              <a:pathLst>
                <a:path w="577850" h="434975">
                  <a:moveTo>
                    <a:pt x="0" y="354056"/>
                  </a:moveTo>
                  <a:lnTo>
                    <a:pt x="21081" y="317082"/>
                  </a:lnTo>
                  <a:lnTo>
                    <a:pt x="91566" y="291358"/>
                  </a:lnTo>
                  <a:lnTo>
                    <a:pt x="143706" y="280089"/>
                  </a:lnTo>
                  <a:lnTo>
                    <a:pt x="197777" y="272415"/>
                  </a:lnTo>
                  <a:lnTo>
                    <a:pt x="255871" y="268820"/>
                  </a:lnTo>
                  <a:lnTo>
                    <a:pt x="317666" y="268820"/>
                  </a:lnTo>
                  <a:lnTo>
                    <a:pt x="374634" y="272415"/>
                  </a:lnTo>
                  <a:lnTo>
                    <a:pt x="432567" y="280089"/>
                  </a:lnTo>
                  <a:lnTo>
                    <a:pt x="480845" y="291358"/>
                  </a:lnTo>
                  <a:lnTo>
                    <a:pt x="519789" y="301286"/>
                  </a:lnTo>
                  <a:lnTo>
                    <a:pt x="570802" y="335112"/>
                  </a:lnTo>
                  <a:lnTo>
                    <a:pt x="577400" y="354056"/>
                  </a:lnTo>
                  <a:lnTo>
                    <a:pt x="570802" y="368491"/>
                  </a:lnTo>
                  <a:lnTo>
                    <a:pt x="519789" y="402317"/>
                  </a:lnTo>
                  <a:lnTo>
                    <a:pt x="480845" y="412245"/>
                  </a:lnTo>
                  <a:lnTo>
                    <a:pt x="432567" y="423515"/>
                  </a:lnTo>
                  <a:lnTo>
                    <a:pt x="374634" y="431189"/>
                  </a:lnTo>
                  <a:lnTo>
                    <a:pt x="317667" y="434802"/>
                  </a:lnTo>
                  <a:lnTo>
                    <a:pt x="255871" y="434802"/>
                  </a:lnTo>
                  <a:lnTo>
                    <a:pt x="197777" y="431189"/>
                  </a:lnTo>
                  <a:lnTo>
                    <a:pt x="143706" y="423515"/>
                  </a:lnTo>
                  <a:lnTo>
                    <a:pt x="91566" y="412245"/>
                  </a:lnTo>
                  <a:lnTo>
                    <a:pt x="52944" y="402317"/>
                  </a:lnTo>
                  <a:lnTo>
                    <a:pt x="5793" y="368491"/>
                  </a:lnTo>
                  <a:lnTo>
                    <a:pt x="0" y="354056"/>
                  </a:lnTo>
                  <a:close/>
                </a:path>
                <a:path w="577850" h="434975">
                  <a:moveTo>
                    <a:pt x="0" y="85235"/>
                  </a:moveTo>
                  <a:lnTo>
                    <a:pt x="21081" y="48261"/>
                  </a:lnTo>
                  <a:lnTo>
                    <a:pt x="91566" y="22538"/>
                  </a:lnTo>
                  <a:lnTo>
                    <a:pt x="143706" y="11269"/>
                  </a:lnTo>
                  <a:lnTo>
                    <a:pt x="197777" y="3147"/>
                  </a:lnTo>
                  <a:lnTo>
                    <a:pt x="255871" y="0"/>
                  </a:lnTo>
                  <a:lnTo>
                    <a:pt x="317666" y="0"/>
                  </a:lnTo>
                  <a:lnTo>
                    <a:pt x="374634" y="3147"/>
                  </a:lnTo>
                  <a:lnTo>
                    <a:pt x="432567" y="11269"/>
                  </a:lnTo>
                  <a:lnTo>
                    <a:pt x="480845" y="22538"/>
                  </a:lnTo>
                  <a:lnTo>
                    <a:pt x="519789" y="32466"/>
                  </a:lnTo>
                  <a:lnTo>
                    <a:pt x="570802" y="66292"/>
                  </a:lnTo>
                  <a:lnTo>
                    <a:pt x="577400" y="85235"/>
                  </a:lnTo>
                  <a:lnTo>
                    <a:pt x="570802" y="99671"/>
                  </a:lnTo>
                  <a:lnTo>
                    <a:pt x="519789" y="133497"/>
                  </a:lnTo>
                  <a:lnTo>
                    <a:pt x="480845" y="143425"/>
                  </a:lnTo>
                  <a:lnTo>
                    <a:pt x="432567" y="154694"/>
                  </a:lnTo>
                  <a:lnTo>
                    <a:pt x="374634" y="162368"/>
                  </a:lnTo>
                  <a:lnTo>
                    <a:pt x="317666" y="165982"/>
                  </a:lnTo>
                  <a:lnTo>
                    <a:pt x="255871" y="165982"/>
                  </a:lnTo>
                  <a:lnTo>
                    <a:pt x="197777" y="162368"/>
                  </a:lnTo>
                  <a:lnTo>
                    <a:pt x="143706" y="154694"/>
                  </a:lnTo>
                  <a:lnTo>
                    <a:pt x="91566" y="143425"/>
                  </a:lnTo>
                  <a:lnTo>
                    <a:pt x="52944" y="133497"/>
                  </a:lnTo>
                  <a:lnTo>
                    <a:pt x="5793" y="99671"/>
                  </a:lnTo>
                  <a:lnTo>
                    <a:pt x="0" y="85235"/>
                  </a:lnTo>
                  <a:close/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8166056" y="1821369"/>
              <a:ext cx="642620" cy="123189"/>
            </a:xfrm>
            <a:custGeom>
              <a:avLst/>
              <a:gdLst/>
              <a:ahLst/>
              <a:cxnLst/>
              <a:rect l="l" t="t" r="r" b="b"/>
              <a:pathLst>
                <a:path w="642620" h="123189">
                  <a:moveTo>
                    <a:pt x="642398" y="0"/>
                  </a:moveTo>
                  <a:lnTo>
                    <a:pt x="0" y="0"/>
                  </a:lnTo>
                  <a:lnTo>
                    <a:pt x="0" y="123133"/>
                  </a:lnTo>
                  <a:lnTo>
                    <a:pt x="642398" y="123133"/>
                  </a:lnTo>
                  <a:lnTo>
                    <a:pt x="6423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8199850" y="1659887"/>
              <a:ext cx="581025" cy="289560"/>
            </a:xfrm>
            <a:custGeom>
              <a:avLst/>
              <a:gdLst/>
              <a:ahLst/>
              <a:cxnLst/>
              <a:rect l="l" t="t" r="r" b="b"/>
              <a:pathLst>
                <a:path w="581025" h="289560">
                  <a:moveTo>
                    <a:pt x="0" y="0"/>
                  </a:moveTo>
                  <a:lnTo>
                    <a:pt x="0" y="289123"/>
                  </a:lnTo>
                </a:path>
                <a:path w="581025" h="289560">
                  <a:moveTo>
                    <a:pt x="580458" y="0"/>
                  </a:moveTo>
                  <a:lnTo>
                    <a:pt x="580458" y="289123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8199850" y="1545780"/>
              <a:ext cx="577850" cy="167005"/>
            </a:xfrm>
            <a:custGeom>
              <a:avLst/>
              <a:gdLst/>
              <a:ahLst/>
              <a:cxnLst/>
              <a:rect l="l" t="t" r="r" b="b"/>
              <a:pathLst>
                <a:path w="577850" h="167005">
                  <a:moveTo>
                    <a:pt x="317666" y="0"/>
                  </a:moveTo>
                  <a:lnTo>
                    <a:pt x="255871" y="0"/>
                  </a:lnTo>
                  <a:lnTo>
                    <a:pt x="197777" y="4507"/>
                  </a:lnTo>
                  <a:lnTo>
                    <a:pt x="143706" y="11269"/>
                  </a:lnTo>
                  <a:lnTo>
                    <a:pt x="91566" y="22556"/>
                  </a:lnTo>
                  <a:lnTo>
                    <a:pt x="52944" y="33826"/>
                  </a:lnTo>
                  <a:lnTo>
                    <a:pt x="5793" y="67205"/>
                  </a:lnTo>
                  <a:lnTo>
                    <a:pt x="0" y="85254"/>
                  </a:lnTo>
                  <a:lnTo>
                    <a:pt x="5793" y="101031"/>
                  </a:lnTo>
                  <a:lnTo>
                    <a:pt x="52944" y="134410"/>
                  </a:lnTo>
                  <a:lnTo>
                    <a:pt x="91566" y="144785"/>
                  </a:lnTo>
                  <a:lnTo>
                    <a:pt x="143706" y="155607"/>
                  </a:lnTo>
                  <a:lnTo>
                    <a:pt x="197777" y="162368"/>
                  </a:lnTo>
                  <a:lnTo>
                    <a:pt x="255871" y="166876"/>
                  </a:lnTo>
                  <a:lnTo>
                    <a:pt x="317666" y="166876"/>
                  </a:lnTo>
                  <a:lnTo>
                    <a:pt x="374634" y="162368"/>
                  </a:lnTo>
                  <a:lnTo>
                    <a:pt x="432567" y="155607"/>
                  </a:lnTo>
                  <a:lnTo>
                    <a:pt x="480845" y="144785"/>
                  </a:lnTo>
                  <a:lnTo>
                    <a:pt x="519789" y="134410"/>
                  </a:lnTo>
                  <a:lnTo>
                    <a:pt x="570802" y="101031"/>
                  </a:lnTo>
                  <a:lnTo>
                    <a:pt x="577400" y="85254"/>
                  </a:lnTo>
                  <a:lnTo>
                    <a:pt x="570802" y="67205"/>
                  </a:lnTo>
                  <a:lnTo>
                    <a:pt x="519789" y="33826"/>
                  </a:lnTo>
                  <a:lnTo>
                    <a:pt x="480845" y="22556"/>
                  </a:lnTo>
                  <a:lnTo>
                    <a:pt x="432567" y="11269"/>
                  </a:lnTo>
                  <a:lnTo>
                    <a:pt x="374634" y="4507"/>
                  </a:lnTo>
                  <a:lnTo>
                    <a:pt x="3176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8199850" y="1277015"/>
              <a:ext cx="577850" cy="436245"/>
            </a:xfrm>
            <a:custGeom>
              <a:avLst/>
              <a:gdLst/>
              <a:ahLst/>
              <a:cxnLst/>
              <a:rect l="l" t="t" r="r" b="b"/>
              <a:pathLst>
                <a:path w="577850" h="436244">
                  <a:moveTo>
                    <a:pt x="0" y="354018"/>
                  </a:moveTo>
                  <a:lnTo>
                    <a:pt x="21081" y="317026"/>
                  </a:lnTo>
                  <a:lnTo>
                    <a:pt x="91566" y="291321"/>
                  </a:lnTo>
                  <a:lnTo>
                    <a:pt x="143706" y="280033"/>
                  </a:lnTo>
                  <a:lnTo>
                    <a:pt x="197777" y="273272"/>
                  </a:lnTo>
                  <a:lnTo>
                    <a:pt x="255871" y="268764"/>
                  </a:lnTo>
                  <a:lnTo>
                    <a:pt x="317666" y="268764"/>
                  </a:lnTo>
                  <a:lnTo>
                    <a:pt x="374634" y="273272"/>
                  </a:lnTo>
                  <a:lnTo>
                    <a:pt x="432567" y="280033"/>
                  </a:lnTo>
                  <a:lnTo>
                    <a:pt x="480845" y="291321"/>
                  </a:lnTo>
                  <a:lnTo>
                    <a:pt x="519789" y="302590"/>
                  </a:lnTo>
                  <a:lnTo>
                    <a:pt x="570802" y="335969"/>
                  </a:lnTo>
                  <a:lnTo>
                    <a:pt x="577400" y="354018"/>
                  </a:lnTo>
                  <a:lnTo>
                    <a:pt x="570802" y="369795"/>
                  </a:lnTo>
                  <a:lnTo>
                    <a:pt x="519789" y="403174"/>
                  </a:lnTo>
                  <a:lnTo>
                    <a:pt x="480845" y="413549"/>
                  </a:lnTo>
                  <a:lnTo>
                    <a:pt x="432567" y="424371"/>
                  </a:lnTo>
                  <a:lnTo>
                    <a:pt x="374634" y="431133"/>
                  </a:lnTo>
                  <a:lnTo>
                    <a:pt x="317667" y="435641"/>
                  </a:lnTo>
                  <a:lnTo>
                    <a:pt x="255871" y="435641"/>
                  </a:lnTo>
                  <a:lnTo>
                    <a:pt x="197777" y="431133"/>
                  </a:lnTo>
                  <a:lnTo>
                    <a:pt x="143706" y="424371"/>
                  </a:lnTo>
                  <a:lnTo>
                    <a:pt x="91566" y="413549"/>
                  </a:lnTo>
                  <a:lnTo>
                    <a:pt x="52944" y="403174"/>
                  </a:lnTo>
                  <a:lnTo>
                    <a:pt x="5793" y="369795"/>
                  </a:lnTo>
                  <a:lnTo>
                    <a:pt x="0" y="354018"/>
                  </a:lnTo>
                  <a:close/>
                </a:path>
                <a:path w="577850" h="436244">
                  <a:moveTo>
                    <a:pt x="0" y="85123"/>
                  </a:moveTo>
                  <a:lnTo>
                    <a:pt x="21081" y="48243"/>
                  </a:lnTo>
                  <a:lnTo>
                    <a:pt x="91566" y="22538"/>
                  </a:lnTo>
                  <a:lnTo>
                    <a:pt x="143706" y="11176"/>
                  </a:lnTo>
                  <a:lnTo>
                    <a:pt x="197777" y="4470"/>
                  </a:lnTo>
                  <a:lnTo>
                    <a:pt x="255871" y="0"/>
                  </a:lnTo>
                  <a:lnTo>
                    <a:pt x="317666" y="0"/>
                  </a:lnTo>
                  <a:lnTo>
                    <a:pt x="374634" y="4470"/>
                  </a:lnTo>
                  <a:lnTo>
                    <a:pt x="432567" y="11176"/>
                  </a:lnTo>
                  <a:lnTo>
                    <a:pt x="480845" y="22538"/>
                  </a:lnTo>
                  <a:lnTo>
                    <a:pt x="519789" y="33341"/>
                  </a:lnTo>
                  <a:lnTo>
                    <a:pt x="570802" y="67242"/>
                  </a:lnTo>
                  <a:lnTo>
                    <a:pt x="577400" y="85123"/>
                  </a:lnTo>
                  <a:lnTo>
                    <a:pt x="570802" y="100584"/>
                  </a:lnTo>
                  <a:lnTo>
                    <a:pt x="519789" y="134298"/>
                  </a:lnTo>
                  <a:lnTo>
                    <a:pt x="480845" y="144356"/>
                  </a:lnTo>
                  <a:lnTo>
                    <a:pt x="432567" y="155532"/>
                  </a:lnTo>
                  <a:lnTo>
                    <a:pt x="374634" y="162238"/>
                  </a:lnTo>
                  <a:lnTo>
                    <a:pt x="317666" y="166895"/>
                  </a:lnTo>
                  <a:lnTo>
                    <a:pt x="255871" y="166895"/>
                  </a:lnTo>
                  <a:lnTo>
                    <a:pt x="197777" y="162238"/>
                  </a:lnTo>
                  <a:lnTo>
                    <a:pt x="143706" y="155532"/>
                  </a:lnTo>
                  <a:lnTo>
                    <a:pt x="91566" y="144356"/>
                  </a:lnTo>
                  <a:lnTo>
                    <a:pt x="52944" y="134298"/>
                  </a:lnTo>
                  <a:lnTo>
                    <a:pt x="5793" y="100584"/>
                  </a:lnTo>
                  <a:lnTo>
                    <a:pt x="0" y="85123"/>
                  </a:lnTo>
                  <a:close/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8166056" y="1511049"/>
              <a:ext cx="642620" cy="123189"/>
            </a:xfrm>
            <a:custGeom>
              <a:avLst/>
              <a:gdLst/>
              <a:ahLst/>
              <a:cxnLst/>
              <a:rect l="l" t="t" r="r" b="b"/>
              <a:pathLst>
                <a:path w="642620" h="123189">
                  <a:moveTo>
                    <a:pt x="642398" y="0"/>
                  </a:moveTo>
                  <a:lnTo>
                    <a:pt x="0" y="0"/>
                  </a:lnTo>
                  <a:lnTo>
                    <a:pt x="0" y="123133"/>
                  </a:lnTo>
                  <a:lnTo>
                    <a:pt x="642398" y="123133"/>
                  </a:lnTo>
                  <a:lnTo>
                    <a:pt x="6423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8199850" y="1349659"/>
              <a:ext cx="581025" cy="290830"/>
            </a:xfrm>
            <a:custGeom>
              <a:avLst/>
              <a:gdLst/>
              <a:ahLst/>
              <a:cxnLst/>
              <a:rect l="l" t="t" r="r" b="b"/>
              <a:pathLst>
                <a:path w="581025" h="290830">
                  <a:moveTo>
                    <a:pt x="0" y="0"/>
                  </a:moveTo>
                  <a:lnTo>
                    <a:pt x="0" y="290390"/>
                  </a:lnTo>
                </a:path>
                <a:path w="581025" h="290830">
                  <a:moveTo>
                    <a:pt x="580458" y="0"/>
                  </a:moveTo>
                  <a:lnTo>
                    <a:pt x="580458" y="290390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8330722" y="1466001"/>
            <a:ext cx="35115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7575" sz="1650" spc="-15">
                <a:latin typeface="Times New Roman"/>
                <a:cs typeface="Times New Roman"/>
              </a:rPr>
              <a:t>A</a:t>
            </a:r>
            <a:r>
              <a:rPr dirty="0" sz="700" spc="-10">
                <a:latin typeface="Times New Roman"/>
                <a:cs typeface="Times New Roman"/>
              </a:rPr>
              <a:t>parity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8333458" y="1781724"/>
            <a:ext cx="34480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7575" sz="1650" spc="-15">
                <a:latin typeface="Times New Roman"/>
                <a:cs typeface="Times New Roman"/>
              </a:rPr>
              <a:t>B</a:t>
            </a:r>
            <a:r>
              <a:rPr dirty="0" sz="700" spc="-10">
                <a:latin typeface="Times New Roman"/>
                <a:cs typeface="Times New Roman"/>
              </a:rPr>
              <a:t>parity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8319136" y="2399199"/>
            <a:ext cx="35115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7575" sz="1650" spc="-15">
                <a:latin typeface="Times New Roman"/>
                <a:cs typeface="Times New Roman"/>
              </a:rPr>
              <a:t>D</a:t>
            </a:r>
            <a:r>
              <a:rPr dirty="0" sz="700" spc="-10">
                <a:latin typeface="Times New Roman"/>
                <a:cs typeface="Times New Roman"/>
              </a:rPr>
              <a:t>parity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8333458" y="2103314"/>
            <a:ext cx="34480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7575" sz="1650" spc="-15">
                <a:latin typeface="Times New Roman"/>
                <a:cs typeface="Times New Roman"/>
              </a:rPr>
              <a:t>C</a:t>
            </a:r>
            <a:r>
              <a:rPr dirty="0" sz="700" spc="-10">
                <a:latin typeface="Times New Roman"/>
                <a:cs typeface="Times New Roman"/>
              </a:rPr>
              <a:t>parity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32" name="object 32" descr=""/>
          <p:cNvSpPr/>
          <p:nvPr/>
        </p:nvSpPr>
        <p:spPr>
          <a:xfrm>
            <a:off x="8091709" y="983272"/>
            <a:ext cx="405765" cy="347980"/>
          </a:xfrm>
          <a:custGeom>
            <a:avLst/>
            <a:gdLst/>
            <a:ahLst/>
            <a:cxnLst/>
            <a:rect l="l" t="t" r="r" b="b"/>
            <a:pathLst>
              <a:path w="405765" h="347980">
                <a:moveTo>
                  <a:pt x="0" y="0"/>
                </a:moveTo>
                <a:lnTo>
                  <a:pt x="405693" y="1490"/>
                </a:lnTo>
              </a:path>
              <a:path w="405765" h="347980">
                <a:moveTo>
                  <a:pt x="405693" y="0"/>
                </a:moveTo>
                <a:lnTo>
                  <a:pt x="405693" y="347387"/>
                </a:lnTo>
              </a:path>
            </a:pathLst>
          </a:custGeom>
          <a:ln w="1763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 txBox="1"/>
          <p:nvPr/>
        </p:nvSpPr>
        <p:spPr>
          <a:xfrm>
            <a:off x="4169227" y="2754186"/>
            <a:ext cx="2969895" cy="227329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838200" algn="l"/>
                <a:tab pos="1687830" algn="l"/>
                <a:tab pos="2555240" algn="l"/>
              </a:tabLst>
            </a:pPr>
            <a:r>
              <a:rPr dirty="0" sz="1300" spc="-170" b="1">
                <a:solidFill>
                  <a:srgbClr val="993300"/>
                </a:solidFill>
                <a:latin typeface="宋体"/>
                <a:cs typeface="宋体"/>
              </a:rPr>
              <a:t>条</a:t>
            </a:r>
            <a:r>
              <a:rPr dirty="0" sz="1300" spc="-175" b="1">
                <a:solidFill>
                  <a:srgbClr val="993300"/>
                </a:solidFill>
                <a:latin typeface="宋体"/>
                <a:cs typeface="宋体"/>
              </a:rPr>
              <a:t>带</a:t>
            </a:r>
            <a:r>
              <a:rPr dirty="0" sz="1300" spc="-355" b="1">
                <a:solidFill>
                  <a:srgbClr val="993300"/>
                </a:solidFill>
                <a:latin typeface="宋体"/>
                <a:cs typeface="宋体"/>
              </a:rPr>
              <a:t> </a:t>
            </a:r>
            <a:r>
              <a:rPr dirty="0" sz="1300" spc="-50" b="1">
                <a:solidFill>
                  <a:srgbClr val="993300"/>
                </a:solidFill>
                <a:latin typeface="Times New Roman"/>
                <a:cs typeface="Times New Roman"/>
              </a:rPr>
              <a:t>0</a:t>
            </a:r>
            <a:r>
              <a:rPr dirty="0" sz="1300" b="1">
                <a:solidFill>
                  <a:srgbClr val="993300"/>
                </a:solidFill>
                <a:latin typeface="Times New Roman"/>
                <a:cs typeface="Times New Roman"/>
              </a:rPr>
              <a:t>	</a:t>
            </a:r>
            <a:r>
              <a:rPr dirty="0" sz="1300" spc="-170" b="1">
                <a:solidFill>
                  <a:srgbClr val="993300"/>
                </a:solidFill>
                <a:latin typeface="宋体"/>
                <a:cs typeface="宋体"/>
              </a:rPr>
              <a:t>条</a:t>
            </a:r>
            <a:r>
              <a:rPr dirty="0" sz="1300" spc="-175" b="1">
                <a:solidFill>
                  <a:srgbClr val="993300"/>
                </a:solidFill>
                <a:latin typeface="宋体"/>
                <a:cs typeface="宋体"/>
              </a:rPr>
              <a:t>带</a:t>
            </a:r>
            <a:r>
              <a:rPr dirty="0" sz="1300" spc="-355" b="1">
                <a:solidFill>
                  <a:srgbClr val="993300"/>
                </a:solidFill>
                <a:latin typeface="宋体"/>
                <a:cs typeface="宋体"/>
              </a:rPr>
              <a:t> </a:t>
            </a:r>
            <a:r>
              <a:rPr dirty="0" sz="1300" spc="-50" b="1">
                <a:solidFill>
                  <a:srgbClr val="993300"/>
                </a:solidFill>
                <a:latin typeface="Times New Roman"/>
                <a:cs typeface="Times New Roman"/>
              </a:rPr>
              <a:t>1</a:t>
            </a:r>
            <a:r>
              <a:rPr dirty="0" sz="1300" b="1">
                <a:solidFill>
                  <a:srgbClr val="993300"/>
                </a:solidFill>
                <a:latin typeface="Times New Roman"/>
                <a:cs typeface="Times New Roman"/>
              </a:rPr>
              <a:t>	</a:t>
            </a:r>
            <a:r>
              <a:rPr dirty="0" sz="1300" spc="-170" b="1">
                <a:solidFill>
                  <a:srgbClr val="993300"/>
                </a:solidFill>
                <a:latin typeface="宋体"/>
                <a:cs typeface="宋体"/>
              </a:rPr>
              <a:t>条</a:t>
            </a:r>
            <a:r>
              <a:rPr dirty="0" sz="1300" spc="-175" b="1">
                <a:solidFill>
                  <a:srgbClr val="993300"/>
                </a:solidFill>
                <a:latin typeface="宋体"/>
                <a:cs typeface="宋体"/>
              </a:rPr>
              <a:t>带</a:t>
            </a:r>
            <a:r>
              <a:rPr dirty="0" sz="1300" spc="-355" b="1">
                <a:solidFill>
                  <a:srgbClr val="993300"/>
                </a:solidFill>
                <a:latin typeface="宋体"/>
                <a:cs typeface="宋体"/>
              </a:rPr>
              <a:t> </a:t>
            </a:r>
            <a:r>
              <a:rPr dirty="0" sz="1300" spc="-50" b="1">
                <a:solidFill>
                  <a:srgbClr val="993300"/>
                </a:solidFill>
                <a:latin typeface="Times New Roman"/>
                <a:cs typeface="Times New Roman"/>
              </a:rPr>
              <a:t>2</a:t>
            </a:r>
            <a:r>
              <a:rPr dirty="0" sz="1300" b="1">
                <a:solidFill>
                  <a:srgbClr val="993300"/>
                </a:solidFill>
                <a:latin typeface="Times New Roman"/>
                <a:cs typeface="Times New Roman"/>
              </a:rPr>
              <a:t>	</a:t>
            </a:r>
            <a:r>
              <a:rPr dirty="0" sz="1300" spc="-170" b="1">
                <a:solidFill>
                  <a:srgbClr val="993300"/>
                </a:solidFill>
                <a:latin typeface="宋体"/>
                <a:cs typeface="宋体"/>
              </a:rPr>
              <a:t>条</a:t>
            </a:r>
            <a:r>
              <a:rPr dirty="0" sz="1300" spc="-175" b="1">
                <a:solidFill>
                  <a:srgbClr val="993300"/>
                </a:solidFill>
                <a:latin typeface="宋体"/>
                <a:cs typeface="宋体"/>
              </a:rPr>
              <a:t>带</a:t>
            </a:r>
            <a:r>
              <a:rPr dirty="0" sz="1300" spc="-355" b="1">
                <a:solidFill>
                  <a:srgbClr val="993300"/>
                </a:solidFill>
                <a:latin typeface="宋体"/>
                <a:cs typeface="宋体"/>
              </a:rPr>
              <a:t> </a:t>
            </a:r>
            <a:r>
              <a:rPr dirty="0" sz="1300" spc="-50" b="1">
                <a:solidFill>
                  <a:srgbClr val="993300"/>
                </a:solidFill>
                <a:latin typeface="Times New Roman"/>
                <a:cs typeface="Times New Roman"/>
              </a:rPr>
              <a:t>3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7999511" y="2665896"/>
            <a:ext cx="1078865" cy="821690"/>
          </a:xfrm>
          <a:prstGeom prst="rect">
            <a:avLst/>
          </a:prstGeom>
        </p:spPr>
        <p:txBody>
          <a:bodyPr wrap="square" lIns="0" tIns="457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dirty="0" sz="1300" spc="-225" b="1">
                <a:solidFill>
                  <a:srgbClr val="993300"/>
                </a:solidFill>
                <a:latin typeface="宋体"/>
                <a:cs typeface="宋体"/>
              </a:rPr>
              <a:t>条带 </a:t>
            </a:r>
            <a:r>
              <a:rPr dirty="0" sz="1300" spc="-100" b="1">
                <a:solidFill>
                  <a:srgbClr val="993300"/>
                </a:solidFill>
                <a:latin typeface="Times New Roman"/>
                <a:cs typeface="Times New Roman"/>
              </a:rPr>
              <a:t>0</a:t>
            </a:r>
            <a:r>
              <a:rPr dirty="0" sz="1300" spc="-175" b="1">
                <a:solidFill>
                  <a:srgbClr val="993300"/>
                </a:solidFill>
                <a:latin typeface="宋体"/>
                <a:cs typeface="宋体"/>
              </a:rPr>
              <a:t>、</a:t>
            </a:r>
            <a:r>
              <a:rPr dirty="0" sz="1300" spc="-95" b="1">
                <a:solidFill>
                  <a:srgbClr val="993300"/>
                </a:solidFill>
                <a:latin typeface="Times New Roman"/>
                <a:cs typeface="Times New Roman"/>
              </a:rPr>
              <a:t>1</a:t>
            </a:r>
            <a:r>
              <a:rPr dirty="0" sz="1300" spc="-170" b="1">
                <a:solidFill>
                  <a:srgbClr val="993300"/>
                </a:solidFill>
                <a:latin typeface="宋体"/>
                <a:cs typeface="宋体"/>
              </a:rPr>
              <a:t>、</a:t>
            </a:r>
            <a:r>
              <a:rPr dirty="0" sz="1300" spc="-100" b="1">
                <a:solidFill>
                  <a:srgbClr val="993300"/>
                </a:solidFill>
                <a:latin typeface="Times New Roman"/>
                <a:cs typeface="Times New Roman"/>
              </a:rPr>
              <a:t>2</a:t>
            </a:r>
            <a:r>
              <a:rPr dirty="0" sz="1300" spc="-180" b="1">
                <a:solidFill>
                  <a:srgbClr val="993300"/>
                </a:solidFill>
                <a:latin typeface="宋体"/>
                <a:cs typeface="宋体"/>
              </a:rPr>
              <a:t>、</a:t>
            </a:r>
            <a:r>
              <a:rPr dirty="0" sz="1300" spc="-50" b="1">
                <a:solidFill>
                  <a:srgbClr val="993300"/>
                </a:solidFill>
                <a:latin typeface="Times New Roman"/>
                <a:cs typeface="Times New Roman"/>
              </a:rPr>
              <a:t>3</a:t>
            </a:r>
            <a:endParaRPr sz="1300">
              <a:latin typeface="Times New Roman"/>
              <a:cs typeface="Times New Roman"/>
            </a:endParaRPr>
          </a:p>
          <a:p>
            <a:pPr algn="ctr" marR="71755">
              <a:lnSpc>
                <a:spcPct val="100000"/>
              </a:lnSpc>
              <a:spcBef>
                <a:spcPts val="265"/>
              </a:spcBef>
            </a:pPr>
            <a:r>
              <a:rPr dirty="0" sz="1300" spc="-130" b="1">
                <a:solidFill>
                  <a:srgbClr val="993300"/>
                </a:solidFill>
                <a:latin typeface="宋体"/>
                <a:cs typeface="宋体"/>
              </a:rPr>
              <a:t>的校验</a:t>
            </a:r>
            <a:endParaRPr sz="1300">
              <a:latin typeface="宋体"/>
              <a:cs typeface="宋体"/>
            </a:endParaRPr>
          </a:p>
          <a:p>
            <a:pPr algn="ctr" marR="15875">
              <a:lnSpc>
                <a:spcPct val="100000"/>
              </a:lnSpc>
              <a:spcBef>
                <a:spcPts val="700"/>
              </a:spcBef>
            </a:pPr>
            <a:r>
              <a:rPr dirty="0" sz="1600" spc="-35">
                <a:solidFill>
                  <a:srgbClr val="40458B"/>
                </a:solidFill>
                <a:latin typeface="黑体"/>
                <a:cs typeface="黑体"/>
              </a:rPr>
              <a:t>专用磁盘</a:t>
            </a:r>
            <a:endParaRPr sz="1600">
              <a:latin typeface="黑体"/>
              <a:cs typeface="黑体"/>
            </a:endParaRPr>
          </a:p>
        </p:txBody>
      </p:sp>
      <p:grpSp>
        <p:nvGrpSpPr>
          <p:cNvPr id="35" name="object 35" descr=""/>
          <p:cNvGrpSpPr/>
          <p:nvPr/>
        </p:nvGrpSpPr>
        <p:grpSpPr>
          <a:xfrm>
            <a:off x="4034371" y="1033319"/>
            <a:ext cx="3178810" cy="1693545"/>
            <a:chOff x="4034371" y="1033319"/>
            <a:chExt cx="3178810" cy="1693545"/>
          </a:xfrm>
        </p:grpSpPr>
        <p:sp>
          <p:nvSpPr>
            <p:cNvPr id="36" name="object 36" descr=""/>
            <p:cNvSpPr/>
            <p:nvPr/>
          </p:nvSpPr>
          <p:spPr>
            <a:xfrm>
              <a:off x="4068244" y="2277362"/>
              <a:ext cx="577850" cy="434975"/>
            </a:xfrm>
            <a:custGeom>
              <a:avLst/>
              <a:gdLst/>
              <a:ahLst/>
              <a:cxnLst/>
              <a:rect l="l" t="t" r="r" b="b"/>
              <a:pathLst>
                <a:path w="577850" h="434975">
                  <a:moveTo>
                    <a:pt x="0" y="354074"/>
                  </a:moveTo>
                  <a:lnTo>
                    <a:pt x="21023" y="316188"/>
                  </a:lnTo>
                  <a:lnTo>
                    <a:pt x="92660" y="291377"/>
                  </a:lnTo>
                  <a:lnTo>
                    <a:pt x="143663" y="280108"/>
                  </a:lnTo>
                  <a:lnTo>
                    <a:pt x="198957" y="272434"/>
                  </a:lnTo>
                  <a:lnTo>
                    <a:pt x="256954" y="268820"/>
                  </a:lnTo>
                  <a:lnTo>
                    <a:pt x="317703" y="268820"/>
                  </a:lnTo>
                  <a:lnTo>
                    <a:pt x="374542" y="272434"/>
                  </a:lnTo>
                  <a:lnTo>
                    <a:pt x="432556" y="280108"/>
                  </a:lnTo>
                  <a:lnTo>
                    <a:pt x="480834" y="291377"/>
                  </a:lnTo>
                  <a:lnTo>
                    <a:pt x="519762" y="301305"/>
                  </a:lnTo>
                  <a:lnTo>
                    <a:pt x="571934" y="335131"/>
                  </a:lnTo>
                  <a:lnTo>
                    <a:pt x="577389" y="354074"/>
                  </a:lnTo>
                  <a:lnTo>
                    <a:pt x="571934" y="368510"/>
                  </a:lnTo>
                  <a:lnTo>
                    <a:pt x="519762" y="402336"/>
                  </a:lnTo>
                  <a:lnTo>
                    <a:pt x="480834" y="412264"/>
                  </a:lnTo>
                  <a:lnTo>
                    <a:pt x="432556" y="423533"/>
                  </a:lnTo>
                  <a:lnTo>
                    <a:pt x="374542" y="431655"/>
                  </a:lnTo>
                  <a:lnTo>
                    <a:pt x="317704" y="434802"/>
                  </a:lnTo>
                  <a:lnTo>
                    <a:pt x="256954" y="434802"/>
                  </a:lnTo>
                  <a:lnTo>
                    <a:pt x="198957" y="431655"/>
                  </a:lnTo>
                  <a:lnTo>
                    <a:pt x="143663" y="423533"/>
                  </a:lnTo>
                  <a:lnTo>
                    <a:pt x="92660" y="412264"/>
                  </a:lnTo>
                  <a:lnTo>
                    <a:pt x="54117" y="402336"/>
                  </a:lnTo>
                  <a:lnTo>
                    <a:pt x="6618" y="368510"/>
                  </a:lnTo>
                  <a:lnTo>
                    <a:pt x="0" y="354074"/>
                  </a:lnTo>
                  <a:close/>
                </a:path>
                <a:path w="577850" h="434975">
                  <a:moveTo>
                    <a:pt x="0" y="85254"/>
                  </a:moveTo>
                  <a:lnTo>
                    <a:pt x="21023" y="47367"/>
                  </a:lnTo>
                  <a:lnTo>
                    <a:pt x="92660" y="22556"/>
                  </a:lnTo>
                  <a:lnTo>
                    <a:pt x="143663" y="11287"/>
                  </a:lnTo>
                  <a:lnTo>
                    <a:pt x="198957" y="3613"/>
                  </a:lnTo>
                  <a:lnTo>
                    <a:pt x="256954" y="0"/>
                  </a:lnTo>
                  <a:lnTo>
                    <a:pt x="317703" y="0"/>
                  </a:lnTo>
                  <a:lnTo>
                    <a:pt x="374542" y="3613"/>
                  </a:lnTo>
                  <a:lnTo>
                    <a:pt x="432556" y="11287"/>
                  </a:lnTo>
                  <a:lnTo>
                    <a:pt x="480834" y="22556"/>
                  </a:lnTo>
                  <a:lnTo>
                    <a:pt x="519762" y="32484"/>
                  </a:lnTo>
                  <a:lnTo>
                    <a:pt x="571934" y="66311"/>
                  </a:lnTo>
                  <a:lnTo>
                    <a:pt x="577389" y="85254"/>
                  </a:lnTo>
                  <a:lnTo>
                    <a:pt x="571934" y="99690"/>
                  </a:lnTo>
                  <a:lnTo>
                    <a:pt x="519762" y="133516"/>
                  </a:lnTo>
                  <a:lnTo>
                    <a:pt x="480834" y="143444"/>
                  </a:lnTo>
                  <a:lnTo>
                    <a:pt x="432556" y="154713"/>
                  </a:lnTo>
                  <a:lnTo>
                    <a:pt x="374542" y="162387"/>
                  </a:lnTo>
                  <a:lnTo>
                    <a:pt x="317703" y="165982"/>
                  </a:lnTo>
                  <a:lnTo>
                    <a:pt x="256954" y="165982"/>
                  </a:lnTo>
                  <a:lnTo>
                    <a:pt x="198957" y="162387"/>
                  </a:lnTo>
                  <a:lnTo>
                    <a:pt x="143663" y="154713"/>
                  </a:lnTo>
                  <a:lnTo>
                    <a:pt x="92660" y="143444"/>
                  </a:lnTo>
                  <a:lnTo>
                    <a:pt x="54117" y="133516"/>
                  </a:lnTo>
                  <a:lnTo>
                    <a:pt x="6618" y="99690"/>
                  </a:lnTo>
                  <a:lnTo>
                    <a:pt x="0" y="85254"/>
                  </a:lnTo>
                  <a:close/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4034371" y="2510557"/>
              <a:ext cx="642620" cy="123189"/>
            </a:xfrm>
            <a:custGeom>
              <a:avLst/>
              <a:gdLst/>
              <a:ahLst/>
              <a:cxnLst/>
              <a:rect l="l" t="t" r="r" b="b"/>
              <a:pathLst>
                <a:path w="642620" h="123189">
                  <a:moveTo>
                    <a:pt x="642398" y="0"/>
                  </a:moveTo>
                  <a:lnTo>
                    <a:pt x="0" y="0"/>
                  </a:lnTo>
                  <a:lnTo>
                    <a:pt x="0" y="123133"/>
                  </a:lnTo>
                  <a:lnTo>
                    <a:pt x="642398" y="123133"/>
                  </a:lnTo>
                  <a:lnTo>
                    <a:pt x="6423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4068244" y="2350434"/>
              <a:ext cx="581660" cy="289560"/>
            </a:xfrm>
            <a:custGeom>
              <a:avLst/>
              <a:gdLst/>
              <a:ahLst/>
              <a:cxnLst/>
              <a:rect l="l" t="t" r="r" b="b"/>
              <a:pathLst>
                <a:path w="581660" h="289560">
                  <a:moveTo>
                    <a:pt x="0" y="0"/>
                  </a:moveTo>
                  <a:lnTo>
                    <a:pt x="0" y="289123"/>
                  </a:lnTo>
                </a:path>
                <a:path w="581660" h="289560">
                  <a:moveTo>
                    <a:pt x="581283" y="0"/>
                  </a:moveTo>
                  <a:lnTo>
                    <a:pt x="581283" y="289123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4068244" y="2235880"/>
              <a:ext cx="577850" cy="167005"/>
            </a:xfrm>
            <a:custGeom>
              <a:avLst/>
              <a:gdLst/>
              <a:ahLst/>
              <a:cxnLst/>
              <a:rect l="l" t="t" r="r" b="b"/>
              <a:pathLst>
                <a:path w="577850" h="167005">
                  <a:moveTo>
                    <a:pt x="317703" y="0"/>
                  </a:moveTo>
                  <a:lnTo>
                    <a:pt x="256954" y="0"/>
                  </a:lnTo>
                  <a:lnTo>
                    <a:pt x="198957" y="4507"/>
                  </a:lnTo>
                  <a:lnTo>
                    <a:pt x="143663" y="11269"/>
                  </a:lnTo>
                  <a:lnTo>
                    <a:pt x="92660" y="22538"/>
                  </a:lnTo>
                  <a:lnTo>
                    <a:pt x="54117" y="32466"/>
                  </a:lnTo>
                  <a:lnTo>
                    <a:pt x="6618" y="66292"/>
                  </a:lnTo>
                  <a:lnTo>
                    <a:pt x="0" y="85235"/>
                  </a:lnTo>
                  <a:lnTo>
                    <a:pt x="6618" y="99671"/>
                  </a:lnTo>
                  <a:lnTo>
                    <a:pt x="54117" y="133497"/>
                  </a:lnTo>
                  <a:lnTo>
                    <a:pt x="92660" y="144766"/>
                  </a:lnTo>
                  <a:lnTo>
                    <a:pt x="143663" y="156054"/>
                  </a:lnTo>
                  <a:lnTo>
                    <a:pt x="198957" y="162368"/>
                  </a:lnTo>
                  <a:lnTo>
                    <a:pt x="256954" y="166876"/>
                  </a:lnTo>
                  <a:lnTo>
                    <a:pt x="317703" y="166876"/>
                  </a:lnTo>
                  <a:lnTo>
                    <a:pt x="374542" y="162368"/>
                  </a:lnTo>
                  <a:lnTo>
                    <a:pt x="432556" y="156054"/>
                  </a:lnTo>
                  <a:lnTo>
                    <a:pt x="480834" y="144766"/>
                  </a:lnTo>
                  <a:lnTo>
                    <a:pt x="519762" y="133497"/>
                  </a:lnTo>
                  <a:lnTo>
                    <a:pt x="571934" y="99671"/>
                  </a:lnTo>
                  <a:lnTo>
                    <a:pt x="577389" y="85235"/>
                  </a:lnTo>
                  <a:lnTo>
                    <a:pt x="571934" y="66292"/>
                  </a:lnTo>
                  <a:lnTo>
                    <a:pt x="519762" y="32466"/>
                  </a:lnTo>
                  <a:lnTo>
                    <a:pt x="480834" y="22538"/>
                  </a:lnTo>
                  <a:lnTo>
                    <a:pt x="432556" y="11269"/>
                  </a:lnTo>
                  <a:lnTo>
                    <a:pt x="374542" y="4507"/>
                  </a:lnTo>
                  <a:lnTo>
                    <a:pt x="3177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4068244" y="1967060"/>
              <a:ext cx="577850" cy="436245"/>
            </a:xfrm>
            <a:custGeom>
              <a:avLst/>
              <a:gdLst/>
              <a:ahLst/>
              <a:cxnLst/>
              <a:rect l="l" t="t" r="r" b="b"/>
              <a:pathLst>
                <a:path w="577850" h="436244">
                  <a:moveTo>
                    <a:pt x="0" y="354056"/>
                  </a:moveTo>
                  <a:lnTo>
                    <a:pt x="21023" y="317063"/>
                  </a:lnTo>
                  <a:lnTo>
                    <a:pt x="92660" y="291358"/>
                  </a:lnTo>
                  <a:lnTo>
                    <a:pt x="143663" y="280089"/>
                  </a:lnTo>
                  <a:lnTo>
                    <a:pt x="198957" y="273328"/>
                  </a:lnTo>
                  <a:lnTo>
                    <a:pt x="256954" y="268820"/>
                  </a:lnTo>
                  <a:lnTo>
                    <a:pt x="317703" y="268820"/>
                  </a:lnTo>
                  <a:lnTo>
                    <a:pt x="374542" y="273328"/>
                  </a:lnTo>
                  <a:lnTo>
                    <a:pt x="432556" y="280089"/>
                  </a:lnTo>
                  <a:lnTo>
                    <a:pt x="480834" y="291358"/>
                  </a:lnTo>
                  <a:lnTo>
                    <a:pt x="519762" y="301286"/>
                  </a:lnTo>
                  <a:lnTo>
                    <a:pt x="571934" y="335112"/>
                  </a:lnTo>
                  <a:lnTo>
                    <a:pt x="577389" y="354056"/>
                  </a:lnTo>
                  <a:lnTo>
                    <a:pt x="571934" y="368491"/>
                  </a:lnTo>
                  <a:lnTo>
                    <a:pt x="519762" y="402317"/>
                  </a:lnTo>
                  <a:lnTo>
                    <a:pt x="480834" y="413587"/>
                  </a:lnTo>
                  <a:lnTo>
                    <a:pt x="432556" y="424874"/>
                  </a:lnTo>
                  <a:lnTo>
                    <a:pt x="374542" y="431189"/>
                  </a:lnTo>
                  <a:lnTo>
                    <a:pt x="317704" y="435697"/>
                  </a:lnTo>
                  <a:lnTo>
                    <a:pt x="256954" y="435697"/>
                  </a:lnTo>
                  <a:lnTo>
                    <a:pt x="198957" y="431189"/>
                  </a:lnTo>
                  <a:lnTo>
                    <a:pt x="143663" y="424874"/>
                  </a:lnTo>
                  <a:lnTo>
                    <a:pt x="92660" y="413587"/>
                  </a:lnTo>
                  <a:lnTo>
                    <a:pt x="54117" y="402317"/>
                  </a:lnTo>
                  <a:lnTo>
                    <a:pt x="6618" y="368491"/>
                  </a:lnTo>
                  <a:lnTo>
                    <a:pt x="0" y="354056"/>
                  </a:lnTo>
                  <a:close/>
                </a:path>
                <a:path w="577850" h="436244">
                  <a:moveTo>
                    <a:pt x="0" y="85235"/>
                  </a:moveTo>
                  <a:lnTo>
                    <a:pt x="21023" y="48261"/>
                  </a:lnTo>
                  <a:lnTo>
                    <a:pt x="92660" y="22538"/>
                  </a:lnTo>
                  <a:lnTo>
                    <a:pt x="143663" y="11269"/>
                  </a:lnTo>
                  <a:lnTo>
                    <a:pt x="198957" y="4507"/>
                  </a:lnTo>
                  <a:lnTo>
                    <a:pt x="256954" y="0"/>
                  </a:lnTo>
                  <a:lnTo>
                    <a:pt x="317703" y="0"/>
                  </a:lnTo>
                  <a:lnTo>
                    <a:pt x="374542" y="4507"/>
                  </a:lnTo>
                  <a:lnTo>
                    <a:pt x="432556" y="11269"/>
                  </a:lnTo>
                  <a:lnTo>
                    <a:pt x="480834" y="22538"/>
                  </a:lnTo>
                  <a:lnTo>
                    <a:pt x="519762" y="32466"/>
                  </a:lnTo>
                  <a:lnTo>
                    <a:pt x="571934" y="66292"/>
                  </a:lnTo>
                  <a:lnTo>
                    <a:pt x="577389" y="85235"/>
                  </a:lnTo>
                  <a:lnTo>
                    <a:pt x="571934" y="99671"/>
                  </a:lnTo>
                  <a:lnTo>
                    <a:pt x="519762" y="133497"/>
                  </a:lnTo>
                  <a:lnTo>
                    <a:pt x="480834" y="144766"/>
                  </a:lnTo>
                  <a:lnTo>
                    <a:pt x="432556" y="155607"/>
                  </a:lnTo>
                  <a:lnTo>
                    <a:pt x="374542" y="162368"/>
                  </a:lnTo>
                  <a:lnTo>
                    <a:pt x="317703" y="166876"/>
                  </a:lnTo>
                  <a:lnTo>
                    <a:pt x="256954" y="166876"/>
                  </a:lnTo>
                  <a:lnTo>
                    <a:pt x="198957" y="162368"/>
                  </a:lnTo>
                  <a:lnTo>
                    <a:pt x="143663" y="155607"/>
                  </a:lnTo>
                  <a:lnTo>
                    <a:pt x="92660" y="144766"/>
                  </a:lnTo>
                  <a:lnTo>
                    <a:pt x="54117" y="133497"/>
                  </a:lnTo>
                  <a:lnTo>
                    <a:pt x="6618" y="99671"/>
                  </a:lnTo>
                  <a:lnTo>
                    <a:pt x="0" y="85235"/>
                  </a:lnTo>
                  <a:close/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4034371" y="2201145"/>
              <a:ext cx="642620" cy="123825"/>
            </a:xfrm>
            <a:custGeom>
              <a:avLst/>
              <a:gdLst/>
              <a:ahLst/>
              <a:cxnLst/>
              <a:rect l="l" t="t" r="r" b="b"/>
              <a:pathLst>
                <a:path w="642620" h="123825">
                  <a:moveTo>
                    <a:pt x="642398" y="0"/>
                  </a:moveTo>
                  <a:lnTo>
                    <a:pt x="0" y="0"/>
                  </a:lnTo>
                  <a:lnTo>
                    <a:pt x="0" y="123584"/>
                  </a:lnTo>
                  <a:lnTo>
                    <a:pt x="642398" y="123584"/>
                  </a:lnTo>
                  <a:lnTo>
                    <a:pt x="6423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4068244" y="2040114"/>
              <a:ext cx="581660" cy="290195"/>
            </a:xfrm>
            <a:custGeom>
              <a:avLst/>
              <a:gdLst/>
              <a:ahLst/>
              <a:cxnLst/>
              <a:rect l="l" t="t" r="r" b="b"/>
              <a:pathLst>
                <a:path w="581660" h="290194">
                  <a:moveTo>
                    <a:pt x="0" y="0"/>
                  </a:moveTo>
                  <a:lnTo>
                    <a:pt x="0" y="290017"/>
                  </a:lnTo>
                </a:path>
                <a:path w="581660" h="290194">
                  <a:moveTo>
                    <a:pt x="581283" y="0"/>
                  </a:moveTo>
                  <a:lnTo>
                    <a:pt x="581283" y="290017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4068244" y="1922393"/>
              <a:ext cx="577850" cy="167005"/>
            </a:xfrm>
            <a:custGeom>
              <a:avLst/>
              <a:gdLst/>
              <a:ahLst/>
              <a:cxnLst/>
              <a:rect l="l" t="t" r="r" b="b"/>
              <a:pathLst>
                <a:path w="577850" h="167005">
                  <a:moveTo>
                    <a:pt x="317703" y="0"/>
                  </a:moveTo>
                  <a:lnTo>
                    <a:pt x="256954" y="0"/>
                  </a:lnTo>
                  <a:lnTo>
                    <a:pt x="198957" y="4507"/>
                  </a:lnTo>
                  <a:lnTo>
                    <a:pt x="143663" y="11287"/>
                  </a:lnTo>
                  <a:lnTo>
                    <a:pt x="92660" y="22109"/>
                  </a:lnTo>
                  <a:lnTo>
                    <a:pt x="54117" y="32484"/>
                  </a:lnTo>
                  <a:lnTo>
                    <a:pt x="6618" y="65863"/>
                  </a:lnTo>
                  <a:lnTo>
                    <a:pt x="0" y="85254"/>
                  </a:lnTo>
                  <a:lnTo>
                    <a:pt x="6618" y="99690"/>
                  </a:lnTo>
                  <a:lnTo>
                    <a:pt x="54117" y="133069"/>
                  </a:lnTo>
                  <a:lnTo>
                    <a:pt x="92660" y="144338"/>
                  </a:lnTo>
                  <a:lnTo>
                    <a:pt x="143663" y="155607"/>
                  </a:lnTo>
                  <a:lnTo>
                    <a:pt x="198957" y="162387"/>
                  </a:lnTo>
                  <a:lnTo>
                    <a:pt x="256954" y="166895"/>
                  </a:lnTo>
                  <a:lnTo>
                    <a:pt x="317703" y="166895"/>
                  </a:lnTo>
                  <a:lnTo>
                    <a:pt x="374542" y="162387"/>
                  </a:lnTo>
                  <a:lnTo>
                    <a:pt x="432556" y="155607"/>
                  </a:lnTo>
                  <a:lnTo>
                    <a:pt x="480834" y="144338"/>
                  </a:lnTo>
                  <a:lnTo>
                    <a:pt x="519762" y="133069"/>
                  </a:lnTo>
                  <a:lnTo>
                    <a:pt x="571934" y="99690"/>
                  </a:lnTo>
                  <a:lnTo>
                    <a:pt x="577389" y="85254"/>
                  </a:lnTo>
                  <a:lnTo>
                    <a:pt x="571934" y="65863"/>
                  </a:lnTo>
                  <a:lnTo>
                    <a:pt x="519762" y="32484"/>
                  </a:lnTo>
                  <a:lnTo>
                    <a:pt x="480834" y="22109"/>
                  </a:lnTo>
                  <a:lnTo>
                    <a:pt x="432556" y="11287"/>
                  </a:lnTo>
                  <a:lnTo>
                    <a:pt x="374542" y="4507"/>
                  </a:lnTo>
                  <a:lnTo>
                    <a:pt x="3177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4068244" y="1653573"/>
              <a:ext cx="577850" cy="436245"/>
            </a:xfrm>
            <a:custGeom>
              <a:avLst/>
              <a:gdLst/>
              <a:ahLst/>
              <a:cxnLst/>
              <a:rect l="l" t="t" r="r" b="b"/>
              <a:pathLst>
                <a:path w="577850" h="436244">
                  <a:moveTo>
                    <a:pt x="0" y="354074"/>
                  </a:moveTo>
                  <a:lnTo>
                    <a:pt x="21023" y="317082"/>
                  </a:lnTo>
                  <a:lnTo>
                    <a:pt x="92660" y="290930"/>
                  </a:lnTo>
                  <a:lnTo>
                    <a:pt x="143663" y="280108"/>
                  </a:lnTo>
                  <a:lnTo>
                    <a:pt x="198957" y="273328"/>
                  </a:lnTo>
                  <a:lnTo>
                    <a:pt x="256954" y="268820"/>
                  </a:lnTo>
                  <a:lnTo>
                    <a:pt x="317703" y="268820"/>
                  </a:lnTo>
                  <a:lnTo>
                    <a:pt x="374542" y="273328"/>
                  </a:lnTo>
                  <a:lnTo>
                    <a:pt x="432556" y="280108"/>
                  </a:lnTo>
                  <a:lnTo>
                    <a:pt x="480834" y="290930"/>
                  </a:lnTo>
                  <a:lnTo>
                    <a:pt x="519762" y="301305"/>
                  </a:lnTo>
                  <a:lnTo>
                    <a:pt x="571934" y="334684"/>
                  </a:lnTo>
                  <a:lnTo>
                    <a:pt x="577389" y="354074"/>
                  </a:lnTo>
                  <a:lnTo>
                    <a:pt x="571934" y="368510"/>
                  </a:lnTo>
                  <a:lnTo>
                    <a:pt x="519762" y="401889"/>
                  </a:lnTo>
                  <a:lnTo>
                    <a:pt x="480834" y="413158"/>
                  </a:lnTo>
                  <a:lnTo>
                    <a:pt x="432556" y="424427"/>
                  </a:lnTo>
                  <a:lnTo>
                    <a:pt x="374542" y="431207"/>
                  </a:lnTo>
                  <a:lnTo>
                    <a:pt x="317704" y="435715"/>
                  </a:lnTo>
                  <a:lnTo>
                    <a:pt x="256954" y="435715"/>
                  </a:lnTo>
                  <a:lnTo>
                    <a:pt x="198957" y="431207"/>
                  </a:lnTo>
                  <a:lnTo>
                    <a:pt x="143663" y="424427"/>
                  </a:lnTo>
                  <a:lnTo>
                    <a:pt x="92660" y="413158"/>
                  </a:lnTo>
                  <a:lnTo>
                    <a:pt x="54117" y="401889"/>
                  </a:lnTo>
                  <a:lnTo>
                    <a:pt x="6618" y="368510"/>
                  </a:lnTo>
                  <a:lnTo>
                    <a:pt x="0" y="354074"/>
                  </a:lnTo>
                  <a:close/>
                </a:path>
                <a:path w="577850" h="436244">
                  <a:moveTo>
                    <a:pt x="0" y="84807"/>
                  </a:moveTo>
                  <a:lnTo>
                    <a:pt x="21023" y="47814"/>
                  </a:lnTo>
                  <a:lnTo>
                    <a:pt x="92660" y="22109"/>
                  </a:lnTo>
                  <a:lnTo>
                    <a:pt x="143663" y="10822"/>
                  </a:lnTo>
                  <a:lnTo>
                    <a:pt x="198957" y="4060"/>
                  </a:lnTo>
                  <a:lnTo>
                    <a:pt x="256954" y="0"/>
                  </a:lnTo>
                  <a:lnTo>
                    <a:pt x="317703" y="0"/>
                  </a:lnTo>
                  <a:lnTo>
                    <a:pt x="374542" y="4060"/>
                  </a:lnTo>
                  <a:lnTo>
                    <a:pt x="432556" y="10822"/>
                  </a:lnTo>
                  <a:lnTo>
                    <a:pt x="480834" y="22109"/>
                  </a:lnTo>
                  <a:lnTo>
                    <a:pt x="519762" y="32484"/>
                  </a:lnTo>
                  <a:lnTo>
                    <a:pt x="571934" y="65863"/>
                  </a:lnTo>
                  <a:lnTo>
                    <a:pt x="577389" y="84807"/>
                  </a:lnTo>
                  <a:lnTo>
                    <a:pt x="571934" y="99690"/>
                  </a:lnTo>
                  <a:lnTo>
                    <a:pt x="519762" y="133069"/>
                  </a:lnTo>
                  <a:lnTo>
                    <a:pt x="480834" y="144338"/>
                  </a:lnTo>
                  <a:lnTo>
                    <a:pt x="432556" y="155607"/>
                  </a:lnTo>
                  <a:lnTo>
                    <a:pt x="374542" y="162387"/>
                  </a:lnTo>
                  <a:lnTo>
                    <a:pt x="317703" y="166895"/>
                  </a:lnTo>
                  <a:lnTo>
                    <a:pt x="256954" y="166895"/>
                  </a:lnTo>
                  <a:lnTo>
                    <a:pt x="198957" y="162387"/>
                  </a:lnTo>
                  <a:lnTo>
                    <a:pt x="143663" y="155607"/>
                  </a:lnTo>
                  <a:lnTo>
                    <a:pt x="92660" y="144338"/>
                  </a:lnTo>
                  <a:lnTo>
                    <a:pt x="54117" y="133069"/>
                  </a:lnTo>
                  <a:lnTo>
                    <a:pt x="6618" y="99690"/>
                  </a:lnTo>
                  <a:lnTo>
                    <a:pt x="0" y="84807"/>
                  </a:lnTo>
                  <a:close/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4034371" y="1887662"/>
              <a:ext cx="642620" cy="123189"/>
            </a:xfrm>
            <a:custGeom>
              <a:avLst/>
              <a:gdLst/>
              <a:ahLst/>
              <a:cxnLst/>
              <a:rect l="l" t="t" r="r" b="b"/>
              <a:pathLst>
                <a:path w="642620" h="123189">
                  <a:moveTo>
                    <a:pt x="642398" y="0"/>
                  </a:moveTo>
                  <a:lnTo>
                    <a:pt x="0" y="0"/>
                  </a:lnTo>
                  <a:lnTo>
                    <a:pt x="0" y="123133"/>
                  </a:lnTo>
                  <a:lnTo>
                    <a:pt x="642398" y="123133"/>
                  </a:lnTo>
                  <a:lnTo>
                    <a:pt x="6423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4068244" y="1726198"/>
              <a:ext cx="581660" cy="290195"/>
            </a:xfrm>
            <a:custGeom>
              <a:avLst/>
              <a:gdLst/>
              <a:ahLst/>
              <a:cxnLst/>
              <a:rect l="l" t="t" r="r" b="b"/>
              <a:pathLst>
                <a:path w="581660" h="290194">
                  <a:moveTo>
                    <a:pt x="0" y="0"/>
                  </a:moveTo>
                  <a:lnTo>
                    <a:pt x="0" y="290017"/>
                  </a:lnTo>
                </a:path>
                <a:path w="581660" h="290194">
                  <a:moveTo>
                    <a:pt x="581283" y="0"/>
                  </a:moveTo>
                  <a:lnTo>
                    <a:pt x="581283" y="290017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4068244" y="1612985"/>
              <a:ext cx="577850" cy="166370"/>
            </a:xfrm>
            <a:custGeom>
              <a:avLst/>
              <a:gdLst/>
              <a:ahLst/>
              <a:cxnLst/>
              <a:rect l="l" t="t" r="r" b="b"/>
              <a:pathLst>
                <a:path w="577850" h="166369">
                  <a:moveTo>
                    <a:pt x="317703" y="0"/>
                  </a:moveTo>
                  <a:lnTo>
                    <a:pt x="256954" y="0"/>
                  </a:lnTo>
                  <a:lnTo>
                    <a:pt x="198957" y="3613"/>
                  </a:lnTo>
                  <a:lnTo>
                    <a:pt x="143663" y="11269"/>
                  </a:lnTo>
                  <a:lnTo>
                    <a:pt x="92660" y="22556"/>
                  </a:lnTo>
                  <a:lnTo>
                    <a:pt x="54117" y="32466"/>
                  </a:lnTo>
                  <a:lnTo>
                    <a:pt x="6618" y="66311"/>
                  </a:lnTo>
                  <a:lnTo>
                    <a:pt x="0" y="83894"/>
                  </a:lnTo>
                  <a:lnTo>
                    <a:pt x="6618" y="99671"/>
                  </a:lnTo>
                  <a:lnTo>
                    <a:pt x="54117" y="133516"/>
                  </a:lnTo>
                  <a:lnTo>
                    <a:pt x="92660" y="143425"/>
                  </a:lnTo>
                  <a:lnTo>
                    <a:pt x="143663" y="154713"/>
                  </a:lnTo>
                  <a:lnTo>
                    <a:pt x="198957" y="162368"/>
                  </a:lnTo>
                  <a:lnTo>
                    <a:pt x="256954" y="165982"/>
                  </a:lnTo>
                  <a:lnTo>
                    <a:pt x="317703" y="165982"/>
                  </a:lnTo>
                  <a:lnTo>
                    <a:pt x="374542" y="162368"/>
                  </a:lnTo>
                  <a:lnTo>
                    <a:pt x="432556" y="154713"/>
                  </a:lnTo>
                  <a:lnTo>
                    <a:pt x="480834" y="143425"/>
                  </a:lnTo>
                  <a:lnTo>
                    <a:pt x="519762" y="133516"/>
                  </a:lnTo>
                  <a:lnTo>
                    <a:pt x="571934" y="99671"/>
                  </a:lnTo>
                  <a:lnTo>
                    <a:pt x="577389" y="83894"/>
                  </a:lnTo>
                  <a:lnTo>
                    <a:pt x="571934" y="66311"/>
                  </a:lnTo>
                  <a:lnTo>
                    <a:pt x="519762" y="32466"/>
                  </a:lnTo>
                  <a:lnTo>
                    <a:pt x="480834" y="22556"/>
                  </a:lnTo>
                  <a:lnTo>
                    <a:pt x="432556" y="11269"/>
                  </a:lnTo>
                  <a:lnTo>
                    <a:pt x="374542" y="3613"/>
                  </a:lnTo>
                  <a:lnTo>
                    <a:pt x="3177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4068244" y="1344258"/>
              <a:ext cx="577850" cy="434975"/>
            </a:xfrm>
            <a:custGeom>
              <a:avLst/>
              <a:gdLst/>
              <a:ahLst/>
              <a:cxnLst/>
              <a:rect l="l" t="t" r="r" b="b"/>
              <a:pathLst>
                <a:path w="577850" h="434975">
                  <a:moveTo>
                    <a:pt x="0" y="352621"/>
                  </a:moveTo>
                  <a:lnTo>
                    <a:pt x="21023" y="315629"/>
                  </a:lnTo>
                  <a:lnTo>
                    <a:pt x="92660" y="291284"/>
                  </a:lnTo>
                  <a:lnTo>
                    <a:pt x="143663" y="279996"/>
                  </a:lnTo>
                  <a:lnTo>
                    <a:pt x="198957" y="272340"/>
                  </a:lnTo>
                  <a:lnTo>
                    <a:pt x="256954" y="268727"/>
                  </a:lnTo>
                  <a:lnTo>
                    <a:pt x="317703" y="268727"/>
                  </a:lnTo>
                  <a:lnTo>
                    <a:pt x="374542" y="272340"/>
                  </a:lnTo>
                  <a:lnTo>
                    <a:pt x="432556" y="279996"/>
                  </a:lnTo>
                  <a:lnTo>
                    <a:pt x="480834" y="291284"/>
                  </a:lnTo>
                  <a:lnTo>
                    <a:pt x="519762" y="301193"/>
                  </a:lnTo>
                  <a:lnTo>
                    <a:pt x="571934" y="335038"/>
                  </a:lnTo>
                  <a:lnTo>
                    <a:pt x="577389" y="352621"/>
                  </a:lnTo>
                  <a:lnTo>
                    <a:pt x="571934" y="368398"/>
                  </a:lnTo>
                  <a:lnTo>
                    <a:pt x="519762" y="402243"/>
                  </a:lnTo>
                  <a:lnTo>
                    <a:pt x="480834" y="412152"/>
                  </a:lnTo>
                  <a:lnTo>
                    <a:pt x="432556" y="423440"/>
                  </a:lnTo>
                  <a:lnTo>
                    <a:pt x="374542" y="431096"/>
                  </a:lnTo>
                  <a:lnTo>
                    <a:pt x="317704" y="434709"/>
                  </a:lnTo>
                  <a:lnTo>
                    <a:pt x="256954" y="434709"/>
                  </a:lnTo>
                  <a:lnTo>
                    <a:pt x="198957" y="431096"/>
                  </a:lnTo>
                  <a:lnTo>
                    <a:pt x="143663" y="423440"/>
                  </a:lnTo>
                  <a:lnTo>
                    <a:pt x="92660" y="412152"/>
                  </a:lnTo>
                  <a:lnTo>
                    <a:pt x="54117" y="402243"/>
                  </a:lnTo>
                  <a:lnTo>
                    <a:pt x="6618" y="368398"/>
                  </a:lnTo>
                  <a:lnTo>
                    <a:pt x="0" y="352621"/>
                  </a:lnTo>
                  <a:close/>
                </a:path>
                <a:path w="577850" h="434975">
                  <a:moveTo>
                    <a:pt x="0" y="83820"/>
                  </a:moveTo>
                  <a:lnTo>
                    <a:pt x="21023" y="46753"/>
                  </a:lnTo>
                  <a:lnTo>
                    <a:pt x="92660" y="22538"/>
                  </a:lnTo>
                  <a:lnTo>
                    <a:pt x="143663" y="11176"/>
                  </a:lnTo>
                  <a:lnTo>
                    <a:pt x="198957" y="2980"/>
                  </a:lnTo>
                  <a:lnTo>
                    <a:pt x="256954" y="0"/>
                  </a:lnTo>
                  <a:lnTo>
                    <a:pt x="317703" y="0"/>
                  </a:lnTo>
                  <a:lnTo>
                    <a:pt x="374542" y="2980"/>
                  </a:lnTo>
                  <a:lnTo>
                    <a:pt x="432556" y="11176"/>
                  </a:lnTo>
                  <a:lnTo>
                    <a:pt x="480834" y="22538"/>
                  </a:lnTo>
                  <a:lnTo>
                    <a:pt x="519762" y="32410"/>
                  </a:lnTo>
                  <a:lnTo>
                    <a:pt x="571934" y="66124"/>
                  </a:lnTo>
                  <a:lnTo>
                    <a:pt x="577389" y="83820"/>
                  </a:lnTo>
                  <a:lnTo>
                    <a:pt x="571934" y="99652"/>
                  </a:lnTo>
                  <a:lnTo>
                    <a:pt x="519762" y="133367"/>
                  </a:lnTo>
                  <a:lnTo>
                    <a:pt x="480834" y="143425"/>
                  </a:lnTo>
                  <a:lnTo>
                    <a:pt x="432556" y="154620"/>
                  </a:lnTo>
                  <a:lnTo>
                    <a:pt x="374542" y="162275"/>
                  </a:lnTo>
                  <a:lnTo>
                    <a:pt x="317703" y="165889"/>
                  </a:lnTo>
                  <a:lnTo>
                    <a:pt x="256954" y="165889"/>
                  </a:lnTo>
                  <a:lnTo>
                    <a:pt x="198957" y="162275"/>
                  </a:lnTo>
                  <a:lnTo>
                    <a:pt x="143663" y="154620"/>
                  </a:lnTo>
                  <a:lnTo>
                    <a:pt x="92660" y="143425"/>
                  </a:lnTo>
                  <a:lnTo>
                    <a:pt x="54117" y="133367"/>
                  </a:lnTo>
                  <a:lnTo>
                    <a:pt x="6618" y="99652"/>
                  </a:lnTo>
                  <a:lnTo>
                    <a:pt x="0" y="83820"/>
                  </a:lnTo>
                  <a:close/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4034371" y="1577360"/>
              <a:ext cx="642620" cy="123189"/>
            </a:xfrm>
            <a:custGeom>
              <a:avLst/>
              <a:gdLst/>
              <a:ahLst/>
              <a:cxnLst/>
              <a:rect l="l" t="t" r="r" b="b"/>
              <a:pathLst>
                <a:path w="642620" h="123189">
                  <a:moveTo>
                    <a:pt x="642398" y="0"/>
                  </a:moveTo>
                  <a:lnTo>
                    <a:pt x="0" y="0"/>
                  </a:lnTo>
                  <a:lnTo>
                    <a:pt x="0" y="123133"/>
                  </a:lnTo>
                  <a:lnTo>
                    <a:pt x="642398" y="123133"/>
                  </a:lnTo>
                  <a:lnTo>
                    <a:pt x="6423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4068244" y="1416716"/>
              <a:ext cx="1423035" cy="1303655"/>
            </a:xfrm>
            <a:custGeom>
              <a:avLst/>
              <a:gdLst/>
              <a:ahLst/>
              <a:cxnLst/>
              <a:rect l="l" t="t" r="r" b="b"/>
              <a:pathLst>
                <a:path w="1423035" h="1303655">
                  <a:moveTo>
                    <a:pt x="0" y="0"/>
                  </a:moveTo>
                  <a:lnTo>
                    <a:pt x="0" y="289179"/>
                  </a:lnTo>
                </a:path>
                <a:path w="1423035" h="1303655">
                  <a:moveTo>
                    <a:pt x="581283" y="0"/>
                  </a:moveTo>
                  <a:lnTo>
                    <a:pt x="581283" y="289179"/>
                  </a:lnTo>
                </a:path>
                <a:path w="1423035" h="1303655">
                  <a:moveTo>
                    <a:pt x="845250" y="1221482"/>
                  </a:moveTo>
                  <a:lnTo>
                    <a:pt x="866267" y="1184490"/>
                  </a:lnTo>
                  <a:lnTo>
                    <a:pt x="937911" y="1159697"/>
                  </a:lnTo>
                  <a:lnTo>
                    <a:pt x="988908" y="1148857"/>
                  </a:lnTo>
                  <a:lnTo>
                    <a:pt x="1044202" y="1140754"/>
                  </a:lnTo>
                  <a:lnTo>
                    <a:pt x="1102215" y="1137588"/>
                  </a:lnTo>
                  <a:lnTo>
                    <a:pt x="1162949" y="1137588"/>
                  </a:lnTo>
                  <a:lnTo>
                    <a:pt x="1219788" y="1140754"/>
                  </a:lnTo>
                  <a:lnTo>
                    <a:pt x="1277801" y="1148857"/>
                  </a:lnTo>
                  <a:lnTo>
                    <a:pt x="1326079" y="1159697"/>
                  </a:lnTo>
                  <a:lnTo>
                    <a:pt x="1365007" y="1170073"/>
                  </a:lnTo>
                  <a:lnTo>
                    <a:pt x="1417179" y="1203433"/>
                  </a:lnTo>
                  <a:lnTo>
                    <a:pt x="1422634" y="1221482"/>
                  </a:lnTo>
                  <a:lnTo>
                    <a:pt x="1417179" y="1237278"/>
                  </a:lnTo>
                  <a:lnTo>
                    <a:pt x="1365007" y="1270638"/>
                  </a:lnTo>
                  <a:lnTo>
                    <a:pt x="1326079" y="1281013"/>
                  </a:lnTo>
                  <a:lnTo>
                    <a:pt x="1277801" y="1292301"/>
                  </a:lnTo>
                  <a:lnTo>
                    <a:pt x="1219788" y="1299956"/>
                  </a:lnTo>
                  <a:lnTo>
                    <a:pt x="1162949" y="1303123"/>
                  </a:lnTo>
                  <a:lnTo>
                    <a:pt x="1102216" y="1303123"/>
                  </a:lnTo>
                  <a:lnTo>
                    <a:pt x="1044202" y="1299956"/>
                  </a:lnTo>
                  <a:lnTo>
                    <a:pt x="988908" y="1292301"/>
                  </a:lnTo>
                  <a:lnTo>
                    <a:pt x="937911" y="1281013"/>
                  </a:lnTo>
                  <a:lnTo>
                    <a:pt x="899369" y="1270638"/>
                  </a:lnTo>
                  <a:lnTo>
                    <a:pt x="851864" y="1237278"/>
                  </a:lnTo>
                  <a:lnTo>
                    <a:pt x="845250" y="1221482"/>
                  </a:lnTo>
                  <a:close/>
                </a:path>
                <a:path w="1423035" h="1303655">
                  <a:moveTo>
                    <a:pt x="845250" y="952662"/>
                  </a:moveTo>
                  <a:lnTo>
                    <a:pt x="866266" y="915669"/>
                  </a:lnTo>
                  <a:lnTo>
                    <a:pt x="937911" y="890877"/>
                  </a:lnTo>
                  <a:lnTo>
                    <a:pt x="988908" y="879589"/>
                  </a:lnTo>
                  <a:lnTo>
                    <a:pt x="1044202" y="871934"/>
                  </a:lnTo>
                  <a:lnTo>
                    <a:pt x="1102215" y="868767"/>
                  </a:lnTo>
                  <a:lnTo>
                    <a:pt x="1162949" y="868767"/>
                  </a:lnTo>
                  <a:lnTo>
                    <a:pt x="1219788" y="871934"/>
                  </a:lnTo>
                  <a:lnTo>
                    <a:pt x="1277801" y="879589"/>
                  </a:lnTo>
                  <a:lnTo>
                    <a:pt x="1326079" y="890877"/>
                  </a:lnTo>
                  <a:lnTo>
                    <a:pt x="1365007" y="901252"/>
                  </a:lnTo>
                  <a:lnTo>
                    <a:pt x="1417179" y="934613"/>
                  </a:lnTo>
                  <a:lnTo>
                    <a:pt x="1422634" y="952662"/>
                  </a:lnTo>
                  <a:lnTo>
                    <a:pt x="1417179" y="968457"/>
                  </a:lnTo>
                  <a:lnTo>
                    <a:pt x="1365007" y="1001818"/>
                  </a:lnTo>
                  <a:lnTo>
                    <a:pt x="1326079" y="1012193"/>
                  </a:lnTo>
                  <a:lnTo>
                    <a:pt x="1277801" y="1023033"/>
                  </a:lnTo>
                  <a:lnTo>
                    <a:pt x="1219788" y="1031136"/>
                  </a:lnTo>
                  <a:lnTo>
                    <a:pt x="1162949" y="1034303"/>
                  </a:lnTo>
                  <a:lnTo>
                    <a:pt x="1102215" y="1034303"/>
                  </a:lnTo>
                  <a:lnTo>
                    <a:pt x="1044202" y="1031136"/>
                  </a:lnTo>
                  <a:lnTo>
                    <a:pt x="988908" y="1023033"/>
                  </a:lnTo>
                  <a:lnTo>
                    <a:pt x="937911" y="1012193"/>
                  </a:lnTo>
                  <a:lnTo>
                    <a:pt x="899369" y="1001818"/>
                  </a:lnTo>
                  <a:lnTo>
                    <a:pt x="851864" y="968457"/>
                  </a:lnTo>
                  <a:lnTo>
                    <a:pt x="845250" y="952662"/>
                  </a:lnTo>
                  <a:close/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4879619" y="2518227"/>
              <a:ext cx="642620" cy="123825"/>
            </a:xfrm>
            <a:custGeom>
              <a:avLst/>
              <a:gdLst/>
              <a:ahLst/>
              <a:cxnLst/>
              <a:rect l="l" t="t" r="r" b="b"/>
              <a:pathLst>
                <a:path w="642620" h="123825">
                  <a:moveTo>
                    <a:pt x="642398" y="0"/>
                  </a:moveTo>
                  <a:lnTo>
                    <a:pt x="0" y="0"/>
                  </a:lnTo>
                  <a:lnTo>
                    <a:pt x="0" y="123584"/>
                  </a:lnTo>
                  <a:lnTo>
                    <a:pt x="642398" y="123584"/>
                  </a:lnTo>
                  <a:lnTo>
                    <a:pt x="6423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4913494" y="2358109"/>
              <a:ext cx="581660" cy="289560"/>
            </a:xfrm>
            <a:custGeom>
              <a:avLst/>
              <a:gdLst/>
              <a:ahLst/>
              <a:cxnLst/>
              <a:rect l="l" t="t" r="r" b="b"/>
              <a:pathLst>
                <a:path w="581660" h="289560">
                  <a:moveTo>
                    <a:pt x="0" y="0"/>
                  </a:moveTo>
                  <a:lnTo>
                    <a:pt x="0" y="289104"/>
                  </a:lnTo>
                </a:path>
                <a:path w="581660" h="289560">
                  <a:moveTo>
                    <a:pt x="581279" y="0"/>
                  </a:moveTo>
                  <a:lnTo>
                    <a:pt x="581279" y="289104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4913494" y="2243983"/>
              <a:ext cx="577850" cy="165735"/>
            </a:xfrm>
            <a:custGeom>
              <a:avLst/>
              <a:gdLst/>
              <a:ahLst/>
              <a:cxnLst/>
              <a:rect l="l" t="t" r="r" b="b"/>
              <a:pathLst>
                <a:path w="577850" h="165735">
                  <a:moveTo>
                    <a:pt x="317699" y="0"/>
                  </a:moveTo>
                  <a:lnTo>
                    <a:pt x="256965" y="0"/>
                  </a:lnTo>
                  <a:lnTo>
                    <a:pt x="198952" y="3166"/>
                  </a:lnTo>
                  <a:lnTo>
                    <a:pt x="143658" y="11287"/>
                  </a:lnTo>
                  <a:lnTo>
                    <a:pt x="92660" y="22109"/>
                  </a:lnTo>
                  <a:lnTo>
                    <a:pt x="54119" y="32484"/>
                  </a:lnTo>
                  <a:lnTo>
                    <a:pt x="6614" y="65863"/>
                  </a:lnTo>
                  <a:lnTo>
                    <a:pt x="0" y="84807"/>
                  </a:lnTo>
                  <a:lnTo>
                    <a:pt x="6614" y="99690"/>
                  </a:lnTo>
                  <a:lnTo>
                    <a:pt x="54119" y="133069"/>
                  </a:lnTo>
                  <a:lnTo>
                    <a:pt x="92660" y="143444"/>
                  </a:lnTo>
                  <a:lnTo>
                    <a:pt x="143658" y="154266"/>
                  </a:lnTo>
                  <a:lnTo>
                    <a:pt x="198952" y="162387"/>
                  </a:lnTo>
                  <a:lnTo>
                    <a:pt x="256965" y="165535"/>
                  </a:lnTo>
                  <a:lnTo>
                    <a:pt x="317699" y="165535"/>
                  </a:lnTo>
                  <a:lnTo>
                    <a:pt x="374538" y="162387"/>
                  </a:lnTo>
                  <a:lnTo>
                    <a:pt x="432551" y="154266"/>
                  </a:lnTo>
                  <a:lnTo>
                    <a:pt x="480829" y="143444"/>
                  </a:lnTo>
                  <a:lnTo>
                    <a:pt x="519757" y="133069"/>
                  </a:lnTo>
                  <a:lnTo>
                    <a:pt x="571929" y="99690"/>
                  </a:lnTo>
                  <a:lnTo>
                    <a:pt x="577384" y="84807"/>
                  </a:lnTo>
                  <a:lnTo>
                    <a:pt x="571929" y="65863"/>
                  </a:lnTo>
                  <a:lnTo>
                    <a:pt x="519757" y="32484"/>
                  </a:lnTo>
                  <a:lnTo>
                    <a:pt x="480829" y="22109"/>
                  </a:lnTo>
                  <a:lnTo>
                    <a:pt x="432551" y="11287"/>
                  </a:lnTo>
                  <a:lnTo>
                    <a:pt x="374538" y="3166"/>
                  </a:lnTo>
                  <a:lnTo>
                    <a:pt x="3176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4913494" y="1974715"/>
              <a:ext cx="577850" cy="434975"/>
            </a:xfrm>
            <a:custGeom>
              <a:avLst/>
              <a:gdLst/>
              <a:ahLst/>
              <a:cxnLst/>
              <a:rect l="l" t="t" r="r" b="b"/>
              <a:pathLst>
                <a:path w="577850" h="434975">
                  <a:moveTo>
                    <a:pt x="0" y="354074"/>
                  </a:moveTo>
                  <a:lnTo>
                    <a:pt x="21016" y="316188"/>
                  </a:lnTo>
                  <a:lnTo>
                    <a:pt x="92660" y="291377"/>
                  </a:lnTo>
                  <a:lnTo>
                    <a:pt x="143658" y="280555"/>
                  </a:lnTo>
                  <a:lnTo>
                    <a:pt x="198952" y="272434"/>
                  </a:lnTo>
                  <a:lnTo>
                    <a:pt x="256965" y="269267"/>
                  </a:lnTo>
                  <a:lnTo>
                    <a:pt x="317699" y="269267"/>
                  </a:lnTo>
                  <a:lnTo>
                    <a:pt x="374538" y="272434"/>
                  </a:lnTo>
                  <a:lnTo>
                    <a:pt x="432551" y="280555"/>
                  </a:lnTo>
                  <a:lnTo>
                    <a:pt x="480829" y="291377"/>
                  </a:lnTo>
                  <a:lnTo>
                    <a:pt x="519757" y="301752"/>
                  </a:lnTo>
                  <a:lnTo>
                    <a:pt x="571929" y="335131"/>
                  </a:lnTo>
                  <a:lnTo>
                    <a:pt x="577384" y="354074"/>
                  </a:lnTo>
                  <a:lnTo>
                    <a:pt x="571929" y="368957"/>
                  </a:lnTo>
                  <a:lnTo>
                    <a:pt x="519757" y="402336"/>
                  </a:lnTo>
                  <a:lnTo>
                    <a:pt x="480829" y="412711"/>
                  </a:lnTo>
                  <a:lnTo>
                    <a:pt x="432551" y="423533"/>
                  </a:lnTo>
                  <a:lnTo>
                    <a:pt x="374538" y="431655"/>
                  </a:lnTo>
                  <a:lnTo>
                    <a:pt x="317699" y="434802"/>
                  </a:lnTo>
                  <a:lnTo>
                    <a:pt x="256965" y="434802"/>
                  </a:lnTo>
                  <a:lnTo>
                    <a:pt x="198952" y="431655"/>
                  </a:lnTo>
                  <a:lnTo>
                    <a:pt x="143658" y="423533"/>
                  </a:lnTo>
                  <a:lnTo>
                    <a:pt x="92660" y="412711"/>
                  </a:lnTo>
                  <a:lnTo>
                    <a:pt x="54119" y="402336"/>
                  </a:lnTo>
                  <a:lnTo>
                    <a:pt x="6614" y="368957"/>
                  </a:lnTo>
                  <a:lnTo>
                    <a:pt x="0" y="354074"/>
                  </a:lnTo>
                  <a:close/>
                </a:path>
                <a:path w="577850" h="434975">
                  <a:moveTo>
                    <a:pt x="0" y="85254"/>
                  </a:moveTo>
                  <a:lnTo>
                    <a:pt x="21016" y="47367"/>
                  </a:lnTo>
                  <a:lnTo>
                    <a:pt x="92660" y="22556"/>
                  </a:lnTo>
                  <a:lnTo>
                    <a:pt x="143658" y="11287"/>
                  </a:lnTo>
                  <a:lnTo>
                    <a:pt x="198952" y="3613"/>
                  </a:lnTo>
                  <a:lnTo>
                    <a:pt x="256965" y="0"/>
                  </a:lnTo>
                  <a:lnTo>
                    <a:pt x="317699" y="0"/>
                  </a:lnTo>
                  <a:lnTo>
                    <a:pt x="374538" y="3613"/>
                  </a:lnTo>
                  <a:lnTo>
                    <a:pt x="432551" y="11287"/>
                  </a:lnTo>
                  <a:lnTo>
                    <a:pt x="480829" y="22556"/>
                  </a:lnTo>
                  <a:lnTo>
                    <a:pt x="519757" y="32931"/>
                  </a:lnTo>
                  <a:lnTo>
                    <a:pt x="571929" y="66311"/>
                  </a:lnTo>
                  <a:lnTo>
                    <a:pt x="577384" y="85254"/>
                  </a:lnTo>
                  <a:lnTo>
                    <a:pt x="571929" y="100137"/>
                  </a:lnTo>
                  <a:lnTo>
                    <a:pt x="519757" y="133516"/>
                  </a:lnTo>
                  <a:lnTo>
                    <a:pt x="480829" y="143425"/>
                  </a:lnTo>
                  <a:lnTo>
                    <a:pt x="432551" y="154713"/>
                  </a:lnTo>
                  <a:lnTo>
                    <a:pt x="374538" y="162834"/>
                  </a:lnTo>
                  <a:lnTo>
                    <a:pt x="317699" y="165982"/>
                  </a:lnTo>
                  <a:lnTo>
                    <a:pt x="256965" y="165982"/>
                  </a:lnTo>
                  <a:lnTo>
                    <a:pt x="198952" y="162834"/>
                  </a:lnTo>
                  <a:lnTo>
                    <a:pt x="143658" y="154713"/>
                  </a:lnTo>
                  <a:lnTo>
                    <a:pt x="92660" y="143425"/>
                  </a:lnTo>
                  <a:lnTo>
                    <a:pt x="54119" y="133516"/>
                  </a:lnTo>
                  <a:lnTo>
                    <a:pt x="6614" y="100137"/>
                  </a:lnTo>
                  <a:lnTo>
                    <a:pt x="0" y="85254"/>
                  </a:lnTo>
                  <a:close/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4879619" y="2207910"/>
              <a:ext cx="642620" cy="123189"/>
            </a:xfrm>
            <a:custGeom>
              <a:avLst/>
              <a:gdLst/>
              <a:ahLst/>
              <a:cxnLst/>
              <a:rect l="l" t="t" r="r" b="b"/>
              <a:pathLst>
                <a:path w="642620" h="123189">
                  <a:moveTo>
                    <a:pt x="642398" y="0"/>
                  </a:moveTo>
                  <a:lnTo>
                    <a:pt x="0" y="0"/>
                  </a:lnTo>
                  <a:lnTo>
                    <a:pt x="0" y="123133"/>
                  </a:lnTo>
                  <a:lnTo>
                    <a:pt x="642398" y="123133"/>
                  </a:lnTo>
                  <a:lnTo>
                    <a:pt x="6423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4913494" y="2047788"/>
              <a:ext cx="581660" cy="289560"/>
            </a:xfrm>
            <a:custGeom>
              <a:avLst/>
              <a:gdLst/>
              <a:ahLst/>
              <a:cxnLst/>
              <a:rect l="l" t="t" r="r" b="b"/>
              <a:pathLst>
                <a:path w="581660" h="289560">
                  <a:moveTo>
                    <a:pt x="0" y="0"/>
                  </a:moveTo>
                  <a:lnTo>
                    <a:pt x="0" y="289123"/>
                  </a:lnTo>
                </a:path>
                <a:path w="581660" h="289560">
                  <a:moveTo>
                    <a:pt x="581279" y="0"/>
                  </a:moveTo>
                  <a:lnTo>
                    <a:pt x="581279" y="289123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4913494" y="1930067"/>
              <a:ext cx="577850" cy="166370"/>
            </a:xfrm>
            <a:custGeom>
              <a:avLst/>
              <a:gdLst/>
              <a:ahLst/>
              <a:cxnLst/>
              <a:rect l="l" t="t" r="r" b="b"/>
              <a:pathLst>
                <a:path w="577850" h="166369">
                  <a:moveTo>
                    <a:pt x="317699" y="0"/>
                  </a:moveTo>
                  <a:lnTo>
                    <a:pt x="256965" y="0"/>
                  </a:lnTo>
                  <a:lnTo>
                    <a:pt x="198952" y="3613"/>
                  </a:lnTo>
                  <a:lnTo>
                    <a:pt x="143658" y="11269"/>
                  </a:lnTo>
                  <a:lnTo>
                    <a:pt x="92660" y="22556"/>
                  </a:lnTo>
                  <a:lnTo>
                    <a:pt x="54119" y="32466"/>
                  </a:lnTo>
                  <a:lnTo>
                    <a:pt x="6614" y="66292"/>
                  </a:lnTo>
                  <a:lnTo>
                    <a:pt x="0" y="85254"/>
                  </a:lnTo>
                  <a:lnTo>
                    <a:pt x="6614" y="99671"/>
                  </a:lnTo>
                  <a:lnTo>
                    <a:pt x="54119" y="133497"/>
                  </a:lnTo>
                  <a:lnTo>
                    <a:pt x="92660" y="143425"/>
                  </a:lnTo>
                  <a:lnTo>
                    <a:pt x="143658" y="154713"/>
                  </a:lnTo>
                  <a:lnTo>
                    <a:pt x="198952" y="162368"/>
                  </a:lnTo>
                  <a:lnTo>
                    <a:pt x="256965" y="165982"/>
                  </a:lnTo>
                  <a:lnTo>
                    <a:pt x="317699" y="165982"/>
                  </a:lnTo>
                  <a:lnTo>
                    <a:pt x="374538" y="162368"/>
                  </a:lnTo>
                  <a:lnTo>
                    <a:pt x="432551" y="154713"/>
                  </a:lnTo>
                  <a:lnTo>
                    <a:pt x="480829" y="143425"/>
                  </a:lnTo>
                  <a:lnTo>
                    <a:pt x="519757" y="133497"/>
                  </a:lnTo>
                  <a:lnTo>
                    <a:pt x="571929" y="99671"/>
                  </a:lnTo>
                  <a:lnTo>
                    <a:pt x="577384" y="85254"/>
                  </a:lnTo>
                  <a:lnTo>
                    <a:pt x="571929" y="66292"/>
                  </a:lnTo>
                  <a:lnTo>
                    <a:pt x="519757" y="32466"/>
                  </a:lnTo>
                  <a:lnTo>
                    <a:pt x="480829" y="22556"/>
                  </a:lnTo>
                  <a:lnTo>
                    <a:pt x="432551" y="11269"/>
                  </a:lnTo>
                  <a:lnTo>
                    <a:pt x="374538" y="3613"/>
                  </a:lnTo>
                  <a:lnTo>
                    <a:pt x="3176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4913494" y="1661247"/>
              <a:ext cx="577850" cy="434975"/>
            </a:xfrm>
            <a:custGeom>
              <a:avLst/>
              <a:gdLst/>
              <a:ahLst/>
              <a:cxnLst/>
              <a:rect l="l" t="t" r="r" b="b"/>
              <a:pathLst>
                <a:path w="577850" h="434975">
                  <a:moveTo>
                    <a:pt x="0" y="354074"/>
                  </a:moveTo>
                  <a:lnTo>
                    <a:pt x="21016" y="315722"/>
                  </a:lnTo>
                  <a:lnTo>
                    <a:pt x="92660" y="291377"/>
                  </a:lnTo>
                  <a:lnTo>
                    <a:pt x="143658" y="280089"/>
                  </a:lnTo>
                  <a:lnTo>
                    <a:pt x="198952" y="272434"/>
                  </a:lnTo>
                  <a:lnTo>
                    <a:pt x="256965" y="268820"/>
                  </a:lnTo>
                  <a:lnTo>
                    <a:pt x="317699" y="268820"/>
                  </a:lnTo>
                  <a:lnTo>
                    <a:pt x="374538" y="272434"/>
                  </a:lnTo>
                  <a:lnTo>
                    <a:pt x="432551" y="280089"/>
                  </a:lnTo>
                  <a:lnTo>
                    <a:pt x="480829" y="291377"/>
                  </a:lnTo>
                  <a:lnTo>
                    <a:pt x="519757" y="301286"/>
                  </a:lnTo>
                  <a:lnTo>
                    <a:pt x="571929" y="335112"/>
                  </a:lnTo>
                  <a:lnTo>
                    <a:pt x="577384" y="354074"/>
                  </a:lnTo>
                  <a:lnTo>
                    <a:pt x="571929" y="368491"/>
                  </a:lnTo>
                  <a:lnTo>
                    <a:pt x="519757" y="402317"/>
                  </a:lnTo>
                  <a:lnTo>
                    <a:pt x="480829" y="412245"/>
                  </a:lnTo>
                  <a:lnTo>
                    <a:pt x="432551" y="423533"/>
                  </a:lnTo>
                  <a:lnTo>
                    <a:pt x="374538" y="431189"/>
                  </a:lnTo>
                  <a:lnTo>
                    <a:pt x="317699" y="434802"/>
                  </a:lnTo>
                  <a:lnTo>
                    <a:pt x="256965" y="434802"/>
                  </a:lnTo>
                  <a:lnTo>
                    <a:pt x="198952" y="431189"/>
                  </a:lnTo>
                  <a:lnTo>
                    <a:pt x="143658" y="423533"/>
                  </a:lnTo>
                  <a:lnTo>
                    <a:pt x="92660" y="412245"/>
                  </a:lnTo>
                  <a:lnTo>
                    <a:pt x="54119" y="402317"/>
                  </a:lnTo>
                  <a:lnTo>
                    <a:pt x="6614" y="368491"/>
                  </a:lnTo>
                  <a:lnTo>
                    <a:pt x="0" y="354074"/>
                  </a:lnTo>
                  <a:close/>
                </a:path>
                <a:path w="577850" h="434975">
                  <a:moveTo>
                    <a:pt x="0" y="85254"/>
                  </a:moveTo>
                  <a:lnTo>
                    <a:pt x="21016" y="46902"/>
                  </a:lnTo>
                  <a:lnTo>
                    <a:pt x="92660" y="22556"/>
                  </a:lnTo>
                  <a:lnTo>
                    <a:pt x="143658" y="11269"/>
                  </a:lnTo>
                  <a:lnTo>
                    <a:pt x="198952" y="3147"/>
                  </a:lnTo>
                  <a:lnTo>
                    <a:pt x="256965" y="0"/>
                  </a:lnTo>
                  <a:lnTo>
                    <a:pt x="317699" y="0"/>
                  </a:lnTo>
                  <a:lnTo>
                    <a:pt x="374538" y="3147"/>
                  </a:lnTo>
                  <a:lnTo>
                    <a:pt x="432551" y="11269"/>
                  </a:lnTo>
                  <a:lnTo>
                    <a:pt x="480829" y="22556"/>
                  </a:lnTo>
                  <a:lnTo>
                    <a:pt x="519757" y="32466"/>
                  </a:lnTo>
                  <a:lnTo>
                    <a:pt x="571929" y="66311"/>
                  </a:lnTo>
                  <a:lnTo>
                    <a:pt x="577384" y="85254"/>
                  </a:lnTo>
                  <a:lnTo>
                    <a:pt x="571929" y="99671"/>
                  </a:lnTo>
                  <a:lnTo>
                    <a:pt x="519757" y="133516"/>
                  </a:lnTo>
                  <a:lnTo>
                    <a:pt x="480829" y="143425"/>
                  </a:lnTo>
                  <a:lnTo>
                    <a:pt x="432551" y="154713"/>
                  </a:lnTo>
                  <a:lnTo>
                    <a:pt x="374538" y="162368"/>
                  </a:lnTo>
                  <a:lnTo>
                    <a:pt x="317699" y="165982"/>
                  </a:lnTo>
                  <a:lnTo>
                    <a:pt x="256965" y="165982"/>
                  </a:lnTo>
                  <a:lnTo>
                    <a:pt x="198952" y="162368"/>
                  </a:lnTo>
                  <a:lnTo>
                    <a:pt x="143658" y="154713"/>
                  </a:lnTo>
                  <a:lnTo>
                    <a:pt x="92660" y="143425"/>
                  </a:lnTo>
                  <a:lnTo>
                    <a:pt x="54119" y="133516"/>
                  </a:lnTo>
                  <a:lnTo>
                    <a:pt x="6614" y="99671"/>
                  </a:lnTo>
                  <a:lnTo>
                    <a:pt x="0" y="85254"/>
                  </a:lnTo>
                  <a:close/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4879619" y="1894442"/>
              <a:ext cx="642620" cy="123189"/>
            </a:xfrm>
            <a:custGeom>
              <a:avLst/>
              <a:gdLst/>
              <a:ahLst/>
              <a:cxnLst/>
              <a:rect l="l" t="t" r="r" b="b"/>
              <a:pathLst>
                <a:path w="642620" h="123189">
                  <a:moveTo>
                    <a:pt x="642398" y="0"/>
                  </a:moveTo>
                  <a:lnTo>
                    <a:pt x="0" y="0"/>
                  </a:lnTo>
                  <a:lnTo>
                    <a:pt x="0" y="123133"/>
                  </a:lnTo>
                  <a:lnTo>
                    <a:pt x="642398" y="123133"/>
                  </a:lnTo>
                  <a:lnTo>
                    <a:pt x="6423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4913494" y="1733872"/>
              <a:ext cx="581660" cy="289560"/>
            </a:xfrm>
            <a:custGeom>
              <a:avLst/>
              <a:gdLst/>
              <a:ahLst/>
              <a:cxnLst/>
              <a:rect l="l" t="t" r="r" b="b"/>
              <a:pathLst>
                <a:path w="581660" h="289560">
                  <a:moveTo>
                    <a:pt x="0" y="0"/>
                  </a:moveTo>
                  <a:lnTo>
                    <a:pt x="0" y="289104"/>
                  </a:lnTo>
                </a:path>
                <a:path w="581660" h="289560">
                  <a:moveTo>
                    <a:pt x="581279" y="0"/>
                  </a:moveTo>
                  <a:lnTo>
                    <a:pt x="581279" y="289104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4913494" y="1619746"/>
              <a:ext cx="577850" cy="167005"/>
            </a:xfrm>
            <a:custGeom>
              <a:avLst/>
              <a:gdLst/>
              <a:ahLst/>
              <a:cxnLst/>
              <a:rect l="l" t="t" r="r" b="b"/>
              <a:pathLst>
                <a:path w="577850" h="167005">
                  <a:moveTo>
                    <a:pt x="317699" y="0"/>
                  </a:moveTo>
                  <a:lnTo>
                    <a:pt x="256965" y="0"/>
                  </a:lnTo>
                  <a:lnTo>
                    <a:pt x="198952" y="4507"/>
                  </a:lnTo>
                  <a:lnTo>
                    <a:pt x="143658" y="11287"/>
                  </a:lnTo>
                  <a:lnTo>
                    <a:pt x="92660" y="22556"/>
                  </a:lnTo>
                  <a:lnTo>
                    <a:pt x="54119" y="32484"/>
                  </a:lnTo>
                  <a:lnTo>
                    <a:pt x="6614" y="66311"/>
                  </a:lnTo>
                  <a:lnTo>
                    <a:pt x="0" y="85254"/>
                  </a:lnTo>
                  <a:lnTo>
                    <a:pt x="6614" y="99690"/>
                  </a:lnTo>
                  <a:lnTo>
                    <a:pt x="54119" y="133516"/>
                  </a:lnTo>
                  <a:lnTo>
                    <a:pt x="92660" y="144338"/>
                  </a:lnTo>
                  <a:lnTo>
                    <a:pt x="143658" y="155607"/>
                  </a:lnTo>
                  <a:lnTo>
                    <a:pt x="198952" y="162368"/>
                  </a:lnTo>
                  <a:lnTo>
                    <a:pt x="256965" y="166895"/>
                  </a:lnTo>
                  <a:lnTo>
                    <a:pt x="317699" y="166895"/>
                  </a:lnTo>
                  <a:lnTo>
                    <a:pt x="374538" y="162368"/>
                  </a:lnTo>
                  <a:lnTo>
                    <a:pt x="432551" y="155607"/>
                  </a:lnTo>
                  <a:lnTo>
                    <a:pt x="480829" y="144338"/>
                  </a:lnTo>
                  <a:lnTo>
                    <a:pt x="519757" y="133516"/>
                  </a:lnTo>
                  <a:lnTo>
                    <a:pt x="571929" y="99690"/>
                  </a:lnTo>
                  <a:lnTo>
                    <a:pt x="577384" y="85254"/>
                  </a:lnTo>
                  <a:lnTo>
                    <a:pt x="571929" y="66311"/>
                  </a:lnTo>
                  <a:lnTo>
                    <a:pt x="519757" y="32484"/>
                  </a:lnTo>
                  <a:lnTo>
                    <a:pt x="480829" y="22556"/>
                  </a:lnTo>
                  <a:lnTo>
                    <a:pt x="432551" y="11287"/>
                  </a:lnTo>
                  <a:lnTo>
                    <a:pt x="374538" y="4507"/>
                  </a:lnTo>
                  <a:lnTo>
                    <a:pt x="3176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4913494" y="1350963"/>
              <a:ext cx="577850" cy="436245"/>
            </a:xfrm>
            <a:custGeom>
              <a:avLst/>
              <a:gdLst/>
              <a:ahLst/>
              <a:cxnLst/>
              <a:rect l="l" t="t" r="r" b="b"/>
              <a:pathLst>
                <a:path w="577850" h="436244">
                  <a:moveTo>
                    <a:pt x="0" y="354037"/>
                  </a:moveTo>
                  <a:lnTo>
                    <a:pt x="21016" y="317044"/>
                  </a:lnTo>
                  <a:lnTo>
                    <a:pt x="92660" y="291340"/>
                  </a:lnTo>
                  <a:lnTo>
                    <a:pt x="143658" y="280070"/>
                  </a:lnTo>
                  <a:lnTo>
                    <a:pt x="198952" y="273290"/>
                  </a:lnTo>
                  <a:lnTo>
                    <a:pt x="256965" y="268783"/>
                  </a:lnTo>
                  <a:lnTo>
                    <a:pt x="317699" y="268783"/>
                  </a:lnTo>
                  <a:lnTo>
                    <a:pt x="374538" y="273290"/>
                  </a:lnTo>
                  <a:lnTo>
                    <a:pt x="432551" y="280070"/>
                  </a:lnTo>
                  <a:lnTo>
                    <a:pt x="480829" y="291340"/>
                  </a:lnTo>
                  <a:lnTo>
                    <a:pt x="519757" y="301268"/>
                  </a:lnTo>
                  <a:lnTo>
                    <a:pt x="571929" y="335094"/>
                  </a:lnTo>
                  <a:lnTo>
                    <a:pt x="577384" y="354037"/>
                  </a:lnTo>
                  <a:lnTo>
                    <a:pt x="571929" y="368473"/>
                  </a:lnTo>
                  <a:lnTo>
                    <a:pt x="519757" y="402299"/>
                  </a:lnTo>
                  <a:lnTo>
                    <a:pt x="480829" y="413121"/>
                  </a:lnTo>
                  <a:lnTo>
                    <a:pt x="432551" y="424390"/>
                  </a:lnTo>
                  <a:lnTo>
                    <a:pt x="374538" y="431152"/>
                  </a:lnTo>
                  <a:lnTo>
                    <a:pt x="317699" y="435678"/>
                  </a:lnTo>
                  <a:lnTo>
                    <a:pt x="256965" y="435678"/>
                  </a:lnTo>
                  <a:lnTo>
                    <a:pt x="198952" y="431152"/>
                  </a:lnTo>
                  <a:lnTo>
                    <a:pt x="143658" y="424390"/>
                  </a:lnTo>
                  <a:lnTo>
                    <a:pt x="92660" y="413121"/>
                  </a:lnTo>
                  <a:lnTo>
                    <a:pt x="54119" y="402299"/>
                  </a:lnTo>
                  <a:lnTo>
                    <a:pt x="6614" y="368473"/>
                  </a:lnTo>
                  <a:lnTo>
                    <a:pt x="0" y="354037"/>
                  </a:lnTo>
                  <a:close/>
                </a:path>
                <a:path w="577850" h="436244">
                  <a:moveTo>
                    <a:pt x="0" y="85123"/>
                  </a:moveTo>
                  <a:lnTo>
                    <a:pt x="21016" y="48243"/>
                  </a:lnTo>
                  <a:lnTo>
                    <a:pt x="92660" y="22538"/>
                  </a:lnTo>
                  <a:lnTo>
                    <a:pt x="143658" y="11176"/>
                  </a:lnTo>
                  <a:lnTo>
                    <a:pt x="198952" y="4470"/>
                  </a:lnTo>
                  <a:lnTo>
                    <a:pt x="256965" y="0"/>
                  </a:lnTo>
                  <a:lnTo>
                    <a:pt x="317699" y="0"/>
                  </a:lnTo>
                  <a:lnTo>
                    <a:pt x="374538" y="4470"/>
                  </a:lnTo>
                  <a:lnTo>
                    <a:pt x="432551" y="11176"/>
                  </a:lnTo>
                  <a:lnTo>
                    <a:pt x="480829" y="22538"/>
                  </a:lnTo>
                  <a:lnTo>
                    <a:pt x="519757" y="32410"/>
                  </a:lnTo>
                  <a:lnTo>
                    <a:pt x="571929" y="65752"/>
                  </a:lnTo>
                  <a:lnTo>
                    <a:pt x="577384" y="85123"/>
                  </a:lnTo>
                  <a:lnTo>
                    <a:pt x="571929" y="99652"/>
                  </a:lnTo>
                  <a:lnTo>
                    <a:pt x="519757" y="132994"/>
                  </a:lnTo>
                  <a:lnTo>
                    <a:pt x="480829" y="144301"/>
                  </a:lnTo>
                  <a:lnTo>
                    <a:pt x="432551" y="155570"/>
                  </a:lnTo>
                  <a:lnTo>
                    <a:pt x="374538" y="162350"/>
                  </a:lnTo>
                  <a:lnTo>
                    <a:pt x="317699" y="166857"/>
                  </a:lnTo>
                  <a:lnTo>
                    <a:pt x="256965" y="166857"/>
                  </a:lnTo>
                  <a:lnTo>
                    <a:pt x="198952" y="162350"/>
                  </a:lnTo>
                  <a:lnTo>
                    <a:pt x="143658" y="155570"/>
                  </a:lnTo>
                  <a:lnTo>
                    <a:pt x="92660" y="144301"/>
                  </a:lnTo>
                  <a:lnTo>
                    <a:pt x="54119" y="132994"/>
                  </a:lnTo>
                  <a:lnTo>
                    <a:pt x="6614" y="99652"/>
                  </a:lnTo>
                  <a:lnTo>
                    <a:pt x="0" y="85123"/>
                  </a:lnTo>
                  <a:close/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4879619" y="1585015"/>
              <a:ext cx="642620" cy="123189"/>
            </a:xfrm>
            <a:custGeom>
              <a:avLst/>
              <a:gdLst/>
              <a:ahLst/>
              <a:cxnLst/>
              <a:rect l="l" t="t" r="r" b="b"/>
              <a:pathLst>
                <a:path w="642620" h="123189">
                  <a:moveTo>
                    <a:pt x="642398" y="0"/>
                  </a:moveTo>
                  <a:lnTo>
                    <a:pt x="0" y="0"/>
                  </a:lnTo>
                  <a:lnTo>
                    <a:pt x="0" y="123133"/>
                  </a:lnTo>
                  <a:lnTo>
                    <a:pt x="642398" y="123133"/>
                  </a:lnTo>
                  <a:lnTo>
                    <a:pt x="6423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4913494" y="1423607"/>
              <a:ext cx="1423035" cy="1289050"/>
            </a:xfrm>
            <a:custGeom>
              <a:avLst/>
              <a:gdLst/>
              <a:ahLst/>
              <a:cxnLst/>
              <a:rect l="l" t="t" r="r" b="b"/>
              <a:pathLst>
                <a:path w="1423035" h="1289050">
                  <a:moveTo>
                    <a:pt x="0" y="0"/>
                  </a:moveTo>
                  <a:lnTo>
                    <a:pt x="0" y="290408"/>
                  </a:lnTo>
                </a:path>
                <a:path w="1423035" h="1289050">
                  <a:moveTo>
                    <a:pt x="581279" y="0"/>
                  </a:moveTo>
                  <a:lnTo>
                    <a:pt x="581279" y="290408"/>
                  </a:lnTo>
                </a:path>
                <a:path w="1423035" h="1289050">
                  <a:moveTo>
                    <a:pt x="845277" y="1207829"/>
                  </a:moveTo>
                  <a:lnTo>
                    <a:pt x="866197" y="1169942"/>
                  </a:lnTo>
                  <a:lnTo>
                    <a:pt x="937970" y="1145131"/>
                  </a:lnTo>
                  <a:lnTo>
                    <a:pt x="988983" y="1133862"/>
                  </a:lnTo>
                  <a:lnTo>
                    <a:pt x="1044181" y="1126188"/>
                  </a:lnTo>
                  <a:lnTo>
                    <a:pt x="1102275" y="1122574"/>
                  </a:lnTo>
                  <a:lnTo>
                    <a:pt x="1162944" y="1122574"/>
                  </a:lnTo>
                  <a:lnTo>
                    <a:pt x="1219751" y="1126188"/>
                  </a:lnTo>
                  <a:lnTo>
                    <a:pt x="1277845" y="1133862"/>
                  </a:lnTo>
                  <a:lnTo>
                    <a:pt x="1326122" y="1145131"/>
                  </a:lnTo>
                  <a:lnTo>
                    <a:pt x="1365066" y="1155059"/>
                  </a:lnTo>
                  <a:lnTo>
                    <a:pt x="1417206" y="1188886"/>
                  </a:lnTo>
                  <a:lnTo>
                    <a:pt x="1423000" y="1207829"/>
                  </a:lnTo>
                  <a:lnTo>
                    <a:pt x="1417206" y="1222265"/>
                  </a:lnTo>
                  <a:lnTo>
                    <a:pt x="1365066" y="1256091"/>
                  </a:lnTo>
                  <a:lnTo>
                    <a:pt x="1326122" y="1266019"/>
                  </a:lnTo>
                  <a:lnTo>
                    <a:pt x="1277845" y="1277288"/>
                  </a:lnTo>
                  <a:lnTo>
                    <a:pt x="1219751" y="1285409"/>
                  </a:lnTo>
                  <a:lnTo>
                    <a:pt x="1162944" y="1288557"/>
                  </a:lnTo>
                  <a:lnTo>
                    <a:pt x="1102275" y="1288557"/>
                  </a:lnTo>
                  <a:lnTo>
                    <a:pt x="1044181" y="1285409"/>
                  </a:lnTo>
                  <a:lnTo>
                    <a:pt x="988984" y="1277288"/>
                  </a:lnTo>
                  <a:lnTo>
                    <a:pt x="937970" y="1266019"/>
                  </a:lnTo>
                  <a:lnTo>
                    <a:pt x="899348" y="1256091"/>
                  </a:lnTo>
                  <a:lnTo>
                    <a:pt x="851875" y="1222265"/>
                  </a:lnTo>
                  <a:lnTo>
                    <a:pt x="845277" y="1207829"/>
                  </a:lnTo>
                  <a:close/>
                </a:path>
                <a:path w="1423035" h="1289050">
                  <a:moveTo>
                    <a:pt x="845277" y="939008"/>
                  </a:moveTo>
                  <a:lnTo>
                    <a:pt x="866197" y="901122"/>
                  </a:lnTo>
                  <a:lnTo>
                    <a:pt x="937970" y="876311"/>
                  </a:lnTo>
                  <a:lnTo>
                    <a:pt x="988983" y="865042"/>
                  </a:lnTo>
                  <a:lnTo>
                    <a:pt x="1044181" y="857368"/>
                  </a:lnTo>
                  <a:lnTo>
                    <a:pt x="1102275" y="853754"/>
                  </a:lnTo>
                  <a:lnTo>
                    <a:pt x="1162944" y="853754"/>
                  </a:lnTo>
                  <a:lnTo>
                    <a:pt x="1219751" y="857368"/>
                  </a:lnTo>
                  <a:lnTo>
                    <a:pt x="1277845" y="865042"/>
                  </a:lnTo>
                  <a:lnTo>
                    <a:pt x="1326122" y="876311"/>
                  </a:lnTo>
                  <a:lnTo>
                    <a:pt x="1365066" y="886239"/>
                  </a:lnTo>
                  <a:lnTo>
                    <a:pt x="1417206" y="920065"/>
                  </a:lnTo>
                  <a:lnTo>
                    <a:pt x="1423000" y="939008"/>
                  </a:lnTo>
                  <a:lnTo>
                    <a:pt x="1417206" y="953444"/>
                  </a:lnTo>
                  <a:lnTo>
                    <a:pt x="1365066" y="987270"/>
                  </a:lnTo>
                  <a:lnTo>
                    <a:pt x="1326122" y="997198"/>
                  </a:lnTo>
                  <a:lnTo>
                    <a:pt x="1277845" y="1008467"/>
                  </a:lnTo>
                  <a:lnTo>
                    <a:pt x="1219751" y="1016142"/>
                  </a:lnTo>
                  <a:lnTo>
                    <a:pt x="1162944" y="1019737"/>
                  </a:lnTo>
                  <a:lnTo>
                    <a:pt x="1102275" y="1019737"/>
                  </a:lnTo>
                  <a:lnTo>
                    <a:pt x="1044181" y="1016142"/>
                  </a:lnTo>
                  <a:lnTo>
                    <a:pt x="988983" y="1008467"/>
                  </a:lnTo>
                  <a:lnTo>
                    <a:pt x="937970" y="997198"/>
                  </a:lnTo>
                  <a:lnTo>
                    <a:pt x="899348" y="987270"/>
                  </a:lnTo>
                  <a:lnTo>
                    <a:pt x="851875" y="953444"/>
                  </a:lnTo>
                  <a:lnTo>
                    <a:pt x="845277" y="939008"/>
                  </a:lnTo>
                  <a:close/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5724816" y="2510557"/>
              <a:ext cx="642620" cy="123189"/>
            </a:xfrm>
            <a:custGeom>
              <a:avLst/>
              <a:gdLst/>
              <a:ahLst/>
              <a:cxnLst/>
              <a:rect l="l" t="t" r="r" b="b"/>
              <a:pathLst>
                <a:path w="642620" h="123189">
                  <a:moveTo>
                    <a:pt x="642398" y="0"/>
                  </a:moveTo>
                  <a:lnTo>
                    <a:pt x="0" y="0"/>
                  </a:lnTo>
                  <a:lnTo>
                    <a:pt x="0" y="123133"/>
                  </a:lnTo>
                  <a:lnTo>
                    <a:pt x="642398" y="123133"/>
                  </a:lnTo>
                  <a:lnTo>
                    <a:pt x="6423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5758771" y="2350434"/>
              <a:ext cx="581660" cy="289560"/>
            </a:xfrm>
            <a:custGeom>
              <a:avLst/>
              <a:gdLst/>
              <a:ahLst/>
              <a:cxnLst/>
              <a:rect l="l" t="t" r="r" b="b"/>
              <a:pathLst>
                <a:path w="581660" h="289560">
                  <a:moveTo>
                    <a:pt x="0" y="0"/>
                  </a:moveTo>
                  <a:lnTo>
                    <a:pt x="0" y="289123"/>
                  </a:lnTo>
                </a:path>
                <a:path w="581660" h="289560">
                  <a:moveTo>
                    <a:pt x="581262" y="0"/>
                  </a:moveTo>
                  <a:lnTo>
                    <a:pt x="581262" y="289123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5758771" y="2235880"/>
              <a:ext cx="577850" cy="167005"/>
            </a:xfrm>
            <a:custGeom>
              <a:avLst/>
              <a:gdLst/>
              <a:ahLst/>
              <a:cxnLst/>
              <a:rect l="l" t="t" r="r" b="b"/>
              <a:pathLst>
                <a:path w="577850" h="167005">
                  <a:moveTo>
                    <a:pt x="317666" y="0"/>
                  </a:moveTo>
                  <a:lnTo>
                    <a:pt x="256998" y="0"/>
                  </a:lnTo>
                  <a:lnTo>
                    <a:pt x="198903" y="4507"/>
                  </a:lnTo>
                  <a:lnTo>
                    <a:pt x="143706" y="11269"/>
                  </a:lnTo>
                  <a:lnTo>
                    <a:pt x="92693" y="22538"/>
                  </a:lnTo>
                  <a:lnTo>
                    <a:pt x="54070" y="32466"/>
                  </a:lnTo>
                  <a:lnTo>
                    <a:pt x="6597" y="66292"/>
                  </a:lnTo>
                  <a:lnTo>
                    <a:pt x="0" y="85235"/>
                  </a:lnTo>
                  <a:lnTo>
                    <a:pt x="6597" y="99671"/>
                  </a:lnTo>
                  <a:lnTo>
                    <a:pt x="54070" y="133497"/>
                  </a:lnTo>
                  <a:lnTo>
                    <a:pt x="92693" y="144766"/>
                  </a:lnTo>
                  <a:lnTo>
                    <a:pt x="143706" y="156054"/>
                  </a:lnTo>
                  <a:lnTo>
                    <a:pt x="198903" y="162368"/>
                  </a:lnTo>
                  <a:lnTo>
                    <a:pt x="256998" y="166876"/>
                  </a:lnTo>
                  <a:lnTo>
                    <a:pt x="317666" y="166876"/>
                  </a:lnTo>
                  <a:lnTo>
                    <a:pt x="374473" y="162368"/>
                  </a:lnTo>
                  <a:lnTo>
                    <a:pt x="432567" y="156054"/>
                  </a:lnTo>
                  <a:lnTo>
                    <a:pt x="480845" y="144766"/>
                  </a:lnTo>
                  <a:lnTo>
                    <a:pt x="519789" y="133497"/>
                  </a:lnTo>
                  <a:lnTo>
                    <a:pt x="571929" y="99671"/>
                  </a:lnTo>
                  <a:lnTo>
                    <a:pt x="577722" y="85235"/>
                  </a:lnTo>
                  <a:lnTo>
                    <a:pt x="571929" y="66292"/>
                  </a:lnTo>
                  <a:lnTo>
                    <a:pt x="519789" y="32466"/>
                  </a:lnTo>
                  <a:lnTo>
                    <a:pt x="480845" y="22538"/>
                  </a:lnTo>
                  <a:lnTo>
                    <a:pt x="432567" y="11269"/>
                  </a:lnTo>
                  <a:lnTo>
                    <a:pt x="374473" y="4507"/>
                  </a:lnTo>
                  <a:lnTo>
                    <a:pt x="3176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5758771" y="1967060"/>
              <a:ext cx="577850" cy="436245"/>
            </a:xfrm>
            <a:custGeom>
              <a:avLst/>
              <a:gdLst/>
              <a:ahLst/>
              <a:cxnLst/>
              <a:rect l="l" t="t" r="r" b="b"/>
              <a:pathLst>
                <a:path w="577850" h="436244">
                  <a:moveTo>
                    <a:pt x="0" y="354056"/>
                  </a:moveTo>
                  <a:lnTo>
                    <a:pt x="20920" y="317063"/>
                  </a:lnTo>
                  <a:lnTo>
                    <a:pt x="92693" y="291358"/>
                  </a:lnTo>
                  <a:lnTo>
                    <a:pt x="143706" y="280089"/>
                  </a:lnTo>
                  <a:lnTo>
                    <a:pt x="198903" y="273328"/>
                  </a:lnTo>
                  <a:lnTo>
                    <a:pt x="256998" y="268820"/>
                  </a:lnTo>
                  <a:lnTo>
                    <a:pt x="317666" y="268820"/>
                  </a:lnTo>
                  <a:lnTo>
                    <a:pt x="374473" y="273328"/>
                  </a:lnTo>
                  <a:lnTo>
                    <a:pt x="432567" y="280089"/>
                  </a:lnTo>
                  <a:lnTo>
                    <a:pt x="480845" y="291358"/>
                  </a:lnTo>
                  <a:lnTo>
                    <a:pt x="519789" y="301286"/>
                  </a:lnTo>
                  <a:lnTo>
                    <a:pt x="571929" y="335112"/>
                  </a:lnTo>
                  <a:lnTo>
                    <a:pt x="577722" y="354056"/>
                  </a:lnTo>
                  <a:lnTo>
                    <a:pt x="571929" y="368491"/>
                  </a:lnTo>
                  <a:lnTo>
                    <a:pt x="519789" y="402317"/>
                  </a:lnTo>
                  <a:lnTo>
                    <a:pt x="480845" y="413587"/>
                  </a:lnTo>
                  <a:lnTo>
                    <a:pt x="432567" y="424874"/>
                  </a:lnTo>
                  <a:lnTo>
                    <a:pt x="374473" y="431189"/>
                  </a:lnTo>
                  <a:lnTo>
                    <a:pt x="317667" y="435697"/>
                  </a:lnTo>
                  <a:lnTo>
                    <a:pt x="256998" y="435697"/>
                  </a:lnTo>
                  <a:lnTo>
                    <a:pt x="198903" y="431189"/>
                  </a:lnTo>
                  <a:lnTo>
                    <a:pt x="143706" y="424874"/>
                  </a:lnTo>
                  <a:lnTo>
                    <a:pt x="92693" y="413587"/>
                  </a:lnTo>
                  <a:lnTo>
                    <a:pt x="54071" y="402317"/>
                  </a:lnTo>
                  <a:lnTo>
                    <a:pt x="6597" y="368491"/>
                  </a:lnTo>
                  <a:lnTo>
                    <a:pt x="0" y="354056"/>
                  </a:lnTo>
                  <a:close/>
                </a:path>
                <a:path w="577850" h="436244">
                  <a:moveTo>
                    <a:pt x="0" y="85235"/>
                  </a:moveTo>
                  <a:lnTo>
                    <a:pt x="20920" y="48261"/>
                  </a:lnTo>
                  <a:lnTo>
                    <a:pt x="92693" y="22538"/>
                  </a:lnTo>
                  <a:lnTo>
                    <a:pt x="143706" y="11269"/>
                  </a:lnTo>
                  <a:lnTo>
                    <a:pt x="198903" y="4507"/>
                  </a:lnTo>
                  <a:lnTo>
                    <a:pt x="256998" y="0"/>
                  </a:lnTo>
                  <a:lnTo>
                    <a:pt x="317666" y="0"/>
                  </a:lnTo>
                  <a:lnTo>
                    <a:pt x="374473" y="4507"/>
                  </a:lnTo>
                  <a:lnTo>
                    <a:pt x="432567" y="11269"/>
                  </a:lnTo>
                  <a:lnTo>
                    <a:pt x="480845" y="22538"/>
                  </a:lnTo>
                  <a:lnTo>
                    <a:pt x="519789" y="32466"/>
                  </a:lnTo>
                  <a:lnTo>
                    <a:pt x="571929" y="66292"/>
                  </a:lnTo>
                  <a:lnTo>
                    <a:pt x="577722" y="85235"/>
                  </a:lnTo>
                  <a:lnTo>
                    <a:pt x="571929" y="99671"/>
                  </a:lnTo>
                  <a:lnTo>
                    <a:pt x="519789" y="133497"/>
                  </a:lnTo>
                  <a:lnTo>
                    <a:pt x="480845" y="144766"/>
                  </a:lnTo>
                  <a:lnTo>
                    <a:pt x="432567" y="155607"/>
                  </a:lnTo>
                  <a:lnTo>
                    <a:pt x="374473" y="162368"/>
                  </a:lnTo>
                  <a:lnTo>
                    <a:pt x="317666" y="166876"/>
                  </a:lnTo>
                  <a:lnTo>
                    <a:pt x="256998" y="166876"/>
                  </a:lnTo>
                  <a:lnTo>
                    <a:pt x="198903" y="162368"/>
                  </a:lnTo>
                  <a:lnTo>
                    <a:pt x="143706" y="155607"/>
                  </a:lnTo>
                  <a:lnTo>
                    <a:pt x="92693" y="144766"/>
                  </a:lnTo>
                  <a:lnTo>
                    <a:pt x="54070" y="133497"/>
                  </a:lnTo>
                  <a:lnTo>
                    <a:pt x="6597" y="99671"/>
                  </a:lnTo>
                  <a:lnTo>
                    <a:pt x="0" y="85235"/>
                  </a:lnTo>
                  <a:close/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5724816" y="2201145"/>
              <a:ext cx="642620" cy="123825"/>
            </a:xfrm>
            <a:custGeom>
              <a:avLst/>
              <a:gdLst/>
              <a:ahLst/>
              <a:cxnLst/>
              <a:rect l="l" t="t" r="r" b="b"/>
              <a:pathLst>
                <a:path w="642620" h="123825">
                  <a:moveTo>
                    <a:pt x="642398" y="0"/>
                  </a:moveTo>
                  <a:lnTo>
                    <a:pt x="0" y="0"/>
                  </a:lnTo>
                  <a:lnTo>
                    <a:pt x="0" y="123584"/>
                  </a:lnTo>
                  <a:lnTo>
                    <a:pt x="642398" y="123584"/>
                  </a:lnTo>
                  <a:lnTo>
                    <a:pt x="6423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5758771" y="2040114"/>
              <a:ext cx="581660" cy="290195"/>
            </a:xfrm>
            <a:custGeom>
              <a:avLst/>
              <a:gdLst/>
              <a:ahLst/>
              <a:cxnLst/>
              <a:rect l="l" t="t" r="r" b="b"/>
              <a:pathLst>
                <a:path w="581660" h="290194">
                  <a:moveTo>
                    <a:pt x="0" y="0"/>
                  </a:moveTo>
                  <a:lnTo>
                    <a:pt x="0" y="290017"/>
                  </a:lnTo>
                </a:path>
                <a:path w="581660" h="290194">
                  <a:moveTo>
                    <a:pt x="581262" y="0"/>
                  </a:moveTo>
                  <a:lnTo>
                    <a:pt x="581262" y="290017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5758771" y="1922393"/>
              <a:ext cx="577850" cy="167005"/>
            </a:xfrm>
            <a:custGeom>
              <a:avLst/>
              <a:gdLst/>
              <a:ahLst/>
              <a:cxnLst/>
              <a:rect l="l" t="t" r="r" b="b"/>
              <a:pathLst>
                <a:path w="577850" h="167005">
                  <a:moveTo>
                    <a:pt x="317666" y="0"/>
                  </a:moveTo>
                  <a:lnTo>
                    <a:pt x="256998" y="0"/>
                  </a:lnTo>
                  <a:lnTo>
                    <a:pt x="198903" y="4507"/>
                  </a:lnTo>
                  <a:lnTo>
                    <a:pt x="143706" y="11287"/>
                  </a:lnTo>
                  <a:lnTo>
                    <a:pt x="92693" y="22109"/>
                  </a:lnTo>
                  <a:lnTo>
                    <a:pt x="54070" y="32484"/>
                  </a:lnTo>
                  <a:lnTo>
                    <a:pt x="6597" y="65863"/>
                  </a:lnTo>
                  <a:lnTo>
                    <a:pt x="0" y="85254"/>
                  </a:lnTo>
                  <a:lnTo>
                    <a:pt x="6597" y="99690"/>
                  </a:lnTo>
                  <a:lnTo>
                    <a:pt x="54070" y="133069"/>
                  </a:lnTo>
                  <a:lnTo>
                    <a:pt x="92693" y="144338"/>
                  </a:lnTo>
                  <a:lnTo>
                    <a:pt x="143706" y="155607"/>
                  </a:lnTo>
                  <a:lnTo>
                    <a:pt x="198903" y="162387"/>
                  </a:lnTo>
                  <a:lnTo>
                    <a:pt x="256998" y="166895"/>
                  </a:lnTo>
                  <a:lnTo>
                    <a:pt x="317666" y="166895"/>
                  </a:lnTo>
                  <a:lnTo>
                    <a:pt x="374473" y="162387"/>
                  </a:lnTo>
                  <a:lnTo>
                    <a:pt x="432567" y="155607"/>
                  </a:lnTo>
                  <a:lnTo>
                    <a:pt x="480845" y="144338"/>
                  </a:lnTo>
                  <a:lnTo>
                    <a:pt x="519789" y="133069"/>
                  </a:lnTo>
                  <a:lnTo>
                    <a:pt x="571929" y="99690"/>
                  </a:lnTo>
                  <a:lnTo>
                    <a:pt x="577722" y="85254"/>
                  </a:lnTo>
                  <a:lnTo>
                    <a:pt x="571929" y="65863"/>
                  </a:lnTo>
                  <a:lnTo>
                    <a:pt x="519789" y="32484"/>
                  </a:lnTo>
                  <a:lnTo>
                    <a:pt x="480845" y="22109"/>
                  </a:lnTo>
                  <a:lnTo>
                    <a:pt x="432567" y="11287"/>
                  </a:lnTo>
                  <a:lnTo>
                    <a:pt x="374473" y="4507"/>
                  </a:lnTo>
                  <a:lnTo>
                    <a:pt x="3176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5758771" y="1653573"/>
              <a:ext cx="577850" cy="436245"/>
            </a:xfrm>
            <a:custGeom>
              <a:avLst/>
              <a:gdLst/>
              <a:ahLst/>
              <a:cxnLst/>
              <a:rect l="l" t="t" r="r" b="b"/>
              <a:pathLst>
                <a:path w="577850" h="436244">
                  <a:moveTo>
                    <a:pt x="0" y="354074"/>
                  </a:moveTo>
                  <a:lnTo>
                    <a:pt x="20920" y="317082"/>
                  </a:lnTo>
                  <a:lnTo>
                    <a:pt x="92693" y="290930"/>
                  </a:lnTo>
                  <a:lnTo>
                    <a:pt x="143706" y="280108"/>
                  </a:lnTo>
                  <a:lnTo>
                    <a:pt x="198903" y="273328"/>
                  </a:lnTo>
                  <a:lnTo>
                    <a:pt x="256998" y="268820"/>
                  </a:lnTo>
                  <a:lnTo>
                    <a:pt x="317666" y="268820"/>
                  </a:lnTo>
                  <a:lnTo>
                    <a:pt x="374473" y="273328"/>
                  </a:lnTo>
                  <a:lnTo>
                    <a:pt x="432567" y="280108"/>
                  </a:lnTo>
                  <a:lnTo>
                    <a:pt x="480845" y="290930"/>
                  </a:lnTo>
                  <a:lnTo>
                    <a:pt x="519789" y="301305"/>
                  </a:lnTo>
                  <a:lnTo>
                    <a:pt x="571929" y="334684"/>
                  </a:lnTo>
                  <a:lnTo>
                    <a:pt x="577722" y="354074"/>
                  </a:lnTo>
                  <a:lnTo>
                    <a:pt x="571929" y="368510"/>
                  </a:lnTo>
                  <a:lnTo>
                    <a:pt x="519789" y="401889"/>
                  </a:lnTo>
                  <a:lnTo>
                    <a:pt x="480845" y="413158"/>
                  </a:lnTo>
                  <a:lnTo>
                    <a:pt x="432567" y="424427"/>
                  </a:lnTo>
                  <a:lnTo>
                    <a:pt x="374473" y="431207"/>
                  </a:lnTo>
                  <a:lnTo>
                    <a:pt x="317667" y="435715"/>
                  </a:lnTo>
                  <a:lnTo>
                    <a:pt x="256998" y="435715"/>
                  </a:lnTo>
                  <a:lnTo>
                    <a:pt x="198903" y="431207"/>
                  </a:lnTo>
                  <a:lnTo>
                    <a:pt x="143706" y="424427"/>
                  </a:lnTo>
                  <a:lnTo>
                    <a:pt x="92693" y="413158"/>
                  </a:lnTo>
                  <a:lnTo>
                    <a:pt x="54071" y="401889"/>
                  </a:lnTo>
                  <a:lnTo>
                    <a:pt x="6597" y="368510"/>
                  </a:lnTo>
                  <a:lnTo>
                    <a:pt x="0" y="354074"/>
                  </a:lnTo>
                  <a:close/>
                </a:path>
                <a:path w="577850" h="436244">
                  <a:moveTo>
                    <a:pt x="0" y="84807"/>
                  </a:moveTo>
                  <a:lnTo>
                    <a:pt x="20920" y="47814"/>
                  </a:lnTo>
                  <a:lnTo>
                    <a:pt x="92693" y="22109"/>
                  </a:lnTo>
                  <a:lnTo>
                    <a:pt x="143706" y="10822"/>
                  </a:lnTo>
                  <a:lnTo>
                    <a:pt x="198903" y="4060"/>
                  </a:lnTo>
                  <a:lnTo>
                    <a:pt x="256998" y="0"/>
                  </a:lnTo>
                  <a:lnTo>
                    <a:pt x="317666" y="0"/>
                  </a:lnTo>
                  <a:lnTo>
                    <a:pt x="374473" y="4060"/>
                  </a:lnTo>
                  <a:lnTo>
                    <a:pt x="432567" y="10822"/>
                  </a:lnTo>
                  <a:lnTo>
                    <a:pt x="480845" y="22109"/>
                  </a:lnTo>
                  <a:lnTo>
                    <a:pt x="519789" y="32484"/>
                  </a:lnTo>
                  <a:lnTo>
                    <a:pt x="571929" y="65863"/>
                  </a:lnTo>
                  <a:lnTo>
                    <a:pt x="577722" y="84807"/>
                  </a:lnTo>
                  <a:lnTo>
                    <a:pt x="571929" y="99690"/>
                  </a:lnTo>
                  <a:lnTo>
                    <a:pt x="519789" y="133069"/>
                  </a:lnTo>
                  <a:lnTo>
                    <a:pt x="480845" y="144338"/>
                  </a:lnTo>
                  <a:lnTo>
                    <a:pt x="432567" y="155607"/>
                  </a:lnTo>
                  <a:lnTo>
                    <a:pt x="374473" y="162387"/>
                  </a:lnTo>
                  <a:lnTo>
                    <a:pt x="317666" y="166895"/>
                  </a:lnTo>
                  <a:lnTo>
                    <a:pt x="256998" y="166895"/>
                  </a:lnTo>
                  <a:lnTo>
                    <a:pt x="198903" y="162387"/>
                  </a:lnTo>
                  <a:lnTo>
                    <a:pt x="143706" y="155607"/>
                  </a:lnTo>
                  <a:lnTo>
                    <a:pt x="92693" y="144338"/>
                  </a:lnTo>
                  <a:lnTo>
                    <a:pt x="54070" y="133069"/>
                  </a:lnTo>
                  <a:lnTo>
                    <a:pt x="6597" y="99690"/>
                  </a:lnTo>
                  <a:lnTo>
                    <a:pt x="0" y="84807"/>
                  </a:lnTo>
                  <a:close/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5724816" y="1887662"/>
              <a:ext cx="642620" cy="123189"/>
            </a:xfrm>
            <a:custGeom>
              <a:avLst/>
              <a:gdLst/>
              <a:ahLst/>
              <a:cxnLst/>
              <a:rect l="l" t="t" r="r" b="b"/>
              <a:pathLst>
                <a:path w="642620" h="123189">
                  <a:moveTo>
                    <a:pt x="642398" y="0"/>
                  </a:moveTo>
                  <a:lnTo>
                    <a:pt x="0" y="0"/>
                  </a:lnTo>
                  <a:lnTo>
                    <a:pt x="0" y="123133"/>
                  </a:lnTo>
                  <a:lnTo>
                    <a:pt x="642398" y="123133"/>
                  </a:lnTo>
                  <a:lnTo>
                    <a:pt x="6423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5758771" y="1726198"/>
              <a:ext cx="581660" cy="290195"/>
            </a:xfrm>
            <a:custGeom>
              <a:avLst/>
              <a:gdLst/>
              <a:ahLst/>
              <a:cxnLst/>
              <a:rect l="l" t="t" r="r" b="b"/>
              <a:pathLst>
                <a:path w="581660" h="290194">
                  <a:moveTo>
                    <a:pt x="0" y="0"/>
                  </a:moveTo>
                  <a:lnTo>
                    <a:pt x="0" y="290017"/>
                  </a:lnTo>
                </a:path>
                <a:path w="581660" h="290194">
                  <a:moveTo>
                    <a:pt x="581262" y="0"/>
                  </a:moveTo>
                  <a:lnTo>
                    <a:pt x="581262" y="290017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5758771" y="1612985"/>
              <a:ext cx="577850" cy="166370"/>
            </a:xfrm>
            <a:custGeom>
              <a:avLst/>
              <a:gdLst/>
              <a:ahLst/>
              <a:cxnLst/>
              <a:rect l="l" t="t" r="r" b="b"/>
              <a:pathLst>
                <a:path w="577850" h="166369">
                  <a:moveTo>
                    <a:pt x="317666" y="0"/>
                  </a:moveTo>
                  <a:lnTo>
                    <a:pt x="256998" y="0"/>
                  </a:lnTo>
                  <a:lnTo>
                    <a:pt x="198903" y="3613"/>
                  </a:lnTo>
                  <a:lnTo>
                    <a:pt x="143706" y="11269"/>
                  </a:lnTo>
                  <a:lnTo>
                    <a:pt x="92693" y="22556"/>
                  </a:lnTo>
                  <a:lnTo>
                    <a:pt x="54070" y="32466"/>
                  </a:lnTo>
                  <a:lnTo>
                    <a:pt x="6597" y="66311"/>
                  </a:lnTo>
                  <a:lnTo>
                    <a:pt x="0" y="83894"/>
                  </a:lnTo>
                  <a:lnTo>
                    <a:pt x="6597" y="99671"/>
                  </a:lnTo>
                  <a:lnTo>
                    <a:pt x="54070" y="133516"/>
                  </a:lnTo>
                  <a:lnTo>
                    <a:pt x="92693" y="143425"/>
                  </a:lnTo>
                  <a:lnTo>
                    <a:pt x="143706" y="154713"/>
                  </a:lnTo>
                  <a:lnTo>
                    <a:pt x="198903" y="162368"/>
                  </a:lnTo>
                  <a:lnTo>
                    <a:pt x="256998" y="165982"/>
                  </a:lnTo>
                  <a:lnTo>
                    <a:pt x="317666" y="165982"/>
                  </a:lnTo>
                  <a:lnTo>
                    <a:pt x="374473" y="162368"/>
                  </a:lnTo>
                  <a:lnTo>
                    <a:pt x="432567" y="154713"/>
                  </a:lnTo>
                  <a:lnTo>
                    <a:pt x="480845" y="143425"/>
                  </a:lnTo>
                  <a:lnTo>
                    <a:pt x="519789" y="133516"/>
                  </a:lnTo>
                  <a:lnTo>
                    <a:pt x="571929" y="99671"/>
                  </a:lnTo>
                  <a:lnTo>
                    <a:pt x="577722" y="83894"/>
                  </a:lnTo>
                  <a:lnTo>
                    <a:pt x="571929" y="66311"/>
                  </a:lnTo>
                  <a:lnTo>
                    <a:pt x="519789" y="32466"/>
                  </a:lnTo>
                  <a:lnTo>
                    <a:pt x="480845" y="22556"/>
                  </a:lnTo>
                  <a:lnTo>
                    <a:pt x="432567" y="11269"/>
                  </a:lnTo>
                  <a:lnTo>
                    <a:pt x="374473" y="3613"/>
                  </a:lnTo>
                  <a:lnTo>
                    <a:pt x="3176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5758771" y="1344258"/>
              <a:ext cx="577850" cy="434975"/>
            </a:xfrm>
            <a:custGeom>
              <a:avLst/>
              <a:gdLst/>
              <a:ahLst/>
              <a:cxnLst/>
              <a:rect l="l" t="t" r="r" b="b"/>
              <a:pathLst>
                <a:path w="577850" h="434975">
                  <a:moveTo>
                    <a:pt x="0" y="352621"/>
                  </a:moveTo>
                  <a:lnTo>
                    <a:pt x="20920" y="315629"/>
                  </a:lnTo>
                  <a:lnTo>
                    <a:pt x="92693" y="291284"/>
                  </a:lnTo>
                  <a:lnTo>
                    <a:pt x="143706" y="279996"/>
                  </a:lnTo>
                  <a:lnTo>
                    <a:pt x="198903" y="272340"/>
                  </a:lnTo>
                  <a:lnTo>
                    <a:pt x="256998" y="268727"/>
                  </a:lnTo>
                  <a:lnTo>
                    <a:pt x="317666" y="268727"/>
                  </a:lnTo>
                  <a:lnTo>
                    <a:pt x="374473" y="272340"/>
                  </a:lnTo>
                  <a:lnTo>
                    <a:pt x="432567" y="279996"/>
                  </a:lnTo>
                  <a:lnTo>
                    <a:pt x="480845" y="291284"/>
                  </a:lnTo>
                  <a:lnTo>
                    <a:pt x="519789" y="301193"/>
                  </a:lnTo>
                  <a:lnTo>
                    <a:pt x="571929" y="335038"/>
                  </a:lnTo>
                  <a:lnTo>
                    <a:pt x="577722" y="352621"/>
                  </a:lnTo>
                  <a:lnTo>
                    <a:pt x="571929" y="368398"/>
                  </a:lnTo>
                  <a:lnTo>
                    <a:pt x="519789" y="402243"/>
                  </a:lnTo>
                  <a:lnTo>
                    <a:pt x="480845" y="412152"/>
                  </a:lnTo>
                  <a:lnTo>
                    <a:pt x="432567" y="423440"/>
                  </a:lnTo>
                  <a:lnTo>
                    <a:pt x="374473" y="431096"/>
                  </a:lnTo>
                  <a:lnTo>
                    <a:pt x="317667" y="434709"/>
                  </a:lnTo>
                  <a:lnTo>
                    <a:pt x="256998" y="434709"/>
                  </a:lnTo>
                  <a:lnTo>
                    <a:pt x="198903" y="431096"/>
                  </a:lnTo>
                  <a:lnTo>
                    <a:pt x="143706" y="423440"/>
                  </a:lnTo>
                  <a:lnTo>
                    <a:pt x="92693" y="412152"/>
                  </a:lnTo>
                  <a:lnTo>
                    <a:pt x="54071" y="402243"/>
                  </a:lnTo>
                  <a:lnTo>
                    <a:pt x="6597" y="368398"/>
                  </a:lnTo>
                  <a:lnTo>
                    <a:pt x="0" y="352621"/>
                  </a:lnTo>
                  <a:close/>
                </a:path>
                <a:path w="577850" h="434975">
                  <a:moveTo>
                    <a:pt x="0" y="83820"/>
                  </a:moveTo>
                  <a:lnTo>
                    <a:pt x="20920" y="46753"/>
                  </a:lnTo>
                  <a:lnTo>
                    <a:pt x="92693" y="22538"/>
                  </a:lnTo>
                  <a:lnTo>
                    <a:pt x="143706" y="11176"/>
                  </a:lnTo>
                  <a:lnTo>
                    <a:pt x="198903" y="2980"/>
                  </a:lnTo>
                  <a:lnTo>
                    <a:pt x="256998" y="0"/>
                  </a:lnTo>
                  <a:lnTo>
                    <a:pt x="317666" y="0"/>
                  </a:lnTo>
                  <a:lnTo>
                    <a:pt x="374473" y="2980"/>
                  </a:lnTo>
                  <a:lnTo>
                    <a:pt x="432567" y="11176"/>
                  </a:lnTo>
                  <a:lnTo>
                    <a:pt x="480845" y="22538"/>
                  </a:lnTo>
                  <a:lnTo>
                    <a:pt x="519789" y="32410"/>
                  </a:lnTo>
                  <a:lnTo>
                    <a:pt x="571929" y="66124"/>
                  </a:lnTo>
                  <a:lnTo>
                    <a:pt x="577722" y="83820"/>
                  </a:lnTo>
                  <a:lnTo>
                    <a:pt x="571929" y="99652"/>
                  </a:lnTo>
                  <a:lnTo>
                    <a:pt x="519789" y="133367"/>
                  </a:lnTo>
                  <a:lnTo>
                    <a:pt x="480845" y="143425"/>
                  </a:lnTo>
                  <a:lnTo>
                    <a:pt x="432567" y="154620"/>
                  </a:lnTo>
                  <a:lnTo>
                    <a:pt x="374473" y="162275"/>
                  </a:lnTo>
                  <a:lnTo>
                    <a:pt x="317666" y="165889"/>
                  </a:lnTo>
                  <a:lnTo>
                    <a:pt x="256998" y="165889"/>
                  </a:lnTo>
                  <a:lnTo>
                    <a:pt x="198903" y="162275"/>
                  </a:lnTo>
                  <a:lnTo>
                    <a:pt x="143706" y="154620"/>
                  </a:lnTo>
                  <a:lnTo>
                    <a:pt x="92693" y="143425"/>
                  </a:lnTo>
                  <a:lnTo>
                    <a:pt x="54070" y="133367"/>
                  </a:lnTo>
                  <a:lnTo>
                    <a:pt x="6597" y="99652"/>
                  </a:lnTo>
                  <a:lnTo>
                    <a:pt x="0" y="83820"/>
                  </a:lnTo>
                  <a:close/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5724816" y="1577360"/>
              <a:ext cx="642620" cy="123189"/>
            </a:xfrm>
            <a:custGeom>
              <a:avLst/>
              <a:gdLst/>
              <a:ahLst/>
              <a:cxnLst/>
              <a:rect l="l" t="t" r="r" b="b"/>
              <a:pathLst>
                <a:path w="642620" h="123189">
                  <a:moveTo>
                    <a:pt x="642398" y="0"/>
                  </a:moveTo>
                  <a:lnTo>
                    <a:pt x="0" y="0"/>
                  </a:lnTo>
                  <a:lnTo>
                    <a:pt x="0" y="123133"/>
                  </a:lnTo>
                  <a:lnTo>
                    <a:pt x="642398" y="123133"/>
                  </a:lnTo>
                  <a:lnTo>
                    <a:pt x="6423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5758771" y="1416716"/>
              <a:ext cx="1423670" cy="1296035"/>
            </a:xfrm>
            <a:custGeom>
              <a:avLst/>
              <a:gdLst/>
              <a:ahLst/>
              <a:cxnLst/>
              <a:rect l="l" t="t" r="r" b="b"/>
              <a:pathLst>
                <a:path w="1423670" h="1296035">
                  <a:moveTo>
                    <a:pt x="0" y="0"/>
                  </a:moveTo>
                  <a:lnTo>
                    <a:pt x="0" y="289179"/>
                  </a:lnTo>
                </a:path>
                <a:path w="1423670" h="1296035">
                  <a:moveTo>
                    <a:pt x="581262" y="0"/>
                  </a:moveTo>
                  <a:lnTo>
                    <a:pt x="581262" y="289179"/>
                  </a:lnTo>
                </a:path>
                <a:path w="1423670" h="1296035">
                  <a:moveTo>
                    <a:pt x="845180" y="1214721"/>
                  </a:moveTo>
                  <a:lnTo>
                    <a:pt x="866262" y="1176834"/>
                  </a:lnTo>
                  <a:lnTo>
                    <a:pt x="937874" y="1152023"/>
                  </a:lnTo>
                  <a:lnTo>
                    <a:pt x="988887" y="1140754"/>
                  </a:lnTo>
                  <a:lnTo>
                    <a:pt x="1044245" y="1133080"/>
                  </a:lnTo>
                  <a:lnTo>
                    <a:pt x="1102178" y="1129466"/>
                  </a:lnTo>
                  <a:lnTo>
                    <a:pt x="1162847" y="1129466"/>
                  </a:lnTo>
                  <a:lnTo>
                    <a:pt x="1219815" y="1133080"/>
                  </a:lnTo>
                  <a:lnTo>
                    <a:pt x="1277748" y="1140754"/>
                  </a:lnTo>
                  <a:lnTo>
                    <a:pt x="1326026" y="1152023"/>
                  </a:lnTo>
                  <a:lnTo>
                    <a:pt x="1364970" y="1161951"/>
                  </a:lnTo>
                  <a:lnTo>
                    <a:pt x="1417110" y="1195777"/>
                  </a:lnTo>
                  <a:lnTo>
                    <a:pt x="1423064" y="1214721"/>
                  </a:lnTo>
                  <a:lnTo>
                    <a:pt x="1417110" y="1229156"/>
                  </a:lnTo>
                  <a:lnTo>
                    <a:pt x="1364970" y="1262983"/>
                  </a:lnTo>
                  <a:lnTo>
                    <a:pt x="1326026" y="1272911"/>
                  </a:lnTo>
                  <a:lnTo>
                    <a:pt x="1277748" y="1284180"/>
                  </a:lnTo>
                  <a:lnTo>
                    <a:pt x="1219815" y="1292301"/>
                  </a:lnTo>
                  <a:lnTo>
                    <a:pt x="1162847" y="1295449"/>
                  </a:lnTo>
                  <a:lnTo>
                    <a:pt x="1102179" y="1295449"/>
                  </a:lnTo>
                  <a:lnTo>
                    <a:pt x="1044245" y="1292301"/>
                  </a:lnTo>
                  <a:lnTo>
                    <a:pt x="988887" y="1284180"/>
                  </a:lnTo>
                  <a:lnTo>
                    <a:pt x="937874" y="1272911"/>
                  </a:lnTo>
                  <a:lnTo>
                    <a:pt x="899412" y="1262983"/>
                  </a:lnTo>
                  <a:lnTo>
                    <a:pt x="851778" y="1229156"/>
                  </a:lnTo>
                  <a:lnTo>
                    <a:pt x="845180" y="1214721"/>
                  </a:lnTo>
                  <a:close/>
                </a:path>
                <a:path w="1423670" h="1296035">
                  <a:moveTo>
                    <a:pt x="845180" y="945900"/>
                  </a:moveTo>
                  <a:lnTo>
                    <a:pt x="866262" y="908014"/>
                  </a:lnTo>
                  <a:lnTo>
                    <a:pt x="937874" y="883203"/>
                  </a:lnTo>
                  <a:lnTo>
                    <a:pt x="988887" y="871934"/>
                  </a:lnTo>
                  <a:lnTo>
                    <a:pt x="1044245" y="864259"/>
                  </a:lnTo>
                  <a:lnTo>
                    <a:pt x="1102178" y="860646"/>
                  </a:lnTo>
                  <a:lnTo>
                    <a:pt x="1162847" y="860646"/>
                  </a:lnTo>
                  <a:lnTo>
                    <a:pt x="1219815" y="864259"/>
                  </a:lnTo>
                  <a:lnTo>
                    <a:pt x="1277748" y="871934"/>
                  </a:lnTo>
                  <a:lnTo>
                    <a:pt x="1326026" y="883203"/>
                  </a:lnTo>
                  <a:lnTo>
                    <a:pt x="1364970" y="893131"/>
                  </a:lnTo>
                  <a:lnTo>
                    <a:pt x="1417110" y="926957"/>
                  </a:lnTo>
                  <a:lnTo>
                    <a:pt x="1423064" y="945900"/>
                  </a:lnTo>
                  <a:lnTo>
                    <a:pt x="1417110" y="960336"/>
                  </a:lnTo>
                  <a:lnTo>
                    <a:pt x="1364970" y="994162"/>
                  </a:lnTo>
                  <a:lnTo>
                    <a:pt x="1326026" y="1004090"/>
                  </a:lnTo>
                  <a:lnTo>
                    <a:pt x="1277748" y="1015359"/>
                  </a:lnTo>
                  <a:lnTo>
                    <a:pt x="1219815" y="1023033"/>
                  </a:lnTo>
                  <a:lnTo>
                    <a:pt x="1162847" y="1026628"/>
                  </a:lnTo>
                  <a:lnTo>
                    <a:pt x="1102178" y="1026628"/>
                  </a:lnTo>
                  <a:lnTo>
                    <a:pt x="1044245" y="1023033"/>
                  </a:lnTo>
                  <a:lnTo>
                    <a:pt x="988887" y="1015359"/>
                  </a:lnTo>
                  <a:lnTo>
                    <a:pt x="937874" y="1004090"/>
                  </a:lnTo>
                  <a:lnTo>
                    <a:pt x="899412" y="994162"/>
                  </a:lnTo>
                  <a:lnTo>
                    <a:pt x="851778" y="960336"/>
                  </a:lnTo>
                  <a:lnTo>
                    <a:pt x="845180" y="945900"/>
                  </a:lnTo>
                  <a:close/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6570158" y="2510557"/>
              <a:ext cx="642620" cy="123189"/>
            </a:xfrm>
            <a:custGeom>
              <a:avLst/>
              <a:gdLst/>
              <a:ahLst/>
              <a:cxnLst/>
              <a:rect l="l" t="t" r="r" b="b"/>
              <a:pathLst>
                <a:path w="642620" h="123189">
                  <a:moveTo>
                    <a:pt x="642398" y="0"/>
                  </a:moveTo>
                  <a:lnTo>
                    <a:pt x="0" y="0"/>
                  </a:lnTo>
                  <a:lnTo>
                    <a:pt x="0" y="123133"/>
                  </a:lnTo>
                  <a:lnTo>
                    <a:pt x="642398" y="123133"/>
                  </a:lnTo>
                  <a:lnTo>
                    <a:pt x="6423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6603952" y="2350434"/>
              <a:ext cx="581660" cy="289560"/>
            </a:xfrm>
            <a:custGeom>
              <a:avLst/>
              <a:gdLst/>
              <a:ahLst/>
              <a:cxnLst/>
              <a:rect l="l" t="t" r="r" b="b"/>
              <a:pathLst>
                <a:path w="581659" h="289560">
                  <a:moveTo>
                    <a:pt x="0" y="0"/>
                  </a:moveTo>
                  <a:lnTo>
                    <a:pt x="0" y="289123"/>
                  </a:lnTo>
                </a:path>
                <a:path w="581659" h="289560">
                  <a:moveTo>
                    <a:pt x="581262" y="0"/>
                  </a:moveTo>
                  <a:lnTo>
                    <a:pt x="581262" y="289123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6603952" y="2235880"/>
              <a:ext cx="578485" cy="167005"/>
            </a:xfrm>
            <a:custGeom>
              <a:avLst/>
              <a:gdLst/>
              <a:ahLst/>
              <a:cxnLst/>
              <a:rect l="l" t="t" r="r" b="b"/>
              <a:pathLst>
                <a:path w="578484" h="167005">
                  <a:moveTo>
                    <a:pt x="317666" y="0"/>
                  </a:moveTo>
                  <a:lnTo>
                    <a:pt x="256998" y="0"/>
                  </a:lnTo>
                  <a:lnTo>
                    <a:pt x="199064" y="4507"/>
                  </a:lnTo>
                  <a:lnTo>
                    <a:pt x="143706" y="11269"/>
                  </a:lnTo>
                  <a:lnTo>
                    <a:pt x="92693" y="22538"/>
                  </a:lnTo>
                  <a:lnTo>
                    <a:pt x="54231" y="32466"/>
                  </a:lnTo>
                  <a:lnTo>
                    <a:pt x="6597" y="66292"/>
                  </a:lnTo>
                  <a:lnTo>
                    <a:pt x="0" y="85235"/>
                  </a:lnTo>
                  <a:lnTo>
                    <a:pt x="6597" y="99671"/>
                  </a:lnTo>
                  <a:lnTo>
                    <a:pt x="54231" y="133497"/>
                  </a:lnTo>
                  <a:lnTo>
                    <a:pt x="92693" y="144766"/>
                  </a:lnTo>
                  <a:lnTo>
                    <a:pt x="143706" y="156054"/>
                  </a:lnTo>
                  <a:lnTo>
                    <a:pt x="199064" y="162368"/>
                  </a:lnTo>
                  <a:lnTo>
                    <a:pt x="256998" y="166876"/>
                  </a:lnTo>
                  <a:lnTo>
                    <a:pt x="317666" y="166876"/>
                  </a:lnTo>
                  <a:lnTo>
                    <a:pt x="374634" y="162368"/>
                  </a:lnTo>
                  <a:lnTo>
                    <a:pt x="432567" y="156054"/>
                  </a:lnTo>
                  <a:lnTo>
                    <a:pt x="480845" y="144766"/>
                  </a:lnTo>
                  <a:lnTo>
                    <a:pt x="519789" y="133497"/>
                  </a:lnTo>
                  <a:lnTo>
                    <a:pt x="571929" y="99671"/>
                  </a:lnTo>
                  <a:lnTo>
                    <a:pt x="577883" y="85235"/>
                  </a:lnTo>
                  <a:lnTo>
                    <a:pt x="571929" y="66292"/>
                  </a:lnTo>
                  <a:lnTo>
                    <a:pt x="519789" y="32466"/>
                  </a:lnTo>
                  <a:lnTo>
                    <a:pt x="480845" y="22538"/>
                  </a:lnTo>
                  <a:lnTo>
                    <a:pt x="432567" y="11269"/>
                  </a:lnTo>
                  <a:lnTo>
                    <a:pt x="374634" y="4507"/>
                  </a:lnTo>
                  <a:lnTo>
                    <a:pt x="3176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6603952" y="1967060"/>
              <a:ext cx="578485" cy="436245"/>
            </a:xfrm>
            <a:custGeom>
              <a:avLst/>
              <a:gdLst/>
              <a:ahLst/>
              <a:cxnLst/>
              <a:rect l="l" t="t" r="r" b="b"/>
              <a:pathLst>
                <a:path w="578484" h="436244">
                  <a:moveTo>
                    <a:pt x="0" y="354056"/>
                  </a:moveTo>
                  <a:lnTo>
                    <a:pt x="21081" y="317063"/>
                  </a:lnTo>
                  <a:lnTo>
                    <a:pt x="92693" y="291358"/>
                  </a:lnTo>
                  <a:lnTo>
                    <a:pt x="143706" y="280089"/>
                  </a:lnTo>
                  <a:lnTo>
                    <a:pt x="199064" y="273328"/>
                  </a:lnTo>
                  <a:lnTo>
                    <a:pt x="256998" y="268820"/>
                  </a:lnTo>
                  <a:lnTo>
                    <a:pt x="317666" y="268820"/>
                  </a:lnTo>
                  <a:lnTo>
                    <a:pt x="374634" y="273328"/>
                  </a:lnTo>
                  <a:lnTo>
                    <a:pt x="432567" y="280089"/>
                  </a:lnTo>
                  <a:lnTo>
                    <a:pt x="480845" y="291358"/>
                  </a:lnTo>
                  <a:lnTo>
                    <a:pt x="519789" y="301286"/>
                  </a:lnTo>
                  <a:lnTo>
                    <a:pt x="571929" y="335112"/>
                  </a:lnTo>
                  <a:lnTo>
                    <a:pt x="577883" y="354056"/>
                  </a:lnTo>
                  <a:lnTo>
                    <a:pt x="571929" y="368491"/>
                  </a:lnTo>
                  <a:lnTo>
                    <a:pt x="519789" y="402317"/>
                  </a:lnTo>
                  <a:lnTo>
                    <a:pt x="480845" y="413587"/>
                  </a:lnTo>
                  <a:lnTo>
                    <a:pt x="432567" y="424874"/>
                  </a:lnTo>
                  <a:lnTo>
                    <a:pt x="374634" y="431189"/>
                  </a:lnTo>
                  <a:lnTo>
                    <a:pt x="317667" y="435697"/>
                  </a:lnTo>
                  <a:lnTo>
                    <a:pt x="256998" y="435697"/>
                  </a:lnTo>
                  <a:lnTo>
                    <a:pt x="199064" y="431189"/>
                  </a:lnTo>
                  <a:lnTo>
                    <a:pt x="143706" y="424874"/>
                  </a:lnTo>
                  <a:lnTo>
                    <a:pt x="92693" y="413587"/>
                  </a:lnTo>
                  <a:lnTo>
                    <a:pt x="54231" y="402317"/>
                  </a:lnTo>
                  <a:lnTo>
                    <a:pt x="6597" y="368491"/>
                  </a:lnTo>
                  <a:lnTo>
                    <a:pt x="0" y="354056"/>
                  </a:lnTo>
                  <a:close/>
                </a:path>
                <a:path w="578484" h="436244">
                  <a:moveTo>
                    <a:pt x="0" y="85235"/>
                  </a:moveTo>
                  <a:lnTo>
                    <a:pt x="21081" y="48261"/>
                  </a:lnTo>
                  <a:lnTo>
                    <a:pt x="92693" y="22538"/>
                  </a:lnTo>
                  <a:lnTo>
                    <a:pt x="143706" y="11269"/>
                  </a:lnTo>
                  <a:lnTo>
                    <a:pt x="199064" y="4507"/>
                  </a:lnTo>
                  <a:lnTo>
                    <a:pt x="256998" y="0"/>
                  </a:lnTo>
                  <a:lnTo>
                    <a:pt x="317666" y="0"/>
                  </a:lnTo>
                  <a:lnTo>
                    <a:pt x="374634" y="4507"/>
                  </a:lnTo>
                  <a:lnTo>
                    <a:pt x="432567" y="11269"/>
                  </a:lnTo>
                  <a:lnTo>
                    <a:pt x="480845" y="22538"/>
                  </a:lnTo>
                  <a:lnTo>
                    <a:pt x="519789" y="32466"/>
                  </a:lnTo>
                  <a:lnTo>
                    <a:pt x="571929" y="66292"/>
                  </a:lnTo>
                  <a:lnTo>
                    <a:pt x="577883" y="85235"/>
                  </a:lnTo>
                  <a:lnTo>
                    <a:pt x="571929" y="99671"/>
                  </a:lnTo>
                  <a:lnTo>
                    <a:pt x="519789" y="133497"/>
                  </a:lnTo>
                  <a:lnTo>
                    <a:pt x="480845" y="144766"/>
                  </a:lnTo>
                  <a:lnTo>
                    <a:pt x="432567" y="155607"/>
                  </a:lnTo>
                  <a:lnTo>
                    <a:pt x="374634" y="162368"/>
                  </a:lnTo>
                  <a:lnTo>
                    <a:pt x="317666" y="166876"/>
                  </a:lnTo>
                  <a:lnTo>
                    <a:pt x="256998" y="166876"/>
                  </a:lnTo>
                  <a:lnTo>
                    <a:pt x="199064" y="162368"/>
                  </a:lnTo>
                  <a:lnTo>
                    <a:pt x="143706" y="155607"/>
                  </a:lnTo>
                  <a:lnTo>
                    <a:pt x="92693" y="144766"/>
                  </a:lnTo>
                  <a:lnTo>
                    <a:pt x="54231" y="133497"/>
                  </a:lnTo>
                  <a:lnTo>
                    <a:pt x="6597" y="99671"/>
                  </a:lnTo>
                  <a:lnTo>
                    <a:pt x="0" y="85235"/>
                  </a:lnTo>
                  <a:close/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6570158" y="2201145"/>
              <a:ext cx="642620" cy="123825"/>
            </a:xfrm>
            <a:custGeom>
              <a:avLst/>
              <a:gdLst/>
              <a:ahLst/>
              <a:cxnLst/>
              <a:rect l="l" t="t" r="r" b="b"/>
              <a:pathLst>
                <a:path w="642620" h="123825">
                  <a:moveTo>
                    <a:pt x="642398" y="0"/>
                  </a:moveTo>
                  <a:lnTo>
                    <a:pt x="0" y="0"/>
                  </a:lnTo>
                  <a:lnTo>
                    <a:pt x="0" y="123584"/>
                  </a:lnTo>
                  <a:lnTo>
                    <a:pt x="642398" y="123584"/>
                  </a:lnTo>
                  <a:lnTo>
                    <a:pt x="6423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6603952" y="2040114"/>
              <a:ext cx="581660" cy="290195"/>
            </a:xfrm>
            <a:custGeom>
              <a:avLst/>
              <a:gdLst/>
              <a:ahLst/>
              <a:cxnLst/>
              <a:rect l="l" t="t" r="r" b="b"/>
              <a:pathLst>
                <a:path w="581659" h="290194">
                  <a:moveTo>
                    <a:pt x="0" y="0"/>
                  </a:moveTo>
                  <a:lnTo>
                    <a:pt x="0" y="290017"/>
                  </a:lnTo>
                </a:path>
                <a:path w="581659" h="290194">
                  <a:moveTo>
                    <a:pt x="581262" y="0"/>
                  </a:moveTo>
                  <a:lnTo>
                    <a:pt x="581262" y="290017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6603952" y="1922393"/>
              <a:ext cx="578485" cy="167005"/>
            </a:xfrm>
            <a:custGeom>
              <a:avLst/>
              <a:gdLst/>
              <a:ahLst/>
              <a:cxnLst/>
              <a:rect l="l" t="t" r="r" b="b"/>
              <a:pathLst>
                <a:path w="578484" h="167005">
                  <a:moveTo>
                    <a:pt x="317666" y="0"/>
                  </a:moveTo>
                  <a:lnTo>
                    <a:pt x="256998" y="0"/>
                  </a:lnTo>
                  <a:lnTo>
                    <a:pt x="199064" y="4507"/>
                  </a:lnTo>
                  <a:lnTo>
                    <a:pt x="143706" y="11287"/>
                  </a:lnTo>
                  <a:lnTo>
                    <a:pt x="92693" y="22109"/>
                  </a:lnTo>
                  <a:lnTo>
                    <a:pt x="54231" y="32484"/>
                  </a:lnTo>
                  <a:lnTo>
                    <a:pt x="6597" y="65863"/>
                  </a:lnTo>
                  <a:lnTo>
                    <a:pt x="0" y="85254"/>
                  </a:lnTo>
                  <a:lnTo>
                    <a:pt x="6597" y="99690"/>
                  </a:lnTo>
                  <a:lnTo>
                    <a:pt x="54231" y="133069"/>
                  </a:lnTo>
                  <a:lnTo>
                    <a:pt x="92693" y="144338"/>
                  </a:lnTo>
                  <a:lnTo>
                    <a:pt x="143706" y="155607"/>
                  </a:lnTo>
                  <a:lnTo>
                    <a:pt x="199064" y="162387"/>
                  </a:lnTo>
                  <a:lnTo>
                    <a:pt x="256998" y="166895"/>
                  </a:lnTo>
                  <a:lnTo>
                    <a:pt x="317666" y="166895"/>
                  </a:lnTo>
                  <a:lnTo>
                    <a:pt x="374634" y="162387"/>
                  </a:lnTo>
                  <a:lnTo>
                    <a:pt x="432567" y="155607"/>
                  </a:lnTo>
                  <a:lnTo>
                    <a:pt x="480845" y="144338"/>
                  </a:lnTo>
                  <a:lnTo>
                    <a:pt x="519789" y="133069"/>
                  </a:lnTo>
                  <a:lnTo>
                    <a:pt x="571929" y="99690"/>
                  </a:lnTo>
                  <a:lnTo>
                    <a:pt x="577883" y="85254"/>
                  </a:lnTo>
                  <a:lnTo>
                    <a:pt x="571929" y="65863"/>
                  </a:lnTo>
                  <a:lnTo>
                    <a:pt x="519789" y="32484"/>
                  </a:lnTo>
                  <a:lnTo>
                    <a:pt x="480845" y="22109"/>
                  </a:lnTo>
                  <a:lnTo>
                    <a:pt x="432567" y="11287"/>
                  </a:lnTo>
                  <a:lnTo>
                    <a:pt x="374634" y="4507"/>
                  </a:lnTo>
                  <a:lnTo>
                    <a:pt x="3176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6603952" y="1653573"/>
              <a:ext cx="578485" cy="436245"/>
            </a:xfrm>
            <a:custGeom>
              <a:avLst/>
              <a:gdLst/>
              <a:ahLst/>
              <a:cxnLst/>
              <a:rect l="l" t="t" r="r" b="b"/>
              <a:pathLst>
                <a:path w="578484" h="436244">
                  <a:moveTo>
                    <a:pt x="0" y="354074"/>
                  </a:moveTo>
                  <a:lnTo>
                    <a:pt x="21081" y="317082"/>
                  </a:lnTo>
                  <a:lnTo>
                    <a:pt x="92693" y="290930"/>
                  </a:lnTo>
                  <a:lnTo>
                    <a:pt x="143706" y="280108"/>
                  </a:lnTo>
                  <a:lnTo>
                    <a:pt x="199064" y="273328"/>
                  </a:lnTo>
                  <a:lnTo>
                    <a:pt x="256998" y="268820"/>
                  </a:lnTo>
                  <a:lnTo>
                    <a:pt x="317666" y="268820"/>
                  </a:lnTo>
                  <a:lnTo>
                    <a:pt x="374634" y="273328"/>
                  </a:lnTo>
                  <a:lnTo>
                    <a:pt x="432567" y="280108"/>
                  </a:lnTo>
                  <a:lnTo>
                    <a:pt x="480845" y="290930"/>
                  </a:lnTo>
                  <a:lnTo>
                    <a:pt x="519789" y="301305"/>
                  </a:lnTo>
                  <a:lnTo>
                    <a:pt x="571929" y="334684"/>
                  </a:lnTo>
                  <a:lnTo>
                    <a:pt x="577883" y="354074"/>
                  </a:lnTo>
                  <a:lnTo>
                    <a:pt x="571929" y="368510"/>
                  </a:lnTo>
                  <a:lnTo>
                    <a:pt x="519789" y="401889"/>
                  </a:lnTo>
                  <a:lnTo>
                    <a:pt x="480845" y="413158"/>
                  </a:lnTo>
                  <a:lnTo>
                    <a:pt x="432567" y="424427"/>
                  </a:lnTo>
                  <a:lnTo>
                    <a:pt x="374634" y="431207"/>
                  </a:lnTo>
                  <a:lnTo>
                    <a:pt x="317667" y="435715"/>
                  </a:lnTo>
                  <a:lnTo>
                    <a:pt x="256998" y="435715"/>
                  </a:lnTo>
                  <a:lnTo>
                    <a:pt x="199064" y="431207"/>
                  </a:lnTo>
                  <a:lnTo>
                    <a:pt x="143706" y="424427"/>
                  </a:lnTo>
                  <a:lnTo>
                    <a:pt x="92693" y="413158"/>
                  </a:lnTo>
                  <a:lnTo>
                    <a:pt x="54231" y="401889"/>
                  </a:lnTo>
                  <a:lnTo>
                    <a:pt x="6597" y="368510"/>
                  </a:lnTo>
                  <a:lnTo>
                    <a:pt x="0" y="354074"/>
                  </a:lnTo>
                  <a:close/>
                </a:path>
                <a:path w="578484" h="436244">
                  <a:moveTo>
                    <a:pt x="0" y="84807"/>
                  </a:moveTo>
                  <a:lnTo>
                    <a:pt x="21081" y="47814"/>
                  </a:lnTo>
                  <a:lnTo>
                    <a:pt x="92693" y="22109"/>
                  </a:lnTo>
                  <a:lnTo>
                    <a:pt x="143706" y="10822"/>
                  </a:lnTo>
                  <a:lnTo>
                    <a:pt x="199064" y="4060"/>
                  </a:lnTo>
                  <a:lnTo>
                    <a:pt x="256998" y="0"/>
                  </a:lnTo>
                  <a:lnTo>
                    <a:pt x="317666" y="0"/>
                  </a:lnTo>
                  <a:lnTo>
                    <a:pt x="374634" y="4060"/>
                  </a:lnTo>
                  <a:lnTo>
                    <a:pt x="432567" y="10822"/>
                  </a:lnTo>
                  <a:lnTo>
                    <a:pt x="480845" y="22109"/>
                  </a:lnTo>
                  <a:lnTo>
                    <a:pt x="519789" y="32484"/>
                  </a:lnTo>
                  <a:lnTo>
                    <a:pt x="571929" y="65863"/>
                  </a:lnTo>
                  <a:lnTo>
                    <a:pt x="577883" y="84807"/>
                  </a:lnTo>
                  <a:lnTo>
                    <a:pt x="571929" y="99690"/>
                  </a:lnTo>
                  <a:lnTo>
                    <a:pt x="519789" y="133069"/>
                  </a:lnTo>
                  <a:lnTo>
                    <a:pt x="480845" y="144338"/>
                  </a:lnTo>
                  <a:lnTo>
                    <a:pt x="432567" y="155607"/>
                  </a:lnTo>
                  <a:lnTo>
                    <a:pt x="374634" y="162387"/>
                  </a:lnTo>
                  <a:lnTo>
                    <a:pt x="317666" y="166895"/>
                  </a:lnTo>
                  <a:lnTo>
                    <a:pt x="256998" y="166895"/>
                  </a:lnTo>
                  <a:lnTo>
                    <a:pt x="199064" y="162387"/>
                  </a:lnTo>
                  <a:lnTo>
                    <a:pt x="143706" y="155607"/>
                  </a:lnTo>
                  <a:lnTo>
                    <a:pt x="92693" y="144338"/>
                  </a:lnTo>
                  <a:lnTo>
                    <a:pt x="54231" y="133069"/>
                  </a:lnTo>
                  <a:lnTo>
                    <a:pt x="6597" y="99690"/>
                  </a:lnTo>
                  <a:lnTo>
                    <a:pt x="0" y="84807"/>
                  </a:lnTo>
                  <a:close/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6570158" y="1887662"/>
              <a:ext cx="642620" cy="123189"/>
            </a:xfrm>
            <a:custGeom>
              <a:avLst/>
              <a:gdLst/>
              <a:ahLst/>
              <a:cxnLst/>
              <a:rect l="l" t="t" r="r" b="b"/>
              <a:pathLst>
                <a:path w="642620" h="123189">
                  <a:moveTo>
                    <a:pt x="642398" y="0"/>
                  </a:moveTo>
                  <a:lnTo>
                    <a:pt x="0" y="0"/>
                  </a:lnTo>
                  <a:lnTo>
                    <a:pt x="0" y="123133"/>
                  </a:lnTo>
                  <a:lnTo>
                    <a:pt x="642398" y="123133"/>
                  </a:lnTo>
                  <a:lnTo>
                    <a:pt x="6423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6603952" y="1726198"/>
              <a:ext cx="581660" cy="290195"/>
            </a:xfrm>
            <a:custGeom>
              <a:avLst/>
              <a:gdLst/>
              <a:ahLst/>
              <a:cxnLst/>
              <a:rect l="l" t="t" r="r" b="b"/>
              <a:pathLst>
                <a:path w="581659" h="290194">
                  <a:moveTo>
                    <a:pt x="0" y="0"/>
                  </a:moveTo>
                  <a:lnTo>
                    <a:pt x="0" y="290017"/>
                  </a:lnTo>
                </a:path>
                <a:path w="581659" h="290194">
                  <a:moveTo>
                    <a:pt x="581262" y="0"/>
                  </a:moveTo>
                  <a:lnTo>
                    <a:pt x="581262" y="290017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6603952" y="1612985"/>
              <a:ext cx="578485" cy="166370"/>
            </a:xfrm>
            <a:custGeom>
              <a:avLst/>
              <a:gdLst/>
              <a:ahLst/>
              <a:cxnLst/>
              <a:rect l="l" t="t" r="r" b="b"/>
              <a:pathLst>
                <a:path w="578484" h="166369">
                  <a:moveTo>
                    <a:pt x="317666" y="0"/>
                  </a:moveTo>
                  <a:lnTo>
                    <a:pt x="256998" y="0"/>
                  </a:lnTo>
                  <a:lnTo>
                    <a:pt x="199064" y="3613"/>
                  </a:lnTo>
                  <a:lnTo>
                    <a:pt x="143706" y="11269"/>
                  </a:lnTo>
                  <a:lnTo>
                    <a:pt x="92693" y="22556"/>
                  </a:lnTo>
                  <a:lnTo>
                    <a:pt x="54231" y="32466"/>
                  </a:lnTo>
                  <a:lnTo>
                    <a:pt x="6597" y="66311"/>
                  </a:lnTo>
                  <a:lnTo>
                    <a:pt x="0" y="83894"/>
                  </a:lnTo>
                  <a:lnTo>
                    <a:pt x="6597" y="99671"/>
                  </a:lnTo>
                  <a:lnTo>
                    <a:pt x="54231" y="133516"/>
                  </a:lnTo>
                  <a:lnTo>
                    <a:pt x="92693" y="143425"/>
                  </a:lnTo>
                  <a:lnTo>
                    <a:pt x="143706" y="154713"/>
                  </a:lnTo>
                  <a:lnTo>
                    <a:pt x="199064" y="162368"/>
                  </a:lnTo>
                  <a:lnTo>
                    <a:pt x="256998" y="165982"/>
                  </a:lnTo>
                  <a:lnTo>
                    <a:pt x="317666" y="165982"/>
                  </a:lnTo>
                  <a:lnTo>
                    <a:pt x="374634" y="162368"/>
                  </a:lnTo>
                  <a:lnTo>
                    <a:pt x="432567" y="154713"/>
                  </a:lnTo>
                  <a:lnTo>
                    <a:pt x="480845" y="143425"/>
                  </a:lnTo>
                  <a:lnTo>
                    <a:pt x="519789" y="133516"/>
                  </a:lnTo>
                  <a:lnTo>
                    <a:pt x="571929" y="99671"/>
                  </a:lnTo>
                  <a:lnTo>
                    <a:pt x="577883" y="83894"/>
                  </a:lnTo>
                  <a:lnTo>
                    <a:pt x="571929" y="66311"/>
                  </a:lnTo>
                  <a:lnTo>
                    <a:pt x="519789" y="32466"/>
                  </a:lnTo>
                  <a:lnTo>
                    <a:pt x="480845" y="22556"/>
                  </a:lnTo>
                  <a:lnTo>
                    <a:pt x="432567" y="11269"/>
                  </a:lnTo>
                  <a:lnTo>
                    <a:pt x="374634" y="3613"/>
                  </a:lnTo>
                  <a:lnTo>
                    <a:pt x="3176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6603952" y="1344258"/>
              <a:ext cx="578485" cy="434975"/>
            </a:xfrm>
            <a:custGeom>
              <a:avLst/>
              <a:gdLst/>
              <a:ahLst/>
              <a:cxnLst/>
              <a:rect l="l" t="t" r="r" b="b"/>
              <a:pathLst>
                <a:path w="578484" h="434975">
                  <a:moveTo>
                    <a:pt x="0" y="352621"/>
                  </a:moveTo>
                  <a:lnTo>
                    <a:pt x="21081" y="315629"/>
                  </a:lnTo>
                  <a:lnTo>
                    <a:pt x="92693" y="291284"/>
                  </a:lnTo>
                  <a:lnTo>
                    <a:pt x="143706" y="279996"/>
                  </a:lnTo>
                  <a:lnTo>
                    <a:pt x="199064" y="272340"/>
                  </a:lnTo>
                  <a:lnTo>
                    <a:pt x="256998" y="268727"/>
                  </a:lnTo>
                  <a:lnTo>
                    <a:pt x="317666" y="268727"/>
                  </a:lnTo>
                  <a:lnTo>
                    <a:pt x="374634" y="272340"/>
                  </a:lnTo>
                  <a:lnTo>
                    <a:pt x="432567" y="279996"/>
                  </a:lnTo>
                  <a:lnTo>
                    <a:pt x="480845" y="291284"/>
                  </a:lnTo>
                  <a:lnTo>
                    <a:pt x="519789" y="301193"/>
                  </a:lnTo>
                  <a:lnTo>
                    <a:pt x="571929" y="335038"/>
                  </a:lnTo>
                  <a:lnTo>
                    <a:pt x="577883" y="352621"/>
                  </a:lnTo>
                  <a:lnTo>
                    <a:pt x="571929" y="368398"/>
                  </a:lnTo>
                  <a:lnTo>
                    <a:pt x="519789" y="402243"/>
                  </a:lnTo>
                  <a:lnTo>
                    <a:pt x="480845" y="412152"/>
                  </a:lnTo>
                  <a:lnTo>
                    <a:pt x="432567" y="423440"/>
                  </a:lnTo>
                  <a:lnTo>
                    <a:pt x="374634" y="431096"/>
                  </a:lnTo>
                  <a:lnTo>
                    <a:pt x="317667" y="434709"/>
                  </a:lnTo>
                  <a:lnTo>
                    <a:pt x="256998" y="434709"/>
                  </a:lnTo>
                  <a:lnTo>
                    <a:pt x="199064" y="431096"/>
                  </a:lnTo>
                  <a:lnTo>
                    <a:pt x="143706" y="423440"/>
                  </a:lnTo>
                  <a:lnTo>
                    <a:pt x="92693" y="412152"/>
                  </a:lnTo>
                  <a:lnTo>
                    <a:pt x="54231" y="402243"/>
                  </a:lnTo>
                  <a:lnTo>
                    <a:pt x="6597" y="368398"/>
                  </a:lnTo>
                  <a:lnTo>
                    <a:pt x="0" y="352621"/>
                  </a:lnTo>
                  <a:close/>
                </a:path>
                <a:path w="578484" h="434975">
                  <a:moveTo>
                    <a:pt x="0" y="83820"/>
                  </a:moveTo>
                  <a:lnTo>
                    <a:pt x="21081" y="46753"/>
                  </a:lnTo>
                  <a:lnTo>
                    <a:pt x="92693" y="22538"/>
                  </a:lnTo>
                  <a:lnTo>
                    <a:pt x="143706" y="11176"/>
                  </a:lnTo>
                  <a:lnTo>
                    <a:pt x="199064" y="2980"/>
                  </a:lnTo>
                  <a:lnTo>
                    <a:pt x="256998" y="0"/>
                  </a:lnTo>
                  <a:lnTo>
                    <a:pt x="317666" y="0"/>
                  </a:lnTo>
                  <a:lnTo>
                    <a:pt x="374634" y="2980"/>
                  </a:lnTo>
                  <a:lnTo>
                    <a:pt x="432567" y="11176"/>
                  </a:lnTo>
                  <a:lnTo>
                    <a:pt x="480845" y="22538"/>
                  </a:lnTo>
                  <a:lnTo>
                    <a:pt x="519789" y="32410"/>
                  </a:lnTo>
                  <a:lnTo>
                    <a:pt x="571929" y="66124"/>
                  </a:lnTo>
                  <a:lnTo>
                    <a:pt x="577883" y="83820"/>
                  </a:lnTo>
                  <a:lnTo>
                    <a:pt x="571929" y="99652"/>
                  </a:lnTo>
                  <a:lnTo>
                    <a:pt x="519789" y="133367"/>
                  </a:lnTo>
                  <a:lnTo>
                    <a:pt x="480845" y="143425"/>
                  </a:lnTo>
                  <a:lnTo>
                    <a:pt x="432567" y="154620"/>
                  </a:lnTo>
                  <a:lnTo>
                    <a:pt x="374634" y="162275"/>
                  </a:lnTo>
                  <a:lnTo>
                    <a:pt x="317666" y="165889"/>
                  </a:lnTo>
                  <a:lnTo>
                    <a:pt x="256998" y="165889"/>
                  </a:lnTo>
                  <a:lnTo>
                    <a:pt x="199064" y="162275"/>
                  </a:lnTo>
                  <a:lnTo>
                    <a:pt x="143706" y="154620"/>
                  </a:lnTo>
                  <a:lnTo>
                    <a:pt x="92693" y="143425"/>
                  </a:lnTo>
                  <a:lnTo>
                    <a:pt x="54231" y="133367"/>
                  </a:lnTo>
                  <a:lnTo>
                    <a:pt x="6597" y="99652"/>
                  </a:lnTo>
                  <a:lnTo>
                    <a:pt x="0" y="83820"/>
                  </a:lnTo>
                  <a:close/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6570158" y="1577360"/>
              <a:ext cx="642620" cy="123189"/>
            </a:xfrm>
            <a:custGeom>
              <a:avLst/>
              <a:gdLst/>
              <a:ahLst/>
              <a:cxnLst/>
              <a:rect l="l" t="t" r="r" b="b"/>
              <a:pathLst>
                <a:path w="642620" h="123189">
                  <a:moveTo>
                    <a:pt x="642398" y="0"/>
                  </a:moveTo>
                  <a:lnTo>
                    <a:pt x="0" y="0"/>
                  </a:lnTo>
                  <a:lnTo>
                    <a:pt x="0" y="123133"/>
                  </a:lnTo>
                  <a:lnTo>
                    <a:pt x="642398" y="123133"/>
                  </a:lnTo>
                  <a:lnTo>
                    <a:pt x="6423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6603952" y="1416716"/>
              <a:ext cx="581660" cy="289560"/>
            </a:xfrm>
            <a:custGeom>
              <a:avLst/>
              <a:gdLst/>
              <a:ahLst/>
              <a:cxnLst/>
              <a:rect l="l" t="t" r="r" b="b"/>
              <a:pathLst>
                <a:path w="581659" h="289560">
                  <a:moveTo>
                    <a:pt x="0" y="0"/>
                  </a:moveTo>
                  <a:lnTo>
                    <a:pt x="0" y="289179"/>
                  </a:lnTo>
                </a:path>
                <a:path w="581659" h="289560">
                  <a:moveTo>
                    <a:pt x="581262" y="0"/>
                  </a:moveTo>
                  <a:lnTo>
                    <a:pt x="581262" y="289179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4338443" y="1041574"/>
              <a:ext cx="2540" cy="382270"/>
            </a:xfrm>
            <a:custGeom>
              <a:avLst/>
              <a:gdLst/>
              <a:ahLst/>
              <a:cxnLst/>
              <a:rect l="l" t="t" r="r" b="b"/>
              <a:pathLst>
                <a:path w="2539" h="382269">
                  <a:moveTo>
                    <a:pt x="0" y="0"/>
                  </a:moveTo>
                  <a:lnTo>
                    <a:pt x="1947" y="382033"/>
                  </a:lnTo>
                </a:path>
              </a:pathLst>
            </a:custGeom>
            <a:ln w="163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4" name="object 94" descr=""/>
          <p:cNvSpPr txBox="1"/>
          <p:nvPr/>
        </p:nvSpPr>
        <p:spPr>
          <a:xfrm>
            <a:off x="4258395" y="1525104"/>
            <a:ext cx="202565" cy="227329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80">
                <a:latin typeface="Times New Roman"/>
                <a:cs typeface="Times New Roman"/>
              </a:rPr>
              <a:t>A0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95" name="object 95" descr=""/>
          <p:cNvSpPr txBox="1"/>
          <p:nvPr/>
        </p:nvSpPr>
        <p:spPr>
          <a:xfrm>
            <a:off x="5103641" y="1525104"/>
            <a:ext cx="201930" cy="227329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80">
                <a:latin typeface="Times New Roman"/>
                <a:cs typeface="Times New Roman"/>
              </a:rPr>
              <a:t>A1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96" name="object 96" descr=""/>
          <p:cNvSpPr txBox="1"/>
          <p:nvPr/>
        </p:nvSpPr>
        <p:spPr>
          <a:xfrm>
            <a:off x="5948838" y="1525104"/>
            <a:ext cx="201930" cy="227329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80">
                <a:latin typeface="Times New Roman"/>
                <a:cs typeface="Times New Roman"/>
              </a:rPr>
              <a:t>A2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97" name="object 97" descr=""/>
          <p:cNvSpPr txBox="1"/>
          <p:nvPr/>
        </p:nvSpPr>
        <p:spPr>
          <a:xfrm>
            <a:off x="6794179" y="1533225"/>
            <a:ext cx="201930" cy="227329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80">
                <a:latin typeface="Times New Roman"/>
                <a:cs typeface="Times New Roman"/>
              </a:rPr>
              <a:t>A3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98" name="object 98" descr=""/>
          <p:cNvSpPr txBox="1"/>
          <p:nvPr/>
        </p:nvSpPr>
        <p:spPr>
          <a:xfrm>
            <a:off x="4260327" y="1850307"/>
            <a:ext cx="194310" cy="227329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75">
                <a:latin typeface="Times New Roman"/>
                <a:cs typeface="Times New Roman"/>
              </a:rPr>
              <a:t>B0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99" name="object 99" descr=""/>
          <p:cNvSpPr txBox="1"/>
          <p:nvPr/>
        </p:nvSpPr>
        <p:spPr>
          <a:xfrm>
            <a:off x="4265010" y="2458767"/>
            <a:ext cx="201930" cy="227329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80">
                <a:latin typeface="Times New Roman"/>
                <a:cs typeface="Times New Roman"/>
              </a:rPr>
              <a:t>D0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00" name="object 100" descr=""/>
          <p:cNvSpPr txBox="1"/>
          <p:nvPr/>
        </p:nvSpPr>
        <p:spPr>
          <a:xfrm>
            <a:off x="5103641" y="2457407"/>
            <a:ext cx="201930" cy="227329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80">
                <a:latin typeface="Times New Roman"/>
                <a:cs typeface="Times New Roman"/>
              </a:rPr>
              <a:t>D1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01" name="object 101" descr=""/>
          <p:cNvSpPr txBox="1"/>
          <p:nvPr/>
        </p:nvSpPr>
        <p:spPr>
          <a:xfrm>
            <a:off x="5948838" y="2449733"/>
            <a:ext cx="201930" cy="227329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80">
                <a:latin typeface="Times New Roman"/>
                <a:cs typeface="Times New Roman"/>
              </a:rPr>
              <a:t>D2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02" name="object 102" descr=""/>
          <p:cNvSpPr txBox="1"/>
          <p:nvPr/>
        </p:nvSpPr>
        <p:spPr>
          <a:xfrm>
            <a:off x="4272798" y="2169643"/>
            <a:ext cx="194310" cy="227329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75">
                <a:latin typeface="Times New Roman"/>
                <a:cs typeface="Times New Roman"/>
              </a:rPr>
              <a:t>C0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03" name="object 103" descr=""/>
          <p:cNvSpPr txBox="1"/>
          <p:nvPr/>
        </p:nvSpPr>
        <p:spPr>
          <a:xfrm>
            <a:off x="5111429" y="2169643"/>
            <a:ext cx="194310" cy="227329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75">
                <a:latin typeface="Times New Roman"/>
                <a:cs typeface="Times New Roman"/>
              </a:rPr>
              <a:t>C1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04" name="object 104" descr=""/>
          <p:cNvSpPr txBox="1"/>
          <p:nvPr/>
        </p:nvSpPr>
        <p:spPr>
          <a:xfrm>
            <a:off x="5953504" y="2169643"/>
            <a:ext cx="194310" cy="227329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75">
                <a:latin typeface="Times New Roman"/>
                <a:cs typeface="Times New Roman"/>
              </a:rPr>
              <a:t>C2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05" name="object 105" descr=""/>
          <p:cNvSpPr txBox="1"/>
          <p:nvPr/>
        </p:nvSpPr>
        <p:spPr>
          <a:xfrm>
            <a:off x="6798846" y="2169643"/>
            <a:ext cx="194310" cy="227329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75">
                <a:latin typeface="Times New Roman"/>
                <a:cs typeface="Times New Roman"/>
              </a:rPr>
              <a:t>C3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06" name="object 106" descr=""/>
          <p:cNvSpPr txBox="1"/>
          <p:nvPr/>
        </p:nvSpPr>
        <p:spPr>
          <a:xfrm>
            <a:off x="5110255" y="1852561"/>
            <a:ext cx="194310" cy="227329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75">
                <a:latin typeface="Times New Roman"/>
                <a:cs typeface="Times New Roman"/>
              </a:rPr>
              <a:t>B1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07" name="object 107" descr=""/>
          <p:cNvSpPr txBox="1"/>
          <p:nvPr/>
        </p:nvSpPr>
        <p:spPr>
          <a:xfrm>
            <a:off x="5953504" y="1857981"/>
            <a:ext cx="194310" cy="227329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75">
                <a:latin typeface="Times New Roman"/>
                <a:cs typeface="Times New Roman"/>
              </a:rPr>
              <a:t>B2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08" name="object 108" descr=""/>
          <p:cNvSpPr txBox="1"/>
          <p:nvPr/>
        </p:nvSpPr>
        <p:spPr>
          <a:xfrm>
            <a:off x="6796915" y="1857981"/>
            <a:ext cx="194310" cy="227329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75">
                <a:latin typeface="Times New Roman"/>
                <a:cs typeface="Times New Roman"/>
              </a:rPr>
              <a:t>B3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09" name="object 109" descr=""/>
          <p:cNvSpPr txBox="1"/>
          <p:nvPr/>
        </p:nvSpPr>
        <p:spPr>
          <a:xfrm>
            <a:off x="6798041" y="2451987"/>
            <a:ext cx="201930" cy="227329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80">
                <a:latin typeface="Times New Roman"/>
                <a:cs typeface="Times New Roman"/>
              </a:rPr>
              <a:t>D3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10" name="object 110" descr=""/>
          <p:cNvSpPr/>
          <p:nvPr/>
        </p:nvSpPr>
        <p:spPr>
          <a:xfrm>
            <a:off x="4338443" y="1041574"/>
            <a:ext cx="2941955" cy="0"/>
          </a:xfrm>
          <a:custGeom>
            <a:avLst/>
            <a:gdLst/>
            <a:ahLst/>
            <a:cxnLst/>
            <a:rect l="l" t="t" r="r" b="b"/>
            <a:pathLst>
              <a:path w="2941954" h="0">
                <a:moveTo>
                  <a:pt x="0" y="0"/>
                </a:moveTo>
                <a:lnTo>
                  <a:pt x="2941879" y="0"/>
                </a:lnTo>
              </a:path>
            </a:pathLst>
          </a:custGeom>
          <a:ln w="1892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1" name="object 111" descr=""/>
          <p:cNvSpPr txBox="1"/>
          <p:nvPr/>
        </p:nvSpPr>
        <p:spPr>
          <a:xfrm>
            <a:off x="7280322" y="821835"/>
            <a:ext cx="800735" cy="438784"/>
          </a:xfrm>
          <a:prstGeom prst="rect">
            <a:avLst/>
          </a:prstGeom>
          <a:ln w="13183">
            <a:solidFill>
              <a:srgbClr val="000000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189865" marR="92710" indent="-74930">
              <a:lnSpc>
                <a:spcPts val="1500"/>
              </a:lnSpc>
              <a:spcBef>
                <a:spcPts val="325"/>
              </a:spcBef>
            </a:pPr>
            <a:r>
              <a:rPr dirty="0" sz="1300" spc="-165" b="1">
                <a:solidFill>
                  <a:srgbClr val="000080"/>
                </a:solidFill>
                <a:latin typeface="宋体"/>
                <a:cs typeface="宋体"/>
              </a:rPr>
              <a:t>奇偶校验</a:t>
            </a:r>
            <a:r>
              <a:rPr dirty="0" sz="1300" spc="-130" b="1">
                <a:solidFill>
                  <a:srgbClr val="000080"/>
                </a:solidFill>
                <a:latin typeface="宋体"/>
                <a:cs typeface="宋体"/>
              </a:rPr>
              <a:t>产生器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112" name="object 112" descr=""/>
          <p:cNvSpPr/>
          <p:nvPr/>
        </p:nvSpPr>
        <p:spPr>
          <a:xfrm>
            <a:off x="5217563" y="1041574"/>
            <a:ext cx="1691005" cy="405130"/>
          </a:xfrm>
          <a:custGeom>
            <a:avLst/>
            <a:gdLst/>
            <a:ahLst/>
            <a:cxnLst/>
            <a:rect l="l" t="t" r="r" b="b"/>
            <a:pathLst>
              <a:path w="1691004" h="405130">
                <a:moveTo>
                  <a:pt x="0" y="0"/>
                </a:moveTo>
                <a:lnTo>
                  <a:pt x="0" y="404571"/>
                </a:lnTo>
              </a:path>
              <a:path w="1691004" h="405130">
                <a:moveTo>
                  <a:pt x="811402" y="0"/>
                </a:moveTo>
                <a:lnTo>
                  <a:pt x="811402" y="404571"/>
                </a:lnTo>
              </a:path>
              <a:path w="1691004" h="405130">
                <a:moveTo>
                  <a:pt x="1690538" y="0"/>
                </a:moveTo>
                <a:lnTo>
                  <a:pt x="1690538" y="404571"/>
                </a:lnTo>
              </a:path>
            </a:pathLst>
          </a:custGeom>
          <a:ln w="1763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3" name="object 113" descr=""/>
          <p:cNvSpPr txBox="1"/>
          <p:nvPr/>
        </p:nvSpPr>
        <p:spPr>
          <a:xfrm>
            <a:off x="-81584" y="2307082"/>
            <a:ext cx="20078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E14B04"/>
                </a:solidFill>
                <a:latin typeface="黑体"/>
                <a:cs typeface="黑体"/>
              </a:rPr>
              <a:t>RAID</a:t>
            </a:r>
            <a:r>
              <a:rPr dirty="0" sz="2400">
                <a:solidFill>
                  <a:srgbClr val="FF0000"/>
                </a:solidFill>
                <a:latin typeface="黑体"/>
                <a:cs typeface="黑体"/>
              </a:rPr>
              <a:t>3</a:t>
            </a:r>
            <a:r>
              <a:rPr dirty="0" sz="2400" spc="-15">
                <a:solidFill>
                  <a:srgbClr val="E14B04"/>
                </a:solidFill>
                <a:latin typeface="黑体"/>
                <a:cs typeface="黑体"/>
              </a:rPr>
              <a:t>的优缺点</a:t>
            </a:r>
            <a:endParaRPr sz="2400">
              <a:latin typeface="黑体"/>
              <a:cs typeface="黑体"/>
            </a:endParaRPr>
          </a:p>
        </p:txBody>
      </p:sp>
      <p:sp>
        <p:nvSpPr>
          <p:cNvPr id="114" name="object 114" descr=""/>
          <p:cNvSpPr txBox="1"/>
          <p:nvPr/>
        </p:nvSpPr>
        <p:spPr>
          <a:xfrm>
            <a:off x="360375" y="2777998"/>
            <a:ext cx="104457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5"/>
              </a:spcBef>
              <a:buSzPct val="88636"/>
              <a:buFont typeface="Wingdings"/>
              <a:buChar char=""/>
              <a:tabLst>
                <a:tab pos="469265" algn="l"/>
              </a:tabLst>
            </a:pP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优点</a:t>
            </a:r>
            <a:endParaRPr sz="2200">
              <a:latin typeface="黑体"/>
              <a:cs typeface="黑体"/>
            </a:endParaRPr>
          </a:p>
        </p:txBody>
      </p:sp>
      <p:sp>
        <p:nvSpPr>
          <p:cNvPr id="115" name="object 115" descr=""/>
          <p:cNvSpPr txBox="1"/>
          <p:nvPr/>
        </p:nvSpPr>
        <p:spPr>
          <a:xfrm>
            <a:off x="288747" y="3118639"/>
            <a:ext cx="7611745" cy="1565275"/>
          </a:xfrm>
          <a:prstGeom prst="rect">
            <a:avLst/>
          </a:prstGeom>
        </p:spPr>
        <p:txBody>
          <a:bodyPr wrap="square" lIns="0" tIns="95250" rIns="0" bIns="0" rtlCol="0" vert="horz">
            <a:spAutoFit/>
          </a:bodyPr>
          <a:lstStyle/>
          <a:p>
            <a:pPr marL="577850" indent="-359410">
              <a:lnSpc>
                <a:spcPct val="100000"/>
              </a:lnSpc>
              <a:spcBef>
                <a:spcPts val="750"/>
              </a:spcBef>
              <a:buClr>
                <a:srgbClr val="4668F5"/>
              </a:buClr>
              <a:buSzPct val="58333"/>
              <a:buFont typeface="Wingdings"/>
              <a:buChar char=""/>
              <a:tabLst>
                <a:tab pos="577850" algn="l"/>
              </a:tabLst>
            </a:pPr>
            <a:r>
              <a:rPr dirty="0" sz="1800" spc="-15" b="1">
                <a:solidFill>
                  <a:srgbClr val="D50092"/>
                </a:solidFill>
                <a:latin typeface="宋体"/>
                <a:cs typeface="宋体"/>
              </a:rPr>
              <a:t>极高的顺序传输速率：所有数据盘并行工作，吞吐量接近单盘的</a:t>
            </a:r>
            <a:r>
              <a:rPr dirty="0" sz="1800" spc="-10" b="1">
                <a:solidFill>
                  <a:srgbClr val="D50092"/>
                </a:solidFill>
                <a:latin typeface="黑体"/>
                <a:cs typeface="黑体"/>
              </a:rPr>
              <a:t>N</a:t>
            </a:r>
            <a:r>
              <a:rPr dirty="0" sz="1800" spc="-35" b="1">
                <a:solidFill>
                  <a:srgbClr val="D50092"/>
                </a:solidFill>
                <a:latin typeface="宋体"/>
                <a:cs typeface="宋体"/>
              </a:rPr>
              <a:t>倍。</a:t>
            </a:r>
            <a:endParaRPr sz="1800">
              <a:latin typeface="宋体"/>
              <a:cs typeface="宋体"/>
            </a:endParaRPr>
          </a:p>
          <a:p>
            <a:pPr marL="577850" indent="-359410">
              <a:lnSpc>
                <a:spcPct val="100000"/>
              </a:lnSpc>
              <a:spcBef>
                <a:spcPts val="655"/>
              </a:spcBef>
              <a:buClr>
                <a:srgbClr val="4668F5"/>
              </a:buClr>
              <a:buSzPct val="58333"/>
              <a:buFont typeface="Wingdings"/>
              <a:buChar char=""/>
              <a:tabLst>
                <a:tab pos="577850" algn="l"/>
              </a:tabLst>
            </a:pPr>
            <a:r>
              <a:rPr dirty="0" sz="1800" spc="-15" b="1">
                <a:solidFill>
                  <a:srgbClr val="D50092"/>
                </a:solidFill>
                <a:latin typeface="宋体"/>
                <a:cs typeface="宋体"/>
              </a:rPr>
              <a:t>容错能力：可容忍任意一块数据盘故障</a:t>
            </a:r>
            <a:endParaRPr sz="1800">
              <a:latin typeface="宋体"/>
              <a:cs typeface="宋体"/>
            </a:endParaRPr>
          </a:p>
          <a:p>
            <a:pPr marL="577850" indent="-359410">
              <a:lnSpc>
                <a:spcPct val="100000"/>
              </a:lnSpc>
              <a:spcBef>
                <a:spcPts val="685"/>
              </a:spcBef>
              <a:buClr>
                <a:srgbClr val="4668F5"/>
              </a:buClr>
              <a:buSzPct val="60000"/>
              <a:buFont typeface="Wingdings"/>
              <a:buChar char=""/>
              <a:tabLst>
                <a:tab pos="577850" algn="l"/>
              </a:tabLst>
            </a:pPr>
            <a:r>
              <a:rPr dirty="0" sz="2000" spc="-25" b="1">
                <a:solidFill>
                  <a:srgbClr val="FF5CFF"/>
                </a:solidFill>
                <a:latin typeface="宋体"/>
                <a:cs typeface="宋体"/>
              </a:rPr>
              <a:t>存储效率较高：仅额外占用一块磁盘的容量做校验</a:t>
            </a:r>
            <a:endParaRPr sz="2000">
              <a:latin typeface="宋体"/>
              <a:cs typeface="宋体"/>
            </a:endParaRPr>
          </a:p>
          <a:p>
            <a:pPr marL="469265" indent="-456565">
              <a:lnSpc>
                <a:spcPct val="100000"/>
              </a:lnSpc>
              <a:spcBef>
                <a:spcPts val="775"/>
              </a:spcBef>
              <a:buSzPct val="88636"/>
              <a:buFont typeface="Wingdings"/>
              <a:buChar char=""/>
              <a:tabLst>
                <a:tab pos="469265" algn="l"/>
              </a:tabLst>
            </a:pP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缺点</a:t>
            </a:r>
            <a:endParaRPr sz="2200">
              <a:latin typeface="黑体"/>
              <a:cs typeface="黑体"/>
            </a:endParaRPr>
          </a:p>
        </p:txBody>
      </p:sp>
      <p:sp>
        <p:nvSpPr>
          <p:cNvPr id="116" name="object 116" descr=""/>
          <p:cNvSpPr txBox="1"/>
          <p:nvPr/>
        </p:nvSpPr>
        <p:spPr>
          <a:xfrm>
            <a:off x="288747" y="4722342"/>
            <a:ext cx="8688070" cy="1894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31215" marR="175260" indent="-457834">
              <a:lnSpc>
                <a:spcPct val="110000"/>
              </a:lnSpc>
              <a:spcBef>
                <a:spcPts val="100"/>
              </a:spcBef>
              <a:buClr>
                <a:srgbClr val="4668F5"/>
              </a:buClr>
              <a:buSzPct val="60000"/>
              <a:buFont typeface="Wingdings"/>
              <a:buChar char=""/>
              <a:tabLst>
                <a:tab pos="831215" algn="l"/>
              </a:tabLst>
            </a:pPr>
            <a:r>
              <a:rPr dirty="0" sz="2000" spc="-20" b="1">
                <a:solidFill>
                  <a:srgbClr val="FF5CFF"/>
                </a:solidFill>
                <a:latin typeface="宋体"/>
                <a:cs typeface="宋体"/>
              </a:rPr>
              <a:t>性能瓶颈：专用校验盘每次写入都要更新，负载太高</a:t>
            </a:r>
            <a:r>
              <a:rPr dirty="0" sz="2000" spc="-10" b="1">
                <a:solidFill>
                  <a:srgbClr val="FF5CFF"/>
                </a:solidFill>
                <a:latin typeface="宋体"/>
                <a:cs typeface="宋体"/>
              </a:rPr>
              <a:t>（</a:t>
            </a:r>
            <a:r>
              <a:rPr dirty="0" sz="2000" spc="-25" b="1">
                <a:solidFill>
                  <a:srgbClr val="FF5CFF"/>
                </a:solidFill>
                <a:latin typeface="宋体"/>
                <a:cs typeface="宋体"/>
              </a:rPr>
              <a:t>数据修改，依</a:t>
            </a:r>
            <a:r>
              <a:rPr dirty="0" sz="2000" spc="-10" b="1">
                <a:solidFill>
                  <a:srgbClr val="FF5CFF"/>
                </a:solidFill>
                <a:latin typeface="宋体"/>
                <a:cs typeface="宋体"/>
              </a:rPr>
              <a:t>据校验规则校验码也要修改</a:t>
            </a:r>
            <a:r>
              <a:rPr dirty="0" sz="2000" spc="-50" b="1">
                <a:solidFill>
                  <a:srgbClr val="FF5CFF"/>
                </a:solidFill>
                <a:latin typeface="宋体"/>
                <a:cs typeface="宋体"/>
              </a:rPr>
              <a:t>）</a:t>
            </a:r>
            <a:endParaRPr sz="2000">
              <a:latin typeface="宋体"/>
              <a:cs typeface="宋体"/>
            </a:endParaRPr>
          </a:p>
          <a:p>
            <a:pPr marL="831215" indent="-457834">
              <a:lnSpc>
                <a:spcPct val="100000"/>
              </a:lnSpc>
              <a:spcBef>
                <a:spcPts val="720"/>
              </a:spcBef>
              <a:buClr>
                <a:srgbClr val="4668F5"/>
              </a:buClr>
              <a:buSzPct val="60000"/>
              <a:buFont typeface="Wingdings"/>
              <a:buChar char=""/>
              <a:tabLst>
                <a:tab pos="831215" algn="l"/>
              </a:tabLst>
            </a:pPr>
            <a:r>
              <a:rPr dirty="0" sz="2000" spc="-20" b="1">
                <a:solidFill>
                  <a:srgbClr val="FF5CFF"/>
                </a:solidFill>
                <a:latin typeface="宋体"/>
                <a:cs typeface="宋体"/>
              </a:rPr>
              <a:t>故障恢复时，所有盘都要满负荷工作</a:t>
            </a:r>
            <a:r>
              <a:rPr dirty="0" sz="2000" spc="-10" b="1">
                <a:solidFill>
                  <a:srgbClr val="FF5CFF"/>
                </a:solidFill>
                <a:latin typeface="宋体"/>
                <a:cs typeface="宋体"/>
              </a:rPr>
              <a:t>（</a:t>
            </a:r>
            <a:r>
              <a:rPr dirty="0" sz="2000" spc="-15" b="1">
                <a:solidFill>
                  <a:srgbClr val="FF5CFF"/>
                </a:solidFill>
                <a:latin typeface="宋体"/>
                <a:cs typeface="宋体"/>
              </a:rPr>
              <a:t>包括校验盘</a:t>
            </a:r>
            <a:r>
              <a:rPr dirty="0" sz="2000" spc="-50" b="1">
                <a:solidFill>
                  <a:srgbClr val="FF5CFF"/>
                </a:solidFill>
                <a:latin typeface="宋体"/>
                <a:cs typeface="宋体"/>
              </a:rPr>
              <a:t>）</a:t>
            </a:r>
            <a:endParaRPr sz="20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2200" spc="-30">
                <a:solidFill>
                  <a:srgbClr val="C00000"/>
                </a:solidFill>
                <a:latin typeface="黑体"/>
                <a:cs typeface="黑体"/>
              </a:rPr>
              <a:t>适用场景：</a:t>
            </a: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持续的大文件、顺序读写环境，例如科学数据采集处理、视</a:t>
            </a:r>
            <a:endParaRPr sz="2200">
              <a:latin typeface="黑体"/>
              <a:cs typeface="黑体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频编辑等</a:t>
            </a:r>
            <a:endParaRPr sz="22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53605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34809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15" b="1">
                <a:solidFill>
                  <a:srgbClr val="40458B"/>
                </a:solidFill>
                <a:latin typeface="宋体"/>
                <a:cs typeface="宋体"/>
              </a:rPr>
              <a:t>35/81</a:t>
            </a:r>
            <a:endParaRPr baseline="1736" sz="2400">
              <a:latin typeface="宋体"/>
              <a:cs typeface="宋体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1555750" y="549275"/>
            <a:ext cx="7588250" cy="0"/>
          </a:xfrm>
          <a:custGeom>
            <a:avLst/>
            <a:gdLst/>
            <a:ahLst/>
            <a:cxnLst/>
            <a:rect l="l" t="t" r="r" b="b"/>
            <a:pathLst>
              <a:path w="7588250" h="0">
                <a:moveTo>
                  <a:pt x="0" y="0"/>
                </a:moveTo>
                <a:lnTo>
                  <a:pt x="7588250" y="0"/>
                </a:lnTo>
              </a:path>
            </a:pathLst>
          </a:custGeom>
          <a:ln w="38100">
            <a:solidFill>
              <a:srgbClr val="2C44A3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119062" y="188976"/>
            <a:ext cx="1437005" cy="274955"/>
            <a:chOff x="119062" y="188976"/>
            <a:chExt cx="1437005" cy="274955"/>
          </a:xfrm>
        </p:grpSpPr>
        <p:sp>
          <p:nvSpPr>
            <p:cNvPr id="5" name="object 5" descr=""/>
            <p:cNvSpPr/>
            <p:nvPr/>
          </p:nvSpPr>
          <p:spPr>
            <a:xfrm>
              <a:off x="119062" y="188976"/>
              <a:ext cx="499745" cy="274955"/>
            </a:xfrm>
            <a:custGeom>
              <a:avLst/>
              <a:gdLst/>
              <a:ahLst/>
              <a:cxnLst/>
              <a:rect l="l" t="t" r="r" b="b"/>
              <a:pathLst>
                <a:path w="499745" h="274955">
                  <a:moveTo>
                    <a:pt x="119837" y="0"/>
                  </a:moveTo>
                  <a:lnTo>
                    <a:pt x="4993" y="41528"/>
                  </a:lnTo>
                  <a:lnTo>
                    <a:pt x="264655" y="135508"/>
                  </a:lnTo>
                  <a:lnTo>
                    <a:pt x="0" y="231266"/>
                  </a:lnTo>
                  <a:lnTo>
                    <a:pt x="119837" y="274574"/>
                  </a:lnTo>
                  <a:lnTo>
                    <a:pt x="499338" y="137287"/>
                  </a:lnTo>
                  <a:lnTo>
                    <a:pt x="119837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85546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9621" y="0"/>
                  </a:moveTo>
                  <a:lnTo>
                    <a:pt x="4991" y="41528"/>
                  </a:lnTo>
                  <a:lnTo>
                    <a:pt x="264147" y="135508"/>
                  </a:lnTo>
                  <a:lnTo>
                    <a:pt x="0" y="231266"/>
                  </a:lnTo>
                  <a:lnTo>
                    <a:pt x="119621" y="274574"/>
                  </a:lnTo>
                  <a:lnTo>
                    <a:pt x="497141" y="137287"/>
                  </a:lnTo>
                  <a:lnTo>
                    <a:pt x="119621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058608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8363" y="0"/>
                  </a:moveTo>
                  <a:lnTo>
                    <a:pt x="4978" y="41528"/>
                  </a:lnTo>
                  <a:lnTo>
                    <a:pt x="264096" y="135508"/>
                  </a:lnTo>
                  <a:lnTo>
                    <a:pt x="0" y="231266"/>
                  </a:lnTo>
                  <a:lnTo>
                    <a:pt x="118363" y="274574"/>
                  </a:lnTo>
                  <a:lnTo>
                    <a:pt x="497141" y="137287"/>
                  </a:lnTo>
                  <a:lnTo>
                    <a:pt x="118363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701164" y="138176"/>
            <a:ext cx="459803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065" algn="l"/>
              </a:tabLst>
            </a:pPr>
            <a:r>
              <a:rPr dirty="0" u="none" spc="-25"/>
              <a:t>8.3</a:t>
            </a:r>
            <a:r>
              <a:rPr dirty="0" u="none"/>
              <a:t>	</a:t>
            </a:r>
            <a:r>
              <a:rPr dirty="0" u="none" spc="-5"/>
              <a:t>廉价磁盘冗余阵列</a:t>
            </a:r>
            <a:r>
              <a:rPr dirty="0" u="none" spc="-20"/>
              <a:t>RAID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329590" y="660400"/>
            <a:ext cx="8720455" cy="2797810"/>
          </a:xfrm>
          <a:prstGeom prst="rect">
            <a:avLst/>
          </a:prstGeom>
        </p:spPr>
        <p:txBody>
          <a:bodyPr wrap="square" lIns="0" tIns="158750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250"/>
              </a:spcBef>
              <a:buClr>
                <a:srgbClr val="40458B"/>
              </a:buClr>
              <a:buFont typeface="Tahoma"/>
              <a:buAutoNum type="arabicPeriod"/>
              <a:tabLst>
                <a:tab pos="469265" algn="l"/>
              </a:tabLst>
            </a:pPr>
            <a:r>
              <a:rPr dirty="0" sz="2400" spc="-5">
                <a:solidFill>
                  <a:srgbClr val="E14B04"/>
                </a:solidFill>
                <a:latin typeface="黑体"/>
                <a:cs typeface="黑体"/>
              </a:rPr>
              <a:t>块交叉奇偶校验磁盘阵列</a:t>
            </a:r>
            <a:endParaRPr sz="2400">
              <a:latin typeface="黑体"/>
              <a:cs typeface="黑体"/>
            </a:endParaRPr>
          </a:p>
          <a:p>
            <a:pPr marL="469265" indent="-456565">
              <a:lnSpc>
                <a:spcPct val="100000"/>
              </a:lnSpc>
              <a:spcBef>
                <a:spcPts val="1155"/>
              </a:spcBef>
              <a:buClr>
                <a:srgbClr val="40458B"/>
              </a:buClr>
              <a:buFont typeface="Tahoma"/>
              <a:buAutoNum type="arabicPeriod"/>
              <a:tabLst>
                <a:tab pos="469265" algn="l"/>
              </a:tabLst>
            </a:pPr>
            <a:r>
              <a:rPr dirty="0" sz="2400" spc="-5">
                <a:solidFill>
                  <a:srgbClr val="E14B04"/>
                </a:solidFill>
                <a:latin typeface="黑体"/>
                <a:cs typeface="黑体"/>
              </a:rPr>
              <a:t>采用比较大的条带，以块为单位进行交叉存放和计算奇偶校验</a:t>
            </a:r>
            <a:endParaRPr sz="2400">
              <a:latin typeface="黑体"/>
              <a:cs typeface="黑体"/>
            </a:endParaRPr>
          </a:p>
          <a:p>
            <a:pPr algn="just" lvl="1" marL="1097915" marR="6985" indent="-456565">
              <a:lnSpc>
                <a:spcPct val="120000"/>
              </a:lnSpc>
              <a:spcBef>
                <a:spcPts val="560"/>
              </a:spcBef>
              <a:buClr>
                <a:srgbClr val="40458B"/>
              </a:buClr>
              <a:buSzPct val="88636"/>
              <a:buFont typeface="Wingdings"/>
              <a:buChar char=""/>
              <a:tabLst>
                <a:tab pos="1099185" algn="l"/>
              </a:tabLst>
            </a:pPr>
            <a:r>
              <a:rPr dirty="0" sz="2200" spc="-30">
                <a:solidFill>
                  <a:srgbClr val="D50092"/>
                </a:solidFill>
                <a:latin typeface="黑体"/>
                <a:cs typeface="黑体"/>
              </a:rPr>
              <a:t>奇偶校验：</a:t>
            </a: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每个校验块是同一行（</a:t>
            </a:r>
            <a:r>
              <a:rPr dirty="0" sz="2200" spc="-20">
                <a:solidFill>
                  <a:srgbClr val="40458B"/>
                </a:solidFill>
                <a:latin typeface="黑体"/>
                <a:cs typeface="黑体"/>
              </a:rPr>
              <a:t>条带</a:t>
            </a: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）</a:t>
            </a: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中所有数据块的异或</a:t>
            </a: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sz="2200" spc="-20">
                <a:solidFill>
                  <a:srgbClr val="40458B"/>
                </a:solidFill>
                <a:latin typeface="黑体"/>
                <a:cs typeface="黑体"/>
              </a:rPr>
              <a:t>运算</a:t>
            </a:r>
            <a:r>
              <a:rPr dirty="0" sz="2200" spc="-60">
                <a:solidFill>
                  <a:srgbClr val="40458B"/>
                </a:solidFill>
                <a:latin typeface="黑体"/>
                <a:cs typeface="黑体"/>
              </a:rPr>
              <a:t>（</a:t>
            </a:r>
            <a:r>
              <a:rPr dirty="0" sz="2200" spc="-60">
                <a:solidFill>
                  <a:srgbClr val="40458B"/>
                </a:solidFill>
                <a:latin typeface="Tahoma"/>
                <a:cs typeface="Tahoma"/>
              </a:rPr>
              <a:t>XOR</a:t>
            </a:r>
            <a:r>
              <a:rPr dirty="0" sz="2200" spc="-60">
                <a:solidFill>
                  <a:srgbClr val="40458B"/>
                </a:solidFill>
                <a:latin typeface="黑体"/>
                <a:cs typeface="黑体"/>
              </a:rPr>
              <a:t>）</a:t>
            </a:r>
            <a:r>
              <a:rPr dirty="0" sz="2200" spc="-45">
                <a:solidFill>
                  <a:srgbClr val="40458B"/>
                </a:solidFill>
                <a:latin typeface="黑体"/>
                <a:cs typeface="黑体"/>
              </a:rPr>
              <a:t> 结果。当任意一块硬盘失效时，可以利用其余数</a:t>
            </a:r>
            <a:r>
              <a:rPr dirty="0" sz="2200" spc="-45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据块和校验块计算出丢失的数据，从而实现单磁盘容错。</a:t>
            </a:r>
            <a:endParaRPr sz="2200">
              <a:latin typeface="黑体"/>
              <a:cs typeface="黑体"/>
            </a:endParaRPr>
          </a:p>
          <a:p>
            <a:pPr algn="just" lvl="1" marL="1098550" indent="-456565">
              <a:lnSpc>
                <a:spcPct val="100000"/>
              </a:lnSpc>
              <a:spcBef>
                <a:spcPts val="1055"/>
              </a:spcBef>
              <a:buClr>
                <a:srgbClr val="40458B"/>
              </a:buClr>
              <a:buSzPct val="88636"/>
              <a:buFont typeface="Wingdings"/>
              <a:buChar char=""/>
              <a:tabLst>
                <a:tab pos="1098550" algn="l"/>
              </a:tabLst>
            </a:pPr>
            <a:r>
              <a:rPr dirty="0" sz="2200" spc="-30">
                <a:solidFill>
                  <a:srgbClr val="D50092"/>
                </a:solidFill>
                <a:latin typeface="黑体"/>
                <a:cs typeface="黑体"/>
              </a:rPr>
              <a:t>实现目标：</a:t>
            </a: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能同时处理多个小规模访问请求</a:t>
            </a:r>
            <a:endParaRPr sz="2200">
              <a:latin typeface="黑体"/>
              <a:cs typeface="黑体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633209" y="162890"/>
            <a:ext cx="1843405" cy="42290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00">
                <a:solidFill>
                  <a:srgbClr val="0000CC"/>
                </a:solidFill>
                <a:latin typeface="黑体"/>
                <a:cs typeface="黑体"/>
              </a:rPr>
              <a:t>8.3.5</a:t>
            </a:r>
            <a:r>
              <a:rPr dirty="0" sz="2600" spc="-25">
                <a:solidFill>
                  <a:srgbClr val="0000CC"/>
                </a:solidFill>
                <a:latin typeface="黑体"/>
                <a:cs typeface="黑体"/>
              </a:rPr>
              <a:t> </a:t>
            </a:r>
            <a:r>
              <a:rPr dirty="0" sz="2600" spc="-10">
                <a:solidFill>
                  <a:srgbClr val="0000CC"/>
                </a:solidFill>
                <a:latin typeface="黑体"/>
                <a:cs typeface="黑体"/>
              </a:rPr>
              <a:t>RAID</a:t>
            </a:r>
            <a:r>
              <a:rPr dirty="0" sz="2600" spc="-10">
                <a:solidFill>
                  <a:srgbClr val="FF0000"/>
                </a:solidFill>
                <a:latin typeface="黑体"/>
                <a:cs typeface="黑体"/>
              </a:rPr>
              <a:t>4</a:t>
            </a:r>
            <a:endParaRPr sz="2600">
              <a:latin typeface="黑体"/>
              <a:cs typeface="黑体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1816349" y="4217522"/>
            <a:ext cx="6014085" cy="1577975"/>
            <a:chOff x="1816349" y="4217522"/>
            <a:chExt cx="6014085" cy="1577975"/>
          </a:xfrm>
        </p:grpSpPr>
        <p:sp>
          <p:nvSpPr>
            <p:cNvPr id="13" name="object 13" descr=""/>
            <p:cNvSpPr/>
            <p:nvPr/>
          </p:nvSpPr>
          <p:spPr>
            <a:xfrm>
              <a:off x="1825556" y="4226730"/>
              <a:ext cx="5586730" cy="1270"/>
            </a:xfrm>
            <a:custGeom>
              <a:avLst/>
              <a:gdLst/>
              <a:ahLst/>
              <a:cxnLst/>
              <a:rect l="l" t="t" r="r" b="b"/>
              <a:pathLst>
                <a:path w="5586730" h="1270">
                  <a:moveTo>
                    <a:pt x="5041730" y="0"/>
                  </a:moveTo>
                  <a:lnTo>
                    <a:pt x="5586694" y="1240"/>
                  </a:lnTo>
                </a:path>
                <a:path w="5586730" h="1270">
                  <a:moveTo>
                    <a:pt x="0" y="1240"/>
                  </a:moveTo>
                  <a:lnTo>
                    <a:pt x="3951801" y="1240"/>
                  </a:lnTo>
                </a:path>
              </a:pathLst>
            </a:custGeom>
            <a:ln w="199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7012552" y="5371608"/>
              <a:ext cx="775970" cy="417195"/>
            </a:xfrm>
            <a:custGeom>
              <a:avLst/>
              <a:gdLst/>
              <a:ahLst/>
              <a:cxnLst/>
              <a:rect l="l" t="t" r="r" b="b"/>
              <a:pathLst>
                <a:path w="775970" h="417195">
                  <a:moveTo>
                    <a:pt x="0" y="339872"/>
                  </a:moveTo>
                  <a:lnTo>
                    <a:pt x="28318" y="303400"/>
                  </a:lnTo>
                  <a:lnTo>
                    <a:pt x="71119" y="289241"/>
                  </a:lnTo>
                  <a:lnTo>
                    <a:pt x="123000" y="279369"/>
                  </a:lnTo>
                  <a:lnTo>
                    <a:pt x="193039" y="268648"/>
                  </a:lnTo>
                  <a:lnTo>
                    <a:pt x="265672" y="261346"/>
                  </a:lnTo>
                  <a:lnTo>
                    <a:pt x="343710" y="257908"/>
                  </a:lnTo>
                  <a:lnTo>
                    <a:pt x="426719" y="257908"/>
                  </a:lnTo>
                  <a:lnTo>
                    <a:pt x="503243" y="261346"/>
                  </a:lnTo>
                  <a:lnTo>
                    <a:pt x="581064" y="268648"/>
                  </a:lnTo>
                  <a:lnTo>
                    <a:pt x="645915" y="279369"/>
                  </a:lnTo>
                  <a:lnTo>
                    <a:pt x="698228" y="289241"/>
                  </a:lnTo>
                  <a:lnTo>
                    <a:pt x="740598" y="303400"/>
                  </a:lnTo>
                  <a:lnTo>
                    <a:pt x="775617" y="339872"/>
                  </a:lnTo>
                  <a:lnTo>
                    <a:pt x="766754" y="353607"/>
                  </a:lnTo>
                  <a:lnTo>
                    <a:pt x="698228" y="385790"/>
                  </a:lnTo>
                  <a:lnTo>
                    <a:pt x="645915" y="395661"/>
                  </a:lnTo>
                  <a:lnTo>
                    <a:pt x="581064" y="406401"/>
                  </a:lnTo>
                  <a:lnTo>
                    <a:pt x="503243" y="414110"/>
                  </a:lnTo>
                  <a:lnTo>
                    <a:pt x="426719" y="417123"/>
                  </a:lnTo>
                  <a:lnTo>
                    <a:pt x="343710" y="417123"/>
                  </a:lnTo>
                  <a:lnTo>
                    <a:pt x="265672" y="414110"/>
                  </a:lnTo>
                  <a:lnTo>
                    <a:pt x="193039" y="406401"/>
                  </a:lnTo>
                  <a:lnTo>
                    <a:pt x="123000" y="395661"/>
                  </a:lnTo>
                  <a:lnTo>
                    <a:pt x="71119" y="385790"/>
                  </a:lnTo>
                  <a:lnTo>
                    <a:pt x="28318" y="372056"/>
                  </a:lnTo>
                  <a:lnTo>
                    <a:pt x="0" y="339872"/>
                  </a:lnTo>
                  <a:close/>
                </a:path>
                <a:path w="775970" h="417195">
                  <a:moveTo>
                    <a:pt x="0" y="81964"/>
                  </a:moveTo>
                  <a:lnTo>
                    <a:pt x="28318" y="45067"/>
                  </a:lnTo>
                  <a:lnTo>
                    <a:pt x="71119" y="31332"/>
                  </a:lnTo>
                  <a:lnTo>
                    <a:pt x="123000" y="21461"/>
                  </a:lnTo>
                  <a:lnTo>
                    <a:pt x="193039" y="10739"/>
                  </a:lnTo>
                  <a:lnTo>
                    <a:pt x="265672" y="3438"/>
                  </a:lnTo>
                  <a:lnTo>
                    <a:pt x="343710" y="0"/>
                  </a:lnTo>
                  <a:lnTo>
                    <a:pt x="426719" y="0"/>
                  </a:lnTo>
                  <a:lnTo>
                    <a:pt x="503243" y="3438"/>
                  </a:lnTo>
                  <a:lnTo>
                    <a:pt x="581064" y="10739"/>
                  </a:lnTo>
                  <a:lnTo>
                    <a:pt x="645915" y="21461"/>
                  </a:lnTo>
                  <a:lnTo>
                    <a:pt x="698228" y="31332"/>
                  </a:lnTo>
                  <a:lnTo>
                    <a:pt x="740598" y="45067"/>
                  </a:lnTo>
                  <a:lnTo>
                    <a:pt x="775617" y="81964"/>
                  </a:lnTo>
                  <a:lnTo>
                    <a:pt x="766754" y="95698"/>
                  </a:lnTo>
                  <a:lnTo>
                    <a:pt x="698228" y="127882"/>
                  </a:lnTo>
                  <a:lnTo>
                    <a:pt x="645915" y="137753"/>
                  </a:lnTo>
                  <a:lnTo>
                    <a:pt x="581064" y="148475"/>
                  </a:lnTo>
                  <a:lnTo>
                    <a:pt x="503243" y="155776"/>
                  </a:lnTo>
                  <a:lnTo>
                    <a:pt x="426719" y="159214"/>
                  </a:lnTo>
                  <a:lnTo>
                    <a:pt x="343710" y="159214"/>
                  </a:lnTo>
                  <a:lnTo>
                    <a:pt x="265672" y="155776"/>
                  </a:lnTo>
                  <a:lnTo>
                    <a:pt x="193039" y="148475"/>
                  </a:lnTo>
                  <a:lnTo>
                    <a:pt x="123000" y="137753"/>
                  </a:lnTo>
                  <a:lnTo>
                    <a:pt x="71119" y="127882"/>
                  </a:lnTo>
                  <a:lnTo>
                    <a:pt x="28318" y="114147"/>
                  </a:lnTo>
                  <a:lnTo>
                    <a:pt x="0" y="81964"/>
                  </a:lnTo>
                  <a:close/>
                </a:path>
              </a:pathLst>
            </a:custGeom>
            <a:ln w="142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6967157" y="5595183"/>
              <a:ext cx="862965" cy="118745"/>
            </a:xfrm>
            <a:custGeom>
              <a:avLst/>
              <a:gdLst/>
              <a:ahLst/>
              <a:cxnLst/>
              <a:rect l="l" t="t" r="r" b="b"/>
              <a:pathLst>
                <a:path w="862965" h="118745">
                  <a:moveTo>
                    <a:pt x="862928" y="0"/>
                  </a:moveTo>
                  <a:lnTo>
                    <a:pt x="0" y="0"/>
                  </a:lnTo>
                  <a:lnTo>
                    <a:pt x="0" y="118441"/>
                  </a:lnTo>
                  <a:lnTo>
                    <a:pt x="862928" y="118441"/>
                  </a:lnTo>
                  <a:lnTo>
                    <a:pt x="8629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7012552" y="5441556"/>
              <a:ext cx="779780" cy="277495"/>
            </a:xfrm>
            <a:custGeom>
              <a:avLst/>
              <a:gdLst/>
              <a:ahLst/>
              <a:cxnLst/>
              <a:rect l="l" t="t" r="r" b="b"/>
              <a:pathLst>
                <a:path w="779779" h="277495">
                  <a:moveTo>
                    <a:pt x="0" y="0"/>
                  </a:moveTo>
                  <a:lnTo>
                    <a:pt x="0" y="277225"/>
                  </a:lnTo>
                </a:path>
                <a:path w="779779" h="277495">
                  <a:moveTo>
                    <a:pt x="779724" y="0"/>
                  </a:moveTo>
                  <a:lnTo>
                    <a:pt x="779724" y="277225"/>
                  </a:lnTo>
                </a:path>
              </a:pathLst>
            </a:custGeom>
            <a:ln w="142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7012552" y="5331698"/>
              <a:ext cx="775970" cy="159385"/>
            </a:xfrm>
            <a:custGeom>
              <a:avLst/>
              <a:gdLst/>
              <a:ahLst/>
              <a:cxnLst/>
              <a:rect l="l" t="t" r="r" b="b"/>
              <a:pathLst>
                <a:path w="775970" h="159385">
                  <a:moveTo>
                    <a:pt x="426719" y="0"/>
                  </a:moveTo>
                  <a:lnTo>
                    <a:pt x="343710" y="0"/>
                  </a:lnTo>
                  <a:lnTo>
                    <a:pt x="265672" y="3438"/>
                  </a:lnTo>
                  <a:lnTo>
                    <a:pt x="193039" y="10739"/>
                  </a:lnTo>
                  <a:lnTo>
                    <a:pt x="123000" y="21886"/>
                  </a:lnTo>
                  <a:lnTo>
                    <a:pt x="71119" y="31332"/>
                  </a:lnTo>
                  <a:lnTo>
                    <a:pt x="28318" y="46343"/>
                  </a:lnTo>
                  <a:lnTo>
                    <a:pt x="0" y="81964"/>
                  </a:lnTo>
                  <a:lnTo>
                    <a:pt x="7782" y="95698"/>
                  </a:lnTo>
                  <a:lnTo>
                    <a:pt x="71119" y="128307"/>
                  </a:lnTo>
                  <a:lnTo>
                    <a:pt x="123000" y="137753"/>
                  </a:lnTo>
                  <a:lnTo>
                    <a:pt x="193039" y="148492"/>
                  </a:lnTo>
                  <a:lnTo>
                    <a:pt x="265672" y="156201"/>
                  </a:lnTo>
                  <a:lnTo>
                    <a:pt x="343710" y="159214"/>
                  </a:lnTo>
                  <a:lnTo>
                    <a:pt x="426719" y="159214"/>
                  </a:lnTo>
                  <a:lnTo>
                    <a:pt x="503243" y="156201"/>
                  </a:lnTo>
                  <a:lnTo>
                    <a:pt x="581064" y="148492"/>
                  </a:lnTo>
                  <a:lnTo>
                    <a:pt x="645915" y="137753"/>
                  </a:lnTo>
                  <a:lnTo>
                    <a:pt x="698228" y="128307"/>
                  </a:lnTo>
                  <a:lnTo>
                    <a:pt x="740598" y="114147"/>
                  </a:lnTo>
                  <a:lnTo>
                    <a:pt x="775617" y="81964"/>
                  </a:lnTo>
                  <a:lnTo>
                    <a:pt x="766754" y="63515"/>
                  </a:lnTo>
                  <a:lnTo>
                    <a:pt x="698228" y="31332"/>
                  </a:lnTo>
                  <a:lnTo>
                    <a:pt x="645915" y="21886"/>
                  </a:lnTo>
                  <a:lnTo>
                    <a:pt x="581064" y="10739"/>
                  </a:lnTo>
                  <a:lnTo>
                    <a:pt x="503243" y="3438"/>
                  </a:lnTo>
                  <a:lnTo>
                    <a:pt x="4267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7012552" y="5073789"/>
              <a:ext cx="775970" cy="417195"/>
            </a:xfrm>
            <a:custGeom>
              <a:avLst/>
              <a:gdLst/>
              <a:ahLst/>
              <a:cxnLst/>
              <a:rect l="l" t="t" r="r" b="b"/>
              <a:pathLst>
                <a:path w="775970" h="417195">
                  <a:moveTo>
                    <a:pt x="0" y="339872"/>
                  </a:moveTo>
                  <a:lnTo>
                    <a:pt x="28318" y="304251"/>
                  </a:lnTo>
                  <a:lnTo>
                    <a:pt x="71119" y="289241"/>
                  </a:lnTo>
                  <a:lnTo>
                    <a:pt x="123000" y="279795"/>
                  </a:lnTo>
                  <a:lnTo>
                    <a:pt x="193039" y="268648"/>
                  </a:lnTo>
                  <a:lnTo>
                    <a:pt x="265672" y="261346"/>
                  </a:lnTo>
                  <a:lnTo>
                    <a:pt x="343710" y="257908"/>
                  </a:lnTo>
                  <a:lnTo>
                    <a:pt x="426719" y="257908"/>
                  </a:lnTo>
                  <a:lnTo>
                    <a:pt x="503243" y="261346"/>
                  </a:lnTo>
                  <a:lnTo>
                    <a:pt x="581064" y="268648"/>
                  </a:lnTo>
                  <a:lnTo>
                    <a:pt x="645915" y="279795"/>
                  </a:lnTo>
                  <a:lnTo>
                    <a:pt x="698228" y="289241"/>
                  </a:lnTo>
                  <a:lnTo>
                    <a:pt x="740598" y="304251"/>
                  </a:lnTo>
                  <a:lnTo>
                    <a:pt x="775617" y="339872"/>
                  </a:lnTo>
                  <a:lnTo>
                    <a:pt x="766754" y="353607"/>
                  </a:lnTo>
                  <a:lnTo>
                    <a:pt x="698228" y="386215"/>
                  </a:lnTo>
                  <a:lnTo>
                    <a:pt x="645915" y="395661"/>
                  </a:lnTo>
                  <a:lnTo>
                    <a:pt x="581064" y="406401"/>
                  </a:lnTo>
                  <a:lnTo>
                    <a:pt x="503243" y="414110"/>
                  </a:lnTo>
                  <a:lnTo>
                    <a:pt x="426719" y="417123"/>
                  </a:lnTo>
                  <a:lnTo>
                    <a:pt x="343710" y="417123"/>
                  </a:lnTo>
                  <a:lnTo>
                    <a:pt x="265672" y="414110"/>
                  </a:lnTo>
                  <a:lnTo>
                    <a:pt x="193039" y="406401"/>
                  </a:lnTo>
                  <a:lnTo>
                    <a:pt x="123000" y="395661"/>
                  </a:lnTo>
                  <a:lnTo>
                    <a:pt x="71119" y="386215"/>
                  </a:lnTo>
                  <a:lnTo>
                    <a:pt x="28318" y="372056"/>
                  </a:lnTo>
                  <a:lnTo>
                    <a:pt x="0" y="339872"/>
                  </a:lnTo>
                  <a:close/>
                </a:path>
                <a:path w="775970" h="417195">
                  <a:moveTo>
                    <a:pt x="0" y="81964"/>
                  </a:moveTo>
                  <a:lnTo>
                    <a:pt x="28318" y="46343"/>
                  </a:lnTo>
                  <a:lnTo>
                    <a:pt x="71119" y="31332"/>
                  </a:lnTo>
                  <a:lnTo>
                    <a:pt x="123000" y="21461"/>
                  </a:lnTo>
                  <a:lnTo>
                    <a:pt x="193039" y="10739"/>
                  </a:lnTo>
                  <a:lnTo>
                    <a:pt x="265672" y="3438"/>
                  </a:lnTo>
                  <a:lnTo>
                    <a:pt x="343710" y="0"/>
                  </a:lnTo>
                  <a:lnTo>
                    <a:pt x="426719" y="0"/>
                  </a:lnTo>
                  <a:lnTo>
                    <a:pt x="503243" y="3438"/>
                  </a:lnTo>
                  <a:lnTo>
                    <a:pt x="581064" y="10739"/>
                  </a:lnTo>
                  <a:lnTo>
                    <a:pt x="645915" y="21461"/>
                  </a:lnTo>
                  <a:lnTo>
                    <a:pt x="698228" y="31332"/>
                  </a:lnTo>
                  <a:lnTo>
                    <a:pt x="740598" y="46343"/>
                  </a:lnTo>
                  <a:lnTo>
                    <a:pt x="775617" y="81964"/>
                  </a:lnTo>
                  <a:lnTo>
                    <a:pt x="766754" y="95698"/>
                  </a:lnTo>
                  <a:lnTo>
                    <a:pt x="698228" y="127882"/>
                  </a:lnTo>
                  <a:lnTo>
                    <a:pt x="645915" y="137753"/>
                  </a:lnTo>
                  <a:lnTo>
                    <a:pt x="581064" y="148475"/>
                  </a:lnTo>
                  <a:lnTo>
                    <a:pt x="503243" y="155776"/>
                  </a:lnTo>
                  <a:lnTo>
                    <a:pt x="426719" y="159214"/>
                  </a:lnTo>
                  <a:lnTo>
                    <a:pt x="343710" y="159214"/>
                  </a:lnTo>
                  <a:lnTo>
                    <a:pt x="265672" y="155776"/>
                  </a:lnTo>
                  <a:lnTo>
                    <a:pt x="193039" y="148475"/>
                  </a:lnTo>
                  <a:lnTo>
                    <a:pt x="123000" y="137753"/>
                  </a:lnTo>
                  <a:lnTo>
                    <a:pt x="71119" y="127882"/>
                  </a:lnTo>
                  <a:lnTo>
                    <a:pt x="28318" y="114147"/>
                  </a:lnTo>
                  <a:lnTo>
                    <a:pt x="0" y="81964"/>
                  </a:lnTo>
                  <a:close/>
                </a:path>
              </a:pathLst>
            </a:custGeom>
            <a:ln w="142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6967157" y="5298662"/>
              <a:ext cx="862965" cy="118110"/>
            </a:xfrm>
            <a:custGeom>
              <a:avLst/>
              <a:gdLst/>
              <a:ahLst/>
              <a:cxnLst/>
              <a:rect l="l" t="t" r="r" b="b"/>
              <a:pathLst>
                <a:path w="862965" h="118110">
                  <a:moveTo>
                    <a:pt x="862928" y="0"/>
                  </a:moveTo>
                  <a:lnTo>
                    <a:pt x="0" y="0"/>
                  </a:lnTo>
                  <a:lnTo>
                    <a:pt x="0" y="118012"/>
                  </a:lnTo>
                  <a:lnTo>
                    <a:pt x="862928" y="118012"/>
                  </a:lnTo>
                  <a:lnTo>
                    <a:pt x="8629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7012552" y="5143738"/>
              <a:ext cx="779780" cy="277495"/>
            </a:xfrm>
            <a:custGeom>
              <a:avLst/>
              <a:gdLst/>
              <a:ahLst/>
              <a:cxnLst/>
              <a:rect l="l" t="t" r="r" b="b"/>
              <a:pathLst>
                <a:path w="779779" h="277495">
                  <a:moveTo>
                    <a:pt x="0" y="0"/>
                  </a:moveTo>
                  <a:lnTo>
                    <a:pt x="0" y="277225"/>
                  </a:lnTo>
                </a:path>
                <a:path w="779779" h="277495">
                  <a:moveTo>
                    <a:pt x="779724" y="0"/>
                  </a:moveTo>
                  <a:lnTo>
                    <a:pt x="779724" y="277225"/>
                  </a:lnTo>
                </a:path>
              </a:pathLst>
            </a:custGeom>
            <a:ln w="142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7012552" y="5030884"/>
              <a:ext cx="775970" cy="159385"/>
            </a:xfrm>
            <a:custGeom>
              <a:avLst/>
              <a:gdLst/>
              <a:ahLst/>
              <a:cxnLst/>
              <a:rect l="l" t="t" r="r" b="b"/>
              <a:pathLst>
                <a:path w="775970" h="159385">
                  <a:moveTo>
                    <a:pt x="426719" y="0"/>
                  </a:moveTo>
                  <a:lnTo>
                    <a:pt x="343710" y="0"/>
                  </a:lnTo>
                  <a:lnTo>
                    <a:pt x="265672" y="2995"/>
                  </a:lnTo>
                  <a:lnTo>
                    <a:pt x="193039" y="10721"/>
                  </a:lnTo>
                  <a:lnTo>
                    <a:pt x="123000" y="21443"/>
                  </a:lnTo>
                  <a:lnTo>
                    <a:pt x="71119" y="31314"/>
                  </a:lnTo>
                  <a:lnTo>
                    <a:pt x="28318" y="46343"/>
                  </a:lnTo>
                  <a:lnTo>
                    <a:pt x="0" y="81539"/>
                  </a:lnTo>
                  <a:lnTo>
                    <a:pt x="7782" y="95698"/>
                  </a:lnTo>
                  <a:lnTo>
                    <a:pt x="71119" y="127882"/>
                  </a:lnTo>
                  <a:lnTo>
                    <a:pt x="123000" y="137753"/>
                  </a:lnTo>
                  <a:lnTo>
                    <a:pt x="193039" y="148475"/>
                  </a:lnTo>
                  <a:lnTo>
                    <a:pt x="265672" y="155776"/>
                  </a:lnTo>
                  <a:lnTo>
                    <a:pt x="343710" y="159196"/>
                  </a:lnTo>
                  <a:lnTo>
                    <a:pt x="426719" y="159196"/>
                  </a:lnTo>
                  <a:lnTo>
                    <a:pt x="503243" y="155776"/>
                  </a:lnTo>
                  <a:lnTo>
                    <a:pt x="581064" y="148475"/>
                  </a:lnTo>
                  <a:lnTo>
                    <a:pt x="645915" y="137753"/>
                  </a:lnTo>
                  <a:lnTo>
                    <a:pt x="698228" y="127882"/>
                  </a:lnTo>
                  <a:lnTo>
                    <a:pt x="740598" y="114147"/>
                  </a:lnTo>
                  <a:lnTo>
                    <a:pt x="775617" y="81539"/>
                  </a:lnTo>
                  <a:lnTo>
                    <a:pt x="766754" y="63497"/>
                  </a:lnTo>
                  <a:lnTo>
                    <a:pt x="698228" y="31314"/>
                  </a:lnTo>
                  <a:lnTo>
                    <a:pt x="645915" y="21443"/>
                  </a:lnTo>
                  <a:lnTo>
                    <a:pt x="581064" y="10721"/>
                  </a:lnTo>
                  <a:lnTo>
                    <a:pt x="503243" y="2995"/>
                  </a:lnTo>
                  <a:lnTo>
                    <a:pt x="4267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7012552" y="4772976"/>
              <a:ext cx="775970" cy="417195"/>
            </a:xfrm>
            <a:custGeom>
              <a:avLst/>
              <a:gdLst/>
              <a:ahLst/>
              <a:cxnLst/>
              <a:rect l="l" t="t" r="r" b="b"/>
              <a:pathLst>
                <a:path w="775970" h="417195">
                  <a:moveTo>
                    <a:pt x="0" y="339447"/>
                  </a:moveTo>
                  <a:lnTo>
                    <a:pt x="28318" y="304251"/>
                  </a:lnTo>
                  <a:lnTo>
                    <a:pt x="71119" y="289223"/>
                  </a:lnTo>
                  <a:lnTo>
                    <a:pt x="123000" y="279352"/>
                  </a:lnTo>
                  <a:lnTo>
                    <a:pt x="193039" y="268630"/>
                  </a:lnTo>
                  <a:lnTo>
                    <a:pt x="265672" y="260903"/>
                  </a:lnTo>
                  <a:lnTo>
                    <a:pt x="343710" y="257908"/>
                  </a:lnTo>
                  <a:lnTo>
                    <a:pt x="426719" y="257908"/>
                  </a:lnTo>
                  <a:lnTo>
                    <a:pt x="503243" y="260903"/>
                  </a:lnTo>
                  <a:lnTo>
                    <a:pt x="581064" y="268630"/>
                  </a:lnTo>
                  <a:lnTo>
                    <a:pt x="645915" y="279352"/>
                  </a:lnTo>
                  <a:lnTo>
                    <a:pt x="698228" y="289223"/>
                  </a:lnTo>
                  <a:lnTo>
                    <a:pt x="740598" y="304251"/>
                  </a:lnTo>
                  <a:lnTo>
                    <a:pt x="775617" y="339447"/>
                  </a:lnTo>
                  <a:lnTo>
                    <a:pt x="766754" y="353607"/>
                  </a:lnTo>
                  <a:lnTo>
                    <a:pt x="698228" y="385790"/>
                  </a:lnTo>
                  <a:lnTo>
                    <a:pt x="645915" y="395661"/>
                  </a:lnTo>
                  <a:lnTo>
                    <a:pt x="581064" y="406383"/>
                  </a:lnTo>
                  <a:lnTo>
                    <a:pt x="503243" y="413685"/>
                  </a:lnTo>
                  <a:lnTo>
                    <a:pt x="426719" y="417105"/>
                  </a:lnTo>
                  <a:lnTo>
                    <a:pt x="343710" y="417105"/>
                  </a:lnTo>
                  <a:lnTo>
                    <a:pt x="265672" y="413685"/>
                  </a:lnTo>
                  <a:lnTo>
                    <a:pt x="193039" y="406383"/>
                  </a:lnTo>
                  <a:lnTo>
                    <a:pt x="123000" y="395661"/>
                  </a:lnTo>
                  <a:lnTo>
                    <a:pt x="71119" y="385790"/>
                  </a:lnTo>
                  <a:lnTo>
                    <a:pt x="28318" y="372056"/>
                  </a:lnTo>
                  <a:lnTo>
                    <a:pt x="0" y="339447"/>
                  </a:lnTo>
                  <a:close/>
                </a:path>
                <a:path w="775970" h="417195">
                  <a:moveTo>
                    <a:pt x="0" y="81521"/>
                  </a:moveTo>
                  <a:lnTo>
                    <a:pt x="28318" y="45917"/>
                  </a:lnTo>
                  <a:lnTo>
                    <a:pt x="71119" y="30889"/>
                  </a:lnTo>
                  <a:lnTo>
                    <a:pt x="123000" y="21443"/>
                  </a:lnTo>
                  <a:lnTo>
                    <a:pt x="193039" y="10721"/>
                  </a:lnTo>
                  <a:lnTo>
                    <a:pt x="265672" y="2995"/>
                  </a:lnTo>
                  <a:lnTo>
                    <a:pt x="343710" y="0"/>
                  </a:lnTo>
                  <a:lnTo>
                    <a:pt x="426719" y="0"/>
                  </a:lnTo>
                  <a:lnTo>
                    <a:pt x="503243" y="2995"/>
                  </a:lnTo>
                  <a:lnTo>
                    <a:pt x="581064" y="10721"/>
                  </a:lnTo>
                  <a:lnTo>
                    <a:pt x="645915" y="21443"/>
                  </a:lnTo>
                  <a:lnTo>
                    <a:pt x="698228" y="30889"/>
                  </a:lnTo>
                  <a:lnTo>
                    <a:pt x="740598" y="45917"/>
                  </a:lnTo>
                  <a:lnTo>
                    <a:pt x="775617" y="81521"/>
                  </a:lnTo>
                  <a:lnTo>
                    <a:pt x="766754" y="95698"/>
                  </a:lnTo>
                  <a:lnTo>
                    <a:pt x="698228" y="127882"/>
                  </a:lnTo>
                  <a:lnTo>
                    <a:pt x="645915" y="137310"/>
                  </a:lnTo>
                  <a:lnTo>
                    <a:pt x="581064" y="148049"/>
                  </a:lnTo>
                  <a:lnTo>
                    <a:pt x="503243" y="155776"/>
                  </a:lnTo>
                  <a:lnTo>
                    <a:pt x="426719" y="158771"/>
                  </a:lnTo>
                  <a:lnTo>
                    <a:pt x="343710" y="158771"/>
                  </a:lnTo>
                  <a:lnTo>
                    <a:pt x="265672" y="155776"/>
                  </a:lnTo>
                  <a:lnTo>
                    <a:pt x="193039" y="148049"/>
                  </a:lnTo>
                  <a:lnTo>
                    <a:pt x="123000" y="137310"/>
                  </a:lnTo>
                  <a:lnTo>
                    <a:pt x="71119" y="127882"/>
                  </a:lnTo>
                  <a:lnTo>
                    <a:pt x="28318" y="113722"/>
                  </a:lnTo>
                  <a:lnTo>
                    <a:pt x="0" y="81521"/>
                  </a:lnTo>
                  <a:close/>
                </a:path>
              </a:pathLst>
            </a:custGeom>
            <a:ln w="142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6967157" y="4997402"/>
              <a:ext cx="862965" cy="118745"/>
            </a:xfrm>
            <a:custGeom>
              <a:avLst/>
              <a:gdLst/>
              <a:ahLst/>
              <a:cxnLst/>
              <a:rect l="l" t="t" r="r" b="b"/>
              <a:pathLst>
                <a:path w="862965" h="118745">
                  <a:moveTo>
                    <a:pt x="862928" y="0"/>
                  </a:moveTo>
                  <a:lnTo>
                    <a:pt x="0" y="0"/>
                  </a:lnTo>
                  <a:lnTo>
                    <a:pt x="0" y="118441"/>
                  </a:lnTo>
                  <a:lnTo>
                    <a:pt x="862928" y="118441"/>
                  </a:lnTo>
                  <a:lnTo>
                    <a:pt x="8629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7012552" y="4842924"/>
              <a:ext cx="779780" cy="277495"/>
            </a:xfrm>
            <a:custGeom>
              <a:avLst/>
              <a:gdLst/>
              <a:ahLst/>
              <a:cxnLst/>
              <a:rect l="l" t="t" r="r" b="b"/>
              <a:pathLst>
                <a:path w="779779" h="277495">
                  <a:moveTo>
                    <a:pt x="0" y="0"/>
                  </a:moveTo>
                  <a:lnTo>
                    <a:pt x="0" y="277207"/>
                  </a:lnTo>
                </a:path>
                <a:path w="779779" h="277495">
                  <a:moveTo>
                    <a:pt x="779724" y="0"/>
                  </a:moveTo>
                  <a:lnTo>
                    <a:pt x="779724" y="277207"/>
                  </a:lnTo>
                </a:path>
              </a:pathLst>
            </a:custGeom>
            <a:ln w="142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7012552" y="4733066"/>
              <a:ext cx="775970" cy="160655"/>
            </a:xfrm>
            <a:custGeom>
              <a:avLst/>
              <a:gdLst/>
              <a:ahLst/>
              <a:cxnLst/>
              <a:rect l="l" t="t" r="r" b="b"/>
              <a:pathLst>
                <a:path w="775970" h="160654">
                  <a:moveTo>
                    <a:pt x="426719" y="0"/>
                  </a:moveTo>
                  <a:lnTo>
                    <a:pt x="343710" y="0"/>
                  </a:lnTo>
                  <a:lnTo>
                    <a:pt x="265672" y="4288"/>
                  </a:lnTo>
                  <a:lnTo>
                    <a:pt x="193039" y="10721"/>
                  </a:lnTo>
                  <a:lnTo>
                    <a:pt x="123000" y="21443"/>
                  </a:lnTo>
                  <a:lnTo>
                    <a:pt x="71119" y="32183"/>
                  </a:lnTo>
                  <a:lnTo>
                    <a:pt x="28318" y="46343"/>
                  </a:lnTo>
                  <a:lnTo>
                    <a:pt x="0" y="81521"/>
                  </a:lnTo>
                  <a:lnTo>
                    <a:pt x="7782" y="96974"/>
                  </a:lnTo>
                  <a:lnTo>
                    <a:pt x="71119" y="129158"/>
                  </a:lnTo>
                  <a:lnTo>
                    <a:pt x="123000" y="138603"/>
                  </a:lnTo>
                  <a:lnTo>
                    <a:pt x="193039" y="149325"/>
                  </a:lnTo>
                  <a:lnTo>
                    <a:pt x="265672" y="155776"/>
                  </a:lnTo>
                  <a:lnTo>
                    <a:pt x="343710" y="160065"/>
                  </a:lnTo>
                  <a:lnTo>
                    <a:pt x="426719" y="160065"/>
                  </a:lnTo>
                  <a:lnTo>
                    <a:pt x="503243" y="155776"/>
                  </a:lnTo>
                  <a:lnTo>
                    <a:pt x="581064" y="149325"/>
                  </a:lnTo>
                  <a:lnTo>
                    <a:pt x="645915" y="138603"/>
                  </a:lnTo>
                  <a:lnTo>
                    <a:pt x="698228" y="129158"/>
                  </a:lnTo>
                  <a:lnTo>
                    <a:pt x="740598" y="114147"/>
                  </a:lnTo>
                  <a:lnTo>
                    <a:pt x="775617" y="81521"/>
                  </a:lnTo>
                  <a:lnTo>
                    <a:pt x="766754" y="64366"/>
                  </a:lnTo>
                  <a:lnTo>
                    <a:pt x="698228" y="32183"/>
                  </a:lnTo>
                  <a:lnTo>
                    <a:pt x="645915" y="21443"/>
                  </a:lnTo>
                  <a:lnTo>
                    <a:pt x="581064" y="10721"/>
                  </a:lnTo>
                  <a:lnTo>
                    <a:pt x="503243" y="4288"/>
                  </a:lnTo>
                  <a:lnTo>
                    <a:pt x="4267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7012552" y="4475192"/>
              <a:ext cx="775970" cy="418465"/>
            </a:xfrm>
            <a:custGeom>
              <a:avLst/>
              <a:gdLst/>
              <a:ahLst/>
              <a:cxnLst/>
              <a:rect l="l" t="t" r="r" b="b"/>
              <a:pathLst>
                <a:path w="775970" h="418464">
                  <a:moveTo>
                    <a:pt x="0" y="339394"/>
                  </a:moveTo>
                  <a:lnTo>
                    <a:pt x="28318" y="304216"/>
                  </a:lnTo>
                  <a:lnTo>
                    <a:pt x="71119" y="290056"/>
                  </a:lnTo>
                  <a:lnTo>
                    <a:pt x="123000" y="279316"/>
                  </a:lnTo>
                  <a:lnTo>
                    <a:pt x="193039" y="268594"/>
                  </a:lnTo>
                  <a:lnTo>
                    <a:pt x="265672" y="262161"/>
                  </a:lnTo>
                  <a:lnTo>
                    <a:pt x="343710" y="257873"/>
                  </a:lnTo>
                  <a:lnTo>
                    <a:pt x="426719" y="257873"/>
                  </a:lnTo>
                  <a:lnTo>
                    <a:pt x="503243" y="262161"/>
                  </a:lnTo>
                  <a:lnTo>
                    <a:pt x="581064" y="268594"/>
                  </a:lnTo>
                  <a:lnTo>
                    <a:pt x="645915" y="279316"/>
                  </a:lnTo>
                  <a:lnTo>
                    <a:pt x="698228" y="290056"/>
                  </a:lnTo>
                  <a:lnTo>
                    <a:pt x="740598" y="304216"/>
                  </a:lnTo>
                  <a:lnTo>
                    <a:pt x="775617" y="339394"/>
                  </a:lnTo>
                  <a:lnTo>
                    <a:pt x="766754" y="354847"/>
                  </a:lnTo>
                  <a:lnTo>
                    <a:pt x="698228" y="387031"/>
                  </a:lnTo>
                  <a:lnTo>
                    <a:pt x="645915" y="396476"/>
                  </a:lnTo>
                  <a:lnTo>
                    <a:pt x="581064" y="407198"/>
                  </a:lnTo>
                  <a:lnTo>
                    <a:pt x="503243" y="413649"/>
                  </a:lnTo>
                  <a:lnTo>
                    <a:pt x="426719" y="417938"/>
                  </a:lnTo>
                  <a:lnTo>
                    <a:pt x="343710" y="417938"/>
                  </a:lnTo>
                  <a:lnTo>
                    <a:pt x="265672" y="413649"/>
                  </a:lnTo>
                  <a:lnTo>
                    <a:pt x="193039" y="407198"/>
                  </a:lnTo>
                  <a:lnTo>
                    <a:pt x="123000" y="396476"/>
                  </a:lnTo>
                  <a:lnTo>
                    <a:pt x="71119" y="387031"/>
                  </a:lnTo>
                  <a:lnTo>
                    <a:pt x="28318" y="372020"/>
                  </a:lnTo>
                  <a:lnTo>
                    <a:pt x="0" y="339394"/>
                  </a:lnTo>
                  <a:close/>
                </a:path>
                <a:path w="775970" h="418464">
                  <a:moveTo>
                    <a:pt x="0" y="81521"/>
                  </a:moveTo>
                  <a:lnTo>
                    <a:pt x="28318" y="46254"/>
                  </a:lnTo>
                  <a:lnTo>
                    <a:pt x="71119" y="32076"/>
                  </a:lnTo>
                  <a:lnTo>
                    <a:pt x="123000" y="21443"/>
                  </a:lnTo>
                  <a:lnTo>
                    <a:pt x="193039" y="10633"/>
                  </a:lnTo>
                  <a:lnTo>
                    <a:pt x="265672" y="4253"/>
                  </a:lnTo>
                  <a:lnTo>
                    <a:pt x="343710" y="0"/>
                  </a:lnTo>
                  <a:lnTo>
                    <a:pt x="426719" y="0"/>
                  </a:lnTo>
                  <a:lnTo>
                    <a:pt x="503243" y="4253"/>
                  </a:lnTo>
                  <a:lnTo>
                    <a:pt x="581064" y="10633"/>
                  </a:lnTo>
                  <a:lnTo>
                    <a:pt x="645915" y="21443"/>
                  </a:lnTo>
                  <a:lnTo>
                    <a:pt x="698228" y="32076"/>
                  </a:lnTo>
                  <a:lnTo>
                    <a:pt x="740598" y="46254"/>
                  </a:lnTo>
                  <a:lnTo>
                    <a:pt x="775617" y="81521"/>
                  </a:lnTo>
                  <a:lnTo>
                    <a:pt x="766754" y="96584"/>
                  </a:lnTo>
                  <a:lnTo>
                    <a:pt x="698228" y="128661"/>
                  </a:lnTo>
                  <a:lnTo>
                    <a:pt x="645915" y="138586"/>
                  </a:lnTo>
                  <a:lnTo>
                    <a:pt x="581064" y="149290"/>
                  </a:lnTo>
                  <a:lnTo>
                    <a:pt x="503243" y="155741"/>
                  </a:lnTo>
                  <a:lnTo>
                    <a:pt x="426719" y="160029"/>
                  </a:lnTo>
                  <a:lnTo>
                    <a:pt x="343710" y="160029"/>
                  </a:lnTo>
                  <a:lnTo>
                    <a:pt x="265672" y="155741"/>
                  </a:lnTo>
                  <a:lnTo>
                    <a:pt x="193039" y="149290"/>
                  </a:lnTo>
                  <a:lnTo>
                    <a:pt x="123000" y="138586"/>
                  </a:lnTo>
                  <a:lnTo>
                    <a:pt x="71119" y="128661"/>
                  </a:lnTo>
                  <a:lnTo>
                    <a:pt x="28318" y="113598"/>
                  </a:lnTo>
                  <a:lnTo>
                    <a:pt x="0" y="81521"/>
                  </a:lnTo>
                  <a:close/>
                </a:path>
              </a:pathLst>
            </a:custGeom>
            <a:ln w="142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6967157" y="4699583"/>
              <a:ext cx="862965" cy="118745"/>
            </a:xfrm>
            <a:custGeom>
              <a:avLst/>
              <a:gdLst/>
              <a:ahLst/>
              <a:cxnLst/>
              <a:rect l="l" t="t" r="r" b="b"/>
              <a:pathLst>
                <a:path w="862965" h="118745">
                  <a:moveTo>
                    <a:pt x="862928" y="0"/>
                  </a:moveTo>
                  <a:lnTo>
                    <a:pt x="0" y="0"/>
                  </a:lnTo>
                  <a:lnTo>
                    <a:pt x="0" y="118441"/>
                  </a:lnTo>
                  <a:lnTo>
                    <a:pt x="862928" y="118441"/>
                  </a:lnTo>
                  <a:lnTo>
                    <a:pt x="8629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7012552" y="4545017"/>
              <a:ext cx="779780" cy="278765"/>
            </a:xfrm>
            <a:custGeom>
              <a:avLst/>
              <a:gdLst/>
              <a:ahLst/>
              <a:cxnLst/>
              <a:rect l="l" t="t" r="r" b="b"/>
              <a:pathLst>
                <a:path w="779779" h="278764">
                  <a:moveTo>
                    <a:pt x="0" y="0"/>
                  </a:moveTo>
                  <a:lnTo>
                    <a:pt x="0" y="278164"/>
                  </a:lnTo>
                </a:path>
                <a:path w="779779" h="278764">
                  <a:moveTo>
                    <a:pt x="779724" y="0"/>
                  </a:moveTo>
                  <a:lnTo>
                    <a:pt x="779724" y="278164"/>
                  </a:lnTo>
                </a:path>
              </a:pathLst>
            </a:custGeom>
            <a:ln w="142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 descr=""/>
          <p:cNvSpPr txBox="1"/>
          <p:nvPr/>
        </p:nvSpPr>
        <p:spPr>
          <a:xfrm>
            <a:off x="1693617" y="5892043"/>
            <a:ext cx="369570" cy="2190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250" spc="15" b="1">
                <a:solidFill>
                  <a:srgbClr val="993300"/>
                </a:solidFill>
                <a:latin typeface="宋体"/>
                <a:cs typeface="宋体"/>
              </a:rPr>
              <a:t>块 </a:t>
            </a:r>
            <a:r>
              <a:rPr dirty="0" sz="1250" spc="90" b="1">
                <a:solidFill>
                  <a:srgbClr val="993300"/>
                </a:solidFill>
                <a:latin typeface="Times New Roman"/>
                <a:cs typeface="Times New Roman"/>
              </a:rPr>
              <a:t>0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2831643" y="5892043"/>
            <a:ext cx="369570" cy="2190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250" spc="15" b="1">
                <a:solidFill>
                  <a:srgbClr val="993300"/>
                </a:solidFill>
                <a:latin typeface="宋体"/>
                <a:cs typeface="宋体"/>
              </a:rPr>
              <a:t>块 </a:t>
            </a:r>
            <a:r>
              <a:rPr dirty="0" sz="1250" spc="90" b="1">
                <a:solidFill>
                  <a:srgbClr val="993300"/>
                </a:solidFill>
                <a:latin typeface="Times New Roman"/>
                <a:cs typeface="Times New Roman"/>
              </a:rPr>
              <a:t>1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3966989" y="5892043"/>
            <a:ext cx="369570" cy="2190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250" spc="15" b="1">
                <a:solidFill>
                  <a:srgbClr val="993300"/>
                </a:solidFill>
                <a:latin typeface="宋体"/>
                <a:cs typeface="宋体"/>
              </a:rPr>
              <a:t>块 </a:t>
            </a:r>
            <a:r>
              <a:rPr dirty="0" sz="1250" spc="90" b="1">
                <a:solidFill>
                  <a:srgbClr val="993300"/>
                </a:solidFill>
                <a:latin typeface="Times New Roman"/>
                <a:cs typeface="Times New Roman"/>
              </a:rPr>
              <a:t>2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5102530" y="5892043"/>
            <a:ext cx="368935" cy="2190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250" spc="15" b="1">
                <a:solidFill>
                  <a:srgbClr val="993300"/>
                </a:solidFill>
                <a:latin typeface="宋体"/>
                <a:cs typeface="宋体"/>
              </a:rPr>
              <a:t>块 </a:t>
            </a:r>
            <a:r>
              <a:rPr dirty="0" sz="1250" spc="90" b="1">
                <a:solidFill>
                  <a:srgbClr val="993300"/>
                </a:solidFill>
                <a:latin typeface="Times New Roman"/>
                <a:cs typeface="Times New Roman"/>
              </a:rPr>
              <a:t>3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7201430" y="4656113"/>
            <a:ext cx="446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7936" sz="1575" spc="82">
                <a:latin typeface="Times New Roman"/>
                <a:cs typeface="Times New Roman"/>
              </a:rPr>
              <a:t>A</a:t>
            </a:r>
            <a:r>
              <a:rPr dirty="0" sz="700" spc="55">
                <a:latin typeface="Times New Roman"/>
                <a:cs typeface="Times New Roman"/>
              </a:rPr>
              <a:t>parity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7205105" y="4960364"/>
            <a:ext cx="43751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7936" sz="1575" spc="82">
                <a:latin typeface="Times New Roman"/>
                <a:cs typeface="Times New Roman"/>
              </a:rPr>
              <a:t>B</a:t>
            </a:r>
            <a:r>
              <a:rPr dirty="0" sz="700" spc="55">
                <a:latin typeface="Times New Roman"/>
                <a:cs typeface="Times New Roman"/>
              </a:rPr>
              <a:t>parity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7202512" y="5552563"/>
            <a:ext cx="44704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7936" sz="1575" spc="89">
                <a:latin typeface="Times New Roman"/>
                <a:cs typeface="Times New Roman"/>
              </a:rPr>
              <a:t>D</a:t>
            </a:r>
            <a:r>
              <a:rPr dirty="0" sz="700" spc="60">
                <a:latin typeface="Times New Roman"/>
                <a:cs typeface="Times New Roman"/>
              </a:rPr>
              <a:t>parity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7205105" y="5266760"/>
            <a:ext cx="43751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7936" sz="1575" spc="82">
                <a:latin typeface="Times New Roman"/>
                <a:cs typeface="Times New Roman"/>
              </a:rPr>
              <a:t>C</a:t>
            </a:r>
            <a:r>
              <a:rPr dirty="0" sz="700" spc="55">
                <a:latin typeface="Times New Roman"/>
                <a:cs typeface="Times New Roman"/>
              </a:rPr>
              <a:t>parity</a:t>
            </a:r>
            <a:endParaRPr sz="700">
              <a:latin typeface="Times New Roman"/>
              <a:cs typeface="Times New Roman"/>
            </a:endParaRPr>
          </a:p>
        </p:txBody>
      </p:sp>
      <p:grpSp>
        <p:nvGrpSpPr>
          <p:cNvPr id="37" name="object 37" descr=""/>
          <p:cNvGrpSpPr/>
          <p:nvPr/>
        </p:nvGrpSpPr>
        <p:grpSpPr>
          <a:xfrm>
            <a:off x="1417099" y="3998219"/>
            <a:ext cx="5442585" cy="1868170"/>
            <a:chOff x="1417099" y="3998219"/>
            <a:chExt cx="5442585" cy="1868170"/>
          </a:xfrm>
        </p:grpSpPr>
        <p:sp>
          <p:nvSpPr>
            <p:cNvPr id="38" name="object 38" descr=""/>
            <p:cNvSpPr/>
            <p:nvPr/>
          </p:nvSpPr>
          <p:spPr>
            <a:xfrm>
              <a:off x="1462600" y="4005204"/>
              <a:ext cx="5390515" cy="1847214"/>
            </a:xfrm>
            <a:custGeom>
              <a:avLst/>
              <a:gdLst/>
              <a:ahLst/>
              <a:cxnLst/>
              <a:rect l="l" t="t" r="r" b="b"/>
              <a:pathLst>
                <a:path w="5390515" h="1847214">
                  <a:moveTo>
                    <a:pt x="4314757" y="420543"/>
                  </a:moveTo>
                  <a:lnTo>
                    <a:pt x="5390029" y="420543"/>
                  </a:lnTo>
                  <a:lnTo>
                    <a:pt x="5390029" y="0"/>
                  </a:lnTo>
                  <a:lnTo>
                    <a:pt x="4314757" y="0"/>
                  </a:lnTo>
                  <a:lnTo>
                    <a:pt x="4314757" y="420543"/>
                  </a:lnTo>
                  <a:close/>
                </a:path>
                <a:path w="5390515" h="1847214">
                  <a:moveTo>
                    <a:pt x="0" y="1769791"/>
                  </a:moveTo>
                  <a:lnTo>
                    <a:pt x="28240" y="1732894"/>
                  </a:lnTo>
                  <a:lnTo>
                    <a:pt x="72695" y="1719159"/>
                  </a:lnTo>
                  <a:lnTo>
                    <a:pt x="124470" y="1709288"/>
                  </a:lnTo>
                  <a:lnTo>
                    <a:pt x="192981" y="1698549"/>
                  </a:lnTo>
                  <a:lnTo>
                    <a:pt x="267257" y="1691265"/>
                  </a:lnTo>
                  <a:lnTo>
                    <a:pt x="345164" y="1687827"/>
                  </a:lnTo>
                  <a:lnTo>
                    <a:pt x="426769" y="1687827"/>
                  </a:lnTo>
                  <a:lnTo>
                    <a:pt x="503120" y="1691265"/>
                  </a:lnTo>
                  <a:lnTo>
                    <a:pt x="581049" y="1698549"/>
                  </a:lnTo>
                  <a:lnTo>
                    <a:pt x="645900" y="1709288"/>
                  </a:lnTo>
                  <a:lnTo>
                    <a:pt x="698191" y="1719159"/>
                  </a:lnTo>
                  <a:lnTo>
                    <a:pt x="742117" y="1732894"/>
                  </a:lnTo>
                  <a:lnTo>
                    <a:pt x="775602" y="1769791"/>
                  </a:lnTo>
                  <a:lnTo>
                    <a:pt x="768274" y="1783526"/>
                  </a:lnTo>
                  <a:lnTo>
                    <a:pt x="698191" y="1815709"/>
                  </a:lnTo>
                  <a:lnTo>
                    <a:pt x="645900" y="1825580"/>
                  </a:lnTo>
                  <a:lnTo>
                    <a:pt x="581049" y="1836302"/>
                  </a:lnTo>
                  <a:lnTo>
                    <a:pt x="503120" y="1843603"/>
                  </a:lnTo>
                  <a:lnTo>
                    <a:pt x="426769" y="1847041"/>
                  </a:lnTo>
                  <a:lnTo>
                    <a:pt x="345164" y="1847041"/>
                  </a:lnTo>
                  <a:lnTo>
                    <a:pt x="267257" y="1843603"/>
                  </a:lnTo>
                  <a:lnTo>
                    <a:pt x="192981" y="1836302"/>
                  </a:lnTo>
                  <a:lnTo>
                    <a:pt x="124470" y="1825580"/>
                  </a:lnTo>
                  <a:lnTo>
                    <a:pt x="72695" y="1815709"/>
                  </a:lnTo>
                  <a:lnTo>
                    <a:pt x="28240" y="1801974"/>
                  </a:lnTo>
                  <a:lnTo>
                    <a:pt x="0" y="1769791"/>
                  </a:lnTo>
                  <a:close/>
                </a:path>
                <a:path w="5390515" h="1847214">
                  <a:moveTo>
                    <a:pt x="0" y="1511457"/>
                  </a:moveTo>
                  <a:lnTo>
                    <a:pt x="28240" y="1474985"/>
                  </a:lnTo>
                  <a:lnTo>
                    <a:pt x="72695" y="1461251"/>
                  </a:lnTo>
                  <a:lnTo>
                    <a:pt x="124470" y="1451380"/>
                  </a:lnTo>
                  <a:lnTo>
                    <a:pt x="192981" y="1440640"/>
                  </a:lnTo>
                  <a:lnTo>
                    <a:pt x="267257" y="1432913"/>
                  </a:lnTo>
                  <a:lnTo>
                    <a:pt x="345164" y="1429918"/>
                  </a:lnTo>
                  <a:lnTo>
                    <a:pt x="426769" y="1429918"/>
                  </a:lnTo>
                  <a:lnTo>
                    <a:pt x="503120" y="1432913"/>
                  </a:lnTo>
                  <a:lnTo>
                    <a:pt x="581049" y="1440640"/>
                  </a:lnTo>
                  <a:lnTo>
                    <a:pt x="645900" y="1451380"/>
                  </a:lnTo>
                  <a:lnTo>
                    <a:pt x="698191" y="1461251"/>
                  </a:lnTo>
                  <a:lnTo>
                    <a:pt x="742117" y="1474985"/>
                  </a:lnTo>
                  <a:lnTo>
                    <a:pt x="775602" y="1511457"/>
                  </a:lnTo>
                  <a:lnTo>
                    <a:pt x="768274" y="1525617"/>
                  </a:lnTo>
                  <a:lnTo>
                    <a:pt x="698191" y="1557800"/>
                  </a:lnTo>
                  <a:lnTo>
                    <a:pt x="645900" y="1567672"/>
                  </a:lnTo>
                  <a:lnTo>
                    <a:pt x="581049" y="1578393"/>
                  </a:lnTo>
                  <a:lnTo>
                    <a:pt x="503120" y="1585695"/>
                  </a:lnTo>
                  <a:lnTo>
                    <a:pt x="426769" y="1589133"/>
                  </a:lnTo>
                  <a:lnTo>
                    <a:pt x="345164" y="1589133"/>
                  </a:lnTo>
                  <a:lnTo>
                    <a:pt x="267257" y="1585695"/>
                  </a:lnTo>
                  <a:lnTo>
                    <a:pt x="192981" y="1578393"/>
                  </a:lnTo>
                  <a:lnTo>
                    <a:pt x="124470" y="1567672"/>
                  </a:lnTo>
                  <a:lnTo>
                    <a:pt x="72695" y="1557800"/>
                  </a:lnTo>
                  <a:lnTo>
                    <a:pt x="28240" y="1543640"/>
                  </a:lnTo>
                  <a:lnTo>
                    <a:pt x="0" y="1511457"/>
                  </a:lnTo>
                  <a:close/>
                </a:path>
              </a:pathLst>
            </a:custGeom>
            <a:ln w="142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1417099" y="5658699"/>
              <a:ext cx="862965" cy="118745"/>
            </a:xfrm>
            <a:custGeom>
              <a:avLst/>
              <a:gdLst/>
              <a:ahLst/>
              <a:cxnLst/>
              <a:rect l="l" t="t" r="r" b="b"/>
              <a:pathLst>
                <a:path w="862964" h="118745">
                  <a:moveTo>
                    <a:pt x="862928" y="0"/>
                  </a:moveTo>
                  <a:lnTo>
                    <a:pt x="0" y="0"/>
                  </a:lnTo>
                  <a:lnTo>
                    <a:pt x="0" y="118441"/>
                  </a:lnTo>
                  <a:lnTo>
                    <a:pt x="862928" y="118441"/>
                  </a:lnTo>
                  <a:lnTo>
                    <a:pt x="8629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1462600" y="5505072"/>
              <a:ext cx="781050" cy="277495"/>
            </a:xfrm>
            <a:custGeom>
              <a:avLst/>
              <a:gdLst/>
              <a:ahLst/>
              <a:cxnLst/>
              <a:rect l="l" t="t" r="r" b="b"/>
              <a:pathLst>
                <a:path w="781050" h="277495">
                  <a:moveTo>
                    <a:pt x="0" y="0"/>
                  </a:moveTo>
                  <a:lnTo>
                    <a:pt x="0" y="277225"/>
                  </a:lnTo>
                </a:path>
                <a:path w="781050" h="277495">
                  <a:moveTo>
                    <a:pt x="780833" y="0"/>
                  </a:moveTo>
                  <a:lnTo>
                    <a:pt x="780833" y="277225"/>
                  </a:lnTo>
                </a:path>
              </a:pathLst>
            </a:custGeom>
            <a:ln w="142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1462600" y="5395213"/>
              <a:ext cx="775970" cy="160655"/>
            </a:xfrm>
            <a:custGeom>
              <a:avLst/>
              <a:gdLst/>
              <a:ahLst/>
              <a:cxnLst/>
              <a:rect l="l" t="t" r="r" b="b"/>
              <a:pathLst>
                <a:path w="775969" h="160654">
                  <a:moveTo>
                    <a:pt x="426769" y="0"/>
                  </a:moveTo>
                  <a:lnTo>
                    <a:pt x="345164" y="0"/>
                  </a:lnTo>
                  <a:lnTo>
                    <a:pt x="267257" y="4288"/>
                  </a:lnTo>
                  <a:lnTo>
                    <a:pt x="192981" y="10721"/>
                  </a:lnTo>
                  <a:lnTo>
                    <a:pt x="124470" y="21461"/>
                  </a:lnTo>
                  <a:lnTo>
                    <a:pt x="72695" y="31332"/>
                  </a:lnTo>
                  <a:lnTo>
                    <a:pt x="28240" y="46343"/>
                  </a:lnTo>
                  <a:lnTo>
                    <a:pt x="0" y="81964"/>
                  </a:lnTo>
                  <a:lnTo>
                    <a:pt x="8891" y="95698"/>
                  </a:lnTo>
                  <a:lnTo>
                    <a:pt x="72695" y="127882"/>
                  </a:lnTo>
                  <a:lnTo>
                    <a:pt x="124470" y="138603"/>
                  </a:lnTo>
                  <a:lnTo>
                    <a:pt x="192981" y="149343"/>
                  </a:lnTo>
                  <a:lnTo>
                    <a:pt x="267257" y="155776"/>
                  </a:lnTo>
                  <a:lnTo>
                    <a:pt x="345164" y="160065"/>
                  </a:lnTo>
                  <a:lnTo>
                    <a:pt x="426769" y="160065"/>
                  </a:lnTo>
                  <a:lnTo>
                    <a:pt x="503120" y="155776"/>
                  </a:lnTo>
                  <a:lnTo>
                    <a:pt x="581049" y="149343"/>
                  </a:lnTo>
                  <a:lnTo>
                    <a:pt x="645900" y="138603"/>
                  </a:lnTo>
                  <a:lnTo>
                    <a:pt x="698191" y="127882"/>
                  </a:lnTo>
                  <a:lnTo>
                    <a:pt x="742117" y="114147"/>
                  </a:lnTo>
                  <a:lnTo>
                    <a:pt x="775602" y="81964"/>
                  </a:lnTo>
                  <a:lnTo>
                    <a:pt x="768274" y="63515"/>
                  </a:lnTo>
                  <a:lnTo>
                    <a:pt x="698191" y="31332"/>
                  </a:lnTo>
                  <a:lnTo>
                    <a:pt x="645900" y="21461"/>
                  </a:lnTo>
                  <a:lnTo>
                    <a:pt x="581049" y="10721"/>
                  </a:lnTo>
                  <a:lnTo>
                    <a:pt x="503120" y="4288"/>
                  </a:lnTo>
                  <a:lnTo>
                    <a:pt x="4267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1462600" y="5137305"/>
              <a:ext cx="775970" cy="418465"/>
            </a:xfrm>
            <a:custGeom>
              <a:avLst/>
              <a:gdLst/>
              <a:ahLst/>
              <a:cxnLst/>
              <a:rect l="l" t="t" r="r" b="b"/>
              <a:pathLst>
                <a:path w="775969" h="418464">
                  <a:moveTo>
                    <a:pt x="0" y="339872"/>
                  </a:moveTo>
                  <a:lnTo>
                    <a:pt x="28240" y="304251"/>
                  </a:lnTo>
                  <a:lnTo>
                    <a:pt x="72695" y="289241"/>
                  </a:lnTo>
                  <a:lnTo>
                    <a:pt x="124470" y="279369"/>
                  </a:lnTo>
                  <a:lnTo>
                    <a:pt x="192981" y="268630"/>
                  </a:lnTo>
                  <a:lnTo>
                    <a:pt x="267257" y="262197"/>
                  </a:lnTo>
                  <a:lnTo>
                    <a:pt x="345164" y="257908"/>
                  </a:lnTo>
                  <a:lnTo>
                    <a:pt x="426769" y="257908"/>
                  </a:lnTo>
                  <a:lnTo>
                    <a:pt x="503120" y="262197"/>
                  </a:lnTo>
                  <a:lnTo>
                    <a:pt x="581049" y="268630"/>
                  </a:lnTo>
                  <a:lnTo>
                    <a:pt x="645900" y="279369"/>
                  </a:lnTo>
                  <a:lnTo>
                    <a:pt x="698191" y="289241"/>
                  </a:lnTo>
                  <a:lnTo>
                    <a:pt x="742117" y="304251"/>
                  </a:lnTo>
                  <a:lnTo>
                    <a:pt x="775602" y="339872"/>
                  </a:lnTo>
                  <a:lnTo>
                    <a:pt x="768274" y="353607"/>
                  </a:lnTo>
                  <a:lnTo>
                    <a:pt x="698191" y="385790"/>
                  </a:lnTo>
                  <a:lnTo>
                    <a:pt x="645900" y="396512"/>
                  </a:lnTo>
                  <a:lnTo>
                    <a:pt x="581049" y="407251"/>
                  </a:lnTo>
                  <a:lnTo>
                    <a:pt x="503120" y="413685"/>
                  </a:lnTo>
                  <a:lnTo>
                    <a:pt x="426769" y="417973"/>
                  </a:lnTo>
                  <a:lnTo>
                    <a:pt x="345164" y="417973"/>
                  </a:lnTo>
                  <a:lnTo>
                    <a:pt x="267257" y="413685"/>
                  </a:lnTo>
                  <a:lnTo>
                    <a:pt x="192981" y="407251"/>
                  </a:lnTo>
                  <a:lnTo>
                    <a:pt x="124470" y="396512"/>
                  </a:lnTo>
                  <a:lnTo>
                    <a:pt x="72695" y="385790"/>
                  </a:lnTo>
                  <a:lnTo>
                    <a:pt x="28240" y="372056"/>
                  </a:lnTo>
                  <a:lnTo>
                    <a:pt x="0" y="339872"/>
                  </a:lnTo>
                  <a:close/>
                </a:path>
                <a:path w="775969" h="418464">
                  <a:moveTo>
                    <a:pt x="0" y="81539"/>
                  </a:moveTo>
                  <a:lnTo>
                    <a:pt x="28240" y="46343"/>
                  </a:lnTo>
                  <a:lnTo>
                    <a:pt x="72695" y="31332"/>
                  </a:lnTo>
                  <a:lnTo>
                    <a:pt x="124470" y="21461"/>
                  </a:lnTo>
                  <a:lnTo>
                    <a:pt x="192981" y="10721"/>
                  </a:lnTo>
                  <a:lnTo>
                    <a:pt x="267257" y="4288"/>
                  </a:lnTo>
                  <a:lnTo>
                    <a:pt x="345164" y="0"/>
                  </a:lnTo>
                  <a:lnTo>
                    <a:pt x="426769" y="0"/>
                  </a:lnTo>
                  <a:lnTo>
                    <a:pt x="503120" y="4288"/>
                  </a:lnTo>
                  <a:lnTo>
                    <a:pt x="581049" y="10721"/>
                  </a:lnTo>
                  <a:lnTo>
                    <a:pt x="645900" y="21461"/>
                  </a:lnTo>
                  <a:lnTo>
                    <a:pt x="698191" y="31332"/>
                  </a:lnTo>
                  <a:lnTo>
                    <a:pt x="742117" y="46343"/>
                  </a:lnTo>
                  <a:lnTo>
                    <a:pt x="775602" y="81539"/>
                  </a:lnTo>
                  <a:lnTo>
                    <a:pt x="768274" y="95698"/>
                  </a:lnTo>
                  <a:lnTo>
                    <a:pt x="698191" y="127882"/>
                  </a:lnTo>
                  <a:lnTo>
                    <a:pt x="645900" y="138603"/>
                  </a:lnTo>
                  <a:lnTo>
                    <a:pt x="581049" y="149343"/>
                  </a:lnTo>
                  <a:lnTo>
                    <a:pt x="503120" y="155776"/>
                  </a:lnTo>
                  <a:lnTo>
                    <a:pt x="426769" y="160065"/>
                  </a:lnTo>
                  <a:lnTo>
                    <a:pt x="345164" y="160065"/>
                  </a:lnTo>
                  <a:lnTo>
                    <a:pt x="267257" y="155776"/>
                  </a:lnTo>
                  <a:lnTo>
                    <a:pt x="192981" y="149343"/>
                  </a:lnTo>
                  <a:lnTo>
                    <a:pt x="124470" y="138603"/>
                  </a:lnTo>
                  <a:lnTo>
                    <a:pt x="72695" y="127882"/>
                  </a:lnTo>
                  <a:lnTo>
                    <a:pt x="28240" y="114147"/>
                  </a:lnTo>
                  <a:lnTo>
                    <a:pt x="0" y="81539"/>
                  </a:lnTo>
                  <a:close/>
                </a:path>
              </a:pathLst>
            </a:custGeom>
            <a:ln w="142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1417099" y="5362178"/>
              <a:ext cx="862965" cy="118110"/>
            </a:xfrm>
            <a:custGeom>
              <a:avLst/>
              <a:gdLst/>
              <a:ahLst/>
              <a:cxnLst/>
              <a:rect l="l" t="t" r="r" b="b"/>
              <a:pathLst>
                <a:path w="862964" h="118110">
                  <a:moveTo>
                    <a:pt x="862928" y="0"/>
                  </a:moveTo>
                  <a:lnTo>
                    <a:pt x="0" y="0"/>
                  </a:lnTo>
                  <a:lnTo>
                    <a:pt x="0" y="118012"/>
                  </a:lnTo>
                  <a:lnTo>
                    <a:pt x="862928" y="118012"/>
                  </a:lnTo>
                  <a:lnTo>
                    <a:pt x="8629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1462600" y="5207253"/>
              <a:ext cx="781050" cy="278765"/>
            </a:xfrm>
            <a:custGeom>
              <a:avLst/>
              <a:gdLst/>
              <a:ahLst/>
              <a:cxnLst/>
              <a:rect l="l" t="t" r="r" b="b"/>
              <a:pathLst>
                <a:path w="781050" h="278764">
                  <a:moveTo>
                    <a:pt x="0" y="0"/>
                  </a:moveTo>
                  <a:lnTo>
                    <a:pt x="0" y="278501"/>
                  </a:lnTo>
                </a:path>
                <a:path w="781050" h="278764">
                  <a:moveTo>
                    <a:pt x="780833" y="0"/>
                  </a:moveTo>
                  <a:lnTo>
                    <a:pt x="780833" y="278501"/>
                  </a:lnTo>
                </a:path>
              </a:pathLst>
            </a:custGeom>
            <a:ln w="142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1462600" y="5094382"/>
              <a:ext cx="775970" cy="160655"/>
            </a:xfrm>
            <a:custGeom>
              <a:avLst/>
              <a:gdLst/>
              <a:ahLst/>
              <a:cxnLst/>
              <a:rect l="l" t="t" r="r" b="b"/>
              <a:pathLst>
                <a:path w="775969" h="160654">
                  <a:moveTo>
                    <a:pt x="426769" y="0"/>
                  </a:moveTo>
                  <a:lnTo>
                    <a:pt x="345164" y="0"/>
                  </a:lnTo>
                  <a:lnTo>
                    <a:pt x="267257" y="4306"/>
                  </a:lnTo>
                  <a:lnTo>
                    <a:pt x="192981" y="10739"/>
                  </a:lnTo>
                  <a:lnTo>
                    <a:pt x="124470" y="21461"/>
                  </a:lnTo>
                  <a:lnTo>
                    <a:pt x="72695" y="30907"/>
                  </a:lnTo>
                  <a:lnTo>
                    <a:pt x="28240" y="45917"/>
                  </a:lnTo>
                  <a:lnTo>
                    <a:pt x="0" y="81539"/>
                  </a:lnTo>
                  <a:lnTo>
                    <a:pt x="8891" y="95698"/>
                  </a:lnTo>
                  <a:lnTo>
                    <a:pt x="72695" y="127882"/>
                  </a:lnTo>
                  <a:lnTo>
                    <a:pt x="124470" y="138621"/>
                  </a:lnTo>
                  <a:lnTo>
                    <a:pt x="192981" y="149343"/>
                  </a:lnTo>
                  <a:lnTo>
                    <a:pt x="267257" y="155776"/>
                  </a:lnTo>
                  <a:lnTo>
                    <a:pt x="345164" y="160082"/>
                  </a:lnTo>
                  <a:lnTo>
                    <a:pt x="426769" y="160082"/>
                  </a:lnTo>
                  <a:lnTo>
                    <a:pt x="503120" y="155776"/>
                  </a:lnTo>
                  <a:lnTo>
                    <a:pt x="581049" y="149343"/>
                  </a:lnTo>
                  <a:lnTo>
                    <a:pt x="645900" y="138621"/>
                  </a:lnTo>
                  <a:lnTo>
                    <a:pt x="698191" y="127882"/>
                  </a:lnTo>
                  <a:lnTo>
                    <a:pt x="742117" y="113722"/>
                  </a:lnTo>
                  <a:lnTo>
                    <a:pt x="775602" y="81539"/>
                  </a:lnTo>
                  <a:lnTo>
                    <a:pt x="768274" y="63515"/>
                  </a:lnTo>
                  <a:lnTo>
                    <a:pt x="698191" y="30907"/>
                  </a:lnTo>
                  <a:lnTo>
                    <a:pt x="645900" y="21461"/>
                  </a:lnTo>
                  <a:lnTo>
                    <a:pt x="581049" y="10739"/>
                  </a:lnTo>
                  <a:lnTo>
                    <a:pt x="503120" y="4306"/>
                  </a:lnTo>
                  <a:lnTo>
                    <a:pt x="4267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1462600" y="4836473"/>
              <a:ext cx="775970" cy="418465"/>
            </a:xfrm>
            <a:custGeom>
              <a:avLst/>
              <a:gdLst/>
              <a:ahLst/>
              <a:cxnLst/>
              <a:rect l="l" t="t" r="r" b="b"/>
              <a:pathLst>
                <a:path w="775969" h="418464">
                  <a:moveTo>
                    <a:pt x="0" y="339447"/>
                  </a:moveTo>
                  <a:lnTo>
                    <a:pt x="28240" y="303826"/>
                  </a:lnTo>
                  <a:lnTo>
                    <a:pt x="72695" y="288815"/>
                  </a:lnTo>
                  <a:lnTo>
                    <a:pt x="124470" y="279369"/>
                  </a:lnTo>
                  <a:lnTo>
                    <a:pt x="192981" y="268648"/>
                  </a:lnTo>
                  <a:lnTo>
                    <a:pt x="267257" y="262214"/>
                  </a:lnTo>
                  <a:lnTo>
                    <a:pt x="345164" y="257908"/>
                  </a:lnTo>
                  <a:lnTo>
                    <a:pt x="426769" y="257908"/>
                  </a:lnTo>
                  <a:lnTo>
                    <a:pt x="503120" y="262214"/>
                  </a:lnTo>
                  <a:lnTo>
                    <a:pt x="581049" y="268648"/>
                  </a:lnTo>
                  <a:lnTo>
                    <a:pt x="645900" y="279369"/>
                  </a:lnTo>
                  <a:lnTo>
                    <a:pt x="698191" y="288815"/>
                  </a:lnTo>
                  <a:lnTo>
                    <a:pt x="742117" y="303826"/>
                  </a:lnTo>
                  <a:lnTo>
                    <a:pt x="775602" y="339447"/>
                  </a:lnTo>
                  <a:lnTo>
                    <a:pt x="768274" y="353607"/>
                  </a:lnTo>
                  <a:lnTo>
                    <a:pt x="698191" y="385790"/>
                  </a:lnTo>
                  <a:lnTo>
                    <a:pt x="645900" y="396530"/>
                  </a:lnTo>
                  <a:lnTo>
                    <a:pt x="581049" y="407251"/>
                  </a:lnTo>
                  <a:lnTo>
                    <a:pt x="503120" y="413685"/>
                  </a:lnTo>
                  <a:lnTo>
                    <a:pt x="426769" y="417991"/>
                  </a:lnTo>
                  <a:lnTo>
                    <a:pt x="345164" y="417991"/>
                  </a:lnTo>
                  <a:lnTo>
                    <a:pt x="267257" y="413685"/>
                  </a:lnTo>
                  <a:lnTo>
                    <a:pt x="192981" y="407251"/>
                  </a:lnTo>
                  <a:lnTo>
                    <a:pt x="124470" y="396530"/>
                  </a:lnTo>
                  <a:lnTo>
                    <a:pt x="72695" y="385790"/>
                  </a:lnTo>
                  <a:lnTo>
                    <a:pt x="28240" y="371630"/>
                  </a:lnTo>
                  <a:lnTo>
                    <a:pt x="0" y="339447"/>
                  </a:lnTo>
                  <a:close/>
                </a:path>
                <a:path w="775969" h="418464">
                  <a:moveTo>
                    <a:pt x="0" y="81539"/>
                  </a:moveTo>
                  <a:lnTo>
                    <a:pt x="28240" y="45917"/>
                  </a:lnTo>
                  <a:lnTo>
                    <a:pt x="72695" y="30907"/>
                  </a:lnTo>
                  <a:lnTo>
                    <a:pt x="124470" y="21461"/>
                  </a:lnTo>
                  <a:lnTo>
                    <a:pt x="192981" y="10739"/>
                  </a:lnTo>
                  <a:lnTo>
                    <a:pt x="267257" y="4306"/>
                  </a:lnTo>
                  <a:lnTo>
                    <a:pt x="345164" y="0"/>
                  </a:lnTo>
                  <a:lnTo>
                    <a:pt x="426769" y="0"/>
                  </a:lnTo>
                  <a:lnTo>
                    <a:pt x="503120" y="4306"/>
                  </a:lnTo>
                  <a:lnTo>
                    <a:pt x="581049" y="10739"/>
                  </a:lnTo>
                  <a:lnTo>
                    <a:pt x="645900" y="21461"/>
                  </a:lnTo>
                  <a:lnTo>
                    <a:pt x="698191" y="30907"/>
                  </a:lnTo>
                  <a:lnTo>
                    <a:pt x="742117" y="45917"/>
                  </a:lnTo>
                  <a:lnTo>
                    <a:pt x="775602" y="81539"/>
                  </a:lnTo>
                  <a:lnTo>
                    <a:pt x="768274" y="95273"/>
                  </a:lnTo>
                  <a:lnTo>
                    <a:pt x="698191" y="127882"/>
                  </a:lnTo>
                  <a:lnTo>
                    <a:pt x="645900" y="138621"/>
                  </a:lnTo>
                  <a:lnTo>
                    <a:pt x="581049" y="149343"/>
                  </a:lnTo>
                  <a:lnTo>
                    <a:pt x="503120" y="155776"/>
                  </a:lnTo>
                  <a:lnTo>
                    <a:pt x="426769" y="160082"/>
                  </a:lnTo>
                  <a:lnTo>
                    <a:pt x="345164" y="160082"/>
                  </a:lnTo>
                  <a:lnTo>
                    <a:pt x="267257" y="155776"/>
                  </a:lnTo>
                  <a:lnTo>
                    <a:pt x="192981" y="149343"/>
                  </a:lnTo>
                  <a:lnTo>
                    <a:pt x="124470" y="138621"/>
                  </a:lnTo>
                  <a:lnTo>
                    <a:pt x="72695" y="127882"/>
                  </a:lnTo>
                  <a:lnTo>
                    <a:pt x="28240" y="113722"/>
                  </a:lnTo>
                  <a:lnTo>
                    <a:pt x="0" y="81539"/>
                  </a:lnTo>
                  <a:close/>
                </a:path>
              </a:pathLst>
            </a:custGeom>
            <a:ln w="142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1417099" y="5060917"/>
              <a:ext cx="862965" cy="118745"/>
            </a:xfrm>
            <a:custGeom>
              <a:avLst/>
              <a:gdLst/>
              <a:ahLst/>
              <a:cxnLst/>
              <a:rect l="l" t="t" r="r" b="b"/>
              <a:pathLst>
                <a:path w="862964" h="118745">
                  <a:moveTo>
                    <a:pt x="862928" y="0"/>
                  </a:moveTo>
                  <a:lnTo>
                    <a:pt x="0" y="0"/>
                  </a:lnTo>
                  <a:lnTo>
                    <a:pt x="0" y="118441"/>
                  </a:lnTo>
                  <a:lnTo>
                    <a:pt x="862928" y="118441"/>
                  </a:lnTo>
                  <a:lnTo>
                    <a:pt x="8629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1462600" y="4905997"/>
              <a:ext cx="781050" cy="278765"/>
            </a:xfrm>
            <a:custGeom>
              <a:avLst/>
              <a:gdLst/>
              <a:ahLst/>
              <a:cxnLst/>
              <a:rect l="l" t="t" r="r" b="b"/>
              <a:pathLst>
                <a:path w="781050" h="278764">
                  <a:moveTo>
                    <a:pt x="0" y="0"/>
                  </a:moveTo>
                  <a:lnTo>
                    <a:pt x="0" y="278519"/>
                  </a:lnTo>
                </a:path>
                <a:path w="781050" h="278764">
                  <a:moveTo>
                    <a:pt x="780833" y="0"/>
                  </a:moveTo>
                  <a:lnTo>
                    <a:pt x="780833" y="278519"/>
                  </a:lnTo>
                </a:path>
              </a:pathLst>
            </a:custGeom>
            <a:ln w="142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1462600" y="4797432"/>
              <a:ext cx="775970" cy="159385"/>
            </a:xfrm>
            <a:custGeom>
              <a:avLst/>
              <a:gdLst/>
              <a:ahLst/>
              <a:cxnLst/>
              <a:rect l="l" t="t" r="r" b="b"/>
              <a:pathLst>
                <a:path w="775969" h="159385">
                  <a:moveTo>
                    <a:pt x="426769" y="0"/>
                  </a:moveTo>
                  <a:lnTo>
                    <a:pt x="345164" y="0"/>
                  </a:lnTo>
                  <a:lnTo>
                    <a:pt x="267257" y="3438"/>
                  </a:lnTo>
                  <a:lnTo>
                    <a:pt x="192981" y="10721"/>
                  </a:lnTo>
                  <a:lnTo>
                    <a:pt x="124470" y="21461"/>
                  </a:lnTo>
                  <a:lnTo>
                    <a:pt x="72695" y="31332"/>
                  </a:lnTo>
                  <a:lnTo>
                    <a:pt x="28240" y="45492"/>
                  </a:lnTo>
                  <a:lnTo>
                    <a:pt x="0" y="80670"/>
                  </a:lnTo>
                  <a:lnTo>
                    <a:pt x="8891" y="95698"/>
                  </a:lnTo>
                  <a:lnTo>
                    <a:pt x="72695" y="127882"/>
                  </a:lnTo>
                  <a:lnTo>
                    <a:pt x="124470" y="137753"/>
                  </a:lnTo>
                  <a:lnTo>
                    <a:pt x="192981" y="148475"/>
                  </a:lnTo>
                  <a:lnTo>
                    <a:pt x="267257" y="156201"/>
                  </a:lnTo>
                  <a:lnTo>
                    <a:pt x="345164" y="159214"/>
                  </a:lnTo>
                  <a:lnTo>
                    <a:pt x="426769" y="159214"/>
                  </a:lnTo>
                  <a:lnTo>
                    <a:pt x="503120" y="156201"/>
                  </a:lnTo>
                  <a:lnTo>
                    <a:pt x="581049" y="148475"/>
                  </a:lnTo>
                  <a:lnTo>
                    <a:pt x="645900" y="137753"/>
                  </a:lnTo>
                  <a:lnTo>
                    <a:pt x="698191" y="127882"/>
                  </a:lnTo>
                  <a:lnTo>
                    <a:pt x="742117" y="112853"/>
                  </a:lnTo>
                  <a:lnTo>
                    <a:pt x="775602" y="80670"/>
                  </a:lnTo>
                  <a:lnTo>
                    <a:pt x="768274" y="63515"/>
                  </a:lnTo>
                  <a:lnTo>
                    <a:pt x="698191" y="31332"/>
                  </a:lnTo>
                  <a:lnTo>
                    <a:pt x="645900" y="21461"/>
                  </a:lnTo>
                  <a:lnTo>
                    <a:pt x="581049" y="10721"/>
                  </a:lnTo>
                  <a:lnTo>
                    <a:pt x="503120" y="3438"/>
                  </a:lnTo>
                  <a:lnTo>
                    <a:pt x="4267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1462600" y="4539523"/>
              <a:ext cx="775970" cy="417195"/>
            </a:xfrm>
            <a:custGeom>
              <a:avLst/>
              <a:gdLst/>
              <a:ahLst/>
              <a:cxnLst/>
              <a:rect l="l" t="t" r="r" b="b"/>
              <a:pathLst>
                <a:path w="775969" h="417195">
                  <a:moveTo>
                    <a:pt x="0" y="338579"/>
                  </a:moveTo>
                  <a:lnTo>
                    <a:pt x="28240" y="303400"/>
                  </a:lnTo>
                  <a:lnTo>
                    <a:pt x="72695" y="289241"/>
                  </a:lnTo>
                  <a:lnTo>
                    <a:pt x="124470" y="279369"/>
                  </a:lnTo>
                  <a:lnTo>
                    <a:pt x="192981" y="268630"/>
                  </a:lnTo>
                  <a:lnTo>
                    <a:pt x="267257" y="261346"/>
                  </a:lnTo>
                  <a:lnTo>
                    <a:pt x="345164" y="257908"/>
                  </a:lnTo>
                  <a:lnTo>
                    <a:pt x="426769" y="257908"/>
                  </a:lnTo>
                  <a:lnTo>
                    <a:pt x="503120" y="261346"/>
                  </a:lnTo>
                  <a:lnTo>
                    <a:pt x="581049" y="268630"/>
                  </a:lnTo>
                  <a:lnTo>
                    <a:pt x="645900" y="279369"/>
                  </a:lnTo>
                  <a:lnTo>
                    <a:pt x="698191" y="289241"/>
                  </a:lnTo>
                  <a:lnTo>
                    <a:pt x="742117" y="303400"/>
                  </a:lnTo>
                  <a:lnTo>
                    <a:pt x="775602" y="338579"/>
                  </a:lnTo>
                  <a:lnTo>
                    <a:pt x="768274" y="353607"/>
                  </a:lnTo>
                  <a:lnTo>
                    <a:pt x="698191" y="385790"/>
                  </a:lnTo>
                  <a:lnTo>
                    <a:pt x="645900" y="395661"/>
                  </a:lnTo>
                  <a:lnTo>
                    <a:pt x="581049" y="406383"/>
                  </a:lnTo>
                  <a:lnTo>
                    <a:pt x="503120" y="414110"/>
                  </a:lnTo>
                  <a:lnTo>
                    <a:pt x="426769" y="417123"/>
                  </a:lnTo>
                  <a:lnTo>
                    <a:pt x="345164" y="417123"/>
                  </a:lnTo>
                  <a:lnTo>
                    <a:pt x="267257" y="414110"/>
                  </a:lnTo>
                  <a:lnTo>
                    <a:pt x="192981" y="406383"/>
                  </a:lnTo>
                  <a:lnTo>
                    <a:pt x="124470" y="395661"/>
                  </a:lnTo>
                  <a:lnTo>
                    <a:pt x="72695" y="385790"/>
                  </a:lnTo>
                  <a:lnTo>
                    <a:pt x="28240" y="370762"/>
                  </a:lnTo>
                  <a:lnTo>
                    <a:pt x="0" y="338579"/>
                  </a:lnTo>
                  <a:close/>
                </a:path>
                <a:path w="775969" h="417195">
                  <a:moveTo>
                    <a:pt x="0" y="80670"/>
                  </a:moveTo>
                  <a:lnTo>
                    <a:pt x="28240" y="45013"/>
                  </a:lnTo>
                  <a:lnTo>
                    <a:pt x="72695" y="31367"/>
                  </a:lnTo>
                  <a:lnTo>
                    <a:pt x="124470" y="21443"/>
                  </a:lnTo>
                  <a:lnTo>
                    <a:pt x="192981" y="10810"/>
                  </a:lnTo>
                  <a:lnTo>
                    <a:pt x="267257" y="3367"/>
                  </a:lnTo>
                  <a:lnTo>
                    <a:pt x="345164" y="0"/>
                  </a:lnTo>
                  <a:lnTo>
                    <a:pt x="426769" y="0"/>
                  </a:lnTo>
                  <a:lnTo>
                    <a:pt x="503120" y="3367"/>
                  </a:lnTo>
                  <a:lnTo>
                    <a:pt x="581049" y="10810"/>
                  </a:lnTo>
                  <a:lnTo>
                    <a:pt x="645900" y="21443"/>
                  </a:lnTo>
                  <a:lnTo>
                    <a:pt x="698191" y="31367"/>
                  </a:lnTo>
                  <a:lnTo>
                    <a:pt x="742117" y="45013"/>
                  </a:lnTo>
                  <a:lnTo>
                    <a:pt x="775602" y="80670"/>
                  </a:lnTo>
                  <a:lnTo>
                    <a:pt x="768274" y="95698"/>
                  </a:lnTo>
                  <a:lnTo>
                    <a:pt x="698191" y="127882"/>
                  </a:lnTo>
                  <a:lnTo>
                    <a:pt x="645900" y="137753"/>
                  </a:lnTo>
                  <a:lnTo>
                    <a:pt x="581049" y="148475"/>
                  </a:lnTo>
                  <a:lnTo>
                    <a:pt x="503120" y="155776"/>
                  </a:lnTo>
                  <a:lnTo>
                    <a:pt x="426769" y="159214"/>
                  </a:lnTo>
                  <a:lnTo>
                    <a:pt x="345164" y="159214"/>
                  </a:lnTo>
                  <a:lnTo>
                    <a:pt x="267257" y="155776"/>
                  </a:lnTo>
                  <a:lnTo>
                    <a:pt x="192981" y="148475"/>
                  </a:lnTo>
                  <a:lnTo>
                    <a:pt x="124470" y="137753"/>
                  </a:lnTo>
                  <a:lnTo>
                    <a:pt x="72695" y="127882"/>
                  </a:lnTo>
                  <a:lnTo>
                    <a:pt x="28240" y="112853"/>
                  </a:lnTo>
                  <a:lnTo>
                    <a:pt x="0" y="80670"/>
                  </a:lnTo>
                  <a:close/>
                </a:path>
              </a:pathLst>
            </a:custGeom>
            <a:ln w="142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1417099" y="4763099"/>
              <a:ext cx="862965" cy="118745"/>
            </a:xfrm>
            <a:custGeom>
              <a:avLst/>
              <a:gdLst/>
              <a:ahLst/>
              <a:cxnLst/>
              <a:rect l="l" t="t" r="r" b="b"/>
              <a:pathLst>
                <a:path w="862964" h="118745">
                  <a:moveTo>
                    <a:pt x="862928" y="0"/>
                  </a:moveTo>
                  <a:lnTo>
                    <a:pt x="0" y="0"/>
                  </a:lnTo>
                  <a:lnTo>
                    <a:pt x="0" y="118441"/>
                  </a:lnTo>
                  <a:lnTo>
                    <a:pt x="862928" y="118441"/>
                  </a:lnTo>
                  <a:lnTo>
                    <a:pt x="8629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1462600" y="4609525"/>
              <a:ext cx="1911350" cy="1250315"/>
            </a:xfrm>
            <a:custGeom>
              <a:avLst/>
              <a:gdLst/>
              <a:ahLst/>
              <a:cxnLst/>
              <a:rect l="l" t="t" r="r" b="b"/>
              <a:pathLst>
                <a:path w="1911350" h="1250314">
                  <a:moveTo>
                    <a:pt x="0" y="0"/>
                  </a:moveTo>
                  <a:lnTo>
                    <a:pt x="0" y="277172"/>
                  </a:lnTo>
                </a:path>
                <a:path w="1911350" h="1250314">
                  <a:moveTo>
                    <a:pt x="780833" y="0"/>
                  </a:moveTo>
                  <a:lnTo>
                    <a:pt x="780833" y="277172"/>
                  </a:lnTo>
                </a:path>
                <a:path w="1911350" h="1250314">
                  <a:moveTo>
                    <a:pt x="1135417" y="1171903"/>
                  </a:moveTo>
                  <a:lnTo>
                    <a:pt x="1163649" y="1136282"/>
                  </a:lnTo>
                  <a:lnTo>
                    <a:pt x="1208115" y="1122122"/>
                  </a:lnTo>
                  <a:lnTo>
                    <a:pt x="1259887" y="1112694"/>
                  </a:lnTo>
                  <a:lnTo>
                    <a:pt x="1328392" y="1101955"/>
                  </a:lnTo>
                  <a:lnTo>
                    <a:pt x="1402668" y="1094228"/>
                  </a:lnTo>
                  <a:lnTo>
                    <a:pt x="1480597" y="1091233"/>
                  </a:lnTo>
                  <a:lnTo>
                    <a:pt x="1562179" y="1091233"/>
                  </a:lnTo>
                  <a:lnTo>
                    <a:pt x="1638531" y="1094228"/>
                  </a:lnTo>
                  <a:lnTo>
                    <a:pt x="1716460" y="1101955"/>
                  </a:lnTo>
                  <a:lnTo>
                    <a:pt x="1781311" y="1112694"/>
                  </a:lnTo>
                  <a:lnTo>
                    <a:pt x="1833602" y="1122122"/>
                  </a:lnTo>
                  <a:lnTo>
                    <a:pt x="1877550" y="1136282"/>
                  </a:lnTo>
                  <a:lnTo>
                    <a:pt x="1911013" y="1171903"/>
                  </a:lnTo>
                  <a:lnTo>
                    <a:pt x="1903684" y="1186932"/>
                  </a:lnTo>
                  <a:lnTo>
                    <a:pt x="1833602" y="1219115"/>
                  </a:lnTo>
                  <a:lnTo>
                    <a:pt x="1781311" y="1228561"/>
                  </a:lnTo>
                  <a:lnTo>
                    <a:pt x="1716460" y="1239283"/>
                  </a:lnTo>
                  <a:lnTo>
                    <a:pt x="1638531" y="1247009"/>
                  </a:lnTo>
                  <a:lnTo>
                    <a:pt x="1562179" y="1250004"/>
                  </a:lnTo>
                  <a:lnTo>
                    <a:pt x="1480597" y="1250004"/>
                  </a:lnTo>
                  <a:lnTo>
                    <a:pt x="1402668" y="1247009"/>
                  </a:lnTo>
                  <a:lnTo>
                    <a:pt x="1328392" y="1239283"/>
                  </a:lnTo>
                  <a:lnTo>
                    <a:pt x="1259887" y="1228561"/>
                  </a:lnTo>
                  <a:lnTo>
                    <a:pt x="1208115" y="1219115"/>
                  </a:lnTo>
                  <a:lnTo>
                    <a:pt x="1163649" y="1204087"/>
                  </a:lnTo>
                  <a:lnTo>
                    <a:pt x="1135417" y="1171903"/>
                  </a:lnTo>
                  <a:close/>
                </a:path>
                <a:path w="1911350" h="1250314">
                  <a:moveTo>
                    <a:pt x="1135417" y="913570"/>
                  </a:moveTo>
                  <a:lnTo>
                    <a:pt x="1163649" y="878374"/>
                  </a:lnTo>
                  <a:lnTo>
                    <a:pt x="1208115" y="864214"/>
                  </a:lnTo>
                  <a:lnTo>
                    <a:pt x="1259887" y="854786"/>
                  </a:lnTo>
                  <a:lnTo>
                    <a:pt x="1328392" y="844046"/>
                  </a:lnTo>
                  <a:lnTo>
                    <a:pt x="1402668" y="836319"/>
                  </a:lnTo>
                  <a:lnTo>
                    <a:pt x="1480597" y="832899"/>
                  </a:lnTo>
                  <a:lnTo>
                    <a:pt x="1562179" y="832899"/>
                  </a:lnTo>
                  <a:lnTo>
                    <a:pt x="1638531" y="836319"/>
                  </a:lnTo>
                  <a:lnTo>
                    <a:pt x="1716460" y="844046"/>
                  </a:lnTo>
                  <a:lnTo>
                    <a:pt x="1781311" y="854786"/>
                  </a:lnTo>
                  <a:lnTo>
                    <a:pt x="1833602" y="864214"/>
                  </a:lnTo>
                  <a:lnTo>
                    <a:pt x="1877550" y="878374"/>
                  </a:lnTo>
                  <a:lnTo>
                    <a:pt x="1911013" y="913570"/>
                  </a:lnTo>
                  <a:lnTo>
                    <a:pt x="1903684" y="928598"/>
                  </a:lnTo>
                  <a:lnTo>
                    <a:pt x="1833602" y="961206"/>
                  </a:lnTo>
                  <a:lnTo>
                    <a:pt x="1781311" y="970652"/>
                  </a:lnTo>
                  <a:lnTo>
                    <a:pt x="1716460" y="981374"/>
                  </a:lnTo>
                  <a:lnTo>
                    <a:pt x="1638531" y="989101"/>
                  </a:lnTo>
                  <a:lnTo>
                    <a:pt x="1562179" y="992096"/>
                  </a:lnTo>
                  <a:lnTo>
                    <a:pt x="1480597" y="992096"/>
                  </a:lnTo>
                  <a:lnTo>
                    <a:pt x="1402668" y="989101"/>
                  </a:lnTo>
                  <a:lnTo>
                    <a:pt x="1328392" y="981374"/>
                  </a:lnTo>
                  <a:lnTo>
                    <a:pt x="1259887" y="970652"/>
                  </a:lnTo>
                  <a:lnTo>
                    <a:pt x="1208115" y="961206"/>
                  </a:lnTo>
                  <a:lnTo>
                    <a:pt x="1163649" y="945753"/>
                  </a:lnTo>
                  <a:lnTo>
                    <a:pt x="1135417" y="913570"/>
                  </a:lnTo>
                  <a:close/>
                </a:path>
              </a:pathLst>
            </a:custGeom>
            <a:ln w="142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2552514" y="5666429"/>
              <a:ext cx="862965" cy="118110"/>
            </a:xfrm>
            <a:custGeom>
              <a:avLst/>
              <a:gdLst/>
              <a:ahLst/>
              <a:cxnLst/>
              <a:rect l="l" t="t" r="r" b="b"/>
              <a:pathLst>
                <a:path w="862964" h="118110">
                  <a:moveTo>
                    <a:pt x="862928" y="0"/>
                  </a:moveTo>
                  <a:lnTo>
                    <a:pt x="0" y="0"/>
                  </a:lnTo>
                  <a:lnTo>
                    <a:pt x="0" y="118012"/>
                  </a:lnTo>
                  <a:lnTo>
                    <a:pt x="862928" y="118012"/>
                  </a:lnTo>
                  <a:lnTo>
                    <a:pt x="8629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2598018" y="5512373"/>
              <a:ext cx="781050" cy="278130"/>
            </a:xfrm>
            <a:custGeom>
              <a:avLst/>
              <a:gdLst/>
              <a:ahLst/>
              <a:cxnLst/>
              <a:rect l="l" t="t" r="r" b="b"/>
              <a:pathLst>
                <a:path w="781050" h="278129">
                  <a:moveTo>
                    <a:pt x="0" y="0"/>
                  </a:moveTo>
                  <a:lnTo>
                    <a:pt x="0" y="277650"/>
                  </a:lnTo>
                </a:path>
                <a:path w="781050" h="278129">
                  <a:moveTo>
                    <a:pt x="780827" y="0"/>
                  </a:moveTo>
                  <a:lnTo>
                    <a:pt x="780827" y="277650"/>
                  </a:lnTo>
                </a:path>
              </a:pathLst>
            </a:custGeom>
            <a:ln w="142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2598018" y="5402940"/>
              <a:ext cx="775970" cy="159385"/>
            </a:xfrm>
            <a:custGeom>
              <a:avLst/>
              <a:gdLst/>
              <a:ahLst/>
              <a:cxnLst/>
              <a:rect l="l" t="t" r="r" b="b"/>
              <a:pathLst>
                <a:path w="775970" h="159385">
                  <a:moveTo>
                    <a:pt x="426762" y="0"/>
                  </a:moveTo>
                  <a:lnTo>
                    <a:pt x="345180" y="0"/>
                  </a:lnTo>
                  <a:lnTo>
                    <a:pt x="267250" y="2995"/>
                  </a:lnTo>
                  <a:lnTo>
                    <a:pt x="192974" y="10721"/>
                  </a:lnTo>
                  <a:lnTo>
                    <a:pt x="124470" y="21461"/>
                  </a:lnTo>
                  <a:lnTo>
                    <a:pt x="72697" y="30889"/>
                  </a:lnTo>
                  <a:lnTo>
                    <a:pt x="28231" y="45049"/>
                  </a:lnTo>
                  <a:lnTo>
                    <a:pt x="0" y="81539"/>
                  </a:lnTo>
                  <a:lnTo>
                    <a:pt x="8884" y="95698"/>
                  </a:lnTo>
                  <a:lnTo>
                    <a:pt x="72697" y="127882"/>
                  </a:lnTo>
                  <a:lnTo>
                    <a:pt x="124470" y="137327"/>
                  </a:lnTo>
                  <a:lnTo>
                    <a:pt x="192974" y="148049"/>
                  </a:lnTo>
                  <a:lnTo>
                    <a:pt x="267250" y="155776"/>
                  </a:lnTo>
                  <a:lnTo>
                    <a:pt x="345180" y="159214"/>
                  </a:lnTo>
                  <a:lnTo>
                    <a:pt x="426762" y="159214"/>
                  </a:lnTo>
                  <a:lnTo>
                    <a:pt x="503113" y="155776"/>
                  </a:lnTo>
                  <a:lnTo>
                    <a:pt x="581043" y="148049"/>
                  </a:lnTo>
                  <a:lnTo>
                    <a:pt x="645893" y="137327"/>
                  </a:lnTo>
                  <a:lnTo>
                    <a:pt x="698185" y="127882"/>
                  </a:lnTo>
                  <a:lnTo>
                    <a:pt x="742132" y="113722"/>
                  </a:lnTo>
                  <a:lnTo>
                    <a:pt x="775595" y="81539"/>
                  </a:lnTo>
                  <a:lnTo>
                    <a:pt x="768267" y="63515"/>
                  </a:lnTo>
                  <a:lnTo>
                    <a:pt x="698185" y="30889"/>
                  </a:lnTo>
                  <a:lnTo>
                    <a:pt x="645893" y="21461"/>
                  </a:lnTo>
                  <a:lnTo>
                    <a:pt x="581043" y="10721"/>
                  </a:lnTo>
                  <a:lnTo>
                    <a:pt x="503113" y="2995"/>
                  </a:lnTo>
                  <a:lnTo>
                    <a:pt x="42676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2598018" y="5145031"/>
              <a:ext cx="775970" cy="417195"/>
            </a:xfrm>
            <a:custGeom>
              <a:avLst/>
              <a:gdLst/>
              <a:ahLst/>
              <a:cxnLst/>
              <a:rect l="l" t="t" r="r" b="b"/>
              <a:pathLst>
                <a:path w="775970" h="417195">
                  <a:moveTo>
                    <a:pt x="0" y="339447"/>
                  </a:moveTo>
                  <a:lnTo>
                    <a:pt x="28231" y="302957"/>
                  </a:lnTo>
                  <a:lnTo>
                    <a:pt x="72697" y="288798"/>
                  </a:lnTo>
                  <a:lnTo>
                    <a:pt x="124470" y="279369"/>
                  </a:lnTo>
                  <a:lnTo>
                    <a:pt x="192974" y="268630"/>
                  </a:lnTo>
                  <a:lnTo>
                    <a:pt x="267250" y="260903"/>
                  </a:lnTo>
                  <a:lnTo>
                    <a:pt x="345180" y="257908"/>
                  </a:lnTo>
                  <a:lnTo>
                    <a:pt x="426762" y="257908"/>
                  </a:lnTo>
                  <a:lnTo>
                    <a:pt x="503113" y="260903"/>
                  </a:lnTo>
                  <a:lnTo>
                    <a:pt x="581043" y="268630"/>
                  </a:lnTo>
                  <a:lnTo>
                    <a:pt x="645894" y="279369"/>
                  </a:lnTo>
                  <a:lnTo>
                    <a:pt x="698185" y="288798"/>
                  </a:lnTo>
                  <a:lnTo>
                    <a:pt x="742132" y="302957"/>
                  </a:lnTo>
                  <a:lnTo>
                    <a:pt x="775595" y="339447"/>
                  </a:lnTo>
                  <a:lnTo>
                    <a:pt x="768267" y="353607"/>
                  </a:lnTo>
                  <a:lnTo>
                    <a:pt x="698185" y="385790"/>
                  </a:lnTo>
                  <a:lnTo>
                    <a:pt x="645894" y="395236"/>
                  </a:lnTo>
                  <a:lnTo>
                    <a:pt x="581043" y="405958"/>
                  </a:lnTo>
                  <a:lnTo>
                    <a:pt x="503113" y="413685"/>
                  </a:lnTo>
                  <a:lnTo>
                    <a:pt x="426762" y="417123"/>
                  </a:lnTo>
                  <a:lnTo>
                    <a:pt x="345180" y="417123"/>
                  </a:lnTo>
                  <a:lnTo>
                    <a:pt x="267250" y="413685"/>
                  </a:lnTo>
                  <a:lnTo>
                    <a:pt x="192974" y="405958"/>
                  </a:lnTo>
                  <a:lnTo>
                    <a:pt x="124470" y="395236"/>
                  </a:lnTo>
                  <a:lnTo>
                    <a:pt x="72697" y="385790"/>
                  </a:lnTo>
                  <a:lnTo>
                    <a:pt x="28231" y="371630"/>
                  </a:lnTo>
                  <a:lnTo>
                    <a:pt x="0" y="339447"/>
                  </a:lnTo>
                  <a:close/>
                </a:path>
                <a:path w="775970" h="417195">
                  <a:moveTo>
                    <a:pt x="0" y="81539"/>
                  </a:moveTo>
                  <a:lnTo>
                    <a:pt x="28231" y="45049"/>
                  </a:lnTo>
                  <a:lnTo>
                    <a:pt x="72697" y="30889"/>
                  </a:lnTo>
                  <a:lnTo>
                    <a:pt x="124470" y="21461"/>
                  </a:lnTo>
                  <a:lnTo>
                    <a:pt x="192974" y="10721"/>
                  </a:lnTo>
                  <a:lnTo>
                    <a:pt x="267250" y="2995"/>
                  </a:lnTo>
                  <a:lnTo>
                    <a:pt x="345180" y="0"/>
                  </a:lnTo>
                  <a:lnTo>
                    <a:pt x="426762" y="0"/>
                  </a:lnTo>
                  <a:lnTo>
                    <a:pt x="503113" y="2995"/>
                  </a:lnTo>
                  <a:lnTo>
                    <a:pt x="581043" y="10721"/>
                  </a:lnTo>
                  <a:lnTo>
                    <a:pt x="645893" y="21461"/>
                  </a:lnTo>
                  <a:lnTo>
                    <a:pt x="698185" y="30889"/>
                  </a:lnTo>
                  <a:lnTo>
                    <a:pt x="742132" y="45049"/>
                  </a:lnTo>
                  <a:lnTo>
                    <a:pt x="775595" y="81539"/>
                  </a:lnTo>
                  <a:lnTo>
                    <a:pt x="768267" y="95255"/>
                  </a:lnTo>
                  <a:lnTo>
                    <a:pt x="698185" y="127882"/>
                  </a:lnTo>
                  <a:lnTo>
                    <a:pt x="645893" y="137327"/>
                  </a:lnTo>
                  <a:lnTo>
                    <a:pt x="581043" y="148049"/>
                  </a:lnTo>
                  <a:lnTo>
                    <a:pt x="503113" y="155776"/>
                  </a:lnTo>
                  <a:lnTo>
                    <a:pt x="426762" y="158771"/>
                  </a:lnTo>
                  <a:lnTo>
                    <a:pt x="345180" y="158771"/>
                  </a:lnTo>
                  <a:lnTo>
                    <a:pt x="267250" y="155776"/>
                  </a:lnTo>
                  <a:lnTo>
                    <a:pt x="192974" y="148049"/>
                  </a:lnTo>
                  <a:lnTo>
                    <a:pt x="124470" y="137327"/>
                  </a:lnTo>
                  <a:lnTo>
                    <a:pt x="72697" y="127882"/>
                  </a:lnTo>
                  <a:lnTo>
                    <a:pt x="28231" y="113722"/>
                  </a:lnTo>
                  <a:lnTo>
                    <a:pt x="0" y="81539"/>
                  </a:lnTo>
                  <a:close/>
                </a:path>
              </a:pathLst>
            </a:custGeom>
            <a:ln w="142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2552514" y="5368611"/>
              <a:ext cx="862965" cy="118110"/>
            </a:xfrm>
            <a:custGeom>
              <a:avLst/>
              <a:gdLst/>
              <a:ahLst/>
              <a:cxnLst/>
              <a:rect l="l" t="t" r="r" b="b"/>
              <a:pathLst>
                <a:path w="862964" h="118110">
                  <a:moveTo>
                    <a:pt x="862928" y="0"/>
                  </a:moveTo>
                  <a:lnTo>
                    <a:pt x="0" y="0"/>
                  </a:lnTo>
                  <a:lnTo>
                    <a:pt x="0" y="118012"/>
                  </a:lnTo>
                  <a:lnTo>
                    <a:pt x="862928" y="118012"/>
                  </a:lnTo>
                  <a:lnTo>
                    <a:pt x="8629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2598018" y="5214555"/>
              <a:ext cx="781050" cy="278130"/>
            </a:xfrm>
            <a:custGeom>
              <a:avLst/>
              <a:gdLst/>
              <a:ahLst/>
              <a:cxnLst/>
              <a:rect l="l" t="t" r="r" b="b"/>
              <a:pathLst>
                <a:path w="781050" h="278129">
                  <a:moveTo>
                    <a:pt x="0" y="0"/>
                  </a:moveTo>
                  <a:lnTo>
                    <a:pt x="0" y="277650"/>
                  </a:lnTo>
                </a:path>
                <a:path w="781050" h="278129">
                  <a:moveTo>
                    <a:pt x="780827" y="0"/>
                  </a:moveTo>
                  <a:lnTo>
                    <a:pt x="780827" y="277650"/>
                  </a:lnTo>
                </a:path>
              </a:pathLst>
            </a:custGeom>
            <a:ln w="142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2598018" y="5101683"/>
              <a:ext cx="775970" cy="159385"/>
            </a:xfrm>
            <a:custGeom>
              <a:avLst/>
              <a:gdLst/>
              <a:ahLst/>
              <a:cxnLst/>
              <a:rect l="l" t="t" r="r" b="b"/>
              <a:pathLst>
                <a:path w="775970" h="159385">
                  <a:moveTo>
                    <a:pt x="426762" y="0"/>
                  </a:moveTo>
                  <a:lnTo>
                    <a:pt x="345180" y="0"/>
                  </a:lnTo>
                  <a:lnTo>
                    <a:pt x="267250" y="3438"/>
                  </a:lnTo>
                  <a:lnTo>
                    <a:pt x="192974" y="10739"/>
                  </a:lnTo>
                  <a:lnTo>
                    <a:pt x="124470" y="21461"/>
                  </a:lnTo>
                  <a:lnTo>
                    <a:pt x="72697" y="31332"/>
                  </a:lnTo>
                  <a:lnTo>
                    <a:pt x="28231" y="45492"/>
                  </a:lnTo>
                  <a:lnTo>
                    <a:pt x="0" y="81964"/>
                  </a:lnTo>
                  <a:lnTo>
                    <a:pt x="8884" y="95698"/>
                  </a:lnTo>
                  <a:lnTo>
                    <a:pt x="72697" y="127882"/>
                  </a:lnTo>
                  <a:lnTo>
                    <a:pt x="124470" y="137753"/>
                  </a:lnTo>
                  <a:lnTo>
                    <a:pt x="192974" y="148475"/>
                  </a:lnTo>
                  <a:lnTo>
                    <a:pt x="267250" y="156201"/>
                  </a:lnTo>
                  <a:lnTo>
                    <a:pt x="345180" y="159214"/>
                  </a:lnTo>
                  <a:lnTo>
                    <a:pt x="426762" y="159214"/>
                  </a:lnTo>
                  <a:lnTo>
                    <a:pt x="503113" y="156201"/>
                  </a:lnTo>
                  <a:lnTo>
                    <a:pt x="581043" y="148475"/>
                  </a:lnTo>
                  <a:lnTo>
                    <a:pt x="645893" y="137753"/>
                  </a:lnTo>
                  <a:lnTo>
                    <a:pt x="698185" y="127882"/>
                  </a:lnTo>
                  <a:lnTo>
                    <a:pt x="742132" y="114147"/>
                  </a:lnTo>
                  <a:lnTo>
                    <a:pt x="775595" y="81964"/>
                  </a:lnTo>
                  <a:lnTo>
                    <a:pt x="768267" y="63515"/>
                  </a:lnTo>
                  <a:lnTo>
                    <a:pt x="698185" y="31332"/>
                  </a:lnTo>
                  <a:lnTo>
                    <a:pt x="645893" y="21461"/>
                  </a:lnTo>
                  <a:lnTo>
                    <a:pt x="581043" y="10739"/>
                  </a:lnTo>
                  <a:lnTo>
                    <a:pt x="503113" y="3438"/>
                  </a:lnTo>
                  <a:lnTo>
                    <a:pt x="42676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2598018" y="4843775"/>
              <a:ext cx="775970" cy="417195"/>
            </a:xfrm>
            <a:custGeom>
              <a:avLst/>
              <a:gdLst/>
              <a:ahLst/>
              <a:cxnLst/>
              <a:rect l="l" t="t" r="r" b="b"/>
              <a:pathLst>
                <a:path w="775970" h="417195">
                  <a:moveTo>
                    <a:pt x="0" y="339872"/>
                  </a:moveTo>
                  <a:lnTo>
                    <a:pt x="28231" y="303400"/>
                  </a:lnTo>
                  <a:lnTo>
                    <a:pt x="72697" y="289241"/>
                  </a:lnTo>
                  <a:lnTo>
                    <a:pt x="124470" y="279369"/>
                  </a:lnTo>
                  <a:lnTo>
                    <a:pt x="192974" y="268648"/>
                  </a:lnTo>
                  <a:lnTo>
                    <a:pt x="267250" y="261346"/>
                  </a:lnTo>
                  <a:lnTo>
                    <a:pt x="345180" y="257908"/>
                  </a:lnTo>
                  <a:lnTo>
                    <a:pt x="426762" y="257908"/>
                  </a:lnTo>
                  <a:lnTo>
                    <a:pt x="503113" y="261346"/>
                  </a:lnTo>
                  <a:lnTo>
                    <a:pt x="581043" y="268648"/>
                  </a:lnTo>
                  <a:lnTo>
                    <a:pt x="645894" y="279369"/>
                  </a:lnTo>
                  <a:lnTo>
                    <a:pt x="698185" y="289241"/>
                  </a:lnTo>
                  <a:lnTo>
                    <a:pt x="742132" y="303400"/>
                  </a:lnTo>
                  <a:lnTo>
                    <a:pt x="775595" y="339872"/>
                  </a:lnTo>
                  <a:lnTo>
                    <a:pt x="768267" y="353607"/>
                  </a:lnTo>
                  <a:lnTo>
                    <a:pt x="698185" y="385790"/>
                  </a:lnTo>
                  <a:lnTo>
                    <a:pt x="645894" y="395661"/>
                  </a:lnTo>
                  <a:lnTo>
                    <a:pt x="581043" y="406383"/>
                  </a:lnTo>
                  <a:lnTo>
                    <a:pt x="503113" y="414110"/>
                  </a:lnTo>
                  <a:lnTo>
                    <a:pt x="426762" y="417123"/>
                  </a:lnTo>
                  <a:lnTo>
                    <a:pt x="345180" y="417123"/>
                  </a:lnTo>
                  <a:lnTo>
                    <a:pt x="267250" y="414110"/>
                  </a:lnTo>
                  <a:lnTo>
                    <a:pt x="192974" y="406383"/>
                  </a:lnTo>
                  <a:lnTo>
                    <a:pt x="124470" y="395661"/>
                  </a:lnTo>
                  <a:lnTo>
                    <a:pt x="72697" y="385790"/>
                  </a:lnTo>
                  <a:lnTo>
                    <a:pt x="28231" y="372056"/>
                  </a:lnTo>
                  <a:lnTo>
                    <a:pt x="0" y="339872"/>
                  </a:lnTo>
                  <a:close/>
                </a:path>
                <a:path w="775970" h="417195">
                  <a:moveTo>
                    <a:pt x="0" y="81539"/>
                  </a:moveTo>
                  <a:lnTo>
                    <a:pt x="28231" y="45067"/>
                  </a:lnTo>
                  <a:lnTo>
                    <a:pt x="72697" y="31332"/>
                  </a:lnTo>
                  <a:lnTo>
                    <a:pt x="124470" y="21461"/>
                  </a:lnTo>
                  <a:lnTo>
                    <a:pt x="192974" y="10721"/>
                  </a:lnTo>
                  <a:lnTo>
                    <a:pt x="267250" y="3438"/>
                  </a:lnTo>
                  <a:lnTo>
                    <a:pt x="345180" y="0"/>
                  </a:lnTo>
                  <a:lnTo>
                    <a:pt x="426762" y="0"/>
                  </a:lnTo>
                  <a:lnTo>
                    <a:pt x="503113" y="3438"/>
                  </a:lnTo>
                  <a:lnTo>
                    <a:pt x="581043" y="10721"/>
                  </a:lnTo>
                  <a:lnTo>
                    <a:pt x="645893" y="21461"/>
                  </a:lnTo>
                  <a:lnTo>
                    <a:pt x="698185" y="31332"/>
                  </a:lnTo>
                  <a:lnTo>
                    <a:pt x="742132" y="45067"/>
                  </a:lnTo>
                  <a:lnTo>
                    <a:pt x="775595" y="81539"/>
                  </a:lnTo>
                  <a:lnTo>
                    <a:pt x="768267" y="95698"/>
                  </a:lnTo>
                  <a:lnTo>
                    <a:pt x="698185" y="127882"/>
                  </a:lnTo>
                  <a:lnTo>
                    <a:pt x="645893" y="137753"/>
                  </a:lnTo>
                  <a:lnTo>
                    <a:pt x="581043" y="148475"/>
                  </a:lnTo>
                  <a:lnTo>
                    <a:pt x="503113" y="155776"/>
                  </a:lnTo>
                  <a:lnTo>
                    <a:pt x="426762" y="159214"/>
                  </a:lnTo>
                  <a:lnTo>
                    <a:pt x="345180" y="159214"/>
                  </a:lnTo>
                  <a:lnTo>
                    <a:pt x="267250" y="155776"/>
                  </a:lnTo>
                  <a:lnTo>
                    <a:pt x="192974" y="148475"/>
                  </a:lnTo>
                  <a:lnTo>
                    <a:pt x="124470" y="137753"/>
                  </a:lnTo>
                  <a:lnTo>
                    <a:pt x="72697" y="127882"/>
                  </a:lnTo>
                  <a:lnTo>
                    <a:pt x="28231" y="114147"/>
                  </a:lnTo>
                  <a:lnTo>
                    <a:pt x="0" y="81539"/>
                  </a:lnTo>
                  <a:close/>
                </a:path>
              </a:pathLst>
            </a:custGeom>
            <a:ln w="142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2552514" y="5067351"/>
              <a:ext cx="862965" cy="118745"/>
            </a:xfrm>
            <a:custGeom>
              <a:avLst/>
              <a:gdLst/>
              <a:ahLst/>
              <a:cxnLst/>
              <a:rect l="l" t="t" r="r" b="b"/>
              <a:pathLst>
                <a:path w="862964" h="118745">
                  <a:moveTo>
                    <a:pt x="862928" y="0"/>
                  </a:moveTo>
                  <a:lnTo>
                    <a:pt x="0" y="0"/>
                  </a:lnTo>
                  <a:lnTo>
                    <a:pt x="0" y="118441"/>
                  </a:lnTo>
                  <a:lnTo>
                    <a:pt x="862928" y="118441"/>
                  </a:lnTo>
                  <a:lnTo>
                    <a:pt x="8629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2598018" y="4913724"/>
              <a:ext cx="781050" cy="277495"/>
            </a:xfrm>
            <a:custGeom>
              <a:avLst/>
              <a:gdLst/>
              <a:ahLst/>
              <a:cxnLst/>
              <a:rect l="l" t="t" r="r" b="b"/>
              <a:pathLst>
                <a:path w="781050" h="277495">
                  <a:moveTo>
                    <a:pt x="0" y="0"/>
                  </a:moveTo>
                  <a:lnTo>
                    <a:pt x="0" y="277225"/>
                  </a:lnTo>
                </a:path>
                <a:path w="781050" h="277495">
                  <a:moveTo>
                    <a:pt x="780827" y="0"/>
                  </a:moveTo>
                  <a:lnTo>
                    <a:pt x="780827" y="277225"/>
                  </a:lnTo>
                </a:path>
              </a:pathLst>
            </a:custGeom>
            <a:ln w="142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2598018" y="4803865"/>
              <a:ext cx="775970" cy="160655"/>
            </a:xfrm>
            <a:custGeom>
              <a:avLst/>
              <a:gdLst/>
              <a:ahLst/>
              <a:cxnLst/>
              <a:rect l="l" t="t" r="r" b="b"/>
              <a:pathLst>
                <a:path w="775970" h="160654">
                  <a:moveTo>
                    <a:pt x="426762" y="0"/>
                  </a:moveTo>
                  <a:lnTo>
                    <a:pt x="345180" y="0"/>
                  </a:lnTo>
                  <a:lnTo>
                    <a:pt x="267250" y="4288"/>
                  </a:lnTo>
                  <a:lnTo>
                    <a:pt x="192974" y="10721"/>
                  </a:lnTo>
                  <a:lnTo>
                    <a:pt x="124470" y="21461"/>
                  </a:lnTo>
                  <a:lnTo>
                    <a:pt x="72697" y="31332"/>
                  </a:lnTo>
                  <a:lnTo>
                    <a:pt x="28231" y="46343"/>
                  </a:lnTo>
                  <a:lnTo>
                    <a:pt x="0" y="81964"/>
                  </a:lnTo>
                  <a:lnTo>
                    <a:pt x="8884" y="95698"/>
                  </a:lnTo>
                  <a:lnTo>
                    <a:pt x="72697" y="127882"/>
                  </a:lnTo>
                  <a:lnTo>
                    <a:pt x="124470" y="139046"/>
                  </a:lnTo>
                  <a:lnTo>
                    <a:pt x="192974" y="149768"/>
                  </a:lnTo>
                  <a:lnTo>
                    <a:pt x="267250" y="156201"/>
                  </a:lnTo>
                  <a:lnTo>
                    <a:pt x="345180" y="160490"/>
                  </a:lnTo>
                  <a:lnTo>
                    <a:pt x="426762" y="160490"/>
                  </a:lnTo>
                  <a:lnTo>
                    <a:pt x="503113" y="156201"/>
                  </a:lnTo>
                  <a:lnTo>
                    <a:pt x="581043" y="149768"/>
                  </a:lnTo>
                  <a:lnTo>
                    <a:pt x="645893" y="139046"/>
                  </a:lnTo>
                  <a:lnTo>
                    <a:pt x="698185" y="127882"/>
                  </a:lnTo>
                  <a:lnTo>
                    <a:pt x="742132" y="114147"/>
                  </a:lnTo>
                  <a:lnTo>
                    <a:pt x="775595" y="81964"/>
                  </a:lnTo>
                  <a:lnTo>
                    <a:pt x="768267" y="63515"/>
                  </a:lnTo>
                  <a:lnTo>
                    <a:pt x="698185" y="31332"/>
                  </a:lnTo>
                  <a:lnTo>
                    <a:pt x="645893" y="21461"/>
                  </a:lnTo>
                  <a:lnTo>
                    <a:pt x="581043" y="10721"/>
                  </a:lnTo>
                  <a:lnTo>
                    <a:pt x="503113" y="4288"/>
                  </a:lnTo>
                  <a:lnTo>
                    <a:pt x="42676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2598018" y="4545903"/>
              <a:ext cx="775970" cy="418465"/>
            </a:xfrm>
            <a:custGeom>
              <a:avLst/>
              <a:gdLst/>
              <a:ahLst/>
              <a:cxnLst/>
              <a:rect l="l" t="t" r="r" b="b"/>
              <a:pathLst>
                <a:path w="775970" h="418464">
                  <a:moveTo>
                    <a:pt x="0" y="339926"/>
                  </a:moveTo>
                  <a:lnTo>
                    <a:pt x="28231" y="304304"/>
                  </a:lnTo>
                  <a:lnTo>
                    <a:pt x="72697" y="289294"/>
                  </a:lnTo>
                  <a:lnTo>
                    <a:pt x="124470" y="279423"/>
                  </a:lnTo>
                  <a:lnTo>
                    <a:pt x="192974" y="268683"/>
                  </a:lnTo>
                  <a:lnTo>
                    <a:pt x="267250" y="262250"/>
                  </a:lnTo>
                  <a:lnTo>
                    <a:pt x="345180" y="257961"/>
                  </a:lnTo>
                  <a:lnTo>
                    <a:pt x="426762" y="257961"/>
                  </a:lnTo>
                  <a:lnTo>
                    <a:pt x="503113" y="262250"/>
                  </a:lnTo>
                  <a:lnTo>
                    <a:pt x="581043" y="268683"/>
                  </a:lnTo>
                  <a:lnTo>
                    <a:pt x="645894" y="279423"/>
                  </a:lnTo>
                  <a:lnTo>
                    <a:pt x="698185" y="289294"/>
                  </a:lnTo>
                  <a:lnTo>
                    <a:pt x="742132" y="304304"/>
                  </a:lnTo>
                  <a:lnTo>
                    <a:pt x="775595" y="339926"/>
                  </a:lnTo>
                  <a:lnTo>
                    <a:pt x="768267" y="353660"/>
                  </a:lnTo>
                  <a:lnTo>
                    <a:pt x="698185" y="385843"/>
                  </a:lnTo>
                  <a:lnTo>
                    <a:pt x="645894" y="397008"/>
                  </a:lnTo>
                  <a:lnTo>
                    <a:pt x="581043" y="407730"/>
                  </a:lnTo>
                  <a:lnTo>
                    <a:pt x="503113" y="414163"/>
                  </a:lnTo>
                  <a:lnTo>
                    <a:pt x="426762" y="418452"/>
                  </a:lnTo>
                  <a:lnTo>
                    <a:pt x="345180" y="418452"/>
                  </a:lnTo>
                  <a:lnTo>
                    <a:pt x="267250" y="414163"/>
                  </a:lnTo>
                  <a:lnTo>
                    <a:pt x="192974" y="407730"/>
                  </a:lnTo>
                  <a:lnTo>
                    <a:pt x="124470" y="397008"/>
                  </a:lnTo>
                  <a:lnTo>
                    <a:pt x="72697" y="385843"/>
                  </a:lnTo>
                  <a:lnTo>
                    <a:pt x="28231" y="372109"/>
                  </a:lnTo>
                  <a:lnTo>
                    <a:pt x="0" y="339926"/>
                  </a:lnTo>
                  <a:close/>
                </a:path>
                <a:path w="775970" h="418464">
                  <a:moveTo>
                    <a:pt x="0" y="82017"/>
                  </a:moveTo>
                  <a:lnTo>
                    <a:pt x="28231" y="46431"/>
                  </a:lnTo>
                  <a:lnTo>
                    <a:pt x="72697" y="31367"/>
                  </a:lnTo>
                  <a:lnTo>
                    <a:pt x="124470" y="21443"/>
                  </a:lnTo>
                  <a:lnTo>
                    <a:pt x="192974" y="10810"/>
                  </a:lnTo>
                  <a:lnTo>
                    <a:pt x="267250" y="4430"/>
                  </a:lnTo>
                  <a:lnTo>
                    <a:pt x="345180" y="0"/>
                  </a:lnTo>
                  <a:lnTo>
                    <a:pt x="426762" y="0"/>
                  </a:lnTo>
                  <a:lnTo>
                    <a:pt x="503113" y="4430"/>
                  </a:lnTo>
                  <a:lnTo>
                    <a:pt x="581043" y="10810"/>
                  </a:lnTo>
                  <a:lnTo>
                    <a:pt x="645893" y="21443"/>
                  </a:lnTo>
                  <a:lnTo>
                    <a:pt x="698185" y="31367"/>
                  </a:lnTo>
                  <a:lnTo>
                    <a:pt x="742132" y="46431"/>
                  </a:lnTo>
                  <a:lnTo>
                    <a:pt x="775595" y="82017"/>
                  </a:lnTo>
                  <a:lnTo>
                    <a:pt x="768267" y="95752"/>
                  </a:lnTo>
                  <a:lnTo>
                    <a:pt x="698185" y="127935"/>
                  </a:lnTo>
                  <a:lnTo>
                    <a:pt x="645893" y="138657"/>
                  </a:lnTo>
                  <a:lnTo>
                    <a:pt x="581043" y="149396"/>
                  </a:lnTo>
                  <a:lnTo>
                    <a:pt x="503113" y="155829"/>
                  </a:lnTo>
                  <a:lnTo>
                    <a:pt x="426762" y="160118"/>
                  </a:lnTo>
                  <a:lnTo>
                    <a:pt x="345180" y="160118"/>
                  </a:lnTo>
                  <a:lnTo>
                    <a:pt x="267250" y="155829"/>
                  </a:lnTo>
                  <a:lnTo>
                    <a:pt x="192974" y="149396"/>
                  </a:lnTo>
                  <a:lnTo>
                    <a:pt x="124470" y="138657"/>
                  </a:lnTo>
                  <a:lnTo>
                    <a:pt x="72697" y="127935"/>
                  </a:lnTo>
                  <a:lnTo>
                    <a:pt x="28231" y="114200"/>
                  </a:lnTo>
                  <a:lnTo>
                    <a:pt x="0" y="82017"/>
                  </a:lnTo>
                  <a:close/>
                </a:path>
              </a:pathLst>
            </a:custGeom>
            <a:ln w="142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2552514" y="4770831"/>
              <a:ext cx="862965" cy="118110"/>
            </a:xfrm>
            <a:custGeom>
              <a:avLst/>
              <a:gdLst/>
              <a:ahLst/>
              <a:cxnLst/>
              <a:rect l="l" t="t" r="r" b="b"/>
              <a:pathLst>
                <a:path w="862964" h="118110">
                  <a:moveTo>
                    <a:pt x="862928" y="0"/>
                  </a:moveTo>
                  <a:lnTo>
                    <a:pt x="0" y="0"/>
                  </a:lnTo>
                  <a:lnTo>
                    <a:pt x="0" y="118010"/>
                  </a:lnTo>
                  <a:lnTo>
                    <a:pt x="862928" y="118010"/>
                  </a:lnTo>
                  <a:lnTo>
                    <a:pt x="8629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2598018" y="4615905"/>
              <a:ext cx="1911985" cy="1236345"/>
            </a:xfrm>
            <a:custGeom>
              <a:avLst/>
              <a:gdLst/>
              <a:ahLst/>
              <a:cxnLst/>
              <a:rect l="l" t="t" r="r" b="b"/>
              <a:pathLst>
                <a:path w="1911985" h="1236345">
                  <a:moveTo>
                    <a:pt x="0" y="0"/>
                  </a:moveTo>
                  <a:lnTo>
                    <a:pt x="0" y="278501"/>
                  </a:lnTo>
                </a:path>
                <a:path w="1911985" h="1236345">
                  <a:moveTo>
                    <a:pt x="780827" y="0"/>
                  </a:moveTo>
                  <a:lnTo>
                    <a:pt x="780827" y="278501"/>
                  </a:lnTo>
                </a:path>
                <a:path w="1911985" h="1236345">
                  <a:moveTo>
                    <a:pt x="1135453" y="1159090"/>
                  </a:moveTo>
                  <a:lnTo>
                    <a:pt x="1163556" y="1122193"/>
                  </a:lnTo>
                  <a:lnTo>
                    <a:pt x="1208087" y="1108459"/>
                  </a:lnTo>
                  <a:lnTo>
                    <a:pt x="1259967" y="1098587"/>
                  </a:lnTo>
                  <a:lnTo>
                    <a:pt x="1328493" y="1087848"/>
                  </a:lnTo>
                  <a:lnTo>
                    <a:pt x="1402639" y="1080564"/>
                  </a:lnTo>
                  <a:lnTo>
                    <a:pt x="1480677" y="1077126"/>
                  </a:lnTo>
                  <a:lnTo>
                    <a:pt x="1562173" y="1077126"/>
                  </a:lnTo>
                  <a:lnTo>
                    <a:pt x="1638481" y="1080564"/>
                  </a:lnTo>
                  <a:lnTo>
                    <a:pt x="1716518" y="1087848"/>
                  </a:lnTo>
                  <a:lnTo>
                    <a:pt x="1781369" y="1098587"/>
                  </a:lnTo>
                  <a:lnTo>
                    <a:pt x="1833682" y="1108459"/>
                  </a:lnTo>
                  <a:lnTo>
                    <a:pt x="1877565" y="1122193"/>
                  </a:lnTo>
                  <a:lnTo>
                    <a:pt x="1911503" y="1159090"/>
                  </a:lnTo>
                  <a:lnTo>
                    <a:pt x="1903721" y="1172825"/>
                  </a:lnTo>
                  <a:lnTo>
                    <a:pt x="1833682" y="1205008"/>
                  </a:lnTo>
                  <a:lnTo>
                    <a:pt x="1781369" y="1214879"/>
                  </a:lnTo>
                  <a:lnTo>
                    <a:pt x="1716518" y="1225601"/>
                  </a:lnTo>
                  <a:lnTo>
                    <a:pt x="1638481" y="1232903"/>
                  </a:lnTo>
                  <a:lnTo>
                    <a:pt x="1562173" y="1236341"/>
                  </a:lnTo>
                  <a:lnTo>
                    <a:pt x="1480677" y="1236341"/>
                  </a:lnTo>
                  <a:lnTo>
                    <a:pt x="1402639" y="1232903"/>
                  </a:lnTo>
                  <a:lnTo>
                    <a:pt x="1328493" y="1225601"/>
                  </a:lnTo>
                  <a:lnTo>
                    <a:pt x="1259967" y="1214879"/>
                  </a:lnTo>
                  <a:lnTo>
                    <a:pt x="1208087" y="1205008"/>
                  </a:lnTo>
                  <a:lnTo>
                    <a:pt x="1163556" y="1191274"/>
                  </a:lnTo>
                  <a:lnTo>
                    <a:pt x="1135453" y="1159090"/>
                  </a:lnTo>
                  <a:close/>
                </a:path>
                <a:path w="1911985" h="1236345">
                  <a:moveTo>
                    <a:pt x="1135453" y="900757"/>
                  </a:moveTo>
                  <a:lnTo>
                    <a:pt x="1163556" y="864285"/>
                  </a:lnTo>
                  <a:lnTo>
                    <a:pt x="1208087" y="850550"/>
                  </a:lnTo>
                  <a:lnTo>
                    <a:pt x="1259967" y="840679"/>
                  </a:lnTo>
                  <a:lnTo>
                    <a:pt x="1328493" y="829939"/>
                  </a:lnTo>
                  <a:lnTo>
                    <a:pt x="1402639" y="822213"/>
                  </a:lnTo>
                  <a:lnTo>
                    <a:pt x="1480677" y="819218"/>
                  </a:lnTo>
                  <a:lnTo>
                    <a:pt x="1562173" y="819218"/>
                  </a:lnTo>
                  <a:lnTo>
                    <a:pt x="1638481" y="822213"/>
                  </a:lnTo>
                  <a:lnTo>
                    <a:pt x="1716518" y="829939"/>
                  </a:lnTo>
                  <a:lnTo>
                    <a:pt x="1781369" y="840679"/>
                  </a:lnTo>
                  <a:lnTo>
                    <a:pt x="1833682" y="850550"/>
                  </a:lnTo>
                  <a:lnTo>
                    <a:pt x="1877565" y="864285"/>
                  </a:lnTo>
                  <a:lnTo>
                    <a:pt x="1911503" y="900757"/>
                  </a:lnTo>
                  <a:lnTo>
                    <a:pt x="1903721" y="914916"/>
                  </a:lnTo>
                  <a:lnTo>
                    <a:pt x="1833682" y="947100"/>
                  </a:lnTo>
                  <a:lnTo>
                    <a:pt x="1781369" y="956971"/>
                  </a:lnTo>
                  <a:lnTo>
                    <a:pt x="1716518" y="967693"/>
                  </a:lnTo>
                  <a:lnTo>
                    <a:pt x="1638481" y="974994"/>
                  </a:lnTo>
                  <a:lnTo>
                    <a:pt x="1562173" y="978432"/>
                  </a:lnTo>
                  <a:lnTo>
                    <a:pt x="1480677" y="978432"/>
                  </a:lnTo>
                  <a:lnTo>
                    <a:pt x="1402639" y="974994"/>
                  </a:lnTo>
                  <a:lnTo>
                    <a:pt x="1328493" y="967693"/>
                  </a:lnTo>
                  <a:lnTo>
                    <a:pt x="1259967" y="956971"/>
                  </a:lnTo>
                  <a:lnTo>
                    <a:pt x="1208087" y="947100"/>
                  </a:lnTo>
                  <a:lnTo>
                    <a:pt x="1163556" y="932940"/>
                  </a:lnTo>
                  <a:lnTo>
                    <a:pt x="1135453" y="900757"/>
                  </a:lnTo>
                  <a:close/>
                </a:path>
              </a:pathLst>
            </a:custGeom>
            <a:ln w="142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3687860" y="5658699"/>
              <a:ext cx="862965" cy="118745"/>
            </a:xfrm>
            <a:custGeom>
              <a:avLst/>
              <a:gdLst/>
              <a:ahLst/>
              <a:cxnLst/>
              <a:rect l="l" t="t" r="r" b="b"/>
              <a:pathLst>
                <a:path w="862964" h="118745">
                  <a:moveTo>
                    <a:pt x="862928" y="0"/>
                  </a:moveTo>
                  <a:lnTo>
                    <a:pt x="0" y="0"/>
                  </a:lnTo>
                  <a:lnTo>
                    <a:pt x="0" y="118441"/>
                  </a:lnTo>
                  <a:lnTo>
                    <a:pt x="862928" y="118441"/>
                  </a:lnTo>
                  <a:lnTo>
                    <a:pt x="8629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3733472" y="5505072"/>
              <a:ext cx="781050" cy="277495"/>
            </a:xfrm>
            <a:custGeom>
              <a:avLst/>
              <a:gdLst/>
              <a:ahLst/>
              <a:cxnLst/>
              <a:rect l="l" t="t" r="r" b="b"/>
              <a:pathLst>
                <a:path w="781050" h="277495">
                  <a:moveTo>
                    <a:pt x="0" y="0"/>
                  </a:moveTo>
                  <a:lnTo>
                    <a:pt x="0" y="277225"/>
                  </a:lnTo>
                </a:path>
                <a:path w="781050" h="277495">
                  <a:moveTo>
                    <a:pt x="780805" y="0"/>
                  </a:moveTo>
                  <a:lnTo>
                    <a:pt x="780805" y="277225"/>
                  </a:lnTo>
                </a:path>
              </a:pathLst>
            </a:custGeom>
            <a:ln w="142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3733472" y="5395213"/>
              <a:ext cx="776605" cy="160655"/>
            </a:xfrm>
            <a:custGeom>
              <a:avLst/>
              <a:gdLst/>
              <a:ahLst/>
              <a:cxnLst/>
              <a:rect l="l" t="t" r="r" b="b"/>
              <a:pathLst>
                <a:path w="776604" h="160654">
                  <a:moveTo>
                    <a:pt x="426719" y="0"/>
                  </a:moveTo>
                  <a:lnTo>
                    <a:pt x="345223" y="0"/>
                  </a:lnTo>
                  <a:lnTo>
                    <a:pt x="267185" y="4288"/>
                  </a:lnTo>
                  <a:lnTo>
                    <a:pt x="193039" y="10721"/>
                  </a:lnTo>
                  <a:lnTo>
                    <a:pt x="124513" y="21461"/>
                  </a:lnTo>
                  <a:lnTo>
                    <a:pt x="72633" y="31332"/>
                  </a:lnTo>
                  <a:lnTo>
                    <a:pt x="28102" y="46343"/>
                  </a:lnTo>
                  <a:lnTo>
                    <a:pt x="0" y="81964"/>
                  </a:lnTo>
                  <a:lnTo>
                    <a:pt x="8862" y="95698"/>
                  </a:lnTo>
                  <a:lnTo>
                    <a:pt x="72633" y="127882"/>
                  </a:lnTo>
                  <a:lnTo>
                    <a:pt x="124513" y="138603"/>
                  </a:lnTo>
                  <a:lnTo>
                    <a:pt x="193039" y="149343"/>
                  </a:lnTo>
                  <a:lnTo>
                    <a:pt x="267185" y="155776"/>
                  </a:lnTo>
                  <a:lnTo>
                    <a:pt x="345223" y="160065"/>
                  </a:lnTo>
                  <a:lnTo>
                    <a:pt x="426719" y="160065"/>
                  </a:lnTo>
                  <a:lnTo>
                    <a:pt x="503027" y="155776"/>
                  </a:lnTo>
                  <a:lnTo>
                    <a:pt x="581064" y="149343"/>
                  </a:lnTo>
                  <a:lnTo>
                    <a:pt x="645915" y="138603"/>
                  </a:lnTo>
                  <a:lnTo>
                    <a:pt x="698228" y="127882"/>
                  </a:lnTo>
                  <a:lnTo>
                    <a:pt x="742111" y="114147"/>
                  </a:lnTo>
                  <a:lnTo>
                    <a:pt x="776049" y="81964"/>
                  </a:lnTo>
                  <a:lnTo>
                    <a:pt x="768267" y="63515"/>
                  </a:lnTo>
                  <a:lnTo>
                    <a:pt x="698228" y="31332"/>
                  </a:lnTo>
                  <a:lnTo>
                    <a:pt x="645915" y="21461"/>
                  </a:lnTo>
                  <a:lnTo>
                    <a:pt x="581064" y="10721"/>
                  </a:lnTo>
                  <a:lnTo>
                    <a:pt x="503027" y="4288"/>
                  </a:lnTo>
                  <a:lnTo>
                    <a:pt x="4267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3733472" y="5137305"/>
              <a:ext cx="776605" cy="418465"/>
            </a:xfrm>
            <a:custGeom>
              <a:avLst/>
              <a:gdLst/>
              <a:ahLst/>
              <a:cxnLst/>
              <a:rect l="l" t="t" r="r" b="b"/>
              <a:pathLst>
                <a:path w="776604" h="418464">
                  <a:moveTo>
                    <a:pt x="0" y="339872"/>
                  </a:moveTo>
                  <a:lnTo>
                    <a:pt x="28102" y="304251"/>
                  </a:lnTo>
                  <a:lnTo>
                    <a:pt x="72633" y="289241"/>
                  </a:lnTo>
                  <a:lnTo>
                    <a:pt x="124513" y="279369"/>
                  </a:lnTo>
                  <a:lnTo>
                    <a:pt x="193039" y="268630"/>
                  </a:lnTo>
                  <a:lnTo>
                    <a:pt x="267185" y="262197"/>
                  </a:lnTo>
                  <a:lnTo>
                    <a:pt x="345223" y="257908"/>
                  </a:lnTo>
                  <a:lnTo>
                    <a:pt x="426719" y="257908"/>
                  </a:lnTo>
                  <a:lnTo>
                    <a:pt x="503027" y="262197"/>
                  </a:lnTo>
                  <a:lnTo>
                    <a:pt x="581064" y="268630"/>
                  </a:lnTo>
                  <a:lnTo>
                    <a:pt x="645915" y="279369"/>
                  </a:lnTo>
                  <a:lnTo>
                    <a:pt x="698228" y="289241"/>
                  </a:lnTo>
                  <a:lnTo>
                    <a:pt x="742111" y="304251"/>
                  </a:lnTo>
                  <a:lnTo>
                    <a:pt x="776049" y="339872"/>
                  </a:lnTo>
                  <a:lnTo>
                    <a:pt x="768267" y="353607"/>
                  </a:lnTo>
                  <a:lnTo>
                    <a:pt x="698228" y="385790"/>
                  </a:lnTo>
                  <a:lnTo>
                    <a:pt x="645915" y="396512"/>
                  </a:lnTo>
                  <a:lnTo>
                    <a:pt x="581064" y="407251"/>
                  </a:lnTo>
                  <a:lnTo>
                    <a:pt x="503027" y="413685"/>
                  </a:lnTo>
                  <a:lnTo>
                    <a:pt x="426719" y="417973"/>
                  </a:lnTo>
                  <a:lnTo>
                    <a:pt x="345223" y="417973"/>
                  </a:lnTo>
                  <a:lnTo>
                    <a:pt x="267185" y="413685"/>
                  </a:lnTo>
                  <a:lnTo>
                    <a:pt x="193039" y="407251"/>
                  </a:lnTo>
                  <a:lnTo>
                    <a:pt x="124513" y="396512"/>
                  </a:lnTo>
                  <a:lnTo>
                    <a:pt x="72633" y="385790"/>
                  </a:lnTo>
                  <a:lnTo>
                    <a:pt x="28102" y="372056"/>
                  </a:lnTo>
                  <a:lnTo>
                    <a:pt x="0" y="339872"/>
                  </a:lnTo>
                  <a:close/>
                </a:path>
                <a:path w="776604" h="418464">
                  <a:moveTo>
                    <a:pt x="0" y="81539"/>
                  </a:moveTo>
                  <a:lnTo>
                    <a:pt x="28102" y="46343"/>
                  </a:lnTo>
                  <a:lnTo>
                    <a:pt x="72633" y="31332"/>
                  </a:lnTo>
                  <a:lnTo>
                    <a:pt x="124513" y="21461"/>
                  </a:lnTo>
                  <a:lnTo>
                    <a:pt x="193039" y="10721"/>
                  </a:lnTo>
                  <a:lnTo>
                    <a:pt x="267185" y="4288"/>
                  </a:lnTo>
                  <a:lnTo>
                    <a:pt x="345223" y="0"/>
                  </a:lnTo>
                  <a:lnTo>
                    <a:pt x="426719" y="0"/>
                  </a:lnTo>
                  <a:lnTo>
                    <a:pt x="503027" y="4288"/>
                  </a:lnTo>
                  <a:lnTo>
                    <a:pt x="581064" y="10721"/>
                  </a:lnTo>
                  <a:lnTo>
                    <a:pt x="645915" y="21461"/>
                  </a:lnTo>
                  <a:lnTo>
                    <a:pt x="698228" y="31332"/>
                  </a:lnTo>
                  <a:lnTo>
                    <a:pt x="742111" y="46343"/>
                  </a:lnTo>
                  <a:lnTo>
                    <a:pt x="776049" y="81539"/>
                  </a:lnTo>
                  <a:lnTo>
                    <a:pt x="768267" y="95698"/>
                  </a:lnTo>
                  <a:lnTo>
                    <a:pt x="698228" y="127882"/>
                  </a:lnTo>
                  <a:lnTo>
                    <a:pt x="645915" y="138603"/>
                  </a:lnTo>
                  <a:lnTo>
                    <a:pt x="581064" y="149343"/>
                  </a:lnTo>
                  <a:lnTo>
                    <a:pt x="503027" y="155776"/>
                  </a:lnTo>
                  <a:lnTo>
                    <a:pt x="426719" y="160065"/>
                  </a:lnTo>
                  <a:lnTo>
                    <a:pt x="345223" y="160065"/>
                  </a:lnTo>
                  <a:lnTo>
                    <a:pt x="267185" y="155776"/>
                  </a:lnTo>
                  <a:lnTo>
                    <a:pt x="193039" y="149343"/>
                  </a:lnTo>
                  <a:lnTo>
                    <a:pt x="124513" y="138603"/>
                  </a:lnTo>
                  <a:lnTo>
                    <a:pt x="72633" y="127882"/>
                  </a:lnTo>
                  <a:lnTo>
                    <a:pt x="28102" y="114147"/>
                  </a:lnTo>
                  <a:lnTo>
                    <a:pt x="0" y="81539"/>
                  </a:lnTo>
                  <a:close/>
                </a:path>
              </a:pathLst>
            </a:custGeom>
            <a:ln w="142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3687860" y="5362178"/>
              <a:ext cx="862965" cy="118110"/>
            </a:xfrm>
            <a:custGeom>
              <a:avLst/>
              <a:gdLst/>
              <a:ahLst/>
              <a:cxnLst/>
              <a:rect l="l" t="t" r="r" b="b"/>
              <a:pathLst>
                <a:path w="862964" h="118110">
                  <a:moveTo>
                    <a:pt x="862928" y="0"/>
                  </a:moveTo>
                  <a:lnTo>
                    <a:pt x="0" y="0"/>
                  </a:lnTo>
                  <a:lnTo>
                    <a:pt x="0" y="118012"/>
                  </a:lnTo>
                  <a:lnTo>
                    <a:pt x="862928" y="118012"/>
                  </a:lnTo>
                  <a:lnTo>
                    <a:pt x="8629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3733472" y="5207253"/>
              <a:ext cx="781050" cy="278765"/>
            </a:xfrm>
            <a:custGeom>
              <a:avLst/>
              <a:gdLst/>
              <a:ahLst/>
              <a:cxnLst/>
              <a:rect l="l" t="t" r="r" b="b"/>
              <a:pathLst>
                <a:path w="781050" h="278764">
                  <a:moveTo>
                    <a:pt x="0" y="0"/>
                  </a:moveTo>
                  <a:lnTo>
                    <a:pt x="0" y="278501"/>
                  </a:lnTo>
                </a:path>
                <a:path w="781050" h="278764">
                  <a:moveTo>
                    <a:pt x="780805" y="0"/>
                  </a:moveTo>
                  <a:lnTo>
                    <a:pt x="780805" y="278501"/>
                  </a:lnTo>
                </a:path>
              </a:pathLst>
            </a:custGeom>
            <a:ln w="142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3733472" y="5094382"/>
              <a:ext cx="776605" cy="160655"/>
            </a:xfrm>
            <a:custGeom>
              <a:avLst/>
              <a:gdLst/>
              <a:ahLst/>
              <a:cxnLst/>
              <a:rect l="l" t="t" r="r" b="b"/>
              <a:pathLst>
                <a:path w="776604" h="160654">
                  <a:moveTo>
                    <a:pt x="426719" y="0"/>
                  </a:moveTo>
                  <a:lnTo>
                    <a:pt x="345223" y="0"/>
                  </a:lnTo>
                  <a:lnTo>
                    <a:pt x="267185" y="4306"/>
                  </a:lnTo>
                  <a:lnTo>
                    <a:pt x="193039" y="10739"/>
                  </a:lnTo>
                  <a:lnTo>
                    <a:pt x="124513" y="21461"/>
                  </a:lnTo>
                  <a:lnTo>
                    <a:pt x="72633" y="30907"/>
                  </a:lnTo>
                  <a:lnTo>
                    <a:pt x="28102" y="45917"/>
                  </a:lnTo>
                  <a:lnTo>
                    <a:pt x="0" y="81539"/>
                  </a:lnTo>
                  <a:lnTo>
                    <a:pt x="8862" y="95698"/>
                  </a:lnTo>
                  <a:lnTo>
                    <a:pt x="72633" y="127882"/>
                  </a:lnTo>
                  <a:lnTo>
                    <a:pt x="124513" y="138621"/>
                  </a:lnTo>
                  <a:lnTo>
                    <a:pt x="193039" y="149343"/>
                  </a:lnTo>
                  <a:lnTo>
                    <a:pt x="267185" y="155776"/>
                  </a:lnTo>
                  <a:lnTo>
                    <a:pt x="345223" y="160082"/>
                  </a:lnTo>
                  <a:lnTo>
                    <a:pt x="426719" y="160082"/>
                  </a:lnTo>
                  <a:lnTo>
                    <a:pt x="503027" y="155776"/>
                  </a:lnTo>
                  <a:lnTo>
                    <a:pt x="581064" y="149343"/>
                  </a:lnTo>
                  <a:lnTo>
                    <a:pt x="645915" y="138621"/>
                  </a:lnTo>
                  <a:lnTo>
                    <a:pt x="698228" y="127882"/>
                  </a:lnTo>
                  <a:lnTo>
                    <a:pt x="742111" y="113722"/>
                  </a:lnTo>
                  <a:lnTo>
                    <a:pt x="776049" y="81539"/>
                  </a:lnTo>
                  <a:lnTo>
                    <a:pt x="768267" y="63515"/>
                  </a:lnTo>
                  <a:lnTo>
                    <a:pt x="698228" y="30907"/>
                  </a:lnTo>
                  <a:lnTo>
                    <a:pt x="645915" y="21461"/>
                  </a:lnTo>
                  <a:lnTo>
                    <a:pt x="581064" y="10739"/>
                  </a:lnTo>
                  <a:lnTo>
                    <a:pt x="503027" y="4306"/>
                  </a:lnTo>
                  <a:lnTo>
                    <a:pt x="4267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3733472" y="4836473"/>
              <a:ext cx="776605" cy="418465"/>
            </a:xfrm>
            <a:custGeom>
              <a:avLst/>
              <a:gdLst/>
              <a:ahLst/>
              <a:cxnLst/>
              <a:rect l="l" t="t" r="r" b="b"/>
              <a:pathLst>
                <a:path w="776604" h="418464">
                  <a:moveTo>
                    <a:pt x="0" y="339447"/>
                  </a:moveTo>
                  <a:lnTo>
                    <a:pt x="28102" y="303826"/>
                  </a:lnTo>
                  <a:lnTo>
                    <a:pt x="72633" y="288815"/>
                  </a:lnTo>
                  <a:lnTo>
                    <a:pt x="124513" y="279369"/>
                  </a:lnTo>
                  <a:lnTo>
                    <a:pt x="193039" y="268648"/>
                  </a:lnTo>
                  <a:lnTo>
                    <a:pt x="267185" y="262214"/>
                  </a:lnTo>
                  <a:lnTo>
                    <a:pt x="345223" y="257908"/>
                  </a:lnTo>
                  <a:lnTo>
                    <a:pt x="426719" y="257908"/>
                  </a:lnTo>
                  <a:lnTo>
                    <a:pt x="503027" y="262214"/>
                  </a:lnTo>
                  <a:lnTo>
                    <a:pt x="581064" y="268648"/>
                  </a:lnTo>
                  <a:lnTo>
                    <a:pt x="645915" y="279369"/>
                  </a:lnTo>
                  <a:lnTo>
                    <a:pt x="698228" y="288815"/>
                  </a:lnTo>
                  <a:lnTo>
                    <a:pt x="742111" y="303826"/>
                  </a:lnTo>
                  <a:lnTo>
                    <a:pt x="776049" y="339447"/>
                  </a:lnTo>
                  <a:lnTo>
                    <a:pt x="768267" y="353607"/>
                  </a:lnTo>
                  <a:lnTo>
                    <a:pt x="698228" y="385790"/>
                  </a:lnTo>
                  <a:lnTo>
                    <a:pt x="645915" y="396530"/>
                  </a:lnTo>
                  <a:lnTo>
                    <a:pt x="581064" y="407251"/>
                  </a:lnTo>
                  <a:lnTo>
                    <a:pt x="503027" y="413685"/>
                  </a:lnTo>
                  <a:lnTo>
                    <a:pt x="426719" y="417991"/>
                  </a:lnTo>
                  <a:lnTo>
                    <a:pt x="345223" y="417991"/>
                  </a:lnTo>
                  <a:lnTo>
                    <a:pt x="267185" y="413685"/>
                  </a:lnTo>
                  <a:lnTo>
                    <a:pt x="193039" y="407251"/>
                  </a:lnTo>
                  <a:lnTo>
                    <a:pt x="124513" y="396530"/>
                  </a:lnTo>
                  <a:lnTo>
                    <a:pt x="72633" y="385790"/>
                  </a:lnTo>
                  <a:lnTo>
                    <a:pt x="28102" y="371630"/>
                  </a:lnTo>
                  <a:lnTo>
                    <a:pt x="0" y="339447"/>
                  </a:lnTo>
                  <a:close/>
                </a:path>
                <a:path w="776604" h="418464">
                  <a:moveTo>
                    <a:pt x="0" y="81539"/>
                  </a:moveTo>
                  <a:lnTo>
                    <a:pt x="28102" y="45917"/>
                  </a:lnTo>
                  <a:lnTo>
                    <a:pt x="72633" y="30907"/>
                  </a:lnTo>
                  <a:lnTo>
                    <a:pt x="124513" y="21461"/>
                  </a:lnTo>
                  <a:lnTo>
                    <a:pt x="193039" y="10739"/>
                  </a:lnTo>
                  <a:lnTo>
                    <a:pt x="267185" y="4306"/>
                  </a:lnTo>
                  <a:lnTo>
                    <a:pt x="345223" y="0"/>
                  </a:lnTo>
                  <a:lnTo>
                    <a:pt x="426719" y="0"/>
                  </a:lnTo>
                  <a:lnTo>
                    <a:pt x="503027" y="4306"/>
                  </a:lnTo>
                  <a:lnTo>
                    <a:pt x="581064" y="10739"/>
                  </a:lnTo>
                  <a:lnTo>
                    <a:pt x="645915" y="21461"/>
                  </a:lnTo>
                  <a:lnTo>
                    <a:pt x="698228" y="30907"/>
                  </a:lnTo>
                  <a:lnTo>
                    <a:pt x="742111" y="45917"/>
                  </a:lnTo>
                  <a:lnTo>
                    <a:pt x="776049" y="81539"/>
                  </a:lnTo>
                  <a:lnTo>
                    <a:pt x="768267" y="95273"/>
                  </a:lnTo>
                  <a:lnTo>
                    <a:pt x="698228" y="127882"/>
                  </a:lnTo>
                  <a:lnTo>
                    <a:pt x="645915" y="138621"/>
                  </a:lnTo>
                  <a:lnTo>
                    <a:pt x="581064" y="149343"/>
                  </a:lnTo>
                  <a:lnTo>
                    <a:pt x="503027" y="155776"/>
                  </a:lnTo>
                  <a:lnTo>
                    <a:pt x="426719" y="160082"/>
                  </a:lnTo>
                  <a:lnTo>
                    <a:pt x="345223" y="160082"/>
                  </a:lnTo>
                  <a:lnTo>
                    <a:pt x="267185" y="155776"/>
                  </a:lnTo>
                  <a:lnTo>
                    <a:pt x="193039" y="149343"/>
                  </a:lnTo>
                  <a:lnTo>
                    <a:pt x="124513" y="138621"/>
                  </a:lnTo>
                  <a:lnTo>
                    <a:pt x="72633" y="127882"/>
                  </a:lnTo>
                  <a:lnTo>
                    <a:pt x="28102" y="113722"/>
                  </a:lnTo>
                  <a:lnTo>
                    <a:pt x="0" y="81539"/>
                  </a:lnTo>
                  <a:close/>
                </a:path>
              </a:pathLst>
            </a:custGeom>
            <a:ln w="142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3687860" y="5060917"/>
              <a:ext cx="862965" cy="118745"/>
            </a:xfrm>
            <a:custGeom>
              <a:avLst/>
              <a:gdLst/>
              <a:ahLst/>
              <a:cxnLst/>
              <a:rect l="l" t="t" r="r" b="b"/>
              <a:pathLst>
                <a:path w="862964" h="118745">
                  <a:moveTo>
                    <a:pt x="862928" y="0"/>
                  </a:moveTo>
                  <a:lnTo>
                    <a:pt x="0" y="0"/>
                  </a:lnTo>
                  <a:lnTo>
                    <a:pt x="0" y="118441"/>
                  </a:lnTo>
                  <a:lnTo>
                    <a:pt x="862928" y="118441"/>
                  </a:lnTo>
                  <a:lnTo>
                    <a:pt x="8629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3733472" y="4905997"/>
              <a:ext cx="781050" cy="278765"/>
            </a:xfrm>
            <a:custGeom>
              <a:avLst/>
              <a:gdLst/>
              <a:ahLst/>
              <a:cxnLst/>
              <a:rect l="l" t="t" r="r" b="b"/>
              <a:pathLst>
                <a:path w="781050" h="278764">
                  <a:moveTo>
                    <a:pt x="0" y="0"/>
                  </a:moveTo>
                  <a:lnTo>
                    <a:pt x="0" y="278519"/>
                  </a:lnTo>
                </a:path>
                <a:path w="781050" h="278764">
                  <a:moveTo>
                    <a:pt x="780805" y="0"/>
                  </a:moveTo>
                  <a:lnTo>
                    <a:pt x="780805" y="278519"/>
                  </a:lnTo>
                </a:path>
              </a:pathLst>
            </a:custGeom>
            <a:ln w="142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3733472" y="4797432"/>
              <a:ext cx="776605" cy="159385"/>
            </a:xfrm>
            <a:custGeom>
              <a:avLst/>
              <a:gdLst/>
              <a:ahLst/>
              <a:cxnLst/>
              <a:rect l="l" t="t" r="r" b="b"/>
              <a:pathLst>
                <a:path w="776604" h="159385">
                  <a:moveTo>
                    <a:pt x="426719" y="0"/>
                  </a:moveTo>
                  <a:lnTo>
                    <a:pt x="345223" y="0"/>
                  </a:lnTo>
                  <a:lnTo>
                    <a:pt x="267185" y="3438"/>
                  </a:lnTo>
                  <a:lnTo>
                    <a:pt x="193039" y="10721"/>
                  </a:lnTo>
                  <a:lnTo>
                    <a:pt x="124513" y="21461"/>
                  </a:lnTo>
                  <a:lnTo>
                    <a:pt x="72633" y="31332"/>
                  </a:lnTo>
                  <a:lnTo>
                    <a:pt x="28102" y="45492"/>
                  </a:lnTo>
                  <a:lnTo>
                    <a:pt x="0" y="80670"/>
                  </a:lnTo>
                  <a:lnTo>
                    <a:pt x="8862" y="95698"/>
                  </a:lnTo>
                  <a:lnTo>
                    <a:pt x="72633" y="127882"/>
                  </a:lnTo>
                  <a:lnTo>
                    <a:pt x="124513" y="137753"/>
                  </a:lnTo>
                  <a:lnTo>
                    <a:pt x="193039" y="148475"/>
                  </a:lnTo>
                  <a:lnTo>
                    <a:pt x="267185" y="156201"/>
                  </a:lnTo>
                  <a:lnTo>
                    <a:pt x="345223" y="159214"/>
                  </a:lnTo>
                  <a:lnTo>
                    <a:pt x="426719" y="159214"/>
                  </a:lnTo>
                  <a:lnTo>
                    <a:pt x="503027" y="156201"/>
                  </a:lnTo>
                  <a:lnTo>
                    <a:pt x="581064" y="148475"/>
                  </a:lnTo>
                  <a:lnTo>
                    <a:pt x="645915" y="137753"/>
                  </a:lnTo>
                  <a:lnTo>
                    <a:pt x="698228" y="127882"/>
                  </a:lnTo>
                  <a:lnTo>
                    <a:pt x="742111" y="112853"/>
                  </a:lnTo>
                  <a:lnTo>
                    <a:pt x="776049" y="80670"/>
                  </a:lnTo>
                  <a:lnTo>
                    <a:pt x="768267" y="63515"/>
                  </a:lnTo>
                  <a:lnTo>
                    <a:pt x="698228" y="31332"/>
                  </a:lnTo>
                  <a:lnTo>
                    <a:pt x="645915" y="21461"/>
                  </a:lnTo>
                  <a:lnTo>
                    <a:pt x="581064" y="10721"/>
                  </a:lnTo>
                  <a:lnTo>
                    <a:pt x="503027" y="3438"/>
                  </a:lnTo>
                  <a:lnTo>
                    <a:pt x="4267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3733472" y="4539523"/>
              <a:ext cx="776605" cy="417195"/>
            </a:xfrm>
            <a:custGeom>
              <a:avLst/>
              <a:gdLst/>
              <a:ahLst/>
              <a:cxnLst/>
              <a:rect l="l" t="t" r="r" b="b"/>
              <a:pathLst>
                <a:path w="776604" h="417195">
                  <a:moveTo>
                    <a:pt x="0" y="338579"/>
                  </a:moveTo>
                  <a:lnTo>
                    <a:pt x="28102" y="303400"/>
                  </a:lnTo>
                  <a:lnTo>
                    <a:pt x="72633" y="289241"/>
                  </a:lnTo>
                  <a:lnTo>
                    <a:pt x="124513" y="279369"/>
                  </a:lnTo>
                  <a:lnTo>
                    <a:pt x="193039" y="268630"/>
                  </a:lnTo>
                  <a:lnTo>
                    <a:pt x="267185" y="261346"/>
                  </a:lnTo>
                  <a:lnTo>
                    <a:pt x="345223" y="257908"/>
                  </a:lnTo>
                  <a:lnTo>
                    <a:pt x="426719" y="257908"/>
                  </a:lnTo>
                  <a:lnTo>
                    <a:pt x="503027" y="261346"/>
                  </a:lnTo>
                  <a:lnTo>
                    <a:pt x="581064" y="268630"/>
                  </a:lnTo>
                  <a:lnTo>
                    <a:pt x="645915" y="279369"/>
                  </a:lnTo>
                  <a:lnTo>
                    <a:pt x="698228" y="289241"/>
                  </a:lnTo>
                  <a:lnTo>
                    <a:pt x="742111" y="303400"/>
                  </a:lnTo>
                  <a:lnTo>
                    <a:pt x="776049" y="338579"/>
                  </a:lnTo>
                  <a:lnTo>
                    <a:pt x="768267" y="353607"/>
                  </a:lnTo>
                  <a:lnTo>
                    <a:pt x="698228" y="385790"/>
                  </a:lnTo>
                  <a:lnTo>
                    <a:pt x="645915" y="395661"/>
                  </a:lnTo>
                  <a:lnTo>
                    <a:pt x="581064" y="406383"/>
                  </a:lnTo>
                  <a:lnTo>
                    <a:pt x="503027" y="414110"/>
                  </a:lnTo>
                  <a:lnTo>
                    <a:pt x="426719" y="417123"/>
                  </a:lnTo>
                  <a:lnTo>
                    <a:pt x="345223" y="417123"/>
                  </a:lnTo>
                  <a:lnTo>
                    <a:pt x="267185" y="414110"/>
                  </a:lnTo>
                  <a:lnTo>
                    <a:pt x="193039" y="406383"/>
                  </a:lnTo>
                  <a:lnTo>
                    <a:pt x="124513" y="395661"/>
                  </a:lnTo>
                  <a:lnTo>
                    <a:pt x="72633" y="385790"/>
                  </a:lnTo>
                  <a:lnTo>
                    <a:pt x="28102" y="370762"/>
                  </a:lnTo>
                  <a:lnTo>
                    <a:pt x="0" y="338579"/>
                  </a:lnTo>
                  <a:close/>
                </a:path>
                <a:path w="776604" h="417195">
                  <a:moveTo>
                    <a:pt x="0" y="80670"/>
                  </a:moveTo>
                  <a:lnTo>
                    <a:pt x="28102" y="45013"/>
                  </a:lnTo>
                  <a:lnTo>
                    <a:pt x="72633" y="31367"/>
                  </a:lnTo>
                  <a:lnTo>
                    <a:pt x="124513" y="21443"/>
                  </a:lnTo>
                  <a:lnTo>
                    <a:pt x="193039" y="10810"/>
                  </a:lnTo>
                  <a:lnTo>
                    <a:pt x="267185" y="3367"/>
                  </a:lnTo>
                  <a:lnTo>
                    <a:pt x="345223" y="0"/>
                  </a:lnTo>
                  <a:lnTo>
                    <a:pt x="426719" y="0"/>
                  </a:lnTo>
                  <a:lnTo>
                    <a:pt x="503027" y="3367"/>
                  </a:lnTo>
                  <a:lnTo>
                    <a:pt x="581064" y="10810"/>
                  </a:lnTo>
                  <a:lnTo>
                    <a:pt x="645915" y="21443"/>
                  </a:lnTo>
                  <a:lnTo>
                    <a:pt x="698228" y="31367"/>
                  </a:lnTo>
                  <a:lnTo>
                    <a:pt x="742111" y="45013"/>
                  </a:lnTo>
                  <a:lnTo>
                    <a:pt x="776049" y="80670"/>
                  </a:lnTo>
                  <a:lnTo>
                    <a:pt x="768267" y="95698"/>
                  </a:lnTo>
                  <a:lnTo>
                    <a:pt x="698228" y="127882"/>
                  </a:lnTo>
                  <a:lnTo>
                    <a:pt x="645915" y="137753"/>
                  </a:lnTo>
                  <a:lnTo>
                    <a:pt x="581064" y="148475"/>
                  </a:lnTo>
                  <a:lnTo>
                    <a:pt x="503027" y="155776"/>
                  </a:lnTo>
                  <a:lnTo>
                    <a:pt x="426719" y="159214"/>
                  </a:lnTo>
                  <a:lnTo>
                    <a:pt x="345223" y="159214"/>
                  </a:lnTo>
                  <a:lnTo>
                    <a:pt x="267185" y="155776"/>
                  </a:lnTo>
                  <a:lnTo>
                    <a:pt x="193039" y="148475"/>
                  </a:lnTo>
                  <a:lnTo>
                    <a:pt x="124513" y="137753"/>
                  </a:lnTo>
                  <a:lnTo>
                    <a:pt x="72633" y="127882"/>
                  </a:lnTo>
                  <a:lnTo>
                    <a:pt x="28102" y="112853"/>
                  </a:lnTo>
                  <a:lnTo>
                    <a:pt x="0" y="80670"/>
                  </a:lnTo>
                  <a:close/>
                </a:path>
              </a:pathLst>
            </a:custGeom>
            <a:ln w="142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3687860" y="4763099"/>
              <a:ext cx="862965" cy="118745"/>
            </a:xfrm>
            <a:custGeom>
              <a:avLst/>
              <a:gdLst/>
              <a:ahLst/>
              <a:cxnLst/>
              <a:rect l="l" t="t" r="r" b="b"/>
              <a:pathLst>
                <a:path w="862964" h="118745">
                  <a:moveTo>
                    <a:pt x="862928" y="0"/>
                  </a:moveTo>
                  <a:lnTo>
                    <a:pt x="0" y="0"/>
                  </a:lnTo>
                  <a:lnTo>
                    <a:pt x="0" y="118441"/>
                  </a:lnTo>
                  <a:lnTo>
                    <a:pt x="862928" y="118441"/>
                  </a:lnTo>
                  <a:lnTo>
                    <a:pt x="8629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3733472" y="4609525"/>
              <a:ext cx="1911985" cy="1243330"/>
            </a:xfrm>
            <a:custGeom>
              <a:avLst/>
              <a:gdLst/>
              <a:ahLst/>
              <a:cxnLst/>
              <a:rect l="l" t="t" r="r" b="b"/>
              <a:pathLst>
                <a:path w="1911985" h="1243329">
                  <a:moveTo>
                    <a:pt x="0" y="0"/>
                  </a:moveTo>
                  <a:lnTo>
                    <a:pt x="0" y="277172"/>
                  </a:lnTo>
                </a:path>
                <a:path w="1911985" h="1243329">
                  <a:moveTo>
                    <a:pt x="780805" y="0"/>
                  </a:moveTo>
                  <a:lnTo>
                    <a:pt x="780805" y="277172"/>
                  </a:lnTo>
                </a:path>
                <a:path w="1911985" h="1243329">
                  <a:moveTo>
                    <a:pt x="1135324" y="1165470"/>
                  </a:moveTo>
                  <a:lnTo>
                    <a:pt x="1163642" y="1128573"/>
                  </a:lnTo>
                  <a:lnTo>
                    <a:pt x="1208173" y="1114838"/>
                  </a:lnTo>
                  <a:lnTo>
                    <a:pt x="1259838" y="1104967"/>
                  </a:lnTo>
                  <a:lnTo>
                    <a:pt x="1328363" y="1094228"/>
                  </a:lnTo>
                  <a:lnTo>
                    <a:pt x="1402726" y="1086944"/>
                  </a:lnTo>
                  <a:lnTo>
                    <a:pt x="1480547" y="1083506"/>
                  </a:lnTo>
                  <a:lnTo>
                    <a:pt x="1562043" y="1083506"/>
                  </a:lnTo>
                  <a:lnTo>
                    <a:pt x="1638567" y="1086944"/>
                  </a:lnTo>
                  <a:lnTo>
                    <a:pt x="1716388" y="1094228"/>
                  </a:lnTo>
                  <a:lnTo>
                    <a:pt x="1781239" y="1104967"/>
                  </a:lnTo>
                  <a:lnTo>
                    <a:pt x="1833552" y="1114838"/>
                  </a:lnTo>
                  <a:lnTo>
                    <a:pt x="1877435" y="1128573"/>
                  </a:lnTo>
                  <a:lnTo>
                    <a:pt x="1911590" y="1165470"/>
                  </a:lnTo>
                  <a:lnTo>
                    <a:pt x="1903592" y="1179205"/>
                  </a:lnTo>
                  <a:lnTo>
                    <a:pt x="1833553" y="1211388"/>
                  </a:lnTo>
                  <a:lnTo>
                    <a:pt x="1781239" y="1221259"/>
                  </a:lnTo>
                  <a:lnTo>
                    <a:pt x="1716388" y="1231981"/>
                  </a:lnTo>
                  <a:lnTo>
                    <a:pt x="1638567" y="1239283"/>
                  </a:lnTo>
                  <a:lnTo>
                    <a:pt x="1562043" y="1242721"/>
                  </a:lnTo>
                  <a:lnTo>
                    <a:pt x="1480547" y="1242721"/>
                  </a:lnTo>
                  <a:lnTo>
                    <a:pt x="1402726" y="1239283"/>
                  </a:lnTo>
                  <a:lnTo>
                    <a:pt x="1328363" y="1231981"/>
                  </a:lnTo>
                  <a:lnTo>
                    <a:pt x="1259838" y="1221259"/>
                  </a:lnTo>
                  <a:lnTo>
                    <a:pt x="1208173" y="1211388"/>
                  </a:lnTo>
                  <a:lnTo>
                    <a:pt x="1163642" y="1197653"/>
                  </a:lnTo>
                  <a:lnTo>
                    <a:pt x="1135324" y="1165470"/>
                  </a:lnTo>
                  <a:close/>
                </a:path>
                <a:path w="1911985" h="1243329">
                  <a:moveTo>
                    <a:pt x="1135324" y="907136"/>
                  </a:moveTo>
                  <a:lnTo>
                    <a:pt x="1163642" y="870665"/>
                  </a:lnTo>
                  <a:lnTo>
                    <a:pt x="1208173" y="856930"/>
                  </a:lnTo>
                  <a:lnTo>
                    <a:pt x="1259838" y="847059"/>
                  </a:lnTo>
                  <a:lnTo>
                    <a:pt x="1328363" y="836319"/>
                  </a:lnTo>
                  <a:lnTo>
                    <a:pt x="1402726" y="828592"/>
                  </a:lnTo>
                  <a:lnTo>
                    <a:pt x="1480547" y="825597"/>
                  </a:lnTo>
                  <a:lnTo>
                    <a:pt x="1562043" y="825597"/>
                  </a:lnTo>
                  <a:lnTo>
                    <a:pt x="1638567" y="828592"/>
                  </a:lnTo>
                  <a:lnTo>
                    <a:pt x="1716388" y="836319"/>
                  </a:lnTo>
                  <a:lnTo>
                    <a:pt x="1781239" y="847059"/>
                  </a:lnTo>
                  <a:lnTo>
                    <a:pt x="1833552" y="856930"/>
                  </a:lnTo>
                  <a:lnTo>
                    <a:pt x="1877435" y="870665"/>
                  </a:lnTo>
                  <a:lnTo>
                    <a:pt x="1911590" y="907136"/>
                  </a:lnTo>
                  <a:lnTo>
                    <a:pt x="1903592" y="921296"/>
                  </a:lnTo>
                  <a:lnTo>
                    <a:pt x="1833552" y="953480"/>
                  </a:lnTo>
                  <a:lnTo>
                    <a:pt x="1781239" y="963351"/>
                  </a:lnTo>
                  <a:lnTo>
                    <a:pt x="1716388" y="974073"/>
                  </a:lnTo>
                  <a:lnTo>
                    <a:pt x="1638567" y="981374"/>
                  </a:lnTo>
                  <a:lnTo>
                    <a:pt x="1562043" y="984812"/>
                  </a:lnTo>
                  <a:lnTo>
                    <a:pt x="1480547" y="984812"/>
                  </a:lnTo>
                  <a:lnTo>
                    <a:pt x="1402726" y="981374"/>
                  </a:lnTo>
                  <a:lnTo>
                    <a:pt x="1328363" y="974073"/>
                  </a:lnTo>
                  <a:lnTo>
                    <a:pt x="1259838" y="963351"/>
                  </a:lnTo>
                  <a:lnTo>
                    <a:pt x="1208173" y="953480"/>
                  </a:lnTo>
                  <a:lnTo>
                    <a:pt x="1163642" y="939320"/>
                  </a:lnTo>
                  <a:lnTo>
                    <a:pt x="1135324" y="907136"/>
                  </a:lnTo>
                  <a:close/>
                </a:path>
              </a:pathLst>
            </a:custGeom>
            <a:ln w="142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4823400" y="5658699"/>
              <a:ext cx="862965" cy="118745"/>
            </a:xfrm>
            <a:custGeom>
              <a:avLst/>
              <a:gdLst/>
              <a:ahLst/>
              <a:cxnLst/>
              <a:rect l="l" t="t" r="r" b="b"/>
              <a:pathLst>
                <a:path w="862964" h="118745">
                  <a:moveTo>
                    <a:pt x="862928" y="0"/>
                  </a:moveTo>
                  <a:lnTo>
                    <a:pt x="0" y="0"/>
                  </a:lnTo>
                  <a:lnTo>
                    <a:pt x="0" y="118441"/>
                  </a:lnTo>
                  <a:lnTo>
                    <a:pt x="862928" y="118441"/>
                  </a:lnTo>
                  <a:lnTo>
                    <a:pt x="8629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4868796" y="5505072"/>
              <a:ext cx="781050" cy="277495"/>
            </a:xfrm>
            <a:custGeom>
              <a:avLst/>
              <a:gdLst/>
              <a:ahLst/>
              <a:cxnLst/>
              <a:rect l="l" t="t" r="r" b="b"/>
              <a:pathLst>
                <a:path w="781050" h="277495">
                  <a:moveTo>
                    <a:pt x="0" y="0"/>
                  </a:moveTo>
                  <a:lnTo>
                    <a:pt x="0" y="277225"/>
                  </a:lnTo>
                </a:path>
                <a:path w="781050" h="277495">
                  <a:moveTo>
                    <a:pt x="780805" y="0"/>
                  </a:moveTo>
                  <a:lnTo>
                    <a:pt x="780805" y="277225"/>
                  </a:lnTo>
                </a:path>
              </a:pathLst>
            </a:custGeom>
            <a:ln w="142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4868796" y="5395213"/>
              <a:ext cx="776605" cy="160655"/>
            </a:xfrm>
            <a:custGeom>
              <a:avLst/>
              <a:gdLst/>
              <a:ahLst/>
              <a:cxnLst/>
              <a:rect l="l" t="t" r="r" b="b"/>
              <a:pathLst>
                <a:path w="776604" h="160654">
                  <a:moveTo>
                    <a:pt x="426719" y="0"/>
                  </a:moveTo>
                  <a:lnTo>
                    <a:pt x="345223" y="0"/>
                  </a:lnTo>
                  <a:lnTo>
                    <a:pt x="267402" y="4288"/>
                  </a:lnTo>
                  <a:lnTo>
                    <a:pt x="193039" y="10721"/>
                  </a:lnTo>
                  <a:lnTo>
                    <a:pt x="124513" y="21461"/>
                  </a:lnTo>
                  <a:lnTo>
                    <a:pt x="72849" y="31332"/>
                  </a:lnTo>
                  <a:lnTo>
                    <a:pt x="28318" y="46343"/>
                  </a:lnTo>
                  <a:lnTo>
                    <a:pt x="0" y="81964"/>
                  </a:lnTo>
                  <a:lnTo>
                    <a:pt x="8862" y="95698"/>
                  </a:lnTo>
                  <a:lnTo>
                    <a:pt x="72849" y="127882"/>
                  </a:lnTo>
                  <a:lnTo>
                    <a:pt x="124513" y="138603"/>
                  </a:lnTo>
                  <a:lnTo>
                    <a:pt x="193039" y="149343"/>
                  </a:lnTo>
                  <a:lnTo>
                    <a:pt x="267402" y="155776"/>
                  </a:lnTo>
                  <a:lnTo>
                    <a:pt x="345223" y="160065"/>
                  </a:lnTo>
                  <a:lnTo>
                    <a:pt x="426719" y="160065"/>
                  </a:lnTo>
                  <a:lnTo>
                    <a:pt x="503243" y="155776"/>
                  </a:lnTo>
                  <a:lnTo>
                    <a:pt x="581064" y="149343"/>
                  </a:lnTo>
                  <a:lnTo>
                    <a:pt x="645915" y="138603"/>
                  </a:lnTo>
                  <a:lnTo>
                    <a:pt x="698228" y="127882"/>
                  </a:lnTo>
                  <a:lnTo>
                    <a:pt x="742111" y="114147"/>
                  </a:lnTo>
                  <a:lnTo>
                    <a:pt x="776266" y="81964"/>
                  </a:lnTo>
                  <a:lnTo>
                    <a:pt x="768267" y="63515"/>
                  </a:lnTo>
                  <a:lnTo>
                    <a:pt x="698228" y="31332"/>
                  </a:lnTo>
                  <a:lnTo>
                    <a:pt x="645915" y="21461"/>
                  </a:lnTo>
                  <a:lnTo>
                    <a:pt x="581064" y="10721"/>
                  </a:lnTo>
                  <a:lnTo>
                    <a:pt x="503243" y="4288"/>
                  </a:lnTo>
                  <a:lnTo>
                    <a:pt x="4267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4868796" y="5137305"/>
              <a:ext cx="776605" cy="418465"/>
            </a:xfrm>
            <a:custGeom>
              <a:avLst/>
              <a:gdLst/>
              <a:ahLst/>
              <a:cxnLst/>
              <a:rect l="l" t="t" r="r" b="b"/>
              <a:pathLst>
                <a:path w="776604" h="418464">
                  <a:moveTo>
                    <a:pt x="0" y="339872"/>
                  </a:moveTo>
                  <a:lnTo>
                    <a:pt x="28318" y="304251"/>
                  </a:lnTo>
                  <a:lnTo>
                    <a:pt x="72849" y="289241"/>
                  </a:lnTo>
                  <a:lnTo>
                    <a:pt x="124513" y="279369"/>
                  </a:lnTo>
                  <a:lnTo>
                    <a:pt x="193039" y="268630"/>
                  </a:lnTo>
                  <a:lnTo>
                    <a:pt x="267402" y="262197"/>
                  </a:lnTo>
                  <a:lnTo>
                    <a:pt x="345223" y="257908"/>
                  </a:lnTo>
                  <a:lnTo>
                    <a:pt x="426719" y="257908"/>
                  </a:lnTo>
                  <a:lnTo>
                    <a:pt x="503243" y="262197"/>
                  </a:lnTo>
                  <a:lnTo>
                    <a:pt x="581064" y="268630"/>
                  </a:lnTo>
                  <a:lnTo>
                    <a:pt x="645915" y="279369"/>
                  </a:lnTo>
                  <a:lnTo>
                    <a:pt x="698228" y="289241"/>
                  </a:lnTo>
                  <a:lnTo>
                    <a:pt x="742111" y="304251"/>
                  </a:lnTo>
                  <a:lnTo>
                    <a:pt x="776266" y="339872"/>
                  </a:lnTo>
                  <a:lnTo>
                    <a:pt x="768267" y="353607"/>
                  </a:lnTo>
                  <a:lnTo>
                    <a:pt x="698228" y="385790"/>
                  </a:lnTo>
                  <a:lnTo>
                    <a:pt x="645915" y="396512"/>
                  </a:lnTo>
                  <a:lnTo>
                    <a:pt x="581064" y="407251"/>
                  </a:lnTo>
                  <a:lnTo>
                    <a:pt x="503243" y="413685"/>
                  </a:lnTo>
                  <a:lnTo>
                    <a:pt x="426719" y="417973"/>
                  </a:lnTo>
                  <a:lnTo>
                    <a:pt x="345223" y="417973"/>
                  </a:lnTo>
                  <a:lnTo>
                    <a:pt x="267402" y="413685"/>
                  </a:lnTo>
                  <a:lnTo>
                    <a:pt x="193039" y="407251"/>
                  </a:lnTo>
                  <a:lnTo>
                    <a:pt x="124513" y="396512"/>
                  </a:lnTo>
                  <a:lnTo>
                    <a:pt x="72849" y="385790"/>
                  </a:lnTo>
                  <a:lnTo>
                    <a:pt x="28318" y="372056"/>
                  </a:lnTo>
                  <a:lnTo>
                    <a:pt x="0" y="339872"/>
                  </a:lnTo>
                  <a:close/>
                </a:path>
                <a:path w="776604" h="418464">
                  <a:moveTo>
                    <a:pt x="0" y="81539"/>
                  </a:moveTo>
                  <a:lnTo>
                    <a:pt x="28318" y="46343"/>
                  </a:lnTo>
                  <a:lnTo>
                    <a:pt x="72849" y="31332"/>
                  </a:lnTo>
                  <a:lnTo>
                    <a:pt x="124513" y="21461"/>
                  </a:lnTo>
                  <a:lnTo>
                    <a:pt x="193039" y="10721"/>
                  </a:lnTo>
                  <a:lnTo>
                    <a:pt x="267402" y="4288"/>
                  </a:lnTo>
                  <a:lnTo>
                    <a:pt x="345223" y="0"/>
                  </a:lnTo>
                  <a:lnTo>
                    <a:pt x="426719" y="0"/>
                  </a:lnTo>
                  <a:lnTo>
                    <a:pt x="503243" y="4288"/>
                  </a:lnTo>
                  <a:lnTo>
                    <a:pt x="581064" y="10721"/>
                  </a:lnTo>
                  <a:lnTo>
                    <a:pt x="645915" y="21461"/>
                  </a:lnTo>
                  <a:lnTo>
                    <a:pt x="698228" y="31332"/>
                  </a:lnTo>
                  <a:lnTo>
                    <a:pt x="742111" y="46343"/>
                  </a:lnTo>
                  <a:lnTo>
                    <a:pt x="776266" y="81539"/>
                  </a:lnTo>
                  <a:lnTo>
                    <a:pt x="768267" y="95698"/>
                  </a:lnTo>
                  <a:lnTo>
                    <a:pt x="698228" y="127882"/>
                  </a:lnTo>
                  <a:lnTo>
                    <a:pt x="645915" y="138603"/>
                  </a:lnTo>
                  <a:lnTo>
                    <a:pt x="581064" y="149343"/>
                  </a:lnTo>
                  <a:lnTo>
                    <a:pt x="503243" y="155776"/>
                  </a:lnTo>
                  <a:lnTo>
                    <a:pt x="426719" y="160065"/>
                  </a:lnTo>
                  <a:lnTo>
                    <a:pt x="345223" y="160065"/>
                  </a:lnTo>
                  <a:lnTo>
                    <a:pt x="267402" y="155776"/>
                  </a:lnTo>
                  <a:lnTo>
                    <a:pt x="193039" y="149343"/>
                  </a:lnTo>
                  <a:lnTo>
                    <a:pt x="124513" y="138603"/>
                  </a:lnTo>
                  <a:lnTo>
                    <a:pt x="72849" y="127882"/>
                  </a:lnTo>
                  <a:lnTo>
                    <a:pt x="28318" y="114147"/>
                  </a:lnTo>
                  <a:lnTo>
                    <a:pt x="0" y="81539"/>
                  </a:lnTo>
                  <a:close/>
                </a:path>
              </a:pathLst>
            </a:custGeom>
            <a:ln w="142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4823400" y="5362178"/>
              <a:ext cx="862965" cy="118110"/>
            </a:xfrm>
            <a:custGeom>
              <a:avLst/>
              <a:gdLst/>
              <a:ahLst/>
              <a:cxnLst/>
              <a:rect l="l" t="t" r="r" b="b"/>
              <a:pathLst>
                <a:path w="862964" h="118110">
                  <a:moveTo>
                    <a:pt x="862928" y="0"/>
                  </a:moveTo>
                  <a:lnTo>
                    <a:pt x="0" y="0"/>
                  </a:lnTo>
                  <a:lnTo>
                    <a:pt x="0" y="118012"/>
                  </a:lnTo>
                  <a:lnTo>
                    <a:pt x="862928" y="118012"/>
                  </a:lnTo>
                  <a:lnTo>
                    <a:pt x="8629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4868796" y="5207253"/>
              <a:ext cx="781050" cy="278765"/>
            </a:xfrm>
            <a:custGeom>
              <a:avLst/>
              <a:gdLst/>
              <a:ahLst/>
              <a:cxnLst/>
              <a:rect l="l" t="t" r="r" b="b"/>
              <a:pathLst>
                <a:path w="781050" h="278764">
                  <a:moveTo>
                    <a:pt x="0" y="0"/>
                  </a:moveTo>
                  <a:lnTo>
                    <a:pt x="0" y="278501"/>
                  </a:lnTo>
                </a:path>
                <a:path w="781050" h="278764">
                  <a:moveTo>
                    <a:pt x="780805" y="0"/>
                  </a:moveTo>
                  <a:lnTo>
                    <a:pt x="780805" y="278501"/>
                  </a:lnTo>
                </a:path>
              </a:pathLst>
            </a:custGeom>
            <a:ln w="142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4868796" y="5094382"/>
              <a:ext cx="776605" cy="160655"/>
            </a:xfrm>
            <a:custGeom>
              <a:avLst/>
              <a:gdLst/>
              <a:ahLst/>
              <a:cxnLst/>
              <a:rect l="l" t="t" r="r" b="b"/>
              <a:pathLst>
                <a:path w="776604" h="160654">
                  <a:moveTo>
                    <a:pt x="426719" y="0"/>
                  </a:moveTo>
                  <a:lnTo>
                    <a:pt x="345223" y="0"/>
                  </a:lnTo>
                  <a:lnTo>
                    <a:pt x="267402" y="4306"/>
                  </a:lnTo>
                  <a:lnTo>
                    <a:pt x="193039" y="10739"/>
                  </a:lnTo>
                  <a:lnTo>
                    <a:pt x="124513" y="21461"/>
                  </a:lnTo>
                  <a:lnTo>
                    <a:pt x="72849" y="30907"/>
                  </a:lnTo>
                  <a:lnTo>
                    <a:pt x="28318" y="45917"/>
                  </a:lnTo>
                  <a:lnTo>
                    <a:pt x="0" y="81539"/>
                  </a:lnTo>
                  <a:lnTo>
                    <a:pt x="8862" y="95698"/>
                  </a:lnTo>
                  <a:lnTo>
                    <a:pt x="72849" y="127882"/>
                  </a:lnTo>
                  <a:lnTo>
                    <a:pt x="124513" y="138621"/>
                  </a:lnTo>
                  <a:lnTo>
                    <a:pt x="193039" y="149343"/>
                  </a:lnTo>
                  <a:lnTo>
                    <a:pt x="267402" y="155776"/>
                  </a:lnTo>
                  <a:lnTo>
                    <a:pt x="345223" y="160082"/>
                  </a:lnTo>
                  <a:lnTo>
                    <a:pt x="426719" y="160082"/>
                  </a:lnTo>
                  <a:lnTo>
                    <a:pt x="503243" y="155776"/>
                  </a:lnTo>
                  <a:lnTo>
                    <a:pt x="581064" y="149343"/>
                  </a:lnTo>
                  <a:lnTo>
                    <a:pt x="645915" y="138621"/>
                  </a:lnTo>
                  <a:lnTo>
                    <a:pt x="698228" y="127882"/>
                  </a:lnTo>
                  <a:lnTo>
                    <a:pt x="742111" y="113722"/>
                  </a:lnTo>
                  <a:lnTo>
                    <a:pt x="776266" y="81539"/>
                  </a:lnTo>
                  <a:lnTo>
                    <a:pt x="768267" y="63515"/>
                  </a:lnTo>
                  <a:lnTo>
                    <a:pt x="698228" y="30907"/>
                  </a:lnTo>
                  <a:lnTo>
                    <a:pt x="645915" y="21461"/>
                  </a:lnTo>
                  <a:lnTo>
                    <a:pt x="581064" y="10739"/>
                  </a:lnTo>
                  <a:lnTo>
                    <a:pt x="503243" y="4306"/>
                  </a:lnTo>
                  <a:lnTo>
                    <a:pt x="4267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4868796" y="4836473"/>
              <a:ext cx="776605" cy="418465"/>
            </a:xfrm>
            <a:custGeom>
              <a:avLst/>
              <a:gdLst/>
              <a:ahLst/>
              <a:cxnLst/>
              <a:rect l="l" t="t" r="r" b="b"/>
              <a:pathLst>
                <a:path w="776604" h="418464">
                  <a:moveTo>
                    <a:pt x="0" y="339447"/>
                  </a:moveTo>
                  <a:lnTo>
                    <a:pt x="28318" y="303826"/>
                  </a:lnTo>
                  <a:lnTo>
                    <a:pt x="72849" y="288815"/>
                  </a:lnTo>
                  <a:lnTo>
                    <a:pt x="124513" y="279369"/>
                  </a:lnTo>
                  <a:lnTo>
                    <a:pt x="193039" y="268648"/>
                  </a:lnTo>
                  <a:lnTo>
                    <a:pt x="267402" y="262214"/>
                  </a:lnTo>
                  <a:lnTo>
                    <a:pt x="345223" y="257908"/>
                  </a:lnTo>
                  <a:lnTo>
                    <a:pt x="426719" y="257908"/>
                  </a:lnTo>
                  <a:lnTo>
                    <a:pt x="503243" y="262214"/>
                  </a:lnTo>
                  <a:lnTo>
                    <a:pt x="581064" y="268648"/>
                  </a:lnTo>
                  <a:lnTo>
                    <a:pt x="645915" y="279369"/>
                  </a:lnTo>
                  <a:lnTo>
                    <a:pt x="698228" y="288815"/>
                  </a:lnTo>
                  <a:lnTo>
                    <a:pt x="742111" y="303826"/>
                  </a:lnTo>
                  <a:lnTo>
                    <a:pt x="776266" y="339447"/>
                  </a:lnTo>
                  <a:lnTo>
                    <a:pt x="768267" y="353607"/>
                  </a:lnTo>
                  <a:lnTo>
                    <a:pt x="698228" y="385790"/>
                  </a:lnTo>
                  <a:lnTo>
                    <a:pt x="645915" y="396530"/>
                  </a:lnTo>
                  <a:lnTo>
                    <a:pt x="581064" y="407251"/>
                  </a:lnTo>
                  <a:lnTo>
                    <a:pt x="503243" y="413685"/>
                  </a:lnTo>
                  <a:lnTo>
                    <a:pt x="426719" y="417991"/>
                  </a:lnTo>
                  <a:lnTo>
                    <a:pt x="345223" y="417991"/>
                  </a:lnTo>
                  <a:lnTo>
                    <a:pt x="267402" y="413685"/>
                  </a:lnTo>
                  <a:lnTo>
                    <a:pt x="193039" y="407251"/>
                  </a:lnTo>
                  <a:lnTo>
                    <a:pt x="124513" y="396530"/>
                  </a:lnTo>
                  <a:lnTo>
                    <a:pt x="72849" y="385790"/>
                  </a:lnTo>
                  <a:lnTo>
                    <a:pt x="28318" y="371630"/>
                  </a:lnTo>
                  <a:lnTo>
                    <a:pt x="0" y="339447"/>
                  </a:lnTo>
                  <a:close/>
                </a:path>
                <a:path w="776604" h="418464">
                  <a:moveTo>
                    <a:pt x="0" y="81539"/>
                  </a:moveTo>
                  <a:lnTo>
                    <a:pt x="28318" y="45917"/>
                  </a:lnTo>
                  <a:lnTo>
                    <a:pt x="72849" y="30907"/>
                  </a:lnTo>
                  <a:lnTo>
                    <a:pt x="124513" y="21461"/>
                  </a:lnTo>
                  <a:lnTo>
                    <a:pt x="193039" y="10739"/>
                  </a:lnTo>
                  <a:lnTo>
                    <a:pt x="267402" y="4306"/>
                  </a:lnTo>
                  <a:lnTo>
                    <a:pt x="345223" y="0"/>
                  </a:lnTo>
                  <a:lnTo>
                    <a:pt x="426719" y="0"/>
                  </a:lnTo>
                  <a:lnTo>
                    <a:pt x="503243" y="4306"/>
                  </a:lnTo>
                  <a:lnTo>
                    <a:pt x="581064" y="10739"/>
                  </a:lnTo>
                  <a:lnTo>
                    <a:pt x="645915" y="21461"/>
                  </a:lnTo>
                  <a:lnTo>
                    <a:pt x="698228" y="30907"/>
                  </a:lnTo>
                  <a:lnTo>
                    <a:pt x="742111" y="45917"/>
                  </a:lnTo>
                  <a:lnTo>
                    <a:pt x="776266" y="81539"/>
                  </a:lnTo>
                  <a:lnTo>
                    <a:pt x="768267" y="95273"/>
                  </a:lnTo>
                  <a:lnTo>
                    <a:pt x="698228" y="127882"/>
                  </a:lnTo>
                  <a:lnTo>
                    <a:pt x="645915" y="138621"/>
                  </a:lnTo>
                  <a:lnTo>
                    <a:pt x="581064" y="149343"/>
                  </a:lnTo>
                  <a:lnTo>
                    <a:pt x="503243" y="155776"/>
                  </a:lnTo>
                  <a:lnTo>
                    <a:pt x="426719" y="160082"/>
                  </a:lnTo>
                  <a:lnTo>
                    <a:pt x="345223" y="160082"/>
                  </a:lnTo>
                  <a:lnTo>
                    <a:pt x="267402" y="155776"/>
                  </a:lnTo>
                  <a:lnTo>
                    <a:pt x="193039" y="149343"/>
                  </a:lnTo>
                  <a:lnTo>
                    <a:pt x="124513" y="138621"/>
                  </a:lnTo>
                  <a:lnTo>
                    <a:pt x="72849" y="127882"/>
                  </a:lnTo>
                  <a:lnTo>
                    <a:pt x="28318" y="113722"/>
                  </a:lnTo>
                  <a:lnTo>
                    <a:pt x="0" y="81539"/>
                  </a:lnTo>
                  <a:close/>
                </a:path>
              </a:pathLst>
            </a:custGeom>
            <a:ln w="142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4823400" y="5060917"/>
              <a:ext cx="862965" cy="118745"/>
            </a:xfrm>
            <a:custGeom>
              <a:avLst/>
              <a:gdLst/>
              <a:ahLst/>
              <a:cxnLst/>
              <a:rect l="l" t="t" r="r" b="b"/>
              <a:pathLst>
                <a:path w="862964" h="118745">
                  <a:moveTo>
                    <a:pt x="862928" y="0"/>
                  </a:moveTo>
                  <a:lnTo>
                    <a:pt x="0" y="0"/>
                  </a:lnTo>
                  <a:lnTo>
                    <a:pt x="0" y="118441"/>
                  </a:lnTo>
                  <a:lnTo>
                    <a:pt x="862928" y="118441"/>
                  </a:lnTo>
                  <a:lnTo>
                    <a:pt x="8629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4868796" y="4905997"/>
              <a:ext cx="781050" cy="278765"/>
            </a:xfrm>
            <a:custGeom>
              <a:avLst/>
              <a:gdLst/>
              <a:ahLst/>
              <a:cxnLst/>
              <a:rect l="l" t="t" r="r" b="b"/>
              <a:pathLst>
                <a:path w="781050" h="278764">
                  <a:moveTo>
                    <a:pt x="0" y="0"/>
                  </a:moveTo>
                  <a:lnTo>
                    <a:pt x="0" y="278519"/>
                  </a:lnTo>
                </a:path>
                <a:path w="781050" h="278764">
                  <a:moveTo>
                    <a:pt x="780805" y="0"/>
                  </a:moveTo>
                  <a:lnTo>
                    <a:pt x="780805" y="278519"/>
                  </a:lnTo>
                </a:path>
              </a:pathLst>
            </a:custGeom>
            <a:ln w="142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4868796" y="4797432"/>
              <a:ext cx="776605" cy="159385"/>
            </a:xfrm>
            <a:custGeom>
              <a:avLst/>
              <a:gdLst/>
              <a:ahLst/>
              <a:cxnLst/>
              <a:rect l="l" t="t" r="r" b="b"/>
              <a:pathLst>
                <a:path w="776604" h="159385">
                  <a:moveTo>
                    <a:pt x="426719" y="0"/>
                  </a:moveTo>
                  <a:lnTo>
                    <a:pt x="345223" y="0"/>
                  </a:lnTo>
                  <a:lnTo>
                    <a:pt x="267402" y="3438"/>
                  </a:lnTo>
                  <a:lnTo>
                    <a:pt x="193039" y="10721"/>
                  </a:lnTo>
                  <a:lnTo>
                    <a:pt x="124513" y="21461"/>
                  </a:lnTo>
                  <a:lnTo>
                    <a:pt x="72849" y="31332"/>
                  </a:lnTo>
                  <a:lnTo>
                    <a:pt x="28318" y="45492"/>
                  </a:lnTo>
                  <a:lnTo>
                    <a:pt x="0" y="80670"/>
                  </a:lnTo>
                  <a:lnTo>
                    <a:pt x="8862" y="95698"/>
                  </a:lnTo>
                  <a:lnTo>
                    <a:pt x="72849" y="127882"/>
                  </a:lnTo>
                  <a:lnTo>
                    <a:pt x="124513" y="137753"/>
                  </a:lnTo>
                  <a:lnTo>
                    <a:pt x="193039" y="148475"/>
                  </a:lnTo>
                  <a:lnTo>
                    <a:pt x="267402" y="156201"/>
                  </a:lnTo>
                  <a:lnTo>
                    <a:pt x="345223" y="159214"/>
                  </a:lnTo>
                  <a:lnTo>
                    <a:pt x="426719" y="159214"/>
                  </a:lnTo>
                  <a:lnTo>
                    <a:pt x="503243" y="156201"/>
                  </a:lnTo>
                  <a:lnTo>
                    <a:pt x="581064" y="148475"/>
                  </a:lnTo>
                  <a:lnTo>
                    <a:pt x="645915" y="137753"/>
                  </a:lnTo>
                  <a:lnTo>
                    <a:pt x="698228" y="127882"/>
                  </a:lnTo>
                  <a:lnTo>
                    <a:pt x="742111" y="112853"/>
                  </a:lnTo>
                  <a:lnTo>
                    <a:pt x="776266" y="80670"/>
                  </a:lnTo>
                  <a:lnTo>
                    <a:pt x="768267" y="63515"/>
                  </a:lnTo>
                  <a:lnTo>
                    <a:pt x="698228" y="31332"/>
                  </a:lnTo>
                  <a:lnTo>
                    <a:pt x="645915" y="21461"/>
                  </a:lnTo>
                  <a:lnTo>
                    <a:pt x="581064" y="10721"/>
                  </a:lnTo>
                  <a:lnTo>
                    <a:pt x="503243" y="3438"/>
                  </a:lnTo>
                  <a:lnTo>
                    <a:pt x="4267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4868796" y="4539523"/>
              <a:ext cx="776605" cy="417195"/>
            </a:xfrm>
            <a:custGeom>
              <a:avLst/>
              <a:gdLst/>
              <a:ahLst/>
              <a:cxnLst/>
              <a:rect l="l" t="t" r="r" b="b"/>
              <a:pathLst>
                <a:path w="776604" h="417195">
                  <a:moveTo>
                    <a:pt x="0" y="338579"/>
                  </a:moveTo>
                  <a:lnTo>
                    <a:pt x="28318" y="303400"/>
                  </a:lnTo>
                  <a:lnTo>
                    <a:pt x="72849" y="289241"/>
                  </a:lnTo>
                  <a:lnTo>
                    <a:pt x="124513" y="279369"/>
                  </a:lnTo>
                  <a:lnTo>
                    <a:pt x="193039" y="268630"/>
                  </a:lnTo>
                  <a:lnTo>
                    <a:pt x="267402" y="261346"/>
                  </a:lnTo>
                  <a:lnTo>
                    <a:pt x="345223" y="257908"/>
                  </a:lnTo>
                  <a:lnTo>
                    <a:pt x="426719" y="257908"/>
                  </a:lnTo>
                  <a:lnTo>
                    <a:pt x="503243" y="261346"/>
                  </a:lnTo>
                  <a:lnTo>
                    <a:pt x="581064" y="268630"/>
                  </a:lnTo>
                  <a:lnTo>
                    <a:pt x="645915" y="279369"/>
                  </a:lnTo>
                  <a:lnTo>
                    <a:pt x="698228" y="289241"/>
                  </a:lnTo>
                  <a:lnTo>
                    <a:pt x="742111" y="303400"/>
                  </a:lnTo>
                  <a:lnTo>
                    <a:pt x="776266" y="338579"/>
                  </a:lnTo>
                  <a:lnTo>
                    <a:pt x="768267" y="353607"/>
                  </a:lnTo>
                  <a:lnTo>
                    <a:pt x="698228" y="385790"/>
                  </a:lnTo>
                  <a:lnTo>
                    <a:pt x="645915" y="395661"/>
                  </a:lnTo>
                  <a:lnTo>
                    <a:pt x="581064" y="406383"/>
                  </a:lnTo>
                  <a:lnTo>
                    <a:pt x="503243" y="414110"/>
                  </a:lnTo>
                  <a:lnTo>
                    <a:pt x="426719" y="417123"/>
                  </a:lnTo>
                  <a:lnTo>
                    <a:pt x="345223" y="417123"/>
                  </a:lnTo>
                  <a:lnTo>
                    <a:pt x="267402" y="414110"/>
                  </a:lnTo>
                  <a:lnTo>
                    <a:pt x="193039" y="406383"/>
                  </a:lnTo>
                  <a:lnTo>
                    <a:pt x="124513" y="395661"/>
                  </a:lnTo>
                  <a:lnTo>
                    <a:pt x="72849" y="385790"/>
                  </a:lnTo>
                  <a:lnTo>
                    <a:pt x="28318" y="370762"/>
                  </a:lnTo>
                  <a:lnTo>
                    <a:pt x="0" y="338579"/>
                  </a:lnTo>
                  <a:close/>
                </a:path>
                <a:path w="776604" h="417195">
                  <a:moveTo>
                    <a:pt x="0" y="80670"/>
                  </a:moveTo>
                  <a:lnTo>
                    <a:pt x="28318" y="45013"/>
                  </a:lnTo>
                  <a:lnTo>
                    <a:pt x="72849" y="31367"/>
                  </a:lnTo>
                  <a:lnTo>
                    <a:pt x="124513" y="21443"/>
                  </a:lnTo>
                  <a:lnTo>
                    <a:pt x="193039" y="10810"/>
                  </a:lnTo>
                  <a:lnTo>
                    <a:pt x="267402" y="3367"/>
                  </a:lnTo>
                  <a:lnTo>
                    <a:pt x="345223" y="0"/>
                  </a:lnTo>
                  <a:lnTo>
                    <a:pt x="426719" y="0"/>
                  </a:lnTo>
                  <a:lnTo>
                    <a:pt x="503243" y="3367"/>
                  </a:lnTo>
                  <a:lnTo>
                    <a:pt x="581064" y="10810"/>
                  </a:lnTo>
                  <a:lnTo>
                    <a:pt x="645915" y="21443"/>
                  </a:lnTo>
                  <a:lnTo>
                    <a:pt x="698228" y="31367"/>
                  </a:lnTo>
                  <a:lnTo>
                    <a:pt x="742111" y="45013"/>
                  </a:lnTo>
                  <a:lnTo>
                    <a:pt x="776266" y="80670"/>
                  </a:lnTo>
                  <a:lnTo>
                    <a:pt x="768267" y="95698"/>
                  </a:lnTo>
                  <a:lnTo>
                    <a:pt x="698228" y="127882"/>
                  </a:lnTo>
                  <a:lnTo>
                    <a:pt x="645915" y="137753"/>
                  </a:lnTo>
                  <a:lnTo>
                    <a:pt x="581064" y="148475"/>
                  </a:lnTo>
                  <a:lnTo>
                    <a:pt x="503243" y="155776"/>
                  </a:lnTo>
                  <a:lnTo>
                    <a:pt x="426719" y="159214"/>
                  </a:lnTo>
                  <a:lnTo>
                    <a:pt x="345223" y="159214"/>
                  </a:lnTo>
                  <a:lnTo>
                    <a:pt x="267402" y="155776"/>
                  </a:lnTo>
                  <a:lnTo>
                    <a:pt x="193039" y="148475"/>
                  </a:lnTo>
                  <a:lnTo>
                    <a:pt x="124513" y="137753"/>
                  </a:lnTo>
                  <a:lnTo>
                    <a:pt x="72849" y="127882"/>
                  </a:lnTo>
                  <a:lnTo>
                    <a:pt x="28318" y="112853"/>
                  </a:lnTo>
                  <a:lnTo>
                    <a:pt x="0" y="80670"/>
                  </a:lnTo>
                  <a:close/>
                </a:path>
              </a:pathLst>
            </a:custGeom>
            <a:ln w="142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4823400" y="4763099"/>
              <a:ext cx="862965" cy="118745"/>
            </a:xfrm>
            <a:custGeom>
              <a:avLst/>
              <a:gdLst/>
              <a:ahLst/>
              <a:cxnLst/>
              <a:rect l="l" t="t" r="r" b="b"/>
              <a:pathLst>
                <a:path w="862964" h="118745">
                  <a:moveTo>
                    <a:pt x="862928" y="0"/>
                  </a:moveTo>
                  <a:lnTo>
                    <a:pt x="0" y="0"/>
                  </a:lnTo>
                  <a:lnTo>
                    <a:pt x="0" y="118441"/>
                  </a:lnTo>
                  <a:lnTo>
                    <a:pt x="862928" y="118441"/>
                  </a:lnTo>
                  <a:lnTo>
                    <a:pt x="8629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4868796" y="4609525"/>
              <a:ext cx="781050" cy="277495"/>
            </a:xfrm>
            <a:custGeom>
              <a:avLst/>
              <a:gdLst/>
              <a:ahLst/>
              <a:cxnLst/>
              <a:rect l="l" t="t" r="r" b="b"/>
              <a:pathLst>
                <a:path w="781050" h="277495">
                  <a:moveTo>
                    <a:pt x="0" y="0"/>
                  </a:moveTo>
                  <a:lnTo>
                    <a:pt x="0" y="277172"/>
                  </a:lnTo>
                </a:path>
                <a:path w="781050" h="277495">
                  <a:moveTo>
                    <a:pt x="780805" y="0"/>
                  </a:moveTo>
                  <a:lnTo>
                    <a:pt x="780805" y="277172"/>
                  </a:lnTo>
                </a:path>
              </a:pathLst>
            </a:custGeom>
            <a:ln w="142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1825556" y="4227970"/>
              <a:ext cx="3175" cy="367030"/>
            </a:xfrm>
            <a:custGeom>
              <a:avLst/>
              <a:gdLst/>
              <a:ahLst/>
              <a:cxnLst/>
              <a:rect l="l" t="t" r="r" b="b"/>
              <a:pathLst>
                <a:path w="3175" h="367029">
                  <a:moveTo>
                    <a:pt x="0" y="0"/>
                  </a:moveTo>
                  <a:lnTo>
                    <a:pt x="2615" y="366491"/>
                  </a:lnTo>
                </a:path>
              </a:pathLst>
            </a:custGeom>
            <a:ln w="219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6" name="object 96" descr=""/>
          <p:cNvSpPr txBox="1"/>
          <p:nvPr/>
        </p:nvSpPr>
        <p:spPr>
          <a:xfrm>
            <a:off x="1722389" y="4712784"/>
            <a:ext cx="264160" cy="2190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250" spc="145">
                <a:latin typeface="Times New Roman"/>
                <a:cs typeface="Times New Roman"/>
              </a:rPr>
              <a:t>A0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97" name="object 97" descr=""/>
          <p:cNvSpPr txBox="1"/>
          <p:nvPr/>
        </p:nvSpPr>
        <p:spPr>
          <a:xfrm>
            <a:off x="2857800" y="4712784"/>
            <a:ext cx="262255" cy="2190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250" spc="140">
                <a:latin typeface="Times New Roman"/>
                <a:cs typeface="Times New Roman"/>
              </a:rPr>
              <a:t>A1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98" name="object 98" descr=""/>
          <p:cNvSpPr txBox="1"/>
          <p:nvPr/>
        </p:nvSpPr>
        <p:spPr>
          <a:xfrm>
            <a:off x="3993146" y="4712784"/>
            <a:ext cx="262255" cy="2190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250" spc="140">
                <a:latin typeface="Times New Roman"/>
                <a:cs typeface="Times New Roman"/>
              </a:rPr>
              <a:t>A2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99" name="object 99" descr=""/>
          <p:cNvSpPr txBox="1"/>
          <p:nvPr/>
        </p:nvSpPr>
        <p:spPr>
          <a:xfrm>
            <a:off x="5128686" y="4720493"/>
            <a:ext cx="262255" cy="2190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250" spc="140">
                <a:latin typeface="Times New Roman"/>
                <a:cs typeface="Times New Roman"/>
              </a:rPr>
              <a:t>A3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00" name="object 100" descr=""/>
          <p:cNvSpPr txBox="1"/>
          <p:nvPr/>
        </p:nvSpPr>
        <p:spPr>
          <a:xfrm>
            <a:off x="1724983" y="5024762"/>
            <a:ext cx="252095" cy="2190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250" spc="125">
                <a:latin typeface="Times New Roman"/>
                <a:cs typeface="Times New Roman"/>
              </a:rPr>
              <a:t>B0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01" name="object 101" descr=""/>
          <p:cNvSpPr txBox="1"/>
          <p:nvPr/>
        </p:nvSpPr>
        <p:spPr>
          <a:xfrm>
            <a:off x="1731274" y="5608384"/>
            <a:ext cx="262255" cy="2190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250" spc="140">
                <a:latin typeface="Times New Roman"/>
                <a:cs typeface="Times New Roman"/>
              </a:rPr>
              <a:t>D0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02" name="object 102" descr=""/>
          <p:cNvSpPr txBox="1"/>
          <p:nvPr/>
        </p:nvSpPr>
        <p:spPr>
          <a:xfrm>
            <a:off x="2857800" y="5607515"/>
            <a:ext cx="262255" cy="2190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250" spc="140">
                <a:latin typeface="Times New Roman"/>
                <a:cs typeface="Times New Roman"/>
              </a:rPr>
              <a:t>D1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03" name="object 103" descr=""/>
          <p:cNvSpPr txBox="1"/>
          <p:nvPr/>
        </p:nvSpPr>
        <p:spPr>
          <a:xfrm>
            <a:off x="3993146" y="5599789"/>
            <a:ext cx="262255" cy="2190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250" spc="140">
                <a:latin typeface="Times New Roman"/>
                <a:cs typeface="Times New Roman"/>
              </a:rPr>
              <a:t>D2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04" name="object 104" descr=""/>
          <p:cNvSpPr txBox="1"/>
          <p:nvPr/>
        </p:nvSpPr>
        <p:spPr>
          <a:xfrm>
            <a:off x="1741736" y="5331158"/>
            <a:ext cx="252095" cy="2190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250" spc="125">
                <a:latin typeface="Times New Roman"/>
                <a:cs typeface="Times New Roman"/>
              </a:rPr>
              <a:t>C0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05" name="object 105" descr=""/>
          <p:cNvSpPr txBox="1"/>
          <p:nvPr/>
        </p:nvSpPr>
        <p:spPr>
          <a:xfrm>
            <a:off x="2868262" y="5331158"/>
            <a:ext cx="252095" cy="2190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250" spc="125">
                <a:latin typeface="Times New Roman"/>
                <a:cs typeface="Times New Roman"/>
              </a:rPr>
              <a:t>C1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06" name="object 106" descr=""/>
          <p:cNvSpPr txBox="1"/>
          <p:nvPr/>
        </p:nvSpPr>
        <p:spPr>
          <a:xfrm>
            <a:off x="3999415" y="5331158"/>
            <a:ext cx="252095" cy="2190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250" spc="125">
                <a:latin typeface="Times New Roman"/>
                <a:cs typeface="Times New Roman"/>
              </a:rPr>
              <a:t>C2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07" name="object 107" descr=""/>
          <p:cNvSpPr txBox="1"/>
          <p:nvPr/>
        </p:nvSpPr>
        <p:spPr>
          <a:xfrm>
            <a:off x="5134955" y="5331158"/>
            <a:ext cx="252095" cy="2190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250" spc="125">
                <a:latin typeface="Times New Roman"/>
                <a:cs typeface="Times New Roman"/>
              </a:rPr>
              <a:t>C3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08" name="object 108" descr=""/>
          <p:cNvSpPr txBox="1"/>
          <p:nvPr/>
        </p:nvSpPr>
        <p:spPr>
          <a:xfrm>
            <a:off x="2866684" y="5026907"/>
            <a:ext cx="252095" cy="2190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250" spc="125">
                <a:latin typeface="Times New Roman"/>
                <a:cs typeface="Times New Roman"/>
              </a:rPr>
              <a:t>B1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09" name="object 109" descr=""/>
          <p:cNvSpPr txBox="1"/>
          <p:nvPr/>
        </p:nvSpPr>
        <p:spPr>
          <a:xfrm>
            <a:off x="3999415" y="5032046"/>
            <a:ext cx="252095" cy="2190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250" spc="125">
                <a:latin typeface="Times New Roman"/>
                <a:cs typeface="Times New Roman"/>
              </a:rPr>
              <a:t>B2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10" name="object 110" descr=""/>
          <p:cNvSpPr txBox="1"/>
          <p:nvPr/>
        </p:nvSpPr>
        <p:spPr>
          <a:xfrm>
            <a:off x="5132361" y="5032046"/>
            <a:ext cx="252095" cy="2190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250" spc="125">
                <a:latin typeface="Times New Roman"/>
                <a:cs typeface="Times New Roman"/>
              </a:rPr>
              <a:t>B3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11" name="object 111" descr=""/>
          <p:cNvSpPr txBox="1"/>
          <p:nvPr/>
        </p:nvSpPr>
        <p:spPr>
          <a:xfrm>
            <a:off x="5133874" y="5601933"/>
            <a:ext cx="262255" cy="2190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250" spc="140">
                <a:latin typeface="Times New Roman"/>
                <a:cs typeface="Times New Roman"/>
              </a:rPr>
              <a:t>D3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12" name="object 112" descr=""/>
          <p:cNvSpPr txBox="1"/>
          <p:nvPr/>
        </p:nvSpPr>
        <p:spPr>
          <a:xfrm>
            <a:off x="5919868" y="4008511"/>
            <a:ext cx="810260" cy="41529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12395" marR="5080" indent="-100330">
              <a:lnSpc>
                <a:spcPct val="102800"/>
              </a:lnSpc>
              <a:spcBef>
                <a:spcPts val="75"/>
              </a:spcBef>
            </a:pPr>
            <a:r>
              <a:rPr dirty="0" sz="1250" spc="265" b="1">
                <a:solidFill>
                  <a:srgbClr val="000080"/>
                </a:solidFill>
                <a:latin typeface="宋体"/>
                <a:cs typeface="宋体"/>
              </a:rPr>
              <a:t>奇偶校验</a:t>
            </a:r>
            <a:r>
              <a:rPr dirty="0" sz="1250" spc="260" b="1">
                <a:solidFill>
                  <a:srgbClr val="000080"/>
                </a:solidFill>
                <a:latin typeface="宋体"/>
                <a:cs typeface="宋体"/>
              </a:rPr>
              <a:t>产生器</a:t>
            </a:r>
            <a:endParaRPr sz="1250">
              <a:latin typeface="宋体"/>
              <a:cs typeface="宋体"/>
            </a:endParaRPr>
          </a:p>
        </p:txBody>
      </p:sp>
      <p:sp>
        <p:nvSpPr>
          <p:cNvPr id="113" name="object 113" descr=""/>
          <p:cNvSpPr txBox="1"/>
          <p:nvPr/>
        </p:nvSpPr>
        <p:spPr>
          <a:xfrm>
            <a:off x="6782818" y="5806995"/>
            <a:ext cx="1249680" cy="471170"/>
          </a:xfrm>
          <a:prstGeom prst="rect">
            <a:avLst/>
          </a:prstGeom>
        </p:spPr>
        <p:txBody>
          <a:bodyPr wrap="square" lIns="0" tIns="4445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50"/>
              </a:spcBef>
            </a:pPr>
            <a:r>
              <a:rPr dirty="0" sz="1250" spc="25" b="1">
                <a:solidFill>
                  <a:srgbClr val="993300"/>
                </a:solidFill>
                <a:latin typeface="宋体"/>
                <a:cs typeface="宋体"/>
              </a:rPr>
              <a:t>块 </a:t>
            </a:r>
            <a:r>
              <a:rPr dirty="0" sz="1250" spc="130" b="1">
                <a:solidFill>
                  <a:srgbClr val="993300"/>
                </a:solidFill>
                <a:latin typeface="Times New Roman"/>
                <a:cs typeface="Times New Roman"/>
              </a:rPr>
              <a:t>0</a:t>
            </a:r>
            <a:r>
              <a:rPr dirty="0" sz="1250" spc="280" b="1">
                <a:solidFill>
                  <a:srgbClr val="993300"/>
                </a:solidFill>
                <a:latin typeface="宋体"/>
                <a:cs typeface="宋体"/>
              </a:rPr>
              <a:t>、</a:t>
            </a:r>
            <a:r>
              <a:rPr dirty="0" sz="1250" spc="130" b="1">
                <a:solidFill>
                  <a:srgbClr val="993300"/>
                </a:solidFill>
                <a:latin typeface="Times New Roman"/>
                <a:cs typeface="Times New Roman"/>
              </a:rPr>
              <a:t>1</a:t>
            </a:r>
            <a:r>
              <a:rPr dirty="0" sz="1250" spc="280" b="1">
                <a:solidFill>
                  <a:srgbClr val="993300"/>
                </a:solidFill>
                <a:latin typeface="宋体"/>
                <a:cs typeface="宋体"/>
              </a:rPr>
              <a:t>、</a:t>
            </a:r>
            <a:r>
              <a:rPr dirty="0" sz="1250" spc="130" b="1">
                <a:solidFill>
                  <a:srgbClr val="993300"/>
                </a:solidFill>
                <a:latin typeface="Times New Roman"/>
                <a:cs typeface="Times New Roman"/>
              </a:rPr>
              <a:t>2</a:t>
            </a:r>
            <a:r>
              <a:rPr dirty="0" sz="1250" spc="280" b="1">
                <a:solidFill>
                  <a:srgbClr val="993300"/>
                </a:solidFill>
                <a:latin typeface="宋体"/>
                <a:cs typeface="宋体"/>
              </a:rPr>
              <a:t>、</a:t>
            </a:r>
            <a:r>
              <a:rPr dirty="0" sz="1250" spc="90" b="1">
                <a:solidFill>
                  <a:srgbClr val="993300"/>
                </a:solidFill>
                <a:latin typeface="Times New Roman"/>
                <a:cs typeface="Times New Roman"/>
              </a:rPr>
              <a:t>3</a:t>
            </a:r>
            <a:endParaRPr sz="1250">
              <a:latin typeface="Times New Roman"/>
              <a:cs typeface="Times New Roman"/>
            </a:endParaRPr>
          </a:p>
          <a:p>
            <a:pPr algn="ctr" marL="13970">
              <a:lnSpc>
                <a:spcPct val="100000"/>
              </a:lnSpc>
              <a:spcBef>
                <a:spcPts val="250"/>
              </a:spcBef>
            </a:pPr>
            <a:r>
              <a:rPr dirty="0" sz="1250" spc="260" b="1">
                <a:solidFill>
                  <a:srgbClr val="993300"/>
                </a:solidFill>
                <a:latin typeface="宋体"/>
                <a:cs typeface="宋体"/>
              </a:rPr>
              <a:t>的校验</a:t>
            </a:r>
            <a:endParaRPr sz="1250">
              <a:latin typeface="宋体"/>
              <a:cs typeface="宋体"/>
            </a:endParaRPr>
          </a:p>
        </p:txBody>
      </p:sp>
      <p:sp>
        <p:nvSpPr>
          <p:cNvPr id="114" name="object 114" descr=""/>
          <p:cNvSpPr/>
          <p:nvPr/>
        </p:nvSpPr>
        <p:spPr>
          <a:xfrm>
            <a:off x="3006471" y="4227970"/>
            <a:ext cx="4406265" cy="387985"/>
          </a:xfrm>
          <a:custGeom>
            <a:avLst/>
            <a:gdLst/>
            <a:ahLst/>
            <a:cxnLst/>
            <a:rect l="l" t="t" r="r" b="b"/>
            <a:pathLst>
              <a:path w="4406265" h="387985">
                <a:moveTo>
                  <a:pt x="0" y="0"/>
                </a:moveTo>
                <a:lnTo>
                  <a:pt x="0" y="387934"/>
                </a:lnTo>
              </a:path>
              <a:path w="4406265" h="387985">
                <a:moveTo>
                  <a:pt x="1135345" y="0"/>
                </a:moveTo>
                <a:lnTo>
                  <a:pt x="1135345" y="387934"/>
                </a:lnTo>
              </a:path>
              <a:path w="4406265" h="387985">
                <a:moveTo>
                  <a:pt x="2225922" y="0"/>
                </a:moveTo>
                <a:lnTo>
                  <a:pt x="2225922" y="387934"/>
                </a:lnTo>
              </a:path>
              <a:path w="4406265" h="387985">
                <a:moveTo>
                  <a:pt x="4405780" y="0"/>
                </a:moveTo>
                <a:lnTo>
                  <a:pt x="4405780" y="332996"/>
                </a:lnTo>
              </a:path>
            </a:pathLst>
          </a:custGeom>
          <a:ln w="1998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53605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34809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15" b="1">
                <a:solidFill>
                  <a:srgbClr val="40458B"/>
                </a:solidFill>
                <a:latin typeface="宋体"/>
                <a:cs typeface="宋体"/>
              </a:rPr>
              <a:t>36/81</a:t>
            </a:r>
            <a:endParaRPr baseline="1736" sz="2400">
              <a:latin typeface="宋体"/>
              <a:cs typeface="宋体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1555750" y="549275"/>
            <a:ext cx="7588250" cy="0"/>
          </a:xfrm>
          <a:custGeom>
            <a:avLst/>
            <a:gdLst/>
            <a:ahLst/>
            <a:cxnLst/>
            <a:rect l="l" t="t" r="r" b="b"/>
            <a:pathLst>
              <a:path w="7588250" h="0">
                <a:moveTo>
                  <a:pt x="0" y="0"/>
                </a:moveTo>
                <a:lnTo>
                  <a:pt x="7588250" y="0"/>
                </a:lnTo>
              </a:path>
            </a:pathLst>
          </a:custGeom>
          <a:ln w="38100">
            <a:solidFill>
              <a:srgbClr val="2C44A3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119062" y="188976"/>
            <a:ext cx="1437005" cy="274955"/>
            <a:chOff x="119062" y="188976"/>
            <a:chExt cx="1437005" cy="274955"/>
          </a:xfrm>
        </p:grpSpPr>
        <p:sp>
          <p:nvSpPr>
            <p:cNvPr id="5" name="object 5" descr=""/>
            <p:cNvSpPr/>
            <p:nvPr/>
          </p:nvSpPr>
          <p:spPr>
            <a:xfrm>
              <a:off x="119062" y="188976"/>
              <a:ext cx="499745" cy="274955"/>
            </a:xfrm>
            <a:custGeom>
              <a:avLst/>
              <a:gdLst/>
              <a:ahLst/>
              <a:cxnLst/>
              <a:rect l="l" t="t" r="r" b="b"/>
              <a:pathLst>
                <a:path w="499745" h="274955">
                  <a:moveTo>
                    <a:pt x="119837" y="0"/>
                  </a:moveTo>
                  <a:lnTo>
                    <a:pt x="4993" y="41528"/>
                  </a:lnTo>
                  <a:lnTo>
                    <a:pt x="264655" y="135508"/>
                  </a:lnTo>
                  <a:lnTo>
                    <a:pt x="0" y="231266"/>
                  </a:lnTo>
                  <a:lnTo>
                    <a:pt x="119837" y="274574"/>
                  </a:lnTo>
                  <a:lnTo>
                    <a:pt x="499338" y="137287"/>
                  </a:lnTo>
                  <a:lnTo>
                    <a:pt x="119837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85546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9621" y="0"/>
                  </a:moveTo>
                  <a:lnTo>
                    <a:pt x="4991" y="41528"/>
                  </a:lnTo>
                  <a:lnTo>
                    <a:pt x="264147" y="135508"/>
                  </a:lnTo>
                  <a:lnTo>
                    <a:pt x="0" y="231266"/>
                  </a:lnTo>
                  <a:lnTo>
                    <a:pt x="119621" y="274574"/>
                  </a:lnTo>
                  <a:lnTo>
                    <a:pt x="497141" y="137287"/>
                  </a:lnTo>
                  <a:lnTo>
                    <a:pt x="119621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058608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8363" y="0"/>
                  </a:moveTo>
                  <a:lnTo>
                    <a:pt x="4978" y="41528"/>
                  </a:lnTo>
                  <a:lnTo>
                    <a:pt x="264096" y="135508"/>
                  </a:lnTo>
                  <a:lnTo>
                    <a:pt x="0" y="231266"/>
                  </a:lnTo>
                  <a:lnTo>
                    <a:pt x="118363" y="274574"/>
                  </a:lnTo>
                  <a:lnTo>
                    <a:pt x="497141" y="137287"/>
                  </a:lnTo>
                  <a:lnTo>
                    <a:pt x="118363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721866" y="115951"/>
            <a:ext cx="459803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065" algn="l"/>
              </a:tabLst>
            </a:pPr>
            <a:r>
              <a:rPr dirty="0" u="none" spc="-25"/>
              <a:t>8.3</a:t>
            </a:r>
            <a:r>
              <a:rPr dirty="0" u="none"/>
              <a:t>	廉价磁盘冗余阵列</a:t>
            </a:r>
            <a:r>
              <a:rPr dirty="0" u="none" spc="-20"/>
              <a:t>RAID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402742" y="742767"/>
            <a:ext cx="8122920" cy="3197860"/>
          </a:xfrm>
          <a:prstGeom prst="rect">
            <a:avLst/>
          </a:prstGeom>
        </p:spPr>
        <p:txBody>
          <a:bodyPr wrap="square" lIns="0" tIns="163830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290"/>
              </a:spcBef>
              <a:buClr>
                <a:srgbClr val="40458B"/>
              </a:buClr>
              <a:buAutoNum type="arabicPeriod" startAt="3"/>
              <a:tabLst>
                <a:tab pos="469265" algn="l"/>
              </a:tabLst>
            </a:pPr>
            <a:r>
              <a:rPr dirty="0" sz="2400" spc="-10">
                <a:solidFill>
                  <a:srgbClr val="E14B04"/>
                </a:solidFill>
                <a:latin typeface="黑体"/>
                <a:cs typeface="黑体"/>
              </a:rPr>
              <a:t>RAID</a:t>
            </a:r>
            <a:r>
              <a:rPr dirty="0" sz="2400" spc="-10">
                <a:solidFill>
                  <a:srgbClr val="FF0000"/>
                </a:solidFill>
                <a:latin typeface="黑体"/>
                <a:cs typeface="黑体"/>
              </a:rPr>
              <a:t>4</a:t>
            </a:r>
            <a:r>
              <a:rPr dirty="0" sz="2400" spc="-15">
                <a:solidFill>
                  <a:srgbClr val="E14B04"/>
                </a:solidFill>
                <a:latin typeface="黑体"/>
                <a:cs typeface="黑体"/>
              </a:rPr>
              <a:t>读写特点</a:t>
            </a:r>
            <a:endParaRPr sz="2400">
              <a:latin typeface="黑体"/>
              <a:cs typeface="黑体"/>
            </a:endParaRPr>
          </a:p>
          <a:p>
            <a:pPr lvl="1" marL="840105" indent="-457200">
              <a:lnSpc>
                <a:spcPct val="100000"/>
              </a:lnSpc>
              <a:spcBef>
                <a:spcPts val="1090"/>
              </a:spcBef>
              <a:buClr>
                <a:srgbClr val="40458B"/>
              </a:buClr>
              <a:buSzPct val="88636"/>
              <a:buFont typeface="Wingdings"/>
              <a:buChar char=""/>
              <a:tabLst>
                <a:tab pos="840105" algn="l"/>
              </a:tabLst>
            </a:pPr>
            <a:r>
              <a:rPr dirty="0" sz="2200" spc="-35">
                <a:solidFill>
                  <a:srgbClr val="D50092"/>
                </a:solidFill>
                <a:latin typeface="黑体"/>
                <a:cs typeface="黑体"/>
              </a:rPr>
              <a:t>读取操作</a:t>
            </a:r>
            <a:endParaRPr sz="2200">
              <a:latin typeface="黑体"/>
              <a:cs typeface="黑体"/>
            </a:endParaRPr>
          </a:p>
          <a:p>
            <a:pPr lvl="2" marL="948055" indent="-359410">
              <a:lnSpc>
                <a:spcPct val="100000"/>
              </a:lnSpc>
              <a:spcBef>
                <a:spcPts val="990"/>
              </a:spcBef>
              <a:buClr>
                <a:srgbClr val="4668F5"/>
              </a:buClr>
              <a:buSzPct val="60000"/>
              <a:buFont typeface="Wingdings"/>
              <a:buChar char=""/>
              <a:tabLst>
                <a:tab pos="948055" algn="l"/>
              </a:tabLst>
            </a:pPr>
            <a:r>
              <a:rPr dirty="0" sz="2000" spc="-25" b="1">
                <a:solidFill>
                  <a:srgbClr val="FF5CFF"/>
                </a:solidFill>
                <a:latin typeface="宋体"/>
                <a:cs typeface="宋体"/>
              </a:rPr>
              <a:t>每次只需访问数据所在的磁盘。</a:t>
            </a:r>
            <a:endParaRPr sz="2000">
              <a:latin typeface="宋体"/>
              <a:cs typeface="宋体"/>
            </a:endParaRPr>
          </a:p>
          <a:p>
            <a:pPr lvl="2" marL="948055" indent="-359410">
              <a:lnSpc>
                <a:spcPct val="100000"/>
              </a:lnSpc>
              <a:spcBef>
                <a:spcPts val="965"/>
              </a:spcBef>
              <a:buClr>
                <a:srgbClr val="4668F5"/>
              </a:buClr>
              <a:buSzPct val="60000"/>
              <a:buFont typeface="Wingdings"/>
              <a:buChar char=""/>
              <a:tabLst>
                <a:tab pos="948055" algn="l"/>
              </a:tabLst>
            </a:pPr>
            <a:r>
              <a:rPr dirty="0" sz="2000" spc="-25" b="1">
                <a:solidFill>
                  <a:srgbClr val="FF5CFF"/>
                </a:solidFill>
                <a:latin typeface="宋体"/>
                <a:cs typeface="宋体"/>
              </a:rPr>
              <a:t>仅在该磁盘出现故障时，才会去读校验盘，并进行数据的重建。</a:t>
            </a:r>
            <a:endParaRPr sz="2000">
              <a:latin typeface="宋体"/>
              <a:cs typeface="宋体"/>
            </a:endParaRPr>
          </a:p>
          <a:p>
            <a:pPr lvl="1" marL="840105" indent="-457200">
              <a:lnSpc>
                <a:spcPct val="100000"/>
              </a:lnSpc>
              <a:spcBef>
                <a:spcPts val="1025"/>
              </a:spcBef>
              <a:buClr>
                <a:srgbClr val="40458B"/>
              </a:buClr>
              <a:buSzPct val="88636"/>
              <a:buFont typeface="Wingdings"/>
              <a:buChar char=""/>
              <a:tabLst>
                <a:tab pos="840105" algn="l"/>
              </a:tabLst>
            </a:pPr>
            <a:r>
              <a:rPr dirty="0" sz="2200" spc="-35">
                <a:solidFill>
                  <a:srgbClr val="D50092"/>
                </a:solidFill>
                <a:latin typeface="黑体"/>
                <a:cs typeface="黑体"/>
              </a:rPr>
              <a:t>写入操作</a:t>
            </a:r>
            <a:endParaRPr sz="2200">
              <a:latin typeface="黑体"/>
              <a:cs typeface="黑体"/>
            </a:endParaRPr>
          </a:p>
          <a:p>
            <a:pPr lvl="2" marL="948055" indent="-359410">
              <a:lnSpc>
                <a:spcPct val="100000"/>
              </a:lnSpc>
              <a:spcBef>
                <a:spcPts val="990"/>
              </a:spcBef>
              <a:buClr>
                <a:srgbClr val="4668F5"/>
              </a:buClr>
              <a:buSzPct val="60000"/>
              <a:buFont typeface="Wingdings"/>
              <a:buChar char=""/>
              <a:tabLst>
                <a:tab pos="948055" algn="l"/>
              </a:tabLst>
            </a:pPr>
            <a:r>
              <a:rPr dirty="0" sz="2000" spc="-15" b="1">
                <a:solidFill>
                  <a:srgbClr val="FF5CFF"/>
                </a:solidFill>
                <a:latin typeface="宋体"/>
                <a:cs typeface="宋体"/>
              </a:rPr>
              <a:t>假定:有</a:t>
            </a:r>
            <a:r>
              <a:rPr dirty="0" sz="2000" b="1">
                <a:solidFill>
                  <a:srgbClr val="9933FF"/>
                </a:solidFill>
                <a:latin typeface="宋体"/>
                <a:cs typeface="宋体"/>
              </a:rPr>
              <a:t>4</a:t>
            </a:r>
            <a:r>
              <a:rPr dirty="0" sz="2000" spc="-25" b="1">
                <a:solidFill>
                  <a:srgbClr val="FF5CFF"/>
                </a:solidFill>
                <a:latin typeface="宋体"/>
                <a:cs typeface="宋体"/>
              </a:rPr>
              <a:t>个数据盘和一个冗余盘。</a:t>
            </a:r>
            <a:endParaRPr sz="2000">
              <a:latin typeface="宋体"/>
              <a:cs typeface="宋体"/>
            </a:endParaRPr>
          </a:p>
          <a:p>
            <a:pPr lvl="2" marL="948055" indent="-359410">
              <a:lnSpc>
                <a:spcPct val="100000"/>
              </a:lnSpc>
              <a:spcBef>
                <a:spcPts val="965"/>
              </a:spcBef>
              <a:buClr>
                <a:srgbClr val="4668F5"/>
              </a:buClr>
              <a:buSzPct val="60000"/>
              <a:buFont typeface="Wingdings"/>
              <a:buChar char=""/>
              <a:tabLst>
                <a:tab pos="948055" algn="l"/>
              </a:tabLst>
            </a:pPr>
            <a:r>
              <a:rPr dirty="0" sz="2000" spc="-10" b="1">
                <a:solidFill>
                  <a:srgbClr val="FF5CFF"/>
                </a:solidFill>
                <a:latin typeface="宋体"/>
                <a:cs typeface="宋体"/>
              </a:rPr>
              <a:t>写数据需要</a:t>
            </a:r>
            <a:r>
              <a:rPr dirty="0" sz="2000" spc="-10" b="1">
                <a:solidFill>
                  <a:srgbClr val="9933FF"/>
                </a:solidFill>
                <a:latin typeface="宋体"/>
                <a:cs typeface="宋体"/>
              </a:rPr>
              <a:t>2</a:t>
            </a:r>
            <a:r>
              <a:rPr dirty="0" sz="2000" spc="-15" b="1">
                <a:solidFill>
                  <a:srgbClr val="FF5CFF"/>
                </a:solidFill>
                <a:latin typeface="宋体"/>
                <a:cs typeface="宋体"/>
              </a:rPr>
              <a:t>次磁盘读和</a:t>
            </a:r>
            <a:r>
              <a:rPr dirty="0" sz="2000" spc="-10" b="1">
                <a:solidFill>
                  <a:srgbClr val="9933FF"/>
                </a:solidFill>
                <a:latin typeface="宋体"/>
                <a:cs typeface="宋体"/>
              </a:rPr>
              <a:t>2</a:t>
            </a:r>
            <a:r>
              <a:rPr dirty="0" sz="2000" spc="-25" b="1">
                <a:solidFill>
                  <a:srgbClr val="FF5CFF"/>
                </a:solidFill>
                <a:latin typeface="宋体"/>
                <a:cs typeface="宋体"/>
              </a:rPr>
              <a:t>次磁盘写操作。</a:t>
            </a:r>
            <a:endParaRPr sz="2000">
              <a:latin typeface="宋体"/>
              <a:cs typeface="宋体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1703636" y="4458822"/>
            <a:ext cx="6014085" cy="1577975"/>
            <a:chOff x="1703636" y="4458822"/>
            <a:chExt cx="6014085" cy="1577975"/>
          </a:xfrm>
        </p:grpSpPr>
        <p:sp>
          <p:nvSpPr>
            <p:cNvPr id="12" name="object 12" descr=""/>
            <p:cNvSpPr/>
            <p:nvPr/>
          </p:nvSpPr>
          <p:spPr>
            <a:xfrm>
              <a:off x="1712844" y="4468030"/>
              <a:ext cx="5586730" cy="1270"/>
            </a:xfrm>
            <a:custGeom>
              <a:avLst/>
              <a:gdLst/>
              <a:ahLst/>
              <a:cxnLst/>
              <a:rect l="l" t="t" r="r" b="b"/>
              <a:pathLst>
                <a:path w="5586730" h="1270">
                  <a:moveTo>
                    <a:pt x="5041730" y="0"/>
                  </a:moveTo>
                  <a:lnTo>
                    <a:pt x="5586694" y="1240"/>
                  </a:lnTo>
                </a:path>
                <a:path w="5586730" h="1270">
                  <a:moveTo>
                    <a:pt x="0" y="1240"/>
                  </a:moveTo>
                  <a:lnTo>
                    <a:pt x="3951801" y="1240"/>
                  </a:lnTo>
                </a:path>
              </a:pathLst>
            </a:custGeom>
            <a:ln w="199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6899840" y="5612908"/>
              <a:ext cx="775970" cy="417195"/>
            </a:xfrm>
            <a:custGeom>
              <a:avLst/>
              <a:gdLst/>
              <a:ahLst/>
              <a:cxnLst/>
              <a:rect l="l" t="t" r="r" b="b"/>
              <a:pathLst>
                <a:path w="775970" h="417195">
                  <a:moveTo>
                    <a:pt x="0" y="339872"/>
                  </a:moveTo>
                  <a:lnTo>
                    <a:pt x="28318" y="303400"/>
                  </a:lnTo>
                  <a:lnTo>
                    <a:pt x="71119" y="289241"/>
                  </a:lnTo>
                  <a:lnTo>
                    <a:pt x="123000" y="279369"/>
                  </a:lnTo>
                  <a:lnTo>
                    <a:pt x="193039" y="268648"/>
                  </a:lnTo>
                  <a:lnTo>
                    <a:pt x="265672" y="261346"/>
                  </a:lnTo>
                  <a:lnTo>
                    <a:pt x="343710" y="257908"/>
                  </a:lnTo>
                  <a:lnTo>
                    <a:pt x="426719" y="257908"/>
                  </a:lnTo>
                  <a:lnTo>
                    <a:pt x="503243" y="261346"/>
                  </a:lnTo>
                  <a:lnTo>
                    <a:pt x="581064" y="268648"/>
                  </a:lnTo>
                  <a:lnTo>
                    <a:pt x="645915" y="279369"/>
                  </a:lnTo>
                  <a:lnTo>
                    <a:pt x="698228" y="289241"/>
                  </a:lnTo>
                  <a:lnTo>
                    <a:pt x="740598" y="303400"/>
                  </a:lnTo>
                  <a:lnTo>
                    <a:pt x="775617" y="339872"/>
                  </a:lnTo>
                  <a:lnTo>
                    <a:pt x="766754" y="353607"/>
                  </a:lnTo>
                  <a:lnTo>
                    <a:pt x="698228" y="385790"/>
                  </a:lnTo>
                  <a:lnTo>
                    <a:pt x="645915" y="395661"/>
                  </a:lnTo>
                  <a:lnTo>
                    <a:pt x="581064" y="406401"/>
                  </a:lnTo>
                  <a:lnTo>
                    <a:pt x="503243" y="414110"/>
                  </a:lnTo>
                  <a:lnTo>
                    <a:pt x="426719" y="417123"/>
                  </a:lnTo>
                  <a:lnTo>
                    <a:pt x="343710" y="417123"/>
                  </a:lnTo>
                  <a:lnTo>
                    <a:pt x="265672" y="414110"/>
                  </a:lnTo>
                  <a:lnTo>
                    <a:pt x="193039" y="406401"/>
                  </a:lnTo>
                  <a:lnTo>
                    <a:pt x="123000" y="395661"/>
                  </a:lnTo>
                  <a:lnTo>
                    <a:pt x="71119" y="385790"/>
                  </a:lnTo>
                  <a:lnTo>
                    <a:pt x="28318" y="372056"/>
                  </a:lnTo>
                  <a:lnTo>
                    <a:pt x="0" y="339872"/>
                  </a:lnTo>
                  <a:close/>
                </a:path>
                <a:path w="775970" h="417195">
                  <a:moveTo>
                    <a:pt x="0" y="81964"/>
                  </a:moveTo>
                  <a:lnTo>
                    <a:pt x="28318" y="45067"/>
                  </a:lnTo>
                  <a:lnTo>
                    <a:pt x="71119" y="31332"/>
                  </a:lnTo>
                  <a:lnTo>
                    <a:pt x="123000" y="21461"/>
                  </a:lnTo>
                  <a:lnTo>
                    <a:pt x="193039" y="10739"/>
                  </a:lnTo>
                  <a:lnTo>
                    <a:pt x="265672" y="3438"/>
                  </a:lnTo>
                  <a:lnTo>
                    <a:pt x="343710" y="0"/>
                  </a:lnTo>
                  <a:lnTo>
                    <a:pt x="426719" y="0"/>
                  </a:lnTo>
                  <a:lnTo>
                    <a:pt x="503243" y="3438"/>
                  </a:lnTo>
                  <a:lnTo>
                    <a:pt x="581064" y="10739"/>
                  </a:lnTo>
                  <a:lnTo>
                    <a:pt x="645915" y="21461"/>
                  </a:lnTo>
                  <a:lnTo>
                    <a:pt x="698228" y="31332"/>
                  </a:lnTo>
                  <a:lnTo>
                    <a:pt x="740598" y="45067"/>
                  </a:lnTo>
                  <a:lnTo>
                    <a:pt x="775617" y="81964"/>
                  </a:lnTo>
                  <a:lnTo>
                    <a:pt x="766754" y="95698"/>
                  </a:lnTo>
                  <a:lnTo>
                    <a:pt x="698228" y="127882"/>
                  </a:lnTo>
                  <a:lnTo>
                    <a:pt x="645915" y="137753"/>
                  </a:lnTo>
                  <a:lnTo>
                    <a:pt x="581064" y="148475"/>
                  </a:lnTo>
                  <a:lnTo>
                    <a:pt x="503243" y="155776"/>
                  </a:lnTo>
                  <a:lnTo>
                    <a:pt x="426719" y="159214"/>
                  </a:lnTo>
                  <a:lnTo>
                    <a:pt x="343710" y="159214"/>
                  </a:lnTo>
                  <a:lnTo>
                    <a:pt x="265672" y="155776"/>
                  </a:lnTo>
                  <a:lnTo>
                    <a:pt x="193039" y="148475"/>
                  </a:lnTo>
                  <a:lnTo>
                    <a:pt x="123000" y="137753"/>
                  </a:lnTo>
                  <a:lnTo>
                    <a:pt x="71119" y="127882"/>
                  </a:lnTo>
                  <a:lnTo>
                    <a:pt x="28318" y="114147"/>
                  </a:lnTo>
                  <a:lnTo>
                    <a:pt x="0" y="81964"/>
                  </a:lnTo>
                  <a:close/>
                </a:path>
              </a:pathLst>
            </a:custGeom>
            <a:ln w="142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6854444" y="5836483"/>
              <a:ext cx="862965" cy="118745"/>
            </a:xfrm>
            <a:custGeom>
              <a:avLst/>
              <a:gdLst/>
              <a:ahLst/>
              <a:cxnLst/>
              <a:rect l="l" t="t" r="r" b="b"/>
              <a:pathLst>
                <a:path w="862965" h="118745">
                  <a:moveTo>
                    <a:pt x="862928" y="0"/>
                  </a:moveTo>
                  <a:lnTo>
                    <a:pt x="0" y="0"/>
                  </a:lnTo>
                  <a:lnTo>
                    <a:pt x="0" y="118441"/>
                  </a:lnTo>
                  <a:lnTo>
                    <a:pt x="862928" y="118441"/>
                  </a:lnTo>
                  <a:lnTo>
                    <a:pt x="8629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6899840" y="5682856"/>
              <a:ext cx="779780" cy="277495"/>
            </a:xfrm>
            <a:custGeom>
              <a:avLst/>
              <a:gdLst/>
              <a:ahLst/>
              <a:cxnLst/>
              <a:rect l="l" t="t" r="r" b="b"/>
              <a:pathLst>
                <a:path w="779779" h="277495">
                  <a:moveTo>
                    <a:pt x="0" y="0"/>
                  </a:moveTo>
                  <a:lnTo>
                    <a:pt x="0" y="277225"/>
                  </a:lnTo>
                </a:path>
                <a:path w="779779" h="277495">
                  <a:moveTo>
                    <a:pt x="779724" y="0"/>
                  </a:moveTo>
                  <a:lnTo>
                    <a:pt x="779724" y="277225"/>
                  </a:lnTo>
                </a:path>
              </a:pathLst>
            </a:custGeom>
            <a:ln w="142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6899840" y="5572998"/>
              <a:ext cx="775970" cy="159385"/>
            </a:xfrm>
            <a:custGeom>
              <a:avLst/>
              <a:gdLst/>
              <a:ahLst/>
              <a:cxnLst/>
              <a:rect l="l" t="t" r="r" b="b"/>
              <a:pathLst>
                <a:path w="775970" h="159385">
                  <a:moveTo>
                    <a:pt x="426719" y="0"/>
                  </a:moveTo>
                  <a:lnTo>
                    <a:pt x="343710" y="0"/>
                  </a:lnTo>
                  <a:lnTo>
                    <a:pt x="265672" y="3438"/>
                  </a:lnTo>
                  <a:lnTo>
                    <a:pt x="193039" y="10739"/>
                  </a:lnTo>
                  <a:lnTo>
                    <a:pt x="123000" y="21886"/>
                  </a:lnTo>
                  <a:lnTo>
                    <a:pt x="71119" y="31332"/>
                  </a:lnTo>
                  <a:lnTo>
                    <a:pt x="28318" y="46343"/>
                  </a:lnTo>
                  <a:lnTo>
                    <a:pt x="0" y="81964"/>
                  </a:lnTo>
                  <a:lnTo>
                    <a:pt x="7782" y="95698"/>
                  </a:lnTo>
                  <a:lnTo>
                    <a:pt x="71119" y="128307"/>
                  </a:lnTo>
                  <a:lnTo>
                    <a:pt x="123000" y="137753"/>
                  </a:lnTo>
                  <a:lnTo>
                    <a:pt x="193039" y="148492"/>
                  </a:lnTo>
                  <a:lnTo>
                    <a:pt x="265672" y="156201"/>
                  </a:lnTo>
                  <a:lnTo>
                    <a:pt x="343710" y="159214"/>
                  </a:lnTo>
                  <a:lnTo>
                    <a:pt x="426719" y="159214"/>
                  </a:lnTo>
                  <a:lnTo>
                    <a:pt x="503243" y="156201"/>
                  </a:lnTo>
                  <a:lnTo>
                    <a:pt x="581064" y="148492"/>
                  </a:lnTo>
                  <a:lnTo>
                    <a:pt x="645915" y="137753"/>
                  </a:lnTo>
                  <a:lnTo>
                    <a:pt x="698228" y="128307"/>
                  </a:lnTo>
                  <a:lnTo>
                    <a:pt x="740598" y="114147"/>
                  </a:lnTo>
                  <a:lnTo>
                    <a:pt x="775617" y="81964"/>
                  </a:lnTo>
                  <a:lnTo>
                    <a:pt x="766754" y="63515"/>
                  </a:lnTo>
                  <a:lnTo>
                    <a:pt x="698228" y="31332"/>
                  </a:lnTo>
                  <a:lnTo>
                    <a:pt x="645915" y="21886"/>
                  </a:lnTo>
                  <a:lnTo>
                    <a:pt x="581064" y="10739"/>
                  </a:lnTo>
                  <a:lnTo>
                    <a:pt x="503243" y="3438"/>
                  </a:lnTo>
                  <a:lnTo>
                    <a:pt x="4267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6899840" y="5315089"/>
              <a:ext cx="775970" cy="417195"/>
            </a:xfrm>
            <a:custGeom>
              <a:avLst/>
              <a:gdLst/>
              <a:ahLst/>
              <a:cxnLst/>
              <a:rect l="l" t="t" r="r" b="b"/>
              <a:pathLst>
                <a:path w="775970" h="417195">
                  <a:moveTo>
                    <a:pt x="0" y="339872"/>
                  </a:moveTo>
                  <a:lnTo>
                    <a:pt x="28318" y="304251"/>
                  </a:lnTo>
                  <a:lnTo>
                    <a:pt x="71119" y="289241"/>
                  </a:lnTo>
                  <a:lnTo>
                    <a:pt x="123000" y="279795"/>
                  </a:lnTo>
                  <a:lnTo>
                    <a:pt x="193039" y="268648"/>
                  </a:lnTo>
                  <a:lnTo>
                    <a:pt x="265672" y="261346"/>
                  </a:lnTo>
                  <a:lnTo>
                    <a:pt x="343710" y="257908"/>
                  </a:lnTo>
                  <a:lnTo>
                    <a:pt x="426719" y="257908"/>
                  </a:lnTo>
                  <a:lnTo>
                    <a:pt x="503243" y="261346"/>
                  </a:lnTo>
                  <a:lnTo>
                    <a:pt x="581064" y="268648"/>
                  </a:lnTo>
                  <a:lnTo>
                    <a:pt x="645915" y="279795"/>
                  </a:lnTo>
                  <a:lnTo>
                    <a:pt x="698228" y="289241"/>
                  </a:lnTo>
                  <a:lnTo>
                    <a:pt x="740598" y="304251"/>
                  </a:lnTo>
                  <a:lnTo>
                    <a:pt x="775617" y="339872"/>
                  </a:lnTo>
                  <a:lnTo>
                    <a:pt x="766754" y="353607"/>
                  </a:lnTo>
                  <a:lnTo>
                    <a:pt x="698228" y="386215"/>
                  </a:lnTo>
                  <a:lnTo>
                    <a:pt x="645915" y="395661"/>
                  </a:lnTo>
                  <a:lnTo>
                    <a:pt x="581064" y="406401"/>
                  </a:lnTo>
                  <a:lnTo>
                    <a:pt x="503243" y="414110"/>
                  </a:lnTo>
                  <a:lnTo>
                    <a:pt x="426719" y="417123"/>
                  </a:lnTo>
                  <a:lnTo>
                    <a:pt x="343710" y="417123"/>
                  </a:lnTo>
                  <a:lnTo>
                    <a:pt x="265672" y="414110"/>
                  </a:lnTo>
                  <a:lnTo>
                    <a:pt x="193039" y="406401"/>
                  </a:lnTo>
                  <a:lnTo>
                    <a:pt x="123000" y="395661"/>
                  </a:lnTo>
                  <a:lnTo>
                    <a:pt x="71119" y="386215"/>
                  </a:lnTo>
                  <a:lnTo>
                    <a:pt x="28318" y="372056"/>
                  </a:lnTo>
                  <a:lnTo>
                    <a:pt x="0" y="339872"/>
                  </a:lnTo>
                  <a:close/>
                </a:path>
                <a:path w="775970" h="417195">
                  <a:moveTo>
                    <a:pt x="0" y="81964"/>
                  </a:moveTo>
                  <a:lnTo>
                    <a:pt x="28318" y="46343"/>
                  </a:lnTo>
                  <a:lnTo>
                    <a:pt x="71119" y="31332"/>
                  </a:lnTo>
                  <a:lnTo>
                    <a:pt x="123000" y="21461"/>
                  </a:lnTo>
                  <a:lnTo>
                    <a:pt x="193039" y="10739"/>
                  </a:lnTo>
                  <a:lnTo>
                    <a:pt x="265672" y="3438"/>
                  </a:lnTo>
                  <a:lnTo>
                    <a:pt x="343710" y="0"/>
                  </a:lnTo>
                  <a:lnTo>
                    <a:pt x="426719" y="0"/>
                  </a:lnTo>
                  <a:lnTo>
                    <a:pt x="503243" y="3438"/>
                  </a:lnTo>
                  <a:lnTo>
                    <a:pt x="581064" y="10739"/>
                  </a:lnTo>
                  <a:lnTo>
                    <a:pt x="645915" y="21461"/>
                  </a:lnTo>
                  <a:lnTo>
                    <a:pt x="698228" y="31332"/>
                  </a:lnTo>
                  <a:lnTo>
                    <a:pt x="740598" y="46343"/>
                  </a:lnTo>
                  <a:lnTo>
                    <a:pt x="775617" y="81964"/>
                  </a:lnTo>
                  <a:lnTo>
                    <a:pt x="766754" y="95698"/>
                  </a:lnTo>
                  <a:lnTo>
                    <a:pt x="698228" y="127882"/>
                  </a:lnTo>
                  <a:lnTo>
                    <a:pt x="645915" y="137753"/>
                  </a:lnTo>
                  <a:lnTo>
                    <a:pt x="581064" y="148475"/>
                  </a:lnTo>
                  <a:lnTo>
                    <a:pt x="503243" y="155776"/>
                  </a:lnTo>
                  <a:lnTo>
                    <a:pt x="426719" y="159214"/>
                  </a:lnTo>
                  <a:lnTo>
                    <a:pt x="343710" y="159214"/>
                  </a:lnTo>
                  <a:lnTo>
                    <a:pt x="265672" y="155776"/>
                  </a:lnTo>
                  <a:lnTo>
                    <a:pt x="193039" y="148475"/>
                  </a:lnTo>
                  <a:lnTo>
                    <a:pt x="123000" y="137753"/>
                  </a:lnTo>
                  <a:lnTo>
                    <a:pt x="71119" y="127882"/>
                  </a:lnTo>
                  <a:lnTo>
                    <a:pt x="28318" y="114147"/>
                  </a:lnTo>
                  <a:lnTo>
                    <a:pt x="0" y="81964"/>
                  </a:lnTo>
                  <a:close/>
                </a:path>
              </a:pathLst>
            </a:custGeom>
            <a:ln w="142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6854444" y="5539962"/>
              <a:ext cx="862965" cy="118110"/>
            </a:xfrm>
            <a:custGeom>
              <a:avLst/>
              <a:gdLst/>
              <a:ahLst/>
              <a:cxnLst/>
              <a:rect l="l" t="t" r="r" b="b"/>
              <a:pathLst>
                <a:path w="862965" h="118110">
                  <a:moveTo>
                    <a:pt x="862928" y="0"/>
                  </a:moveTo>
                  <a:lnTo>
                    <a:pt x="0" y="0"/>
                  </a:lnTo>
                  <a:lnTo>
                    <a:pt x="0" y="118012"/>
                  </a:lnTo>
                  <a:lnTo>
                    <a:pt x="862928" y="118012"/>
                  </a:lnTo>
                  <a:lnTo>
                    <a:pt x="8629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6899840" y="5385038"/>
              <a:ext cx="779780" cy="277495"/>
            </a:xfrm>
            <a:custGeom>
              <a:avLst/>
              <a:gdLst/>
              <a:ahLst/>
              <a:cxnLst/>
              <a:rect l="l" t="t" r="r" b="b"/>
              <a:pathLst>
                <a:path w="779779" h="277495">
                  <a:moveTo>
                    <a:pt x="0" y="0"/>
                  </a:moveTo>
                  <a:lnTo>
                    <a:pt x="0" y="277225"/>
                  </a:lnTo>
                </a:path>
                <a:path w="779779" h="277495">
                  <a:moveTo>
                    <a:pt x="779724" y="0"/>
                  </a:moveTo>
                  <a:lnTo>
                    <a:pt x="779724" y="277225"/>
                  </a:lnTo>
                </a:path>
              </a:pathLst>
            </a:custGeom>
            <a:ln w="142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6899840" y="5272184"/>
              <a:ext cx="775970" cy="159385"/>
            </a:xfrm>
            <a:custGeom>
              <a:avLst/>
              <a:gdLst/>
              <a:ahLst/>
              <a:cxnLst/>
              <a:rect l="l" t="t" r="r" b="b"/>
              <a:pathLst>
                <a:path w="775970" h="159385">
                  <a:moveTo>
                    <a:pt x="426719" y="0"/>
                  </a:moveTo>
                  <a:lnTo>
                    <a:pt x="343710" y="0"/>
                  </a:lnTo>
                  <a:lnTo>
                    <a:pt x="265672" y="2995"/>
                  </a:lnTo>
                  <a:lnTo>
                    <a:pt x="193039" y="10721"/>
                  </a:lnTo>
                  <a:lnTo>
                    <a:pt x="123000" y="21443"/>
                  </a:lnTo>
                  <a:lnTo>
                    <a:pt x="71119" y="31314"/>
                  </a:lnTo>
                  <a:lnTo>
                    <a:pt x="28318" y="46343"/>
                  </a:lnTo>
                  <a:lnTo>
                    <a:pt x="0" y="81539"/>
                  </a:lnTo>
                  <a:lnTo>
                    <a:pt x="7782" y="95698"/>
                  </a:lnTo>
                  <a:lnTo>
                    <a:pt x="71119" y="127882"/>
                  </a:lnTo>
                  <a:lnTo>
                    <a:pt x="123000" y="137753"/>
                  </a:lnTo>
                  <a:lnTo>
                    <a:pt x="193039" y="148475"/>
                  </a:lnTo>
                  <a:lnTo>
                    <a:pt x="265672" y="155776"/>
                  </a:lnTo>
                  <a:lnTo>
                    <a:pt x="343710" y="159196"/>
                  </a:lnTo>
                  <a:lnTo>
                    <a:pt x="426719" y="159196"/>
                  </a:lnTo>
                  <a:lnTo>
                    <a:pt x="503243" y="155776"/>
                  </a:lnTo>
                  <a:lnTo>
                    <a:pt x="581064" y="148475"/>
                  </a:lnTo>
                  <a:lnTo>
                    <a:pt x="645915" y="137753"/>
                  </a:lnTo>
                  <a:lnTo>
                    <a:pt x="698228" y="127882"/>
                  </a:lnTo>
                  <a:lnTo>
                    <a:pt x="740598" y="114147"/>
                  </a:lnTo>
                  <a:lnTo>
                    <a:pt x="775617" y="81539"/>
                  </a:lnTo>
                  <a:lnTo>
                    <a:pt x="766754" y="63497"/>
                  </a:lnTo>
                  <a:lnTo>
                    <a:pt x="698228" y="31314"/>
                  </a:lnTo>
                  <a:lnTo>
                    <a:pt x="645915" y="21443"/>
                  </a:lnTo>
                  <a:lnTo>
                    <a:pt x="581064" y="10721"/>
                  </a:lnTo>
                  <a:lnTo>
                    <a:pt x="503243" y="2995"/>
                  </a:lnTo>
                  <a:lnTo>
                    <a:pt x="4267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6899840" y="5014276"/>
              <a:ext cx="775970" cy="417195"/>
            </a:xfrm>
            <a:custGeom>
              <a:avLst/>
              <a:gdLst/>
              <a:ahLst/>
              <a:cxnLst/>
              <a:rect l="l" t="t" r="r" b="b"/>
              <a:pathLst>
                <a:path w="775970" h="417195">
                  <a:moveTo>
                    <a:pt x="0" y="339447"/>
                  </a:moveTo>
                  <a:lnTo>
                    <a:pt x="28318" y="304251"/>
                  </a:lnTo>
                  <a:lnTo>
                    <a:pt x="71119" y="289223"/>
                  </a:lnTo>
                  <a:lnTo>
                    <a:pt x="123000" y="279352"/>
                  </a:lnTo>
                  <a:lnTo>
                    <a:pt x="193039" y="268630"/>
                  </a:lnTo>
                  <a:lnTo>
                    <a:pt x="265672" y="260903"/>
                  </a:lnTo>
                  <a:lnTo>
                    <a:pt x="343710" y="257908"/>
                  </a:lnTo>
                  <a:lnTo>
                    <a:pt x="426719" y="257908"/>
                  </a:lnTo>
                  <a:lnTo>
                    <a:pt x="503243" y="260903"/>
                  </a:lnTo>
                  <a:lnTo>
                    <a:pt x="581064" y="268630"/>
                  </a:lnTo>
                  <a:lnTo>
                    <a:pt x="645915" y="279352"/>
                  </a:lnTo>
                  <a:lnTo>
                    <a:pt x="698228" y="289223"/>
                  </a:lnTo>
                  <a:lnTo>
                    <a:pt x="740598" y="304251"/>
                  </a:lnTo>
                  <a:lnTo>
                    <a:pt x="775617" y="339447"/>
                  </a:lnTo>
                  <a:lnTo>
                    <a:pt x="766754" y="353607"/>
                  </a:lnTo>
                  <a:lnTo>
                    <a:pt x="698228" y="385790"/>
                  </a:lnTo>
                  <a:lnTo>
                    <a:pt x="645915" y="395661"/>
                  </a:lnTo>
                  <a:lnTo>
                    <a:pt x="581064" y="406383"/>
                  </a:lnTo>
                  <a:lnTo>
                    <a:pt x="503243" y="413685"/>
                  </a:lnTo>
                  <a:lnTo>
                    <a:pt x="426719" y="417105"/>
                  </a:lnTo>
                  <a:lnTo>
                    <a:pt x="343710" y="417105"/>
                  </a:lnTo>
                  <a:lnTo>
                    <a:pt x="265672" y="413685"/>
                  </a:lnTo>
                  <a:lnTo>
                    <a:pt x="193039" y="406383"/>
                  </a:lnTo>
                  <a:lnTo>
                    <a:pt x="123000" y="395661"/>
                  </a:lnTo>
                  <a:lnTo>
                    <a:pt x="71119" y="385790"/>
                  </a:lnTo>
                  <a:lnTo>
                    <a:pt x="28318" y="372056"/>
                  </a:lnTo>
                  <a:lnTo>
                    <a:pt x="0" y="339447"/>
                  </a:lnTo>
                  <a:close/>
                </a:path>
                <a:path w="775970" h="417195">
                  <a:moveTo>
                    <a:pt x="0" y="81521"/>
                  </a:moveTo>
                  <a:lnTo>
                    <a:pt x="28318" y="45917"/>
                  </a:lnTo>
                  <a:lnTo>
                    <a:pt x="71119" y="30889"/>
                  </a:lnTo>
                  <a:lnTo>
                    <a:pt x="123000" y="21443"/>
                  </a:lnTo>
                  <a:lnTo>
                    <a:pt x="193039" y="10721"/>
                  </a:lnTo>
                  <a:lnTo>
                    <a:pt x="265672" y="2995"/>
                  </a:lnTo>
                  <a:lnTo>
                    <a:pt x="343710" y="0"/>
                  </a:lnTo>
                  <a:lnTo>
                    <a:pt x="426719" y="0"/>
                  </a:lnTo>
                  <a:lnTo>
                    <a:pt x="503243" y="2995"/>
                  </a:lnTo>
                  <a:lnTo>
                    <a:pt x="581064" y="10721"/>
                  </a:lnTo>
                  <a:lnTo>
                    <a:pt x="645915" y="21443"/>
                  </a:lnTo>
                  <a:lnTo>
                    <a:pt x="698228" y="30889"/>
                  </a:lnTo>
                  <a:lnTo>
                    <a:pt x="740598" y="45917"/>
                  </a:lnTo>
                  <a:lnTo>
                    <a:pt x="775617" y="81521"/>
                  </a:lnTo>
                  <a:lnTo>
                    <a:pt x="766754" y="95698"/>
                  </a:lnTo>
                  <a:lnTo>
                    <a:pt x="698228" y="127882"/>
                  </a:lnTo>
                  <a:lnTo>
                    <a:pt x="645915" y="137310"/>
                  </a:lnTo>
                  <a:lnTo>
                    <a:pt x="581064" y="148049"/>
                  </a:lnTo>
                  <a:lnTo>
                    <a:pt x="503243" y="155776"/>
                  </a:lnTo>
                  <a:lnTo>
                    <a:pt x="426719" y="158771"/>
                  </a:lnTo>
                  <a:lnTo>
                    <a:pt x="343710" y="158771"/>
                  </a:lnTo>
                  <a:lnTo>
                    <a:pt x="265672" y="155776"/>
                  </a:lnTo>
                  <a:lnTo>
                    <a:pt x="193039" y="148049"/>
                  </a:lnTo>
                  <a:lnTo>
                    <a:pt x="123000" y="137310"/>
                  </a:lnTo>
                  <a:lnTo>
                    <a:pt x="71119" y="127882"/>
                  </a:lnTo>
                  <a:lnTo>
                    <a:pt x="28318" y="113722"/>
                  </a:lnTo>
                  <a:lnTo>
                    <a:pt x="0" y="81521"/>
                  </a:lnTo>
                  <a:close/>
                </a:path>
              </a:pathLst>
            </a:custGeom>
            <a:ln w="142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6854444" y="5238702"/>
              <a:ext cx="862965" cy="118745"/>
            </a:xfrm>
            <a:custGeom>
              <a:avLst/>
              <a:gdLst/>
              <a:ahLst/>
              <a:cxnLst/>
              <a:rect l="l" t="t" r="r" b="b"/>
              <a:pathLst>
                <a:path w="862965" h="118745">
                  <a:moveTo>
                    <a:pt x="862928" y="0"/>
                  </a:moveTo>
                  <a:lnTo>
                    <a:pt x="0" y="0"/>
                  </a:lnTo>
                  <a:lnTo>
                    <a:pt x="0" y="118441"/>
                  </a:lnTo>
                  <a:lnTo>
                    <a:pt x="862928" y="118441"/>
                  </a:lnTo>
                  <a:lnTo>
                    <a:pt x="8629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6899840" y="5084224"/>
              <a:ext cx="779780" cy="277495"/>
            </a:xfrm>
            <a:custGeom>
              <a:avLst/>
              <a:gdLst/>
              <a:ahLst/>
              <a:cxnLst/>
              <a:rect l="l" t="t" r="r" b="b"/>
              <a:pathLst>
                <a:path w="779779" h="277495">
                  <a:moveTo>
                    <a:pt x="0" y="0"/>
                  </a:moveTo>
                  <a:lnTo>
                    <a:pt x="0" y="277207"/>
                  </a:lnTo>
                </a:path>
                <a:path w="779779" h="277495">
                  <a:moveTo>
                    <a:pt x="779724" y="0"/>
                  </a:moveTo>
                  <a:lnTo>
                    <a:pt x="779724" y="277207"/>
                  </a:lnTo>
                </a:path>
              </a:pathLst>
            </a:custGeom>
            <a:ln w="142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6899840" y="4974366"/>
              <a:ext cx="775970" cy="160655"/>
            </a:xfrm>
            <a:custGeom>
              <a:avLst/>
              <a:gdLst/>
              <a:ahLst/>
              <a:cxnLst/>
              <a:rect l="l" t="t" r="r" b="b"/>
              <a:pathLst>
                <a:path w="775970" h="160654">
                  <a:moveTo>
                    <a:pt x="426719" y="0"/>
                  </a:moveTo>
                  <a:lnTo>
                    <a:pt x="343710" y="0"/>
                  </a:lnTo>
                  <a:lnTo>
                    <a:pt x="265672" y="4288"/>
                  </a:lnTo>
                  <a:lnTo>
                    <a:pt x="193039" y="10721"/>
                  </a:lnTo>
                  <a:lnTo>
                    <a:pt x="123000" y="21443"/>
                  </a:lnTo>
                  <a:lnTo>
                    <a:pt x="71119" y="32183"/>
                  </a:lnTo>
                  <a:lnTo>
                    <a:pt x="28318" y="46343"/>
                  </a:lnTo>
                  <a:lnTo>
                    <a:pt x="0" y="81521"/>
                  </a:lnTo>
                  <a:lnTo>
                    <a:pt x="7782" y="96974"/>
                  </a:lnTo>
                  <a:lnTo>
                    <a:pt x="71119" y="129158"/>
                  </a:lnTo>
                  <a:lnTo>
                    <a:pt x="123000" y="138603"/>
                  </a:lnTo>
                  <a:lnTo>
                    <a:pt x="193039" y="149325"/>
                  </a:lnTo>
                  <a:lnTo>
                    <a:pt x="265672" y="155776"/>
                  </a:lnTo>
                  <a:lnTo>
                    <a:pt x="343710" y="160065"/>
                  </a:lnTo>
                  <a:lnTo>
                    <a:pt x="426719" y="160065"/>
                  </a:lnTo>
                  <a:lnTo>
                    <a:pt x="503243" y="155776"/>
                  </a:lnTo>
                  <a:lnTo>
                    <a:pt x="581064" y="149325"/>
                  </a:lnTo>
                  <a:lnTo>
                    <a:pt x="645915" y="138603"/>
                  </a:lnTo>
                  <a:lnTo>
                    <a:pt x="698228" y="129158"/>
                  </a:lnTo>
                  <a:lnTo>
                    <a:pt x="740598" y="114147"/>
                  </a:lnTo>
                  <a:lnTo>
                    <a:pt x="775617" y="81521"/>
                  </a:lnTo>
                  <a:lnTo>
                    <a:pt x="766754" y="64366"/>
                  </a:lnTo>
                  <a:lnTo>
                    <a:pt x="698228" y="32183"/>
                  </a:lnTo>
                  <a:lnTo>
                    <a:pt x="645915" y="21443"/>
                  </a:lnTo>
                  <a:lnTo>
                    <a:pt x="581064" y="10721"/>
                  </a:lnTo>
                  <a:lnTo>
                    <a:pt x="503243" y="4288"/>
                  </a:lnTo>
                  <a:lnTo>
                    <a:pt x="4267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6899840" y="4716492"/>
              <a:ext cx="775970" cy="418465"/>
            </a:xfrm>
            <a:custGeom>
              <a:avLst/>
              <a:gdLst/>
              <a:ahLst/>
              <a:cxnLst/>
              <a:rect l="l" t="t" r="r" b="b"/>
              <a:pathLst>
                <a:path w="775970" h="418464">
                  <a:moveTo>
                    <a:pt x="0" y="339394"/>
                  </a:moveTo>
                  <a:lnTo>
                    <a:pt x="28318" y="304216"/>
                  </a:lnTo>
                  <a:lnTo>
                    <a:pt x="71119" y="290056"/>
                  </a:lnTo>
                  <a:lnTo>
                    <a:pt x="123000" y="279316"/>
                  </a:lnTo>
                  <a:lnTo>
                    <a:pt x="193039" y="268594"/>
                  </a:lnTo>
                  <a:lnTo>
                    <a:pt x="265672" y="262161"/>
                  </a:lnTo>
                  <a:lnTo>
                    <a:pt x="343710" y="257873"/>
                  </a:lnTo>
                  <a:lnTo>
                    <a:pt x="426719" y="257873"/>
                  </a:lnTo>
                  <a:lnTo>
                    <a:pt x="503243" y="262161"/>
                  </a:lnTo>
                  <a:lnTo>
                    <a:pt x="581064" y="268594"/>
                  </a:lnTo>
                  <a:lnTo>
                    <a:pt x="645915" y="279316"/>
                  </a:lnTo>
                  <a:lnTo>
                    <a:pt x="698228" y="290056"/>
                  </a:lnTo>
                  <a:lnTo>
                    <a:pt x="740598" y="304216"/>
                  </a:lnTo>
                  <a:lnTo>
                    <a:pt x="775617" y="339394"/>
                  </a:lnTo>
                  <a:lnTo>
                    <a:pt x="766754" y="354847"/>
                  </a:lnTo>
                  <a:lnTo>
                    <a:pt x="698228" y="387031"/>
                  </a:lnTo>
                  <a:lnTo>
                    <a:pt x="645915" y="396476"/>
                  </a:lnTo>
                  <a:lnTo>
                    <a:pt x="581064" y="407198"/>
                  </a:lnTo>
                  <a:lnTo>
                    <a:pt x="503243" y="413649"/>
                  </a:lnTo>
                  <a:lnTo>
                    <a:pt x="426719" y="417938"/>
                  </a:lnTo>
                  <a:lnTo>
                    <a:pt x="343710" y="417938"/>
                  </a:lnTo>
                  <a:lnTo>
                    <a:pt x="265672" y="413649"/>
                  </a:lnTo>
                  <a:lnTo>
                    <a:pt x="193039" y="407198"/>
                  </a:lnTo>
                  <a:lnTo>
                    <a:pt x="123000" y="396476"/>
                  </a:lnTo>
                  <a:lnTo>
                    <a:pt x="71119" y="387031"/>
                  </a:lnTo>
                  <a:lnTo>
                    <a:pt x="28318" y="372020"/>
                  </a:lnTo>
                  <a:lnTo>
                    <a:pt x="0" y="339394"/>
                  </a:lnTo>
                  <a:close/>
                </a:path>
                <a:path w="775970" h="418464">
                  <a:moveTo>
                    <a:pt x="0" y="81521"/>
                  </a:moveTo>
                  <a:lnTo>
                    <a:pt x="28318" y="46254"/>
                  </a:lnTo>
                  <a:lnTo>
                    <a:pt x="71119" y="32076"/>
                  </a:lnTo>
                  <a:lnTo>
                    <a:pt x="123000" y="21443"/>
                  </a:lnTo>
                  <a:lnTo>
                    <a:pt x="193039" y="10633"/>
                  </a:lnTo>
                  <a:lnTo>
                    <a:pt x="265672" y="4253"/>
                  </a:lnTo>
                  <a:lnTo>
                    <a:pt x="343710" y="0"/>
                  </a:lnTo>
                  <a:lnTo>
                    <a:pt x="426719" y="0"/>
                  </a:lnTo>
                  <a:lnTo>
                    <a:pt x="503243" y="4253"/>
                  </a:lnTo>
                  <a:lnTo>
                    <a:pt x="581064" y="10633"/>
                  </a:lnTo>
                  <a:lnTo>
                    <a:pt x="645915" y="21443"/>
                  </a:lnTo>
                  <a:lnTo>
                    <a:pt x="698228" y="32076"/>
                  </a:lnTo>
                  <a:lnTo>
                    <a:pt x="740598" y="46254"/>
                  </a:lnTo>
                  <a:lnTo>
                    <a:pt x="775617" y="81521"/>
                  </a:lnTo>
                  <a:lnTo>
                    <a:pt x="766754" y="96584"/>
                  </a:lnTo>
                  <a:lnTo>
                    <a:pt x="698228" y="128661"/>
                  </a:lnTo>
                  <a:lnTo>
                    <a:pt x="645915" y="138586"/>
                  </a:lnTo>
                  <a:lnTo>
                    <a:pt x="581064" y="149290"/>
                  </a:lnTo>
                  <a:lnTo>
                    <a:pt x="503243" y="155741"/>
                  </a:lnTo>
                  <a:lnTo>
                    <a:pt x="426719" y="160029"/>
                  </a:lnTo>
                  <a:lnTo>
                    <a:pt x="343710" y="160029"/>
                  </a:lnTo>
                  <a:lnTo>
                    <a:pt x="265672" y="155741"/>
                  </a:lnTo>
                  <a:lnTo>
                    <a:pt x="193039" y="149290"/>
                  </a:lnTo>
                  <a:lnTo>
                    <a:pt x="123000" y="138586"/>
                  </a:lnTo>
                  <a:lnTo>
                    <a:pt x="71119" y="128661"/>
                  </a:lnTo>
                  <a:lnTo>
                    <a:pt x="28318" y="113598"/>
                  </a:lnTo>
                  <a:lnTo>
                    <a:pt x="0" y="81521"/>
                  </a:lnTo>
                  <a:close/>
                </a:path>
              </a:pathLst>
            </a:custGeom>
            <a:ln w="142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6854444" y="4940883"/>
              <a:ext cx="862965" cy="118745"/>
            </a:xfrm>
            <a:custGeom>
              <a:avLst/>
              <a:gdLst/>
              <a:ahLst/>
              <a:cxnLst/>
              <a:rect l="l" t="t" r="r" b="b"/>
              <a:pathLst>
                <a:path w="862965" h="118745">
                  <a:moveTo>
                    <a:pt x="862928" y="0"/>
                  </a:moveTo>
                  <a:lnTo>
                    <a:pt x="0" y="0"/>
                  </a:lnTo>
                  <a:lnTo>
                    <a:pt x="0" y="118441"/>
                  </a:lnTo>
                  <a:lnTo>
                    <a:pt x="862928" y="118441"/>
                  </a:lnTo>
                  <a:lnTo>
                    <a:pt x="8629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6899840" y="4786317"/>
              <a:ext cx="779780" cy="278765"/>
            </a:xfrm>
            <a:custGeom>
              <a:avLst/>
              <a:gdLst/>
              <a:ahLst/>
              <a:cxnLst/>
              <a:rect l="l" t="t" r="r" b="b"/>
              <a:pathLst>
                <a:path w="779779" h="278764">
                  <a:moveTo>
                    <a:pt x="0" y="0"/>
                  </a:moveTo>
                  <a:lnTo>
                    <a:pt x="0" y="278164"/>
                  </a:lnTo>
                </a:path>
                <a:path w="779779" h="278764">
                  <a:moveTo>
                    <a:pt x="779724" y="0"/>
                  </a:moveTo>
                  <a:lnTo>
                    <a:pt x="779724" y="278164"/>
                  </a:lnTo>
                </a:path>
              </a:pathLst>
            </a:custGeom>
            <a:ln w="142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1580904" y="6133343"/>
            <a:ext cx="369570" cy="2190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250" spc="15" b="1">
                <a:solidFill>
                  <a:srgbClr val="993300"/>
                </a:solidFill>
                <a:latin typeface="宋体"/>
                <a:cs typeface="宋体"/>
              </a:rPr>
              <a:t>块 </a:t>
            </a:r>
            <a:r>
              <a:rPr dirty="0" sz="1250" spc="90" b="1">
                <a:solidFill>
                  <a:srgbClr val="993300"/>
                </a:solidFill>
                <a:latin typeface="Times New Roman"/>
                <a:cs typeface="Times New Roman"/>
              </a:rPr>
              <a:t>0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2718931" y="6133343"/>
            <a:ext cx="369570" cy="2190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250" spc="15" b="1">
                <a:solidFill>
                  <a:srgbClr val="993300"/>
                </a:solidFill>
                <a:latin typeface="宋体"/>
                <a:cs typeface="宋体"/>
              </a:rPr>
              <a:t>块 </a:t>
            </a:r>
            <a:r>
              <a:rPr dirty="0" sz="1250" spc="90" b="1">
                <a:solidFill>
                  <a:srgbClr val="993300"/>
                </a:solidFill>
                <a:latin typeface="Times New Roman"/>
                <a:cs typeface="Times New Roman"/>
              </a:rPr>
              <a:t>1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3854277" y="6133343"/>
            <a:ext cx="369570" cy="2190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250" spc="15" b="1">
                <a:solidFill>
                  <a:srgbClr val="993300"/>
                </a:solidFill>
                <a:latin typeface="宋体"/>
                <a:cs typeface="宋体"/>
              </a:rPr>
              <a:t>块 </a:t>
            </a:r>
            <a:r>
              <a:rPr dirty="0" sz="1250" spc="90" b="1">
                <a:solidFill>
                  <a:srgbClr val="993300"/>
                </a:solidFill>
                <a:latin typeface="Times New Roman"/>
                <a:cs typeface="Times New Roman"/>
              </a:rPr>
              <a:t>2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4989817" y="6133343"/>
            <a:ext cx="368935" cy="2190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250" spc="15" b="1">
                <a:solidFill>
                  <a:srgbClr val="993300"/>
                </a:solidFill>
                <a:latin typeface="宋体"/>
                <a:cs typeface="宋体"/>
              </a:rPr>
              <a:t>块 </a:t>
            </a:r>
            <a:r>
              <a:rPr dirty="0" sz="1250" spc="90" b="1">
                <a:solidFill>
                  <a:srgbClr val="993300"/>
                </a:solidFill>
                <a:latin typeface="Times New Roman"/>
                <a:cs typeface="Times New Roman"/>
              </a:rPr>
              <a:t>3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7088718" y="4897413"/>
            <a:ext cx="446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7936" sz="1575" spc="82">
                <a:latin typeface="Times New Roman"/>
                <a:cs typeface="Times New Roman"/>
              </a:rPr>
              <a:t>A</a:t>
            </a:r>
            <a:r>
              <a:rPr dirty="0" sz="700" spc="55">
                <a:latin typeface="Times New Roman"/>
                <a:cs typeface="Times New Roman"/>
              </a:rPr>
              <a:t>parity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7092393" y="5201664"/>
            <a:ext cx="43751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7936" sz="1575" spc="82">
                <a:latin typeface="Times New Roman"/>
                <a:cs typeface="Times New Roman"/>
              </a:rPr>
              <a:t>B</a:t>
            </a:r>
            <a:r>
              <a:rPr dirty="0" sz="700" spc="55">
                <a:latin typeface="Times New Roman"/>
                <a:cs typeface="Times New Roman"/>
              </a:rPr>
              <a:t>parity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7089799" y="5793863"/>
            <a:ext cx="44704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7936" sz="1575" spc="89">
                <a:latin typeface="Times New Roman"/>
                <a:cs typeface="Times New Roman"/>
              </a:rPr>
              <a:t>D</a:t>
            </a:r>
            <a:r>
              <a:rPr dirty="0" sz="700" spc="60">
                <a:latin typeface="Times New Roman"/>
                <a:cs typeface="Times New Roman"/>
              </a:rPr>
              <a:t>parity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7092393" y="5508060"/>
            <a:ext cx="43751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7936" sz="1575" spc="82">
                <a:latin typeface="Times New Roman"/>
                <a:cs typeface="Times New Roman"/>
              </a:rPr>
              <a:t>C</a:t>
            </a:r>
            <a:r>
              <a:rPr dirty="0" sz="700" spc="55">
                <a:latin typeface="Times New Roman"/>
                <a:cs typeface="Times New Roman"/>
              </a:rPr>
              <a:t>parity</a:t>
            </a:r>
            <a:endParaRPr sz="700">
              <a:latin typeface="Times New Roman"/>
              <a:cs typeface="Times New Roman"/>
            </a:endParaRPr>
          </a:p>
        </p:txBody>
      </p:sp>
      <p:grpSp>
        <p:nvGrpSpPr>
          <p:cNvPr id="36" name="object 36" descr=""/>
          <p:cNvGrpSpPr/>
          <p:nvPr/>
        </p:nvGrpSpPr>
        <p:grpSpPr>
          <a:xfrm>
            <a:off x="1304386" y="4239519"/>
            <a:ext cx="5442585" cy="1868170"/>
            <a:chOff x="1304386" y="4239519"/>
            <a:chExt cx="5442585" cy="1868170"/>
          </a:xfrm>
        </p:grpSpPr>
        <p:sp>
          <p:nvSpPr>
            <p:cNvPr id="37" name="object 37" descr=""/>
            <p:cNvSpPr/>
            <p:nvPr/>
          </p:nvSpPr>
          <p:spPr>
            <a:xfrm>
              <a:off x="1349888" y="4246504"/>
              <a:ext cx="5390515" cy="1847214"/>
            </a:xfrm>
            <a:custGeom>
              <a:avLst/>
              <a:gdLst/>
              <a:ahLst/>
              <a:cxnLst/>
              <a:rect l="l" t="t" r="r" b="b"/>
              <a:pathLst>
                <a:path w="5390515" h="1847214">
                  <a:moveTo>
                    <a:pt x="4314757" y="420543"/>
                  </a:moveTo>
                  <a:lnTo>
                    <a:pt x="5390029" y="420543"/>
                  </a:lnTo>
                  <a:lnTo>
                    <a:pt x="5390029" y="0"/>
                  </a:lnTo>
                  <a:lnTo>
                    <a:pt x="4314757" y="0"/>
                  </a:lnTo>
                  <a:lnTo>
                    <a:pt x="4314757" y="420543"/>
                  </a:lnTo>
                  <a:close/>
                </a:path>
                <a:path w="5390515" h="1847214">
                  <a:moveTo>
                    <a:pt x="0" y="1769791"/>
                  </a:moveTo>
                  <a:lnTo>
                    <a:pt x="28240" y="1732894"/>
                  </a:lnTo>
                  <a:lnTo>
                    <a:pt x="72695" y="1719159"/>
                  </a:lnTo>
                  <a:lnTo>
                    <a:pt x="124470" y="1709288"/>
                  </a:lnTo>
                  <a:lnTo>
                    <a:pt x="192981" y="1698549"/>
                  </a:lnTo>
                  <a:lnTo>
                    <a:pt x="267257" y="1691265"/>
                  </a:lnTo>
                  <a:lnTo>
                    <a:pt x="345164" y="1687827"/>
                  </a:lnTo>
                  <a:lnTo>
                    <a:pt x="426769" y="1687827"/>
                  </a:lnTo>
                  <a:lnTo>
                    <a:pt x="503120" y="1691265"/>
                  </a:lnTo>
                  <a:lnTo>
                    <a:pt x="581049" y="1698549"/>
                  </a:lnTo>
                  <a:lnTo>
                    <a:pt x="645900" y="1709288"/>
                  </a:lnTo>
                  <a:lnTo>
                    <a:pt x="698191" y="1719159"/>
                  </a:lnTo>
                  <a:lnTo>
                    <a:pt x="742117" y="1732894"/>
                  </a:lnTo>
                  <a:lnTo>
                    <a:pt x="775602" y="1769791"/>
                  </a:lnTo>
                  <a:lnTo>
                    <a:pt x="768274" y="1783526"/>
                  </a:lnTo>
                  <a:lnTo>
                    <a:pt x="698191" y="1815709"/>
                  </a:lnTo>
                  <a:lnTo>
                    <a:pt x="645900" y="1825580"/>
                  </a:lnTo>
                  <a:lnTo>
                    <a:pt x="581049" y="1836302"/>
                  </a:lnTo>
                  <a:lnTo>
                    <a:pt x="503120" y="1843603"/>
                  </a:lnTo>
                  <a:lnTo>
                    <a:pt x="426769" y="1847041"/>
                  </a:lnTo>
                  <a:lnTo>
                    <a:pt x="345164" y="1847041"/>
                  </a:lnTo>
                  <a:lnTo>
                    <a:pt x="267257" y="1843603"/>
                  </a:lnTo>
                  <a:lnTo>
                    <a:pt x="192981" y="1836302"/>
                  </a:lnTo>
                  <a:lnTo>
                    <a:pt x="124470" y="1825580"/>
                  </a:lnTo>
                  <a:lnTo>
                    <a:pt x="72695" y="1815709"/>
                  </a:lnTo>
                  <a:lnTo>
                    <a:pt x="28240" y="1801974"/>
                  </a:lnTo>
                  <a:lnTo>
                    <a:pt x="0" y="1769791"/>
                  </a:lnTo>
                  <a:close/>
                </a:path>
                <a:path w="5390515" h="1847214">
                  <a:moveTo>
                    <a:pt x="0" y="1511457"/>
                  </a:moveTo>
                  <a:lnTo>
                    <a:pt x="28240" y="1474985"/>
                  </a:lnTo>
                  <a:lnTo>
                    <a:pt x="72695" y="1461251"/>
                  </a:lnTo>
                  <a:lnTo>
                    <a:pt x="124470" y="1451380"/>
                  </a:lnTo>
                  <a:lnTo>
                    <a:pt x="192981" y="1440640"/>
                  </a:lnTo>
                  <a:lnTo>
                    <a:pt x="267257" y="1432913"/>
                  </a:lnTo>
                  <a:lnTo>
                    <a:pt x="345164" y="1429918"/>
                  </a:lnTo>
                  <a:lnTo>
                    <a:pt x="426769" y="1429918"/>
                  </a:lnTo>
                  <a:lnTo>
                    <a:pt x="503120" y="1432913"/>
                  </a:lnTo>
                  <a:lnTo>
                    <a:pt x="581049" y="1440640"/>
                  </a:lnTo>
                  <a:lnTo>
                    <a:pt x="645900" y="1451380"/>
                  </a:lnTo>
                  <a:lnTo>
                    <a:pt x="698191" y="1461251"/>
                  </a:lnTo>
                  <a:lnTo>
                    <a:pt x="742117" y="1474985"/>
                  </a:lnTo>
                  <a:lnTo>
                    <a:pt x="775602" y="1511457"/>
                  </a:lnTo>
                  <a:lnTo>
                    <a:pt x="768274" y="1525617"/>
                  </a:lnTo>
                  <a:lnTo>
                    <a:pt x="698191" y="1557800"/>
                  </a:lnTo>
                  <a:lnTo>
                    <a:pt x="645900" y="1567672"/>
                  </a:lnTo>
                  <a:lnTo>
                    <a:pt x="581049" y="1578393"/>
                  </a:lnTo>
                  <a:lnTo>
                    <a:pt x="503120" y="1585695"/>
                  </a:lnTo>
                  <a:lnTo>
                    <a:pt x="426769" y="1589133"/>
                  </a:lnTo>
                  <a:lnTo>
                    <a:pt x="345164" y="1589133"/>
                  </a:lnTo>
                  <a:lnTo>
                    <a:pt x="267257" y="1585695"/>
                  </a:lnTo>
                  <a:lnTo>
                    <a:pt x="192981" y="1578393"/>
                  </a:lnTo>
                  <a:lnTo>
                    <a:pt x="124470" y="1567672"/>
                  </a:lnTo>
                  <a:lnTo>
                    <a:pt x="72695" y="1557800"/>
                  </a:lnTo>
                  <a:lnTo>
                    <a:pt x="28240" y="1543640"/>
                  </a:lnTo>
                  <a:lnTo>
                    <a:pt x="0" y="1511457"/>
                  </a:lnTo>
                  <a:close/>
                </a:path>
              </a:pathLst>
            </a:custGeom>
            <a:ln w="142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1304386" y="5899999"/>
              <a:ext cx="862965" cy="118745"/>
            </a:xfrm>
            <a:custGeom>
              <a:avLst/>
              <a:gdLst/>
              <a:ahLst/>
              <a:cxnLst/>
              <a:rect l="l" t="t" r="r" b="b"/>
              <a:pathLst>
                <a:path w="862964" h="118745">
                  <a:moveTo>
                    <a:pt x="862928" y="0"/>
                  </a:moveTo>
                  <a:lnTo>
                    <a:pt x="0" y="0"/>
                  </a:lnTo>
                  <a:lnTo>
                    <a:pt x="0" y="118441"/>
                  </a:lnTo>
                  <a:lnTo>
                    <a:pt x="862928" y="118441"/>
                  </a:lnTo>
                  <a:lnTo>
                    <a:pt x="8629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1349888" y="5746372"/>
              <a:ext cx="781050" cy="277495"/>
            </a:xfrm>
            <a:custGeom>
              <a:avLst/>
              <a:gdLst/>
              <a:ahLst/>
              <a:cxnLst/>
              <a:rect l="l" t="t" r="r" b="b"/>
              <a:pathLst>
                <a:path w="781050" h="277495">
                  <a:moveTo>
                    <a:pt x="0" y="0"/>
                  </a:moveTo>
                  <a:lnTo>
                    <a:pt x="0" y="277225"/>
                  </a:lnTo>
                </a:path>
                <a:path w="781050" h="277495">
                  <a:moveTo>
                    <a:pt x="780833" y="0"/>
                  </a:moveTo>
                  <a:lnTo>
                    <a:pt x="780833" y="277225"/>
                  </a:lnTo>
                </a:path>
              </a:pathLst>
            </a:custGeom>
            <a:ln w="142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1349888" y="5636513"/>
              <a:ext cx="775970" cy="160655"/>
            </a:xfrm>
            <a:custGeom>
              <a:avLst/>
              <a:gdLst/>
              <a:ahLst/>
              <a:cxnLst/>
              <a:rect l="l" t="t" r="r" b="b"/>
              <a:pathLst>
                <a:path w="775969" h="160654">
                  <a:moveTo>
                    <a:pt x="426769" y="0"/>
                  </a:moveTo>
                  <a:lnTo>
                    <a:pt x="345164" y="0"/>
                  </a:lnTo>
                  <a:lnTo>
                    <a:pt x="267257" y="4288"/>
                  </a:lnTo>
                  <a:lnTo>
                    <a:pt x="192981" y="10721"/>
                  </a:lnTo>
                  <a:lnTo>
                    <a:pt x="124470" y="21461"/>
                  </a:lnTo>
                  <a:lnTo>
                    <a:pt x="72695" y="31332"/>
                  </a:lnTo>
                  <a:lnTo>
                    <a:pt x="28240" y="46343"/>
                  </a:lnTo>
                  <a:lnTo>
                    <a:pt x="0" y="81964"/>
                  </a:lnTo>
                  <a:lnTo>
                    <a:pt x="8891" y="95698"/>
                  </a:lnTo>
                  <a:lnTo>
                    <a:pt x="72695" y="127882"/>
                  </a:lnTo>
                  <a:lnTo>
                    <a:pt x="124470" y="138603"/>
                  </a:lnTo>
                  <a:lnTo>
                    <a:pt x="192981" y="149343"/>
                  </a:lnTo>
                  <a:lnTo>
                    <a:pt x="267257" y="155776"/>
                  </a:lnTo>
                  <a:lnTo>
                    <a:pt x="345164" y="160065"/>
                  </a:lnTo>
                  <a:lnTo>
                    <a:pt x="426769" y="160065"/>
                  </a:lnTo>
                  <a:lnTo>
                    <a:pt x="503120" y="155776"/>
                  </a:lnTo>
                  <a:lnTo>
                    <a:pt x="581049" y="149343"/>
                  </a:lnTo>
                  <a:lnTo>
                    <a:pt x="645900" y="138603"/>
                  </a:lnTo>
                  <a:lnTo>
                    <a:pt x="698191" y="127882"/>
                  </a:lnTo>
                  <a:lnTo>
                    <a:pt x="742117" y="114147"/>
                  </a:lnTo>
                  <a:lnTo>
                    <a:pt x="775602" y="81964"/>
                  </a:lnTo>
                  <a:lnTo>
                    <a:pt x="768274" y="63515"/>
                  </a:lnTo>
                  <a:lnTo>
                    <a:pt x="698191" y="31332"/>
                  </a:lnTo>
                  <a:lnTo>
                    <a:pt x="645900" y="21461"/>
                  </a:lnTo>
                  <a:lnTo>
                    <a:pt x="581049" y="10721"/>
                  </a:lnTo>
                  <a:lnTo>
                    <a:pt x="503120" y="4288"/>
                  </a:lnTo>
                  <a:lnTo>
                    <a:pt x="4267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1349888" y="5378605"/>
              <a:ext cx="775970" cy="418465"/>
            </a:xfrm>
            <a:custGeom>
              <a:avLst/>
              <a:gdLst/>
              <a:ahLst/>
              <a:cxnLst/>
              <a:rect l="l" t="t" r="r" b="b"/>
              <a:pathLst>
                <a:path w="775969" h="418464">
                  <a:moveTo>
                    <a:pt x="0" y="339872"/>
                  </a:moveTo>
                  <a:lnTo>
                    <a:pt x="28240" y="304251"/>
                  </a:lnTo>
                  <a:lnTo>
                    <a:pt x="72695" y="289241"/>
                  </a:lnTo>
                  <a:lnTo>
                    <a:pt x="124470" y="279369"/>
                  </a:lnTo>
                  <a:lnTo>
                    <a:pt x="192981" y="268630"/>
                  </a:lnTo>
                  <a:lnTo>
                    <a:pt x="267257" y="262197"/>
                  </a:lnTo>
                  <a:lnTo>
                    <a:pt x="345164" y="257908"/>
                  </a:lnTo>
                  <a:lnTo>
                    <a:pt x="426769" y="257908"/>
                  </a:lnTo>
                  <a:lnTo>
                    <a:pt x="503120" y="262197"/>
                  </a:lnTo>
                  <a:lnTo>
                    <a:pt x="581049" y="268630"/>
                  </a:lnTo>
                  <a:lnTo>
                    <a:pt x="645900" y="279369"/>
                  </a:lnTo>
                  <a:lnTo>
                    <a:pt x="698191" y="289241"/>
                  </a:lnTo>
                  <a:lnTo>
                    <a:pt x="742117" y="304251"/>
                  </a:lnTo>
                  <a:lnTo>
                    <a:pt x="775602" y="339872"/>
                  </a:lnTo>
                  <a:lnTo>
                    <a:pt x="768274" y="353607"/>
                  </a:lnTo>
                  <a:lnTo>
                    <a:pt x="698191" y="385790"/>
                  </a:lnTo>
                  <a:lnTo>
                    <a:pt x="645900" y="396512"/>
                  </a:lnTo>
                  <a:lnTo>
                    <a:pt x="581049" y="407251"/>
                  </a:lnTo>
                  <a:lnTo>
                    <a:pt x="503120" y="413685"/>
                  </a:lnTo>
                  <a:lnTo>
                    <a:pt x="426769" y="417973"/>
                  </a:lnTo>
                  <a:lnTo>
                    <a:pt x="345164" y="417973"/>
                  </a:lnTo>
                  <a:lnTo>
                    <a:pt x="267257" y="413685"/>
                  </a:lnTo>
                  <a:lnTo>
                    <a:pt x="192981" y="407251"/>
                  </a:lnTo>
                  <a:lnTo>
                    <a:pt x="124470" y="396512"/>
                  </a:lnTo>
                  <a:lnTo>
                    <a:pt x="72695" y="385790"/>
                  </a:lnTo>
                  <a:lnTo>
                    <a:pt x="28240" y="372056"/>
                  </a:lnTo>
                  <a:lnTo>
                    <a:pt x="0" y="339872"/>
                  </a:lnTo>
                  <a:close/>
                </a:path>
                <a:path w="775969" h="418464">
                  <a:moveTo>
                    <a:pt x="0" y="81539"/>
                  </a:moveTo>
                  <a:lnTo>
                    <a:pt x="28240" y="46343"/>
                  </a:lnTo>
                  <a:lnTo>
                    <a:pt x="72695" y="31332"/>
                  </a:lnTo>
                  <a:lnTo>
                    <a:pt x="124470" y="21461"/>
                  </a:lnTo>
                  <a:lnTo>
                    <a:pt x="192981" y="10721"/>
                  </a:lnTo>
                  <a:lnTo>
                    <a:pt x="267257" y="4288"/>
                  </a:lnTo>
                  <a:lnTo>
                    <a:pt x="345164" y="0"/>
                  </a:lnTo>
                  <a:lnTo>
                    <a:pt x="426769" y="0"/>
                  </a:lnTo>
                  <a:lnTo>
                    <a:pt x="503120" y="4288"/>
                  </a:lnTo>
                  <a:lnTo>
                    <a:pt x="581049" y="10721"/>
                  </a:lnTo>
                  <a:lnTo>
                    <a:pt x="645900" y="21461"/>
                  </a:lnTo>
                  <a:lnTo>
                    <a:pt x="698191" y="31332"/>
                  </a:lnTo>
                  <a:lnTo>
                    <a:pt x="742117" y="46343"/>
                  </a:lnTo>
                  <a:lnTo>
                    <a:pt x="775602" y="81539"/>
                  </a:lnTo>
                  <a:lnTo>
                    <a:pt x="768274" y="95698"/>
                  </a:lnTo>
                  <a:lnTo>
                    <a:pt x="698191" y="127882"/>
                  </a:lnTo>
                  <a:lnTo>
                    <a:pt x="645900" y="138603"/>
                  </a:lnTo>
                  <a:lnTo>
                    <a:pt x="581049" y="149343"/>
                  </a:lnTo>
                  <a:lnTo>
                    <a:pt x="503120" y="155776"/>
                  </a:lnTo>
                  <a:lnTo>
                    <a:pt x="426769" y="160065"/>
                  </a:lnTo>
                  <a:lnTo>
                    <a:pt x="345164" y="160065"/>
                  </a:lnTo>
                  <a:lnTo>
                    <a:pt x="267257" y="155776"/>
                  </a:lnTo>
                  <a:lnTo>
                    <a:pt x="192981" y="149343"/>
                  </a:lnTo>
                  <a:lnTo>
                    <a:pt x="124470" y="138603"/>
                  </a:lnTo>
                  <a:lnTo>
                    <a:pt x="72695" y="127882"/>
                  </a:lnTo>
                  <a:lnTo>
                    <a:pt x="28240" y="114147"/>
                  </a:lnTo>
                  <a:lnTo>
                    <a:pt x="0" y="81539"/>
                  </a:lnTo>
                  <a:close/>
                </a:path>
              </a:pathLst>
            </a:custGeom>
            <a:ln w="142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1304386" y="5603478"/>
              <a:ext cx="862965" cy="118110"/>
            </a:xfrm>
            <a:custGeom>
              <a:avLst/>
              <a:gdLst/>
              <a:ahLst/>
              <a:cxnLst/>
              <a:rect l="l" t="t" r="r" b="b"/>
              <a:pathLst>
                <a:path w="862964" h="118110">
                  <a:moveTo>
                    <a:pt x="862928" y="0"/>
                  </a:moveTo>
                  <a:lnTo>
                    <a:pt x="0" y="0"/>
                  </a:lnTo>
                  <a:lnTo>
                    <a:pt x="0" y="118012"/>
                  </a:lnTo>
                  <a:lnTo>
                    <a:pt x="862928" y="118012"/>
                  </a:lnTo>
                  <a:lnTo>
                    <a:pt x="8629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1349888" y="5448553"/>
              <a:ext cx="781050" cy="278765"/>
            </a:xfrm>
            <a:custGeom>
              <a:avLst/>
              <a:gdLst/>
              <a:ahLst/>
              <a:cxnLst/>
              <a:rect l="l" t="t" r="r" b="b"/>
              <a:pathLst>
                <a:path w="781050" h="278764">
                  <a:moveTo>
                    <a:pt x="0" y="0"/>
                  </a:moveTo>
                  <a:lnTo>
                    <a:pt x="0" y="278501"/>
                  </a:lnTo>
                </a:path>
                <a:path w="781050" h="278764">
                  <a:moveTo>
                    <a:pt x="780833" y="0"/>
                  </a:moveTo>
                  <a:lnTo>
                    <a:pt x="780833" y="278501"/>
                  </a:lnTo>
                </a:path>
              </a:pathLst>
            </a:custGeom>
            <a:ln w="142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1349888" y="5335682"/>
              <a:ext cx="775970" cy="160655"/>
            </a:xfrm>
            <a:custGeom>
              <a:avLst/>
              <a:gdLst/>
              <a:ahLst/>
              <a:cxnLst/>
              <a:rect l="l" t="t" r="r" b="b"/>
              <a:pathLst>
                <a:path w="775969" h="160654">
                  <a:moveTo>
                    <a:pt x="426769" y="0"/>
                  </a:moveTo>
                  <a:lnTo>
                    <a:pt x="345164" y="0"/>
                  </a:lnTo>
                  <a:lnTo>
                    <a:pt x="267257" y="4306"/>
                  </a:lnTo>
                  <a:lnTo>
                    <a:pt x="192981" y="10739"/>
                  </a:lnTo>
                  <a:lnTo>
                    <a:pt x="124470" y="21461"/>
                  </a:lnTo>
                  <a:lnTo>
                    <a:pt x="72695" y="30907"/>
                  </a:lnTo>
                  <a:lnTo>
                    <a:pt x="28240" y="45917"/>
                  </a:lnTo>
                  <a:lnTo>
                    <a:pt x="0" y="81539"/>
                  </a:lnTo>
                  <a:lnTo>
                    <a:pt x="8891" y="95698"/>
                  </a:lnTo>
                  <a:lnTo>
                    <a:pt x="72695" y="127882"/>
                  </a:lnTo>
                  <a:lnTo>
                    <a:pt x="124470" y="138621"/>
                  </a:lnTo>
                  <a:lnTo>
                    <a:pt x="192981" y="149343"/>
                  </a:lnTo>
                  <a:lnTo>
                    <a:pt x="267257" y="155776"/>
                  </a:lnTo>
                  <a:lnTo>
                    <a:pt x="345164" y="160082"/>
                  </a:lnTo>
                  <a:lnTo>
                    <a:pt x="426769" y="160082"/>
                  </a:lnTo>
                  <a:lnTo>
                    <a:pt x="503120" y="155776"/>
                  </a:lnTo>
                  <a:lnTo>
                    <a:pt x="581049" y="149343"/>
                  </a:lnTo>
                  <a:lnTo>
                    <a:pt x="645900" y="138621"/>
                  </a:lnTo>
                  <a:lnTo>
                    <a:pt x="698191" y="127882"/>
                  </a:lnTo>
                  <a:lnTo>
                    <a:pt x="742117" y="113722"/>
                  </a:lnTo>
                  <a:lnTo>
                    <a:pt x="775602" y="81539"/>
                  </a:lnTo>
                  <a:lnTo>
                    <a:pt x="768274" y="63515"/>
                  </a:lnTo>
                  <a:lnTo>
                    <a:pt x="698191" y="30907"/>
                  </a:lnTo>
                  <a:lnTo>
                    <a:pt x="645900" y="21461"/>
                  </a:lnTo>
                  <a:lnTo>
                    <a:pt x="581049" y="10739"/>
                  </a:lnTo>
                  <a:lnTo>
                    <a:pt x="503120" y="4306"/>
                  </a:lnTo>
                  <a:lnTo>
                    <a:pt x="4267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1349888" y="5077773"/>
              <a:ext cx="775970" cy="418465"/>
            </a:xfrm>
            <a:custGeom>
              <a:avLst/>
              <a:gdLst/>
              <a:ahLst/>
              <a:cxnLst/>
              <a:rect l="l" t="t" r="r" b="b"/>
              <a:pathLst>
                <a:path w="775969" h="418464">
                  <a:moveTo>
                    <a:pt x="0" y="339447"/>
                  </a:moveTo>
                  <a:lnTo>
                    <a:pt x="28240" y="303826"/>
                  </a:lnTo>
                  <a:lnTo>
                    <a:pt x="72695" y="288815"/>
                  </a:lnTo>
                  <a:lnTo>
                    <a:pt x="124470" y="279369"/>
                  </a:lnTo>
                  <a:lnTo>
                    <a:pt x="192981" y="268648"/>
                  </a:lnTo>
                  <a:lnTo>
                    <a:pt x="267257" y="262214"/>
                  </a:lnTo>
                  <a:lnTo>
                    <a:pt x="345164" y="257908"/>
                  </a:lnTo>
                  <a:lnTo>
                    <a:pt x="426769" y="257908"/>
                  </a:lnTo>
                  <a:lnTo>
                    <a:pt x="503120" y="262214"/>
                  </a:lnTo>
                  <a:lnTo>
                    <a:pt x="581049" y="268648"/>
                  </a:lnTo>
                  <a:lnTo>
                    <a:pt x="645900" y="279369"/>
                  </a:lnTo>
                  <a:lnTo>
                    <a:pt x="698191" y="288815"/>
                  </a:lnTo>
                  <a:lnTo>
                    <a:pt x="742117" y="303826"/>
                  </a:lnTo>
                  <a:lnTo>
                    <a:pt x="775602" y="339447"/>
                  </a:lnTo>
                  <a:lnTo>
                    <a:pt x="768274" y="353607"/>
                  </a:lnTo>
                  <a:lnTo>
                    <a:pt x="698191" y="385790"/>
                  </a:lnTo>
                  <a:lnTo>
                    <a:pt x="645900" y="396530"/>
                  </a:lnTo>
                  <a:lnTo>
                    <a:pt x="581049" y="407251"/>
                  </a:lnTo>
                  <a:lnTo>
                    <a:pt x="503120" y="413685"/>
                  </a:lnTo>
                  <a:lnTo>
                    <a:pt x="426769" y="417991"/>
                  </a:lnTo>
                  <a:lnTo>
                    <a:pt x="345164" y="417991"/>
                  </a:lnTo>
                  <a:lnTo>
                    <a:pt x="267257" y="413685"/>
                  </a:lnTo>
                  <a:lnTo>
                    <a:pt x="192981" y="407251"/>
                  </a:lnTo>
                  <a:lnTo>
                    <a:pt x="124470" y="396530"/>
                  </a:lnTo>
                  <a:lnTo>
                    <a:pt x="72695" y="385790"/>
                  </a:lnTo>
                  <a:lnTo>
                    <a:pt x="28240" y="371630"/>
                  </a:lnTo>
                  <a:lnTo>
                    <a:pt x="0" y="339447"/>
                  </a:lnTo>
                  <a:close/>
                </a:path>
                <a:path w="775969" h="418464">
                  <a:moveTo>
                    <a:pt x="0" y="81539"/>
                  </a:moveTo>
                  <a:lnTo>
                    <a:pt x="28240" y="45917"/>
                  </a:lnTo>
                  <a:lnTo>
                    <a:pt x="72695" y="30907"/>
                  </a:lnTo>
                  <a:lnTo>
                    <a:pt x="124470" y="21461"/>
                  </a:lnTo>
                  <a:lnTo>
                    <a:pt x="192981" y="10739"/>
                  </a:lnTo>
                  <a:lnTo>
                    <a:pt x="267257" y="4306"/>
                  </a:lnTo>
                  <a:lnTo>
                    <a:pt x="345164" y="0"/>
                  </a:lnTo>
                  <a:lnTo>
                    <a:pt x="426769" y="0"/>
                  </a:lnTo>
                  <a:lnTo>
                    <a:pt x="503120" y="4306"/>
                  </a:lnTo>
                  <a:lnTo>
                    <a:pt x="581049" y="10739"/>
                  </a:lnTo>
                  <a:lnTo>
                    <a:pt x="645900" y="21461"/>
                  </a:lnTo>
                  <a:lnTo>
                    <a:pt x="698191" y="30907"/>
                  </a:lnTo>
                  <a:lnTo>
                    <a:pt x="742117" y="45917"/>
                  </a:lnTo>
                  <a:lnTo>
                    <a:pt x="775602" y="81539"/>
                  </a:lnTo>
                  <a:lnTo>
                    <a:pt x="768274" y="95273"/>
                  </a:lnTo>
                  <a:lnTo>
                    <a:pt x="698191" y="127882"/>
                  </a:lnTo>
                  <a:lnTo>
                    <a:pt x="645900" y="138621"/>
                  </a:lnTo>
                  <a:lnTo>
                    <a:pt x="581049" y="149343"/>
                  </a:lnTo>
                  <a:lnTo>
                    <a:pt x="503120" y="155776"/>
                  </a:lnTo>
                  <a:lnTo>
                    <a:pt x="426769" y="160082"/>
                  </a:lnTo>
                  <a:lnTo>
                    <a:pt x="345164" y="160082"/>
                  </a:lnTo>
                  <a:lnTo>
                    <a:pt x="267257" y="155776"/>
                  </a:lnTo>
                  <a:lnTo>
                    <a:pt x="192981" y="149343"/>
                  </a:lnTo>
                  <a:lnTo>
                    <a:pt x="124470" y="138621"/>
                  </a:lnTo>
                  <a:lnTo>
                    <a:pt x="72695" y="127882"/>
                  </a:lnTo>
                  <a:lnTo>
                    <a:pt x="28240" y="113722"/>
                  </a:lnTo>
                  <a:lnTo>
                    <a:pt x="0" y="81539"/>
                  </a:lnTo>
                  <a:close/>
                </a:path>
              </a:pathLst>
            </a:custGeom>
            <a:ln w="142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1304386" y="5302217"/>
              <a:ext cx="862965" cy="118745"/>
            </a:xfrm>
            <a:custGeom>
              <a:avLst/>
              <a:gdLst/>
              <a:ahLst/>
              <a:cxnLst/>
              <a:rect l="l" t="t" r="r" b="b"/>
              <a:pathLst>
                <a:path w="862964" h="118745">
                  <a:moveTo>
                    <a:pt x="862928" y="0"/>
                  </a:moveTo>
                  <a:lnTo>
                    <a:pt x="0" y="0"/>
                  </a:lnTo>
                  <a:lnTo>
                    <a:pt x="0" y="118441"/>
                  </a:lnTo>
                  <a:lnTo>
                    <a:pt x="862928" y="118441"/>
                  </a:lnTo>
                  <a:lnTo>
                    <a:pt x="8629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1349888" y="5147297"/>
              <a:ext cx="781050" cy="278765"/>
            </a:xfrm>
            <a:custGeom>
              <a:avLst/>
              <a:gdLst/>
              <a:ahLst/>
              <a:cxnLst/>
              <a:rect l="l" t="t" r="r" b="b"/>
              <a:pathLst>
                <a:path w="781050" h="278764">
                  <a:moveTo>
                    <a:pt x="0" y="0"/>
                  </a:moveTo>
                  <a:lnTo>
                    <a:pt x="0" y="278519"/>
                  </a:lnTo>
                </a:path>
                <a:path w="781050" h="278764">
                  <a:moveTo>
                    <a:pt x="780833" y="0"/>
                  </a:moveTo>
                  <a:lnTo>
                    <a:pt x="780833" y="278519"/>
                  </a:lnTo>
                </a:path>
              </a:pathLst>
            </a:custGeom>
            <a:ln w="142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1349888" y="5038732"/>
              <a:ext cx="775970" cy="159385"/>
            </a:xfrm>
            <a:custGeom>
              <a:avLst/>
              <a:gdLst/>
              <a:ahLst/>
              <a:cxnLst/>
              <a:rect l="l" t="t" r="r" b="b"/>
              <a:pathLst>
                <a:path w="775969" h="159385">
                  <a:moveTo>
                    <a:pt x="426769" y="0"/>
                  </a:moveTo>
                  <a:lnTo>
                    <a:pt x="345164" y="0"/>
                  </a:lnTo>
                  <a:lnTo>
                    <a:pt x="267257" y="3438"/>
                  </a:lnTo>
                  <a:lnTo>
                    <a:pt x="192981" y="10721"/>
                  </a:lnTo>
                  <a:lnTo>
                    <a:pt x="124470" y="21461"/>
                  </a:lnTo>
                  <a:lnTo>
                    <a:pt x="72695" y="31332"/>
                  </a:lnTo>
                  <a:lnTo>
                    <a:pt x="28240" y="45492"/>
                  </a:lnTo>
                  <a:lnTo>
                    <a:pt x="0" y="80670"/>
                  </a:lnTo>
                  <a:lnTo>
                    <a:pt x="8891" y="95698"/>
                  </a:lnTo>
                  <a:lnTo>
                    <a:pt x="72695" y="127882"/>
                  </a:lnTo>
                  <a:lnTo>
                    <a:pt x="124470" y="137753"/>
                  </a:lnTo>
                  <a:lnTo>
                    <a:pt x="192981" y="148475"/>
                  </a:lnTo>
                  <a:lnTo>
                    <a:pt x="267257" y="156201"/>
                  </a:lnTo>
                  <a:lnTo>
                    <a:pt x="345164" y="159214"/>
                  </a:lnTo>
                  <a:lnTo>
                    <a:pt x="426769" y="159214"/>
                  </a:lnTo>
                  <a:lnTo>
                    <a:pt x="503120" y="156201"/>
                  </a:lnTo>
                  <a:lnTo>
                    <a:pt x="581049" y="148475"/>
                  </a:lnTo>
                  <a:lnTo>
                    <a:pt x="645900" y="137753"/>
                  </a:lnTo>
                  <a:lnTo>
                    <a:pt x="698191" y="127882"/>
                  </a:lnTo>
                  <a:lnTo>
                    <a:pt x="742117" y="112853"/>
                  </a:lnTo>
                  <a:lnTo>
                    <a:pt x="775602" y="80670"/>
                  </a:lnTo>
                  <a:lnTo>
                    <a:pt x="768274" y="63515"/>
                  </a:lnTo>
                  <a:lnTo>
                    <a:pt x="698191" y="31332"/>
                  </a:lnTo>
                  <a:lnTo>
                    <a:pt x="645900" y="21461"/>
                  </a:lnTo>
                  <a:lnTo>
                    <a:pt x="581049" y="10721"/>
                  </a:lnTo>
                  <a:lnTo>
                    <a:pt x="503120" y="3438"/>
                  </a:lnTo>
                  <a:lnTo>
                    <a:pt x="4267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1349888" y="4780823"/>
              <a:ext cx="775970" cy="417195"/>
            </a:xfrm>
            <a:custGeom>
              <a:avLst/>
              <a:gdLst/>
              <a:ahLst/>
              <a:cxnLst/>
              <a:rect l="l" t="t" r="r" b="b"/>
              <a:pathLst>
                <a:path w="775969" h="417195">
                  <a:moveTo>
                    <a:pt x="0" y="338579"/>
                  </a:moveTo>
                  <a:lnTo>
                    <a:pt x="28240" y="303400"/>
                  </a:lnTo>
                  <a:lnTo>
                    <a:pt x="72695" y="289241"/>
                  </a:lnTo>
                  <a:lnTo>
                    <a:pt x="124470" y="279369"/>
                  </a:lnTo>
                  <a:lnTo>
                    <a:pt x="192981" y="268630"/>
                  </a:lnTo>
                  <a:lnTo>
                    <a:pt x="267257" y="261346"/>
                  </a:lnTo>
                  <a:lnTo>
                    <a:pt x="345164" y="257908"/>
                  </a:lnTo>
                  <a:lnTo>
                    <a:pt x="426769" y="257908"/>
                  </a:lnTo>
                  <a:lnTo>
                    <a:pt x="503120" y="261346"/>
                  </a:lnTo>
                  <a:lnTo>
                    <a:pt x="581049" y="268630"/>
                  </a:lnTo>
                  <a:lnTo>
                    <a:pt x="645900" y="279369"/>
                  </a:lnTo>
                  <a:lnTo>
                    <a:pt x="698191" y="289241"/>
                  </a:lnTo>
                  <a:lnTo>
                    <a:pt x="742117" y="303400"/>
                  </a:lnTo>
                  <a:lnTo>
                    <a:pt x="775602" y="338579"/>
                  </a:lnTo>
                  <a:lnTo>
                    <a:pt x="768274" y="353607"/>
                  </a:lnTo>
                  <a:lnTo>
                    <a:pt x="698191" y="385790"/>
                  </a:lnTo>
                  <a:lnTo>
                    <a:pt x="645900" y="395661"/>
                  </a:lnTo>
                  <a:lnTo>
                    <a:pt x="581049" y="406383"/>
                  </a:lnTo>
                  <a:lnTo>
                    <a:pt x="503120" y="414110"/>
                  </a:lnTo>
                  <a:lnTo>
                    <a:pt x="426769" y="417123"/>
                  </a:lnTo>
                  <a:lnTo>
                    <a:pt x="345164" y="417123"/>
                  </a:lnTo>
                  <a:lnTo>
                    <a:pt x="267257" y="414110"/>
                  </a:lnTo>
                  <a:lnTo>
                    <a:pt x="192981" y="406383"/>
                  </a:lnTo>
                  <a:lnTo>
                    <a:pt x="124470" y="395661"/>
                  </a:lnTo>
                  <a:lnTo>
                    <a:pt x="72695" y="385790"/>
                  </a:lnTo>
                  <a:lnTo>
                    <a:pt x="28240" y="370762"/>
                  </a:lnTo>
                  <a:lnTo>
                    <a:pt x="0" y="338579"/>
                  </a:lnTo>
                  <a:close/>
                </a:path>
                <a:path w="775969" h="417195">
                  <a:moveTo>
                    <a:pt x="0" y="80670"/>
                  </a:moveTo>
                  <a:lnTo>
                    <a:pt x="28240" y="45013"/>
                  </a:lnTo>
                  <a:lnTo>
                    <a:pt x="72695" y="31367"/>
                  </a:lnTo>
                  <a:lnTo>
                    <a:pt x="124470" y="21443"/>
                  </a:lnTo>
                  <a:lnTo>
                    <a:pt x="192981" y="10810"/>
                  </a:lnTo>
                  <a:lnTo>
                    <a:pt x="267257" y="3367"/>
                  </a:lnTo>
                  <a:lnTo>
                    <a:pt x="345164" y="0"/>
                  </a:lnTo>
                  <a:lnTo>
                    <a:pt x="426769" y="0"/>
                  </a:lnTo>
                  <a:lnTo>
                    <a:pt x="503120" y="3367"/>
                  </a:lnTo>
                  <a:lnTo>
                    <a:pt x="581049" y="10810"/>
                  </a:lnTo>
                  <a:lnTo>
                    <a:pt x="645900" y="21443"/>
                  </a:lnTo>
                  <a:lnTo>
                    <a:pt x="698191" y="31367"/>
                  </a:lnTo>
                  <a:lnTo>
                    <a:pt x="742117" y="45013"/>
                  </a:lnTo>
                  <a:lnTo>
                    <a:pt x="775602" y="80670"/>
                  </a:lnTo>
                  <a:lnTo>
                    <a:pt x="768274" y="95698"/>
                  </a:lnTo>
                  <a:lnTo>
                    <a:pt x="698191" y="127882"/>
                  </a:lnTo>
                  <a:lnTo>
                    <a:pt x="645900" y="137753"/>
                  </a:lnTo>
                  <a:lnTo>
                    <a:pt x="581049" y="148475"/>
                  </a:lnTo>
                  <a:lnTo>
                    <a:pt x="503120" y="155776"/>
                  </a:lnTo>
                  <a:lnTo>
                    <a:pt x="426769" y="159214"/>
                  </a:lnTo>
                  <a:lnTo>
                    <a:pt x="345164" y="159214"/>
                  </a:lnTo>
                  <a:lnTo>
                    <a:pt x="267257" y="155776"/>
                  </a:lnTo>
                  <a:lnTo>
                    <a:pt x="192981" y="148475"/>
                  </a:lnTo>
                  <a:lnTo>
                    <a:pt x="124470" y="137753"/>
                  </a:lnTo>
                  <a:lnTo>
                    <a:pt x="72695" y="127882"/>
                  </a:lnTo>
                  <a:lnTo>
                    <a:pt x="28240" y="112853"/>
                  </a:lnTo>
                  <a:lnTo>
                    <a:pt x="0" y="80670"/>
                  </a:lnTo>
                  <a:close/>
                </a:path>
              </a:pathLst>
            </a:custGeom>
            <a:ln w="142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1304386" y="5004399"/>
              <a:ext cx="862965" cy="118745"/>
            </a:xfrm>
            <a:custGeom>
              <a:avLst/>
              <a:gdLst/>
              <a:ahLst/>
              <a:cxnLst/>
              <a:rect l="l" t="t" r="r" b="b"/>
              <a:pathLst>
                <a:path w="862964" h="118745">
                  <a:moveTo>
                    <a:pt x="862928" y="0"/>
                  </a:moveTo>
                  <a:lnTo>
                    <a:pt x="0" y="0"/>
                  </a:lnTo>
                  <a:lnTo>
                    <a:pt x="0" y="118441"/>
                  </a:lnTo>
                  <a:lnTo>
                    <a:pt x="862928" y="118441"/>
                  </a:lnTo>
                  <a:lnTo>
                    <a:pt x="8629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1349888" y="4850825"/>
              <a:ext cx="1911350" cy="1250315"/>
            </a:xfrm>
            <a:custGeom>
              <a:avLst/>
              <a:gdLst/>
              <a:ahLst/>
              <a:cxnLst/>
              <a:rect l="l" t="t" r="r" b="b"/>
              <a:pathLst>
                <a:path w="1911350" h="1250314">
                  <a:moveTo>
                    <a:pt x="0" y="0"/>
                  </a:moveTo>
                  <a:lnTo>
                    <a:pt x="0" y="277172"/>
                  </a:lnTo>
                </a:path>
                <a:path w="1911350" h="1250314">
                  <a:moveTo>
                    <a:pt x="780833" y="0"/>
                  </a:moveTo>
                  <a:lnTo>
                    <a:pt x="780833" y="277172"/>
                  </a:lnTo>
                </a:path>
                <a:path w="1911350" h="1250314">
                  <a:moveTo>
                    <a:pt x="1135417" y="1171903"/>
                  </a:moveTo>
                  <a:lnTo>
                    <a:pt x="1163649" y="1136282"/>
                  </a:lnTo>
                  <a:lnTo>
                    <a:pt x="1208115" y="1122122"/>
                  </a:lnTo>
                  <a:lnTo>
                    <a:pt x="1259887" y="1112694"/>
                  </a:lnTo>
                  <a:lnTo>
                    <a:pt x="1328392" y="1101955"/>
                  </a:lnTo>
                  <a:lnTo>
                    <a:pt x="1402668" y="1094228"/>
                  </a:lnTo>
                  <a:lnTo>
                    <a:pt x="1480597" y="1091233"/>
                  </a:lnTo>
                  <a:lnTo>
                    <a:pt x="1562179" y="1091233"/>
                  </a:lnTo>
                  <a:lnTo>
                    <a:pt x="1638531" y="1094228"/>
                  </a:lnTo>
                  <a:lnTo>
                    <a:pt x="1716460" y="1101955"/>
                  </a:lnTo>
                  <a:lnTo>
                    <a:pt x="1781311" y="1112694"/>
                  </a:lnTo>
                  <a:lnTo>
                    <a:pt x="1833602" y="1122122"/>
                  </a:lnTo>
                  <a:lnTo>
                    <a:pt x="1877550" y="1136282"/>
                  </a:lnTo>
                  <a:lnTo>
                    <a:pt x="1911013" y="1171903"/>
                  </a:lnTo>
                  <a:lnTo>
                    <a:pt x="1903684" y="1186932"/>
                  </a:lnTo>
                  <a:lnTo>
                    <a:pt x="1833602" y="1219115"/>
                  </a:lnTo>
                  <a:lnTo>
                    <a:pt x="1781311" y="1228561"/>
                  </a:lnTo>
                  <a:lnTo>
                    <a:pt x="1716460" y="1239283"/>
                  </a:lnTo>
                  <a:lnTo>
                    <a:pt x="1638531" y="1247009"/>
                  </a:lnTo>
                  <a:lnTo>
                    <a:pt x="1562179" y="1250004"/>
                  </a:lnTo>
                  <a:lnTo>
                    <a:pt x="1480597" y="1250004"/>
                  </a:lnTo>
                  <a:lnTo>
                    <a:pt x="1402668" y="1247009"/>
                  </a:lnTo>
                  <a:lnTo>
                    <a:pt x="1328392" y="1239283"/>
                  </a:lnTo>
                  <a:lnTo>
                    <a:pt x="1259887" y="1228561"/>
                  </a:lnTo>
                  <a:lnTo>
                    <a:pt x="1208115" y="1219115"/>
                  </a:lnTo>
                  <a:lnTo>
                    <a:pt x="1163649" y="1204087"/>
                  </a:lnTo>
                  <a:lnTo>
                    <a:pt x="1135417" y="1171903"/>
                  </a:lnTo>
                  <a:close/>
                </a:path>
                <a:path w="1911350" h="1250314">
                  <a:moveTo>
                    <a:pt x="1135417" y="913570"/>
                  </a:moveTo>
                  <a:lnTo>
                    <a:pt x="1163649" y="878374"/>
                  </a:lnTo>
                  <a:lnTo>
                    <a:pt x="1208115" y="864214"/>
                  </a:lnTo>
                  <a:lnTo>
                    <a:pt x="1259887" y="854786"/>
                  </a:lnTo>
                  <a:lnTo>
                    <a:pt x="1328392" y="844046"/>
                  </a:lnTo>
                  <a:lnTo>
                    <a:pt x="1402668" y="836319"/>
                  </a:lnTo>
                  <a:lnTo>
                    <a:pt x="1480597" y="832899"/>
                  </a:lnTo>
                  <a:lnTo>
                    <a:pt x="1562179" y="832899"/>
                  </a:lnTo>
                  <a:lnTo>
                    <a:pt x="1638531" y="836319"/>
                  </a:lnTo>
                  <a:lnTo>
                    <a:pt x="1716460" y="844046"/>
                  </a:lnTo>
                  <a:lnTo>
                    <a:pt x="1781311" y="854786"/>
                  </a:lnTo>
                  <a:lnTo>
                    <a:pt x="1833602" y="864214"/>
                  </a:lnTo>
                  <a:lnTo>
                    <a:pt x="1877550" y="878374"/>
                  </a:lnTo>
                  <a:lnTo>
                    <a:pt x="1911013" y="913570"/>
                  </a:lnTo>
                  <a:lnTo>
                    <a:pt x="1903684" y="928598"/>
                  </a:lnTo>
                  <a:lnTo>
                    <a:pt x="1833602" y="961206"/>
                  </a:lnTo>
                  <a:lnTo>
                    <a:pt x="1781311" y="970652"/>
                  </a:lnTo>
                  <a:lnTo>
                    <a:pt x="1716460" y="981374"/>
                  </a:lnTo>
                  <a:lnTo>
                    <a:pt x="1638531" y="989101"/>
                  </a:lnTo>
                  <a:lnTo>
                    <a:pt x="1562179" y="992096"/>
                  </a:lnTo>
                  <a:lnTo>
                    <a:pt x="1480597" y="992096"/>
                  </a:lnTo>
                  <a:lnTo>
                    <a:pt x="1402668" y="989101"/>
                  </a:lnTo>
                  <a:lnTo>
                    <a:pt x="1328392" y="981374"/>
                  </a:lnTo>
                  <a:lnTo>
                    <a:pt x="1259887" y="970652"/>
                  </a:lnTo>
                  <a:lnTo>
                    <a:pt x="1208115" y="961206"/>
                  </a:lnTo>
                  <a:lnTo>
                    <a:pt x="1163649" y="945753"/>
                  </a:lnTo>
                  <a:lnTo>
                    <a:pt x="1135417" y="913570"/>
                  </a:lnTo>
                  <a:close/>
                </a:path>
              </a:pathLst>
            </a:custGeom>
            <a:ln w="142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2439801" y="5907729"/>
              <a:ext cx="862965" cy="118110"/>
            </a:xfrm>
            <a:custGeom>
              <a:avLst/>
              <a:gdLst/>
              <a:ahLst/>
              <a:cxnLst/>
              <a:rect l="l" t="t" r="r" b="b"/>
              <a:pathLst>
                <a:path w="862964" h="118110">
                  <a:moveTo>
                    <a:pt x="862928" y="0"/>
                  </a:moveTo>
                  <a:lnTo>
                    <a:pt x="0" y="0"/>
                  </a:lnTo>
                  <a:lnTo>
                    <a:pt x="0" y="118012"/>
                  </a:lnTo>
                  <a:lnTo>
                    <a:pt x="862928" y="118012"/>
                  </a:lnTo>
                  <a:lnTo>
                    <a:pt x="8629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2485305" y="5753673"/>
              <a:ext cx="781050" cy="278130"/>
            </a:xfrm>
            <a:custGeom>
              <a:avLst/>
              <a:gdLst/>
              <a:ahLst/>
              <a:cxnLst/>
              <a:rect l="l" t="t" r="r" b="b"/>
              <a:pathLst>
                <a:path w="781050" h="278129">
                  <a:moveTo>
                    <a:pt x="0" y="0"/>
                  </a:moveTo>
                  <a:lnTo>
                    <a:pt x="0" y="277650"/>
                  </a:lnTo>
                </a:path>
                <a:path w="781050" h="278129">
                  <a:moveTo>
                    <a:pt x="780827" y="0"/>
                  </a:moveTo>
                  <a:lnTo>
                    <a:pt x="780827" y="277650"/>
                  </a:lnTo>
                </a:path>
              </a:pathLst>
            </a:custGeom>
            <a:ln w="142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2485305" y="5644240"/>
              <a:ext cx="775970" cy="159385"/>
            </a:xfrm>
            <a:custGeom>
              <a:avLst/>
              <a:gdLst/>
              <a:ahLst/>
              <a:cxnLst/>
              <a:rect l="l" t="t" r="r" b="b"/>
              <a:pathLst>
                <a:path w="775970" h="159385">
                  <a:moveTo>
                    <a:pt x="426762" y="0"/>
                  </a:moveTo>
                  <a:lnTo>
                    <a:pt x="345180" y="0"/>
                  </a:lnTo>
                  <a:lnTo>
                    <a:pt x="267250" y="2995"/>
                  </a:lnTo>
                  <a:lnTo>
                    <a:pt x="192974" y="10721"/>
                  </a:lnTo>
                  <a:lnTo>
                    <a:pt x="124470" y="21461"/>
                  </a:lnTo>
                  <a:lnTo>
                    <a:pt x="72697" y="30889"/>
                  </a:lnTo>
                  <a:lnTo>
                    <a:pt x="28231" y="45049"/>
                  </a:lnTo>
                  <a:lnTo>
                    <a:pt x="0" y="81539"/>
                  </a:lnTo>
                  <a:lnTo>
                    <a:pt x="8884" y="95698"/>
                  </a:lnTo>
                  <a:lnTo>
                    <a:pt x="72697" y="127882"/>
                  </a:lnTo>
                  <a:lnTo>
                    <a:pt x="124470" y="137327"/>
                  </a:lnTo>
                  <a:lnTo>
                    <a:pt x="192974" y="148049"/>
                  </a:lnTo>
                  <a:lnTo>
                    <a:pt x="267250" y="155776"/>
                  </a:lnTo>
                  <a:lnTo>
                    <a:pt x="345180" y="159214"/>
                  </a:lnTo>
                  <a:lnTo>
                    <a:pt x="426762" y="159214"/>
                  </a:lnTo>
                  <a:lnTo>
                    <a:pt x="503113" y="155776"/>
                  </a:lnTo>
                  <a:lnTo>
                    <a:pt x="581043" y="148049"/>
                  </a:lnTo>
                  <a:lnTo>
                    <a:pt x="645893" y="137327"/>
                  </a:lnTo>
                  <a:lnTo>
                    <a:pt x="698185" y="127882"/>
                  </a:lnTo>
                  <a:lnTo>
                    <a:pt x="742132" y="113722"/>
                  </a:lnTo>
                  <a:lnTo>
                    <a:pt x="775595" y="81539"/>
                  </a:lnTo>
                  <a:lnTo>
                    <a:pt x="768267" y="63515"/>
                  </a:lnTo>
                  <a:lnTo>
                    <a:pt x="698185" y="30889"/>
                  </a:lnTo>
                  <a:lnTo>
                    <a:pt x="645893" y="21461"/>
                  </a:lnTo>
                  <a:lnTo>
                    <a:pt x="581043" y="10721"/>
                  </a:lnTo>
                  <a:lnTo>
                    <a:pt x="503113" y="2995"/>
                  </a:lnTo>
                  <a:lnTo>
                    <a:pt x="42676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2485305" y="5386331"/>
              <a:ext cx="775970" cy="417195"/>
            </a:xfrm>
            <a:custGeom>
              <a:avLst/>
              <a:gdLst/>
              <a:ahLst/>
              <a:cxnLst/>
              <a:rect l="l" t="t" r="r" b="b"/>
              <a:pathLst>
                <a:path w="775970" h="417195">
                  <a:moveTo>
                    <a:pt x="0" y="339447"/>
                  </a:moveTo>
                  <a:lnTo>
                    <a:pt x="28231" y="302957"/>
                  </a:lnTo>
                  <a:lnTo>
                    <a:pt x="72697" y="288798"/>
                  </a:lnTo>
                  <a:lnTo>
                    <a:pt x="124470" y="279369"/>
                  </a:lnTo>
                  <a:lnTo>
                    <a:pt x="192974" y="268630"/>
                  </a:lnTo>
                  <a:lnTo>
                    <a:pt x="267250" y="260903"/>
                  </a:lnTo>
                  <a:lnTo>
                    <a:pt x="345180" y="257908"/>
                  </a:lnTo>
                  <a:lnTo>
                    <a:pt x="426762" y="257908"/>
                  </a:lnTo>
                  <a:lnTo>
                    <a:pt x="503113" y="260903"/>
                  </a:lnTo>
                  <a:lnTo>
                    <a:pt x="581043" y="268630"/>
                  </a:lnTo>
                  <a:lnTo>
                    <a:pt x="645894" y="279369"/>
                  </a:lnTo>
                  <a:lnTo>
                    <a:pt x="698185" y="288798"/>
                  </a:lnTo>
                  <a:lnTo>
                    <a:pt x="742132" y="302957"/>
                  </a:lnTo>
                  <a:lnTo>
                    <a:pt x="775595" y="339447"/>
                  </a:lnTo>
                  <a:lnTo>
                    <a:pt x="768267" y="353607"/>
                  </a:lnTo>
                  <a:lnTo>
                    <a:pt x="698185" y="385790"/>
                  </a:lnTo>
                  <a:lnTo>
                    <a:pt x="645894" y="395236"/>
                  </a:lnTo>
                  <a:lnTo>
                    <a:pt x="581043" y="405958"/>
                  </a:lnTo>
                  <a:lnTo>
                    <a:pt x="503113" y="413685"/>
                  </a:lnTo>
                  <a:lnTo>
                    <a:pt x="426762" y="417123"/>
                  </a:lnTo>
                  <a:lnTo>
                    <a:pt x="345180" y="417123"/>
                  </a:lnTo>
                  <a:lnTo>
                    <a:pt x="267250" y="413685"/>
                  </a:lnTo>
                  <a:lnTo>
                    <a:pt x="192974" y="405958"/>
                  </a:lnTo>
                  <a:lnTo>
                    <a:pt x="124470" y="395236"/>
                  </a:lnTo>
                  <a:lnTo>
                    <a:pt x="72697" y="385790"/>
                  </a:lnTo>
                  <a:lnTo>
                    <a:pt x="28231" y="371630"/>
                  </a:lnTo>
                  <a:lnTo>
                    <a:pt x="0" y="339447"/>
                  </a:lnTo>
                  <a:close/>
                </a:path>
                <a:path w="775970" h="417195">
                  <a:moveTo>
                    <a:pt x="0" y="81539"/>
                  </a:moveTo>
                  <a:lnTo>
                    <a:pt x="28231" y="45049"/>
                  </a:lnTo>
                  <a:lnTo>
                    <a:pt x="72697" y="30889"/>
                  </a:lnTo>
                  <a:lnTo>
                    <a:pt x="124470" y="21461"/>
                  </a:lnTo>
                  <a:lnTo>
                    <a:pt x="192974" y="10721"/>
                  </a:lnTo>
                  <a:lnTo>
                    <a:pt x="267250" y="2995"/>
                  </a:lnTo>
                  <a:lnTo>
                    <a:pt x="345180" y="0"/>
                  </a:lnTo>
                  <a:lnTo>
                    <a:pt x="426762" y="0"/>
                  </a:lnTo>
                  <a:lnTo>
                    <a:pt x="503113" y="2995"/>
                  </a:lnTo>
                  <a:lnTo>
                    <a:pt x="581043" y="10721"/>
                  </a:lnTo>
                  <a:lnTo>
                    <a:pt x="645893" y="21461"/>
                  </a:lnTo>
                  <a:lnTo>
                    <a:pt x="698185" y="30889"/>
                  </a:lnTo>
                  <a:lnTo>
                    <a:pt x="742132" y="45049"/>
                  </a:lnTo>
                  <a:lnTo>
                    <a:pt x="775595" y="81539"/>
                  </a:lnTo>
                  <a:lnTo>
                    <a:pt x="768267" y="95255"/>
                  </a:lnTo>
                  <a:lnTo>
                    <a:pt x="698185" y="127882"/>
                  </a:lnTo>
                  <a:lnTo>
                    <a:pt x="645893" y="137327"/>
                  </a:lnTo>
                  <a:lnTo>
                    <a:pt x="581043" y="148049"/>
                  </a:lnTo>
                  <a:lnTo>
                    <a:pt x="503113" y="155776"/>
                  </a:lnTo>
                  <a:lnTo>
                    <a:pt x="426762" y="158771"/>
                  </a:lnTo>
                  <a:lnTo>
                    <a:pt x="345180" y="158771"/>
                  </a:lnTo>
                  <a:lnTo>
                    <a:pt x="267250" y="155776"/>
                  </a:lnTo>
                  <a:lnTo>
                    <a:pt x="192974" y="148049"/>
                  </a:lnTo>
                  <a:lnTo>
                    <a:pt x="124470" y="137327"/>
                  </a:lnTo>
                  <a:lnTo>
                    <a:pt x="72697" y="127882"/>
                  </a:lnTo>
                  <a:lnTo>
                    <a:pt x="28231" y="113722"/>
                  </a:lnTo>
                  <a:lnTo>
                    <a:pt x="0" y="81539"/>
                  </a:lnTo>
                  <a:close/>
                </a:path>
              </a:pathLst>
            </a:custGeom>
            <a:ln w="142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2439801" y="5609911"/>
              <a:ext cx="862965" cy="118110"/>
            </a:xfrm>
            <a:custGeom>
              <a:avLst/>
              <a:gdLst/>
              <a:ahLst/>
              <a:cxnLst/>
              <a:rect l="l" t="t" r="r" b="b"/>
              <a:pathLst>
                <a:path w="862964" h="118110">
                  <a:moveTo>
                    <a:pt x="862928" y="0"/>
                  </a:moveTo>
                  <a:lnTo>
                    <a:pt x="0" y="0"/>
                  </a:lnTo>
                  <a:lnTo>
                    <a:pt x="0" y="118012"/>
                  </a:lnTo>
                  <a:lnTo>
                    <a:pt x="862928" y="118012"/>
                  </a:lnTo>
                  <a:lnTo>
                    <a:pt x="8629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2485305" y="5455855"/>
              <a:ext cx="781050" cy="278130"/>
            </a:xfrm>
            <a:custGeom>
              <a:avLst/>
              <a:gdLst/>
              <a:ahLst/>
              <a:cxnLst/>
              <a:rect l="l" t="t" r="r" b="b"/>
              <a:pathLst>
                <a:path w="781050" h="278129">
                  <a:moveTo>
                    <a:pt x="0" y="0"/>
                  </a:moveTo>
                  <a:lnTo>
                    <a:pt x="0" y="277650"/>
                  </a:lnTo>
                </a:path>
                <a:path w="781050" h="278129">
                  <a:moveTo>
                    <a:pt x="780827" y="0"/>
                  </a:moveTo>
                  <a:lnTo>
                    <a:pt x="780827" y="277650"/>
                  </a:lnTo>
                </a:path>
              </a:pathLst>
            </a:custGeom>
            <a:ln w="142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2485305" y="5342983"/>
              <a:ext cx="775970" cy="159385"/>
            </a:xfrm>
            <a:custGeom>
              <a:avLst/>
              <a:gdLst/>
              <a:ahLst/>
              <a:cxnLst/>
              <a:rect l="l" t="t" r="r" b="b"/>
              <a:pathLst>
                <a:path w="775970" h="159385">
                  <a:moveTo>
                    <a:pt x="426762" y="0"/>
                  </a:moveTo>
                  <a:lnTo>
                    <a:pt x="345180" y="0"/>
                  </a:lnTo>
                  <a:lnTo>
                    <a:pt x="267250" y="3438"/>
                  </a:lnTo>
                  <a:lnTo>
                    <a:pt x="192974" y="10739"/>
                  </a:lnTo>
                  <a:lnTo>
                    <a:pt x="124470" y="21461"/>
                  </a:lnTo>
                  <a:lnTo>
                    <a:pt x="72697" y="31332"/>
                  </a:lnTo>
                  <a:lnTo>
                    <a:pt x="28231" y="45492"/>
                  </a:lnTo>
                  <a:lnTo>
                    <a:pt x="0" y="81964"/>
                  </a:lnTo>
                  <a:lnTo>
                    <a:pt x="8884" y="95698"/>
                  </a:lnTo>
                  <a:lnTo>
                    <a:pt x="72697" y="127882"/>
                  </a:lnTo>
                  <a:lnTo>
                    <a:pt x="124470" y="137753"/>
                  </a:lnTo>
                  <a:lnTo>
                    <a:pt x="192974" y="148475"/>
                  </a:lnTo>
                  <a:lnTo>
                    <a:pt x="267250" y="156201"/>
                  </a:lnTo>
                  <a:lnTo>
                    <a:pt x="345180" y="159214"/>
                  </a:lnTo>
                  <a:lnTo>
                    <a:pt x="426762" y="159214"/>
                  </a:lnTo>
                  <a:lnTo>
                    <a:pt x="503113" y="156201"/>
                  </a:lnTo>
                  <a:lnTo>
                    <a:pt x="581043" y="148475"/>
                  </a:lnTo>
                  <a:lnTo>
                    <a:pt x="645893" y="137753"/>
                  </a:lnTo>
                  <a:lnTo>
                    <a:pt x="698185" y="127882"/>
                  </a:lnTo>
                  <a:lnTo>
                    <a:pt x="742132" y="114147"/>
                  </a:lnTo>
                  <a:lnTo>
                    <a:pt x="775595" y="81964"/>
                  </a:lnTo>
                  <a:lnTo>
                    <a:pt x="768267" y="63515"/>
                  </a:lnTo>
                  <a:lnTo>
                    <a:pt x="698185" y="31332"/>
                  </a:lnTo>
                  <a:lnTo>
                    <a:pt x="645893" y="21461"/>
                  </a:lnTo>
                  <a:lnTo>
                    <a:pt x="581043" y="10739"/>
                  </a:lnTo>
                  <a:lnTo>
                    <a:pt x="503113" y="3438"/>
                  </a:lnTo>
                  <a:lnTo>
                    <a:pt x="42676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2485305" y="5085075"/>
              <a:ext cx="775970" cy="417195"/>
            </a:xfrm>
            <a:custGeom>
              <a:avLst/>
              <a:gdLst/>
              <a:ahLst/>
              <a:cxnLst/>
              <a:rect l="l" t="t" r="r" b="b"/>
              <a:pathLst>
                <a:path w="775970" h="417195">
                  <a:moveTo>
                    <a:pt x="0" y="339872"/>
                  </a:moveTo>
                  <a:lnTo>
                    <a:pt x="28231" y="303400"/>
                  </a:lnTo>
                  <a:lnTo>
                    <a:pt x="72697" y="289241"/>
                  </a:lnTo>
                  <a:lnTo>
                    <a:pt x="124470" y="279369"/>
                  </a:lnTo>
                  <a:lnTo>
                    <a:pt x="192974" y="268648"/>
                  </a:lnTo>
                  <a:lnTo>
                    <a:pt x="267250" y="261346"/>
                  </a:lnTo>
                  <a:lnTo>
                    <a:pt x="345180" y="257908"/>
                  </a:lnTo>
                  <a:lnTo>
                    <a:pt x="426762" y="257908"/>
                  </a:lnTo>
                  <a:lnTo>
                    <a:pt x="503113" y="261346"/>
                  </a:lnTo>
                  <a:lnTo>
                    <a:pt x="581043" y="268648"/>
                  </a:lnTo>
                  <a:lnTo>
                    <a:pt x="645894" y="279369"/>
                  </a:lnTo>
                  <a:lnTo>
                    <a:pt x="698185" y="289241"/>
                  </a:lnTo>
                  <a:lnTo>
                    <a:pt x="742132" y="303400"/>
                  </a:lnTo>
                  <a:lnTo>
                    <a:pt x="775595" y="339872"/>
                  </a:lnTo>
                  <a:lnTo>
                    <a:pt x="768267" y="353607"/>
                  </a:lnTo>
                  <a:lnTo>
                    <a:pt x="698185" y="385790"/>
                  </a:lnTo>
                  <a:lnTo>
                    <a:pt x="645894" y="395661"/>
                  </a:lnTo>
                  <a:lnTo>
                    <a:pt x="581043" y="406383"/>
                  </a:lnTo>
                  <a:lnTo>
                    <a:pt x="503113" y="414110"/>
                  </a:lnTo>
                  <a:lnTo>
                    <a:pt x="426762" y="417123"/>
                  </a:lnTo>
                  <a:lnTo>
                    <a:pt x="345180" y="417123"/>
                  </a:lnTo>
                  <a:lnTo>
                    <a:pt x="267250" y="414110"/>
                  </a:lnTo>
                  <a:lnTo>
                    <a:pt x="192974" y="406383"/>
                  </a:lnTo>
                  <a:lnTo>
                    <a:pt x="124470" y="395661"/>
                  </a:lnTo>
                  <a:lnTo>
                    <a:pt x="72697" y="385790"/>
                  </a:lnTo>
                  <a:lnTo>
                    <a:pt x="28231" y="372056"/>
                  </a:lnTo>
                  <a:lnTo>
                    <a:pt x="0" y="339872"/>
                  </a:lnTo>
                  <a:close/>
                </a:path>
                <a:path w="775970" h="417195">
                  <a:moveTo>
                    <a:pt x="0" y="81539"/>
                  </a:moveTo>
                  <a:lnTo>
                    <a:pt x="28231" y="45067"/>
                  </a:lnTo>
                  <a:lnTo>
                    <a:pt x="72697" y="31332"/>
                  </a:lnTo>
                  <a:lnTo>
                    <a:pt x="124470" y="21461"/>
                  </a:lnTo>
                  <a:lnTo>
                    <a:pt x="192974" y="10721"/>
                  </a:lnTo>
                  <a:lnTo>
                    <a:pt x="267250" y="3438"/>
                  </a:lnTo>
                  <a:lnTo>
                    <a:pt x="345180" y="0"/>
                  </a:lnTo>
                  <a:lnTo>
                    <a:pt x="426762" y="0"/>
                  </a:lnTo>
                  <a:lnTo>
                    <a:pt x="503113" y="3438"/>
                  </a:lnTo>
                  <a:lnTo>
                    <a:pt x="581043" y="10721"/>
                  </a:lnTo>
                  <a:lnTo>
                    <a:pt x="645893" y="21461"/>
                  </a:lnTo>
                  <a:lnTo>
                    <a:pt x="698185" y="31332"/>
                  </a:lnTo>
                  <a:lnTo>
                    <a:pt x="742132" y="45067"/>
                  </a:lnTo>
                  <a:lnTo>
                    <a:pt x="775595" y="81539"/>
                  </a:lnTo>
                  <a:lnTo>
                    <a:pt x="768267" y="95698"/>
                  </a:lnTo>
                  <a:lnTo>
                    <a:pt x="698185" y="127882"/>
                  </a:lnTo>
                  <a:lnTo>
                    <a:pt x="645893" y="137753"/>
                  </a:lnTo>
                  <a:lnTo>
                    <a:pt x="581043" y="148475"/>
                  </a:lnTo>
                  <a:lnTo>
                    <a:pt x="503113" y="155776"/>
                  </a:lnTo>
                  <a:lnTo>
                    <a:pt x="426762" y="159214"/>
                  </a:lnTo>
                  <a:lnTo>
                    <a:pt x="345180" y="159214"/>
                  </a:lnTo>
                  <a:lnTo>
                    <a:pt x="267250" y="155776"/>
                  </a:lnTo>
                  <a:lnTo>
                    <a:pt x="192974" y="148475"/>
                  </a:lnTo>
                  <a:lnTo>
                    <a:pt x="124470" y="137753"/>
                  </a:lnTo>
                  <a:lnTo>
                    <a:pt x="72697" y="127882"/>
                  </a:lnTo>
                  <a:lnTo>
                    <a:pt x="28231" y="114147"/>
                  </a:lnTo>
                  <a:lnTo>
                    <a:pt x="0" y="81539"/>
                  </a:lnTo>
                  <a:close/>
                </a:path>
              </a:pathLst>
            </a:custGeom>
            <a:ln w="142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2439801" y="5308651"/>
              <a:ext cx="862965" cy="118745"/>
            </a:xfrm>
            <a:custGeom>
              <a:avLst/>
              <a:gdLst/>
              <a:ahLst/>
              <a:cxnLst/>
              <a:rect l="l" t="t" r="r" b="b"/>
              <a:pathLst>
                <a:path w="862964" h="118745">
                  <a:moveTo>
                    <a:pt x="862928" y="0"/>
                  </a:moveTo>
                  <a:lnTo>
                    <a:pt x="0" y="0"/>
                  </a:lnTo>
                  <a:lnTo>
                    <a:pt x="0" y="118441"/>
                  </a:lnTo>
                  <a:lnTo>
                    <a:pt x="862928" y="118441"/>
                  </a:lnTo>
                  <a:lnTo>
                    <a:pt x="8629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2485305" y="5155024"/>
              <a:ext cx="781050" cy="277495"/>
            </a:xfrm>
            <a:custGeom>
              <a:avLst/>
              <a:gdLst/>
              <a:ahLst/>
              <a:cxnLst/>
              <a:rect l="l" t="t" r="r" b="b"/>
              <a:pathLst>
                <a:path w="781050" h="277495">
                  <a:moveTo>
                    <a:pt x="0" y="0"/>
                  </a:moveTo>
                  <a:lnTo>
                    <a:pt x="0" y="277225"/>
                  </a:lnTo>
                </a:path>
                <a:path w="781050" h="277495">
                  <a:moveTo>
                    <a:pt x="780827" y="0"/>
                  </a:moveTo>
                  <a:lnTo>
                    <a:pt x="780827" y="277225"/>
                  </a:lnTo>
                </a:path>
              </a:pathLst>
            </a:custGeom>
            <a:ln w="142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2485305" y="5045165"/>
              <a:ext cx="775970" cy="160655"/>
            </a:xfrm>
            <a:custGeom>
              <a:avLst/>
              <a:gdLst/>
              <a:ahLst/>
              <a:cxnLst/>
              <a:rect l="l" t="t" r="r" b="b"/>
              <a:pathLst>
                <a:path w="775970" h="160654">
                  <a:moveTo>
                    <a:pt x="426762" y="0"/>
                  </a:moveTo>
                  <a:lnTo>
                    <a:pt x="345180" y="0"/>
                  </a:lnTo>
                  <a:lnTo>
                    <a:pt x="267250" y="4288"/>
                  </a:lnTo>
                  <a:lnTo>
                    <a:pt x="192974" y="10721"/>
                  </a:lnTo>
                  <a:lnTo>
                    <a:pt x="124470" y="21461"/>
                  </a:lnTo>
                  <a:lnTo>
                    <a:pt x="72697" y="31332"/>
                  </a:lnTo>
                  <a:lnTo>
                    <a:pt x="28231" y="46343"/>
                  </a:lnTo>
                  <a:lnTo>
                    <a:pt x="0" y="81964"/>
                  </a:lnTo>
                  <a:lnTo>
                    <a:pt x="8884" y="95698"/>
                  </a:lnTo>
                  <a:lnTo>
                    <a:pt x="72697" y="127882"/>
                  </a:lnTo>
                  <a:lnTo>
                    <a:pt x="124470" y="139046"/>
                  </a:lnTo>
                  <a:lnTo>
                    <a:pt x="192974" y="149768"/>
                  </a:lnTo>
                  <a:lnTo>
                    <a:pt x="267250" y="156201"/>
                  </a:lnTo>
                  <a:lnTo>
                    <a:pt x="345180" y="160490"/>
                  </a:lnTo>
                  <a:lnTo>
                    <a:pt x="426762" y="160490"/>
                  </a:lnTo>
                  <a:lnTo>
                    <a:pt x="503113" y="156201"/>
                  </a:lnTo>
                  <a:lnTo>
                    <a:pt x="581043" y="149768"/>
                  </a:lnTo>
                  <a:lnTo>
                    <a:pt x="645893" y="139046"/>
                  </a:lnTo>
                  <a:lnTo>
                    <a:pt x="698185" y="127882"/>
                  </a:lnTo>
                  <a:lnTo>
                    <a:pt x="742132" y="114147"/>
                  </a:lnTo>
                  <a:lnTo>
                    <a:pt x="775595" y="81964"/>
                  </a:lnTo>
                  <a:lnTo>
                    <a:pt x="768267" y="63515"/>
                  </a:lnTo>
                  <a:lnTo>
                    <a:pt x="698185" y="31332"/>
                  </a:lnTo>
                  <a:lnTo>
                    <a:pt x="645893" y="21461"/>
                  </a:lnTo>
                  <a:lnTo>
                    <a:pt x="581043" y="10721"/>
                  </a:lnTo>
                  <a:lnTo>
                    <a:pt x="503113" y="4288"/>
                  </a:lnTo>
                  <a:lnTo>
                    <a:pt x="42676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2485305" y="4787203"/>
              <a:ext cx="775970" cy="418465"/>
            </a:xfrm>
            <a:custGeom>
              <a:avLst/>
              <a:gdLst/>
              <a:ahLst/>
              <a:cxnLst/>
              <a:rect l="l" t="t" r="r" b="b"/>
              <a:pathLst>
                <a:path w="775970" h="418464">
                  <a:moveTo>
                    <a:pt x="0" y="339926"/>
                  </a:moveTo>
                  <a:lnTo>
                    <a:pt x="28231" y="304304"/>
                  </a:lnTo>
                  <a:lnTo>
                    <a:pt x="72697" y="289294"/>
                  </a:lnTo>
                  <a:lnTo>
                    <a:pt x="124470" y="279423"/>
                  </a:lnTo>
                  <a:lnTo>
                    <a:pt x="192974" y="268683"/>
                  </a:lnTo>
                  <a:lnTo>
                    <a:pt x="267250" y="262250"/>
                  </a:lnTo>
                  <a:lnTo>
                    <a:pt x="345180" y="257961"/>
                  </a:lnTo>
                  <a:lnTo>
                    <a:pt x="426762" y="257961"/>
                  </a:lnTo>
                  <a:lnTo>
                    <a:pt x="503113" y="262250"/>
                  </a:lnTo>
                  <a:lnTo>
                    <a:pt x="581043" y="268683"/>
                  </a:lnTo>
                  <a:lnTo>
                    <a:pt x="645894" y="279423"/>
                  </a:lnTo>
                  <a:lnTo>
                    <a:pt x="698185" y="289294"/>
                  </a:lnTo>
                  <a:lnTo>
                    <a:pt x="742132" y="304304"/>
                  </a:lnTo>
                  <a:lnTo>
                    <a:pt x="775595" y="339926"/>
                  </a:lnTo>
                  <a:lnTo>
                    <a:pt x="768267" y="353660"/>
                  </a:lnTo>
                  <a:lnTo>
                    <a:pt x="698185" y="385843"/>
                  </a:lnTo>
                  <a:lnTo>
                    <a:pt x="645894" y="397008"/>
                  </a:lnTo>
                  <a:lnTo>
                    <a:pt x="581043" y="407730"/>
                  </a:lnTo>
                  <a:lnTo>
                    <a:pt x="503113" y="414163"/>
                  </a:lnTo>
                  <a:lnTo>
                    <a:pt x="426762" y="418452"/>
                  </a:lnTo>
                  <a:lnTo>
                    <a:pt x="345180" y="418452"/>
                  </a:lnTo>
                  <a:lnTo>
                    <a:pt x="267250" y="414163"/>
                  </a:lnTo>
                  <a:lnTo>
                    <a:pt x="192974" y="407730"/>
                  </a:lnTo>
                  <a:lnTo>
                    <a:pt x="124470" y="397008"/>
                  </a:lnTo>
                  <a:lnTo>
                    <a:pt x="72697" y="385843"/>
                  </a:lnTo>
                  <a:lnTo>
                    <a:pt x="28231" y="372109"/>
                  </a:lnTo>
                  <a:lnTo>
                    <a:pt x="0" y="339926"/>
                  </a:lnTo>
                  <a:close/>
                </a:path>
                <a:path w="775970" h="418464">
                  <a:moveTo>
                    <a:pt x="0" y="82017"/>
                  </a:moveTo>
                  <a:lnTo>
                    <a:pt x="28231" y="46431"/>
                  </a:lnTo>
                  <a:lnTo>
                    <a:pt x="72697" y="31367"/>
                  </a:lnTo>
                  <a:lnTo>
                    <a:pt x="124470" y="21443"/>
                  </a:lnTo>
                  <a:lnTo>
                    <a:pt x="192974" y="10810"/>
                  </a:lnTo>
                  <a:lnTo>
                    <a:pt x="267250" y="4430"/>
                  </a:lnTo>
                  <a:lnTo>
                    <a:pt x="345180" y="0"/>
                  </a:lnTo>
                  <a:lnTo>
                    <a:pt x="426762" y="0"/>
                  </a:lnTo>
                  <a:lnTo>
                    <a:pt x="503113" y="4430"/>
                  </a:lnTo>
                  <a:lnTo>
                    <a:pt x="581043" y="10810"/>
                  </a:lnTo>
                  <a:lnTo>
                    <a:pt x="645893" y="21443"/>
                  </a:lnTo>
                  <a:lnTo>
                    <a:pt x="698185" y="31367"/>
                  </a:lnTo>
                  <a:lnTo>
                    <a:pt x="742132" y="46431"/>
                  </a:lnTo>
                  <a:lnTo>
                    <a:pt x="775595" y="82017"/>
                  </a:lnTo>
                  <a:lnTo>
                    <a:pt x="768267" y="95752"/>
                  </a:lnTo>
                  <a:lnTo>
                    <a:pt x="698185" y="127935"/>
                  </a:lnTo>
                  <a:lnTo>
                    <a:pt x="645893" y="138657"/>
                  </a:lnTo>
                  <a:lnTo>
                    <a:pt x="581043" y="149396"/>
                  </a:lnTo>
                  <a:lnTo>
                    <a:pt x="503113" y="155829"/>
                  </a:lnTo>
                  <a:lnTo>
                    <a:pt x="426762" y="160118"/>
                  </a:lnTo>
                  <a:lnTo>
                    <a:pt x="345180" y="160118"/>
                  </a:lnTo>
                  <a:lnTo>
                    <a:pt x="267250" y="155829"/>
                  </a:lnTo>
                  <a:lnTo>
                    <a:pt x="192974" y="149396"/>
                  </a:lnTo>
                  <a:lnTo>
                    <a:pt x="124470" y="138657"/>
                  </a:lnTo>
                  <a:lnTo>
                    <a:pt x="72697" y="127935"/>
                  </a:lnTo>
                  <a:lnTo>
                    <a:pt x="28231" y="114200"/>
                  </a:lnTo>
                  <a:lnTo>
                    <a:pt x="0" y="82017"/>
                  </a:lnTo>
                  <a:close/>
                </a:path>
              </a:pathLst>
            </a:custGeom>
            <a:ln w="142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2439801" y="5012131"/>
              <a:ext cx="862965" cy="118110"/>
            </a:xfrm>
            <a:custGeom>
              <a:avLst/>
              <a:gdLst/>
              <a:ahLst/>
              <a:cxnLst/>
              <a:rect l="l" t="t" r="r" b="b"/>
              <a:pathLst>
                <a:path w="862964" h="118110">
                  <a:moveTo>
                    <a:pt x="862928" y="0"/>
                  </a:moveTo>
                  <a:lnTo>
                    <a:pt x="0" y="0"/>
                  </a:lnTo>
                  <a:lnTo>
                    <a:pt x="0" y="118010"/>
                  </a:lnTo>
                  <a:lnTo>
                    <a:pt x="862928" y="118010"/>
                  </a:lnTo>
                  <a:lnTo>
                    <a:pt x="8629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2485305" y="4857205"/>
              <a:ext cx="1911985" cy="1236345"/>
            </a:xfrm>
            <a:custGeom>
              <a:avLst/>
              <a:gdLst/>
              <a:ahLst/>
              <a:cxnLst/>
              <a:rect l="l" t="t" r="r" b="b"/>
              <a:pathLst>
                <a:path w="1911985" h="1236345">
                  <a:moveTo>
                    <a:pt x="0" y="0"/>
                  </a:moveTo>
                  <a:lnTo>
                    <a:pt x="0" y="278501"/>
                  </a:lnTo>
                </a:path>
                <a:path w="1911985" h="1236345">
                  <a:moveTo>
                    <a:pt x="780827" y="0"/>
                  </a:moveTo>
                  <a:lnTo>
                    <a:pt x="780827" y="278501"/>
                  </a:lnTo>
                </a:path>
                <a:path w="1911985" h="1236345">
                  <a:moveTo>
                    <a:pt x="1135453" y="1159090"/>
                  </a:moveTo>
                  <a:lnTo>
                    <a:pt x="1163556" y="1122193"/>
                  </a:lnTo>
                  <a:lnTo>
                    <a:pt x="1208087" y="1108459"/>
                  </a:lnTo>
                  <a:lnTo>
                    <a:pt x="1259967" y="1098587"/>
                  </a:lnTo>
                  <a:lnTo>
                    <a:pt x="1328493" y="1087848"/>
                  </a:lnTo>
                  <a:lnTo>
                    <a:pt x="1402639" y="1080564"/>
                  </a:lnTo>
                  <a:lnTo>
                    <a:pt x="1480677" y="1077126"/>
                  </a:lnTo>
                  <a:lnTo>
                    <a:pt x="1562173" y="1077126"/>
                  </a:lnTo>
                  <a:lnTo>
                    <a:pt x="1638481" y="1080564"/>
                  </a:lnTo>
                  <a:lnTo>
                    <a:pt x="1716518" y="1087848"/>
                  </a:lnTo>
                  <a:lnTo>
                    <a:pt x="1781369" y="1098587"/>
                  </a:lnTo>
                  <a:lnTo>
                    <a:pt x="1833682" y="1108459"/>
                  </a:lnTo>
                  <a:lnTo>
                    <a:pt x="1877565" y="1122193"/>
                  </a:lnTo>
                  <a:lnTo>
                    <a:pt x="1911503" y="1159090"/>
                  </a:lnTo>
                  <a:lnTo>
                    <a:pt x="1903721" y="1172825"/>
                  </a:lnTo>
                  <a:lnTo>
                    <a:pt x="1833682" y="1205008"/>
                  </a:lnTo>
                  <a:lnTo>
                    <a:pt x="1781369" y="1214879"/>
                  </a:lnTo>
                  <a:lnTo>
                    <a:pt x="1716518" y="1225601"/>
                  </a:lnTo>
                  <a:lnTo>
                    <a:pt x="1638481" y="1232903"/>
                  </a:lnTo>
                  <a:lnTo>
                    <a:pt x="1562173" y="1236341"/>
                  </a:lnTo>
                  <a:lnTo>
                    <a:pt x="1480677" y="1236341"/>
                  </a:lnTo>
                  <a:lnTo>
                    <a:pt x="1402639" y="1232903"/>
                  </a:lnTo>
                  <a:lnTo>
                    <a:pt x="1328493" y="1225601"/>
                  </a:lnTo>
                  <a:lnTo>
                    <a:pt x="1259967" y="1214879"/>
                  </a:lnTo>
                  <a:lnTo>
                    <a:pt x="1208087" y="1205008"/>
                  </a:lnTo>
                  <a:lnTo>
                    <a:pt x="1163556" y="1191274"/>
                  </a:lnTo>
                  <a:lnTo>
                    <a:pt x="1135453" y="1159090"/>
                  </a:lnTo>
                  <a:close/>
                </a:path>
                <a:path w="1911985" h="1236345">
                  <a:moveTo>
                    <a:pt x="1135453" y="900757"/>
                  </a:moveTo>
                  <a:lnTo>
                    <a:pt x="1163556" y="864285"/>
                  </a:lnTo>
                  <a:lnTo>
                    <a:pt x="1208087" y="850550"/>
                  </a:lnTo>
                  <a:lnTo>
                    <a:pt x="1259967" y="840679"/>
                  </a:lnTo>
                  <a:lnTo>
                    <a:pt x="1328493" y="829939"/>
                  </a:lnTo>
                  <a:lnTo>
                    <a:pt x="1402639" y="822213"/>
                  </a:lnTo>
                  <a:lnTo>
                    <a:pt x="1480677" y="819218"/>
                  </a:lnTo>
                  <a:lnTo>
                    <a:pt x="1562173" y="819218"/>
                  </a:lnTo>
                  <a:lnTo>
                    <a:pt x="1638481" y="822213"/>
                  </a:lnTo>
                  <a:lnTo>
                    <a:pt x="1716518" y="829939"/>
                  </a:lnTo>
                  <a:lnTo>
                    <a:pt x="1781369" y="840679"/>
                  </a:lnTo>
                  <a:lnTo>
                    <a:pt x="1833682" y="850550"/>
                  </a:lnTo>
                  <a:lnTo>
                    <a:pt x="1877565" y="864285"/>
                  </a:lnTo>
                  <a:lnTo>
                    <a:pt x="1911503" y="900757"/>
                  </a:lnTo>
                  <a:lnTo>
                    <a:pt x="1903721" y="914916"/>
                  </a:lnTo>
                  <a:lnTo>
                    <a:pt x="1833682" y="947100"/>
                  </a:lnTo>
                  <a:lnTo>
                    <a:pt x="1781369" y="956971"/>
                  </a:lnTo>
                  <a:lnTo>
                    <a:pt x="1716518" y="967693"/>
                  </a:lnTo>
                  <a:lnTo>
                    <a:pt x="1638481" y="974994"/>
                  </a:lnTo>
                  <a:lnTo>
                    <a:pt x="1562173" y="978432"/>
                  </a:lnTo>
                  <a:lnTo>
                    <a:pt x="1480677" y="978432"/>
                  </a:lnTo>
                  <a:lnTo>
                    <a:pt x="1402639" y="974994"/>
                  </a:lnTo>
                  <a:lnTo>
                    <a:pt x="1328493" y="967693"/>
                  </a:lnTo>
                  <a:lnTo>
                    <a:pt x="1259967" y="956971"/>
                  </a:lnTo>
                  <a:lnTo>
                    <a:pt x="1208087" y="947100"/>
                  </a:lnTo>
                  <a:lnTo>
                    <a:pt x="1163556" y="932940"/>
                  </a:lnTo>
                  <a:lnTo>
                    <a:pt x="1135453" y="900757"/>
                  </a:lnTo>
                  <a:close/>
                </a:path>
              </a:pathLst>
            </a:custGeom>
            <a:ln w="142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3575147" y="5899999"/>
              <a:ext cx="862965" cy="118745"/>
            </a:xfrm>
            <a:custGeom>
              <a:avLst/>
              <a:gdLst/>
              <a:ahLst/>
              <a:cxnLst/>
              <a:rect l="l" t="t" r="r" b="b"/>
              <a:pathLst>
                <a:path w="862964" h="118745">
                  <a:moveTo>
                    <a:pt x="862928" y="0"/>
                  </a:moveTo>
                  <a:lnTo>
                    <a:pt x="0" y="0"/>
                  </a:lnTo>
                  <a:lnTo>
                    <a:pt x="0" y="118441"/>
                  </a:lnTo>
                  <a:lnTo>
                    <a:pt x="862928" y="118441"/>
                  </a:lnTo>
                  <a:lnTo>
                    <a:pt x="8629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3620759" y="5746372"/>
              <a:ext cx="781050" cy="277495"/>
            </a:xfrm>
            <a:custGeom>
              <a:avLst/>
              <a:gdLst/>
              <a:ahLst/>
              <a:cxnLst/>
              <a:rect l="l" t="t" r="r" b="b"/>
              <a:pathLst>
                <a:path w="781050" h="277495">
                  <a:moveTo>
                    <a:pt x="0" y="0"/>
                  </a:moveTo>
                  <a:lnTo>
                    <a:pt x="0" y="277225"/>
                  </a:lnTo>
                </a:path>
                <a:path w="781050" h="277495">
                  <a:moveTo>
                    <a:pt x="780805" y="0"/>
                  </a:moveTo>
                  <a:lnTo>
                    <a:pt x="780805" y="277225"/>
                  </a:lnTo>
                </a:path>
              </a:pathLst>
            </a:custGeom>
            <a:ln w="142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3620759" y="5636513"/>
              <a:ext cx="776605" cy="160655"/>
            </a:xfrm>
            <a:custGeom>
              <a:avLst/>
              <a:gdLst/>
              <a:ahLst/>
              <a:cxnLst/>
              <a:rect l="l" t="t" r="r" b="b"/>
              <a:pathLst>
                <a:path w="776604" h="160654">
                  <a:moveTo>
                    <a:pt x="426719" y="0"/>
                  </a:moveTo>
                  <a:lnTo>
                    <a:pt x="345223" y="0"/>
                  </a:lnTo>
                  <a:lnTo>
                    <a:pt x="267185" y="4288"/>
                  </a:lnTo>
                  <a:lnTo>
                    <a:pt x="193039" y="10721"/>
                  </a:lnTo>
                  <a:lnTo>
                    <a:pt x="124513" y="21461"/>
                  </a:lnTo>
                  <a:lnTo>
                    <a:pt x="72633" y="31332"/>
                  </a:lnTo>
                  <a:lnTo>
                    <a:pt x="28102" y="46343"/>
                  </a:lnTo>
                  <a:lnTo>
                    <a:pt x="0" y="81964"/>
                  </a:lnTo>
                  <a:lnTo>
                    <a:pt x="8862" y="95698"/>
                  </a:lnTo>
                  <a:lnTo>
                    <a:pt x="72633" y="127882"/>
                  </a:lnTo>
                  <a:lnTo>
                    <a:pt x="124513" y="138603"/>
                  </a:lnTo>
                  <a:lnTo>
                    <a:pt x="193039" y="149343"/>
                  </a:lnTo>
                  <a:lnTo>
                    <a:pt x="267185" y="155776"/>
                  </a:lnTo>
                  <a:lnTo>
                    <a:pt x="345223" y="160065"/>
                  </a:lnTo>
                  <a:lnTo>
                    <a:pt x="426719" y="160065"/>
                  </a:lnTo>
                  <a:lnTo>
                    <a:pt x="503027" y="155776"/>
                  </a:lnTo>
                  <a:lnTo>
                    <a:pt x="581064" y="149343"/>
                  </a:lnTo>
                  <a:lnTo>
                    <a:pt x="645915" y="138603"/>
                  </a:lnTo>
                  <a:lnTo>
                    <a:pt x="698228" y="127882"/>
                  </a:lnTo>
                  <a:lnTo>
                    <a:pt x="742111" y="114147"/>
                  </a:lnTo>
                  <a:lnTo>
                    <a:pt x="776049" y="81964"/>
                  </a:lnTo>
                  <a:lnTo>
                    <a:pt x="768267" y="63515"/>
                  </a:lnTo>
                  <a:lnTo>
                    <a:pt x="698228" y="31332"/>
                  </a:lnTo>
                  <a:lnTo>
                    <a:pt x="645915" y="21461"/>
                  </a:lnTo>
                  <a:lnTo>
                    <a:pt x="581064" y="10721"/>
                  </a:lnTo>
                  <a:lnTo>
                    <a:pt x="503027" y="4288"/>
                  </a:lnTo>
                  <a:lnTo>
                    <a:pt x="4267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3620759" y="5378605"/>
              <a:ext cx="776605" cy="418465"/>
            </a:xfrm>
            <a:custGeom>
              <a:avLst/>
              <a:gdLst/>
              <a:ahLst/>
              <a:cxnLst/>
              <a:rect l="l" t="t" r="r" b="b"/>
              <a:pathLst>
                <a:path w="776604" h="418464">
                  <a:moveTo>
                    <a:pt x="0" y="339872"/>
                  </a:moveTo>
                  <a:lnTo>
                    <a:pt x="28102" y="304251"/>
                  </a:lnTo>
                  <a:lnTo>
                    <a:pt x="72633" y="289241"/>
                  </a:lnTo>
                  <a:lnTo>
                    <a:pt x="124513" y="279369"/>
                  </a:lnTo>
                  <a:lnTo>
                    <a:pt x="193039" y="268630"/>
                  </a:lnTo>
                  <a:lnTo>
                    <a:pt x="267185" y="262197"/>
                  </a:lnTo>
                  <a:lnTo>
                    <a:pt x="345223" y="257908"/>
                  </a:lnTo>
                  <a:lnTo>
                    <a:pt x="426719" y="257908"/>
                  </a:lnTo>
                  <a:lnTo>
                    <a:pt x="503027" y="262197"/>
                  </a:lnTo>
                  <a:lnTo>
                    <a:pt x="581064" y="268630"/>
                  </a:lnTo>
                  <a:lnTo>
                    <a:pt x="645915" y="279369"/>
                  </a:lnTo>
                  <a:lnTo>
                    <a:pt x="698228" y="289241"/>
                  </a:lnTo>
                  <a:lnTo>
                    <a:pt x="742111" y="304251"/>
                  </a:lnTo>
                  <a:lnTo>
                    <a:pt x="776049" y="339872"/>
                  </a:lnTo>
                  <a:lnTo>
                    <a:pt x="768267" y="353607"/>
                  </a:lnTo>
                  <a:lnTo>
                    <a:pt x="698228" y="385790"/>
                  </a:lnTo>
                  <a:lnTo>
                    <a:pt x="645915" y="396512"/>
                  </a:lnTo>
                  <a:lnTo>
                    <a:pt x="581064" y="407251"/>
                  </a:lnTo>
                  <a:lnTo>
                    <a:pt x="503027" y="413685"/>
                  </a:lnTo>
                  <a:lnTo>
                    <a:pt x="426719" y="417973"/>
                  </a:lnTo>
                  <a:lnTo>
                    <a:pt x="345223" y="417973"/>
                  </a:lnTo>
                  <a:lnTo>
                    <a:pt x="267185" y="413685"/>
                  </a:lnTo>
                  <a:lnTo>
                    <a:pt x="193039" y="407251"/>
                  </a:lnTo>
                  <a:lnTo>
                    <a:pt x="124513" y="396512"/>
                  </a:lnTo>
                  <a:lnTo>
                    <a:pt x="72633" y="385790"/>
                  </a:lnTo>
                  <a:lnTo>
                    <a:pt x="28102" y="372056"/>
                  </a:lnTo>
                  <a:lnTo>
                    <a:pt x="0" y="339872"/>
                  </a:lnTo>
                  <a:close/>
                </a:path>
                <a:path w="776604" h="418464">
                  <a:moveTo>
                    <a:pt x="0" y="81539"/>
                  </a:moveTo>
                  <a:lnTo>
                    <a:pt x="28102" y="46343"/>
                  </a:lnTo>
                  <a:lnTo>
                    <a:pt x="72633" y="31332"/>
                  </a:lnTo>
                  <a:lnTo>
                    <a:pt x="124513" y="21461"/>
                  </a:lnTo>
                  <a:lnTo>
                    <a:pt x="193039" y="10721"/>
                  </a:lnTo>
                  <a:lnTo>
                    <a:pt x="267185" y="4288"/>
                  </a:lnTo>
                  <a:lnTo>
                    <a:pt x="345223" y="0"/>
                  </a:lnTo>
                  <a:lnTo>
                    <a:pt x="426719" y="0"/>
                  </a:lnTo>
                  <a:lnTo>
                    <a:pt x="503027" y="4288"/>
                  </a:lnTo>
                  <a:lnTo>
                    <a:pt x="581064" y="10721"/>
                  </a:lnTo>
                  <a:lnTo>
                    <a:pt x="645915" y="21461"/>
                  </a:lnTo>
                  <a:lnTo>
                    <a:pt x="698228" y="31332"/>
                  </a:lnTo>
                  <a:lnTo>
                    <a:pt x="742111" y="46343"/>
                  </a:lnTo>
                  <a:lnTo>
                    <a:pt x="776049" y="81539"/>
                  </a:lnTo>
                  <a:lnTo>
                    <a:pt x="768267" y="95698"/>
                  </a:lnTo>
                  <a:lnTo>
                    <a:pt x="698228" y="127882"/>
                  </a:lnTo>
                  <a:lnTo>
                    <a:pt x="645915" y="138603"/>
                  </a:lnTo>
                  <a:lnTo>
                    <a:pt x="581064" y="149343"/>
                  </a:lnTo>
                  <a:lnTo>
                    <a:pt x="503027" y="155776"/>
                  </a:lnTo>
                  <a:lnTo>
                    <a:pt x="426719" y="160065"/>
                  </a:lnTo>
                  <a:lnTo>
                    <a:pt x="345223" y="160065"/>
                  </a:lnTo>
                  <a:lnTo>
                    <a:pt x="267185" y="155776"/>
                  </a:lnTo>
                  <a:lnTo>
                    <a:pt x="193039" y="149343"/>
                  </a:lnTo>
                  <a:lnTo>
                    <a:pt x="124513" y="138603"/>
                  </a:lnTo>
                  <a:lnTo>
                    <a:pt x="72633" y="127882"/>
                  </a:lnTo>
                  <a:lnTo>
                    <a:pt x="28102" y="114147"/>
                  </a:lnTo>
                  <a:lnTo>
                    <a:pt x="0" y="81539"/>
                  </a:lnTo>
                  <a:close/>
                </a:path>
              </a:pathLst>
            </a:custGeom>
            <a:ln w="142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3575147" y="5603478"/>
              <a:ext cx="862965" cy="118110"/>
            </a:xfrm>
            <a:custGeom>
              <a:avLst/>
              <a:gdLst/>
              <a:ahLst/>
              <a:cxnLst/>
              <a:rect l="l" t="t" r="r" b="b"/>
              <a:pathLst>
                <a:path w="862964" h="118110">
                  <a:moveTo>
                    <a:pt x="862928" y="0"/>
                  </a:moveTo>
                  <a:lnTo>
                    <a:pt x="0" y="0"/>
                  </a:lnTo>
                  <a:lnTo>
                    <a:pt x="0" y="118012"/>
                  </a:lnTo>
                  <a:lnTo>
                    <a:pt x="862928" y="118012"/>
                  </a:lnTo>
                  <a:lnTo>
                    <a:pt x="8629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3620759" y="5448553"/>
              <a:ext cx="781050" cy="278765"/>
            </a:xfrm>
            <a:custGeom>
              <a:avLst/>
              <a:gdLst/>
              <a:ahLst/>
              <a:cxnLst/>
              <a:rect l="l" t="t" r="r" b="b"/>
              <a:pathLst>
                <a:path w="781050" h="278764">
                  <a:moveTo>
                    <a:pt x="0" y="0"/>
                  </a:moveTo>
                  <a:lnTo>
                    <a:pt x="0" y="278501"/>
                  </a:lnTo>
                </a:path>
                <a:path w="781050" h="278764">
                  <a:moveTo>
                    <a:pt x="780805" y="0"/>
                  </a:moveTo>
                  <a:lnTo>
                    <a:pt x="780805" y="278501"/>
                  </a:lnTo>
                </a:path>
              </a:pathLst>
            </a:custGeom>
            <a:ln w="142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3620759" y="5335682"/>
              <a:ext cx="776605" cy="160655"/>
            </a:xfrm>
            <a:custGeom>
              <a:avLst/>
              <a:gdLst/>
              <a:ahLst/>
              <a:cxnLst/>
              <a:rect l="l" t="t" r="r" b="b"/>
              <a:pathLst>
                <a:path w="776604" h="160654">
                  <a:moveTo>
                    <a:pt x="426719" y="0"/>
                  </a:moveTo>
                  <a:lnTo>
                    <a:pt x="345223" y="0"/>
                  </a:lnTo>
                  <a:lnTo>
                    <a:pt x="267185" y="4306"/>
                  </a:lnTo>
                  <a:lnTo>
                    <a:pt x="193039" y="10739"/>
                  </a:lnTo>
                  <a:lnTo>
                    <a:pt x="124513" y="21461"/>
                  </a:lnTo>
                  <a:lnTo>
                    <a:pt x="72633" y="30907"/>
                  </a:lnTo>
                  <a:lnTo>
                    <a:pt x="28102" y="45917"/>
                  </a:lnTo>
                  <a:lnTo>
                    <a:pt x="0" y="81539"/>
                  </a:lnTo>
                  <a:lnTo>
                    <a:pt x="8862" y="95698"/>
                  </a:lnTo>
                  <a:lnTo>
                    <a:pt x="72633" y="127882"/>
                  </a:lnTo>
                  <a:lnTo>
                    <a:pt x="124513" y="138621"/>
                  </a:lnTo>
                  <a:lnTo>
                    <a:pt x="193039" y="149343"/>
                  </a:lnTo>
                  <a:lnTo>
                    <a:pt x="267185" y="155776"/>
                  </a:lnTo>
                  <a:lnTo>
                    <a:pt x="345223" y="160082"/>
                  </a:lnTo>
                  <a:lnTo>
                    <a:pt x="426719" y="160082"/>
                  </a:lnTo>
                  <a:lnTo>
                    <a:pt x="503027" y="155776"/>
                  </a:lnTo>
                  <a:lnTo>
                    <a:pt x="581064" y="149343"/>
                  </a:lnTo>
                  <a:lnTo>
                    <a:pt x="645915" y="138621"/>
                  </a:lnTo>
                  <a:lnTo>
                    <a:pt x="698228" y="127882"/>
                  </a:lnTo>
                  <a:lnTo>
                    <a:pt x="742111" y="113722"/>
                  </a:lnTo>
                  <a:lnTo>
                    <a:pt x="776049" y="81539"/>
                  </a:lnTo>
                  <a:lnTo>
                    <a:pt x="768267" y="63515"/>
                  </a:lnTo>
                  <a:lnTo>
                    <a:pt x="698228" y="30907"/>
                  </a:lnTo>
                  <a:lnTo>
                    <a:pt x="645915" y="21461"/>
                  </a:lnTo>
                  <a:lnTo>
                    <a:pt x="581064" y="10739"/>
                  </a:lnTo>
                  <a:lnTo>
                    <a:pt x="503027" y="4306"/>
                  </a:lnTo>
                  <a:lnTo>
                    <a:pt x="4267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3620759" y="5077773"/>
              <a:ext cx="776605" cy="418465"/>
            </a:xfrm>
            <a:custGeom>
              <a:avLst/>
              <a:gdLst/>
              <a:ahLst/>
              <a:cxnLst/>
              <a:rect l="l" t="t" r="r" b="b"/>
              <a:pathLst>
                <a:path w="776604" h="418464">
                  <a:moveTo>
                    <a:pt x="0" y="339447"/>
                  </a:moveTo>
                  <a:lnTo>
                    <a:pt x="28102" y="303826"/>
                  </a:lnTo>
                  <a:lnTo>
                    <a:pt x="72633" y="288815"/>
                  </a:lnTo>
                  <a:lnTo>
                    <a:pt x="124513" y="279369"/>
                  </a:lnTo>
                  <a:lnTo>
                    <a:pt x="193039" y="268648"/>
                  </a:lnTo>
                  <a:lnTo>
                    <a:pt x="267185" y="262214"/>
                  </a:lnTo>
                  <a:lnTo>
                    <a:pt x="345223" y="257908"/>
                  </a:lnTo>
                  <a:lnTo>
                    <a:pt x="426719" y="257908"/>
                  </a:lnTo>
                  <a:lnTo>
                    <a:pt x="503027" y="262214"/>
                  </a:lnTo>
                  <a:lnTo>
                    <a:pt x="581064" y="268648"/>
                  </a:lnTo>
                  <a:lnTo>
                    <a:pt x="645915" y="279369"/>
                  </a:lnTo>
                  <a:lnTo>
                    <a:pt x="698228" y="288815"/>
                  </a:lnTo>
                  <a:lnTo>
                    <a:pt x="742111" y="303826"/>
                  </a:lnTo>
                  <a:lnTo>
                    <a:pt x="776049" y="339447"/>
                  </a:lnTo>
                  <a:lnTo>
                    <a:pt x="768267" y="353607"/>
                  </a:lnTo>
                  <a:lnTo>
                    <a:pt x="698228" y="385790"/>
                  </a:lnTo>
                  <a:lnTo>
                    <a:pt x="645915" y="396530"/>
                  </a:lnTo>
                  <a:lnTo>
                    <a:pt x="581064" y="407251"/>
                  </a:lnTo>
                  <a:lnTo>
                    <a:pt x="503027" y="413685"/>
                  </a:lnTo>
                  <a:lnTo>
                    <a:pt x="426719" y="417991"/>
                  </a:lnTo>
                  <a:lnTo>
                    <a:pt x="345223" y="417991"/>
                  </a:lnTo>
                  <a:lnTo>
                    <a:pt x="267185" y="413685"/>
                  </a:lnTo>
                  <a:lnTo>
                    <a:pt x="193039" y="407251"/>
                  </a:lnTo>
                  <a:lnTo>
                    <a:pt x="124513" y="396530"/>
                  </a:lnTo>
                  <a:lnTo>
                    <a:pt x="72633" y="385790"/>
                  </a:lnTo>
                  <a:lnTo>
                    <a:pt x="28102" y="371630"/>
                  </a:lnTo>
                  <a:lnTo>
                    <a:pt x="0" y="339447"/>
                  </a:lnTo>
                  <a:close/>
                </a:path>
                <a:path w="776604" h="418464">
                  <a:moveTo>
                    <a:pt x="0" y="81539"/>
                  </a:moveTo>
                  <a:lnTo>
                    <a:pt x="28102" y="45917"/>
                  </a:lnTo>
                  <a:lnTo>
                    <a:pt x="72633" y="30907"/>
                  </a:lnTo>
                  <a:lnTo>
                    <a:pt x="124513" y="21461"/>
                  </a:lnTo>
                  <a:lnTo>
                    <a:pt x="193039" y="10739"/>
                  </a:lnTo>
                  <a:lnTo>
                    <a:pt x="267185" y="4306"/>
                  </a:lnTo>
                  <a:lnTo>
                    <a:pt x="345223" y="0"/>
                  </a:lnTo>
                  <a:lnTo>
                    <a:pt x="426719" y="0"/>
                  </a:lnTo>
                  <a:lnTo>
                    <a:pt x="503027" y="4306"/>
                  </a:lnTo>
                  <a:lnTo>
                    <a:pt x="581064" y="10739"/>
                  </a:lnTo>
                  <a:lnTo>
                    <a:pt x="645915" y="21461"/>
                  </a:lnTo>
                  <a:lnTo>
                    <a:pt x="698228" y="30907"/>
                  </a:lnTo>
                  <a:lnTo>
                    <a:pt x="742111" y="45917"/>
                  </a:lnTo>
                  <a:lnTo>
                    <a:pt x="776049" y="81539"/>
                  </a:lnTo>
                  <a:lnTo>
                    <a:pt x="768267" y="95273"/>
                  </a:lnTo>
                  <a:lnTo>
                    <a:pt x="698228" y="127882"/>
                  </a:lnTo>
                  <a:lnTo>
                    <a:pt x="645915" y="138621"/>
                  </a:lnTo>
                  <a:lnTo>
                    <a:pt x="581064" y="149343"/>
                  </a:lnTo>
                  <a:lnTo>
                    <a:pt x="503027" y="155776"/>
                  </a:lnTo>
                  <a:lnTo>
                    <a:pt x="426719" y="160082"/>
                  </a:lnTo>
                  <a:lnTo>
                    <a:pt x="345223" y="160082"/>
                  </a:lnTo>
                  <a:lnTo>
                    <a:pt x="267185" y="155776"/>
                  </a:lnTo>
                  <a:lnTo>
                    <a:pt x="193039" y="149343"/>
                  </a:lnTo>
                  <a:lnTo>
                    <a:pt x="124513" y="138621"/>
                  </a:lnTo>
                  <a:lnTo>
                    <a:pt x="72633" y="127882"/>
                  </a:lnTo>
                  <a:lnTo>
                    <a:pt x="28102" y="113722"/>
                  </a:lnTo>
                  <a:lnTo>
                    <a:pt x="0" y="81539"/>
                  </a:lnTo>
                  <a:close/>
                </a:path>
              </a:pathLst>
            </a:custGeom>
            <a:ln w="142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3575147" y="5302217"/>
              <a:ext cx="862965" cy="118745"/>
            </a:xfrm>
            <a:custGeom>
              <a:avLst/>
              <a:gdLst/>
              <a:ahLst/>
              <a:cxnLst/>
              <a:rect l="l" t="t" r="r" b="b"/>
              <a:pathLst>
                <a:path w="862964" h="118745">
                  <a:moveTo>
                    <a:pt x="862928" y="0"/>
                  </a:moveTo>
                  <a:lnTo>
                    <a:pt x="0" y="0"/>
                  </a:lnTo>
                  <a:lnTo>
                    <a:pt x="0" y="118441"/>
                  </a:lnTo>
                  <a:lnTo>
                    <a:pt x="862928" y="118441"/>
                  </a:lnTo>
                  <a:lnTo>
                    <a:pt x="8629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3620759" y="5147297"/>
              <a:ext cx="781050" cy="278765"/>
            </a:xfrm>
            <a:custGeom>
              <a:avLst/>
              <a:gdLst/>
              <a:ahLst/>
              <a:cxnLst/>
              <a:rect l="l" t="t" r="r" b="b"/>
              <a:pathLst>
                <a:path w="781050" h="278764">
                  <a:moveTo>
                    <a:pt x="0" y="0"/>
                  </a:moveTo>
                  <a:lnTo>
                    <a:pt x="0" y="278519"/>
                  </a:lnTo>
                </a:path>
                <a:path w="781050" h="278764">
                  <a:moveTo>
                    <a:pt x="780805" y="0"/>
                  </a:moveTo>
                  <a:lnTo>
                    <a:pt x="780805" y="278519"/>
                  </a:lnTo>
                </a:path>
              </a:pathLst>
            </a:custGeom>
            <a:ln w="142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3620759" y="5038732"/>
              <a:ext cx="776605" cy="159385"/>
            </a:xfrm>
            <a:custGeom>
              <a:avLst/>
              <a:gdLst/>
              <a:ahLst/>
              <a:cxnLst/>
              <a:rect l="l" t="t" r="r" b="b"/>
              <a:pathLst>
                <a:path w="776604" h="159385">
                  <a:moveTo>
                    <a:pt x="426719" y="0"/>
                  </a:moveTo>
                  <a:lnTo>
                    <a:pt x="345223" y="0"/>
                  </a:lnTo>
                  <a:lnTo>
                    <a:pt x="267185" y="3438"/>
                  </a:lnTo>
                  <a:lnTo>
                    <a:pt x="193039" y="10721"/>
                  </a:lnTo>
                  <a:lnTo>
                    <a:pt x="124513" y="21461"/>
                  </a:lnTo>
                  <a:lnTo>
                    <a:pt x="72633" y="31332"/>
                  </a:lnTo>
                  <a:lnTo>
                    <a:pt x="28102" y="45492"/>
                  </a:lnTo>
                  <a:lnTo>
                    <a:pt x="0" y="80670"/>
                  </a:lnTo>
                  <a:lnTo>
                    <a:pt x="8862" y="95698"/>
                  </a:lnTo>
                  <a:lnTo>
                    <a:pt x="72633" y="127882"/>
                  </a:lnTo>
                  <a:lnTo>
                    <a:pt x="124513" y="137753"/>
                  </a:lnTo>
                  <a:lnTo>
                    <a:pt x="193039" y="148475"/>
                  </a:lnTo>
                  <a:lnTo>
                    <a:pt x="267185" y="156201"/>
                  </a:lnTo>
                  <a:lnTo>
                    <a:pt x="345223" y="159214"/>
                  </a:lnTo>
                  <a:lnTo>
                    <a:pt x="426719" y="159214"/>
                  </a:lnTo>
                  <a:lnTo>
                    <a:pt x="503027" y="156201"/>
                  </a:lnTo>
                  <a:lnTo>
                    <a:pt x="581064" y="148475"/>
                  </a:lnTo>
                  <a:lnTo>
                    <a:pt x="645915" y="137753"/>
                  </a:lnTo>
                  <a:lnTo>
                    <a:pt x="698228" y="127882"/>
                  </a:lnTo>
                  <a:lnTo>
                    <a:pt x="742111" y="112853"/>
                  </a:lnTo>
                  <a:lnTo>
                    <a:pt x="776049" y="80670"/>
                  </a:lnTo>
                  <a:lnTo>
                    <a:pt x="768267" y="63515"/>
                  </a:lnTo>
                  <a:lnTo>
                    <a:pt x="698228" y="31332"/>
                  </a:lnTo>
                  <a:lnTo>
                    <a:pt x="645915" y="21461"/>
                  </a:lnTo>
                  <a:lnTo>
                    <a:pt x="581064" y="10721"/>
                  </a:lnTo>
                  <a:lnTo>
                    <a:pt x="503027" y="3438"/>
                  </a:lnTo>
                  <a:lnTo>
                    <a:pt x="4267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3620759" y="4780823"/>
              <a:ext cx="776605" cy="417195"/>
            </a:xfrm>
            <a:custGeom>
              <a:avLst/>
              <a:gdLst/>
              <a:ahLst/>
              <a:cxnLst/>
              <a:rect l="l" t="t" r="r" b="b"/>
              <a:pathLst>
                <a:path w="776604" h="417195">
                  <a:moveTo>
                    <a:pt x="0" y="338579"/>
                  </a:moveTo>
                  <a:lnTo>
                    <a:pt x="28102" y="303400"/>
                  </a:lnTo>
                  <a:lnTo>
                    <a:pt x="72633" y="289241"/>
                  </a:lnTo>
                  <a:lnTo>
                    <a:pt x="124513" y="279369"/>
                  </a:lnTo>
                  <a:lnTo>
                    <a:pt x="193039" y="268630"/>
                  </a:lnTo>
                  <a:lnTo>
                    <a:pt x="267185" y="261346"/>
                  </a:lnTo>
                  <a:lnTo>
                    <a:pt x="345223" y="257908"/>
                  </a:lnTo>
                  <a:lnTo>
                    <a:pt x="426719" y="257908"/>
                  </a:lnTo>
                  <a:lnTo>
                    <a:pt x="503027" y="261346"/>
                  </a:lnTo>
                  <a:lnTo>
                    <a:pt x="581064" y="268630"/>
                  </a:lnTo>
                  <a:lnTo>
                    <a:pt x="645915" y="279369"/>
                  </a:lnTo>
                  <a:lnTo>
                    <a:pt x="698228" y="289241"/>
                  </a:lnTo>
                  <a:lnTo>
                    <a:pt x="742111" y="303400"/>
                  </a:lnTo>
                  <a:lnTo>
                    <a:pt x="776049" y="338579"/>
                  </a:lnTo>
                  <a:lnTo>
                    <a:pt x="768267" y="353607"/>
                  </a:lnTo>
                  <a:lnTo>
                    <a:pt x="698228" y="385790"/>
                  </a:lnTo>
                  <a:lnTo>
                    <a:pt x="645915" y="395661"/>
                  </a:lnTo>
                  <a:lnTo>
                    <a:pt x="581064" y="406383"/>
                  </a:lnTo>
                  <a:lnTo>
                    <a:pt x="503027" y="414110"/>
                  </a:lnTo>
                  <a:lnTo>
                    <a:pt x="426719" y="417123"/>
                  </a:lnTo>
                  <a:lnTo>
                    <a:pt x="345223" y="417123"/>
                  </a:lnTo>
                  <a:lnTo>
                    <a:pt x="267185" y="414110"/>
                  </a:lnTo>
                  <a:lnTo>
                    <a:pt x="193039" y="406383"/>
                  </a:lnTo>
                  <a:lnTo>
                    <a:pt x="124513" y="395661"/>
                  </a:lnTo>
                  <a:lnTo>
                    <a:pt x="72633" y="385790"/>
                  </a:lnTo>
                  <a:lnTo>
                    <a:pt x="28102" y="370762"/>
                  </a:lnTo>
                  <a:lnTo>
                    <a:pt x="0" y="338579"/>
                  </a:lnTo>
                  <a:close/>
                </a:path>
                <a:path w="776604" h="417195">
                  <a:moveTo>
                    <a:pt x="0" y="80670"/>
                  </a:moveTo>
                  <a:lnTo>
                    <a:pt x="28102" y="45013"/>
                  </a:lnTo>
                  <a:lnTo>
                    <a:pt x="72633" y="31367"/>
                  </a:lnTo>
                  <a:lnTo>
                    <a:pt x="124513" y="21443"/>
                  </a:lnTo>
                  <a:lnTo>
                    <a:pt x="193039" y="10810"/>
                  </a:lnTo>
                  <a:lnTo>
                    <a:pt x="267185" y="3367"/>
                  </a:lnTo>
                  <a:lnTo>
                    <a:pt x="345223" y="0"/>
                  </a:lnTo>
                  <a:lnTo>
                    <a:pt x="426719" y="0"/>
                  </a:lnTo>
                  <a:lnTo>
                    <a:pt x="503027" y="3367"/>
                  </a:lnTo>
                  <a:lnTo>
                    <a:pt x="581064" y="10810"/>
                  </a:lnTo>
                  <a:lnTo>
                    <a:pt x="645915" y="21443"/>
                  </a:lnTo>
                  <a:lnTo>
                    <a:pt x="698228" y="31367"/>
                  </a:lnTo>
                  <a:lnTo>
                    <a:pt x="742111" y="45013"/>
                  </a:lnTo>
                  <a:lnTo>
                    <a:pt x="776049" y="80670"/>
                  </a:lnTo>
                  <a:lnTo>
                    <a:pt x="768267" y="95698"/>
                  </a:lnTo>
                  <a:lnTo>
                    <a:pt x="698228" y="127882"/>
                  </a:lnTo>
                  <a:lnTo>
                    <a:pt x="645915" y="137753"/>
                  </a:lnTo>
                  <a:lnTo>
                    <a:pt x="581064" y="148475"/>
                  </a:lnTo>
                  <a:lnTo>
                    <a:pt x="503027" y="155776"/>
                  </a:lnTo>
                  <a:lnTo>
                    <a:pt x="426719" y="159214"/>
                  </a:lnTo>
                  <a:lnTo>
                    <a:pt x="345223" y="159214"/>
                  </a:lnTo>
                  <a:lnTo>
                    <a:pt x="267185" y="155776"/>
                  </a:lnTo>
                  <a:lnTo>
                    <a:pt x="193039" y="148475"/>
                  </a:lnTo>
                  <a:lnTo>
                    <a:pt x="124513" y="137753"/>
                  </a:lnTo>
                  <a:lnTo>
                    <a:pt x="72633" y="127882"/>
                  </a:lnTo>
                  <a:lnTo>
                    <a:pt x="28102" y="112853"/>
                  </a:lnTo>
                  <a:lnTo>
                    <a:pt x="0" y="80670"/>
                  </a:lnTo>
                  <a:close/>
                </a:path>
              </a:pathLst>
            </a:custGeom>
            <a:ln w="142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3575147" y="5004399"/>
              <a:ext cx="862965" cy="118745"/>
            </a:xfrm>
            <a:custGeom>
              <a:avLst/>
              <a:gdLst/>
              <a:ahLst/>
              <a:cxnLst/>
              <a:rect l="l" t="t" r="r" b="b"/>
              <a:pathLst>
                <a:path w="862964" h="118745">
                  <a:moveTo>
                    <a:pt x="862928" y="0"/>
                  </a:moveTo>
                  <a:lnTo>
                    <a:pt x="0" y="0"/>
                  </a:lnTo>
                  <a:lnTo>
                    <a:pt x="0" y="118441"/>
                  </a:lnTo>
                  <a:lnTo>
                    <a:pt x="862928" y="118441"/>
                  </a:lnTo>
                  <a:lnTo>
                    <a:pt x="8629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3620759" y="4850825"/>
              <a:ext cx="1911985" cy="1243330"/>
            </a:xfrm>
            <a:custGeom>
              <a:avLst/>
              <a:gdLst/>
              <a:ahLst/>
              <a:cxnLst/>
              <a:rect l="l" t="t" r="r" b="b"/>
              <a:pathLst>
                <a:path w="1911985" h="1243329">
                  <a:moveTo>
                    <a:pt x="0" y="0"/>
                  </a:moveTo>
                  <a:lnTo>
                    <a:pt x="0" y="277172"/>
                  </a:lnTo>
                </a:path>
                <a:path w="1911985" h="1243329">
                  <a:moveTo>
                    <a:pt x="780805" y="0"/>
                  </a:moveTo>
                  <a:lnTo>
                    <a:pt x="780805" y="277172"/>
                  </a:lnTo>
                </a:path>
                <a:path w="1911985" h="1243329">
                  <a:moveTo>
                    <a:pt x="1135324" y="1165470"/>
                  </a:moveTo>
                  <a:lnTo>
                    <a:pt x="1163642" y="1128573"/>
                  </a:lnTo>
                  <a:lnTo>
                    <a:pt x="1208173" y="1114838"/>
                  </a:lnTo>
                  <a:lnTo>
                    <a:pt x="1259838" y="1104967"/>
                  </a:lnTo>
                  <a:lnTo>
                    <a:pt x="1328363" y="1094228"/>
                  </a:lnTo>
                  <a:lnTo>
                    <a:pt x="1402726" y="1086944"/>
                  </a:lnTo>
                  <a:lnTo>
                    <a:pt x="1480547" y="1083506"/>
                  </a:lnTo>
                  <a:lnTo>
                    <a:pt x="1562043" y="1083506"/>
                  </a:lnTo>
                  <a:lnTo>
                    <a:pt x="1638567" y="1086944"/>
                  </a:lnTo>
                  <a:lnTo>
                    <a:pt x="1716388" y="1094228"/>
                  </a:lnTo>
                  <a:lnTo>
                    <a:pt x="1781239" y="1104967"/>
                  </a:lnTo>
                  <a:lnTo>
                    <a:pt x="1833552" y="1114838"/>
                  </a:lnTo>
                  <a:lnTo>
                    <a:pt x="1877435" y="1128573"/>
                  </a:lnTo>
                  <a:lnTo>
                    <a:pt x="1911590" y="1165470"/>
                  </a:lnTo>
                  <a:lnTo>
                    <a:pt x="1903592" y="1179205"/>
                  </a:lnTo>
                  <a:lnTo>
                    <a:pt x="1833553" y="1211388"/>
                  </a:lnTo>
                  <a:lnTo>
                    <a:pt x="1781239" y="1221259"/>
                  </a:lnTo>
                  <a:lnTo>
                    <a:pt x="1716388" y="1231981"/>
                  </a:lnTo>
                  <a:lnTo>
                    <a:pt x="1638567" y="1239283"/>
                  </a:lnTo>
                  <a:lnTo>
                    <a:pt x="1562043" y="1242721"/>
                  </a:lnTo>
                  <a:lnTo>
                    <a:pt x="1480547" y="1242721"/>
                  </a:lnTo>
                  <a:lnTo>
                    <a:pt x="1402726" y="1239283"/>
                  </a:lnTo>
                  <a:lnTo>
                    <a:pt x="1328363" y="1231981"/>
                  </a:lnTo>
                  <a:lnTo>
                    <a:pt x="1259838" y="1221259"/>
                  </a:lnTo>
                  <a:lnTo>
                    <a:pt x="1208173" y="1211388"/>
                  </a:lnTo>
                  <a:lnTo>
                    <a:pt x="1163642" y="1197653"/>
                  </a:lnTo>
                  <a:lnTo>
                    <a:pt x="1135324" y="1165470"/>
                  </a:lnTo>
                  <a:close/>
                </a:path>
                <a:path w="1911985" h="1243329">
                  <a:moveTo>
                    <a:pt x="1135324" y="907136"/>
                  </a:moveTo>
                  <a:lnTo>
                    <a:pt x="1163642" y="870665"/>
                  </a:lnTo>
                  <a:lnTo>
                    <a:pt x="1208173" y="856930"/>
                  </a:lnTo>
                  <a:lnTo>
                    <a:pt x="1259838" y="847059"/>
                  </a:lnTo>
                  <a:lnTo>
                    <a:pt x="1328363" y="836319"/>
                  </a:lnTo>
                  <a:lnTo>
                    <a:pt x="1402726" y="828592"/>
                  </a:lnTo>
                  <a:lnTo>
                    <a:pt x="1480547" y="825597"/>
                  </a:lnTo>
                  <a:lnTo>
                    <a:pt x="1562043" y="825597"/>
                  </a:lnTo>
                  <a:lnTo>
                    <a:pt x="1638567" y="828592"/>
                  </a:lnTo>
                  <a:lnTo>
                    <a:pt x="1716388" y="836319"/>
                  </a:lnTo>
                  <a:lnTo>
                    <a:pt x="1781239" y="847059"/>
                  </a:lnTo>
                  <a:lnTo>
                    <a:pt x="1833552" y="856930"/>
                  </a:lnTo>
                  <a:lnTo>
                    <a:pt x="1877435" y="870665"/>
                  </a:lnTo>
                  <a:lnTo>
                    <a:pt x="1911590" y="907136"/>
                  </a:lnTo>
                  <a:lnTo>
                    <a:pt x="1903592" y="921296"/>
                  </a:lnTo>
                  <a:lnTo>
                    <a:pt x="1833552" y="953480"/>
                  </a:lnTo>
                  <a:lnTo>
                    <a:pt x="1781239" y="963351"/>
                  </a:lnTo>
                  <a:lnTo>
                    <a:pt x="1716388" y="974073"/>
                  </a:lnTo>
                  <a:lnTo>
                    <a:pt x="1638567" y="981374"/>
                  </a:lnTo>
                  <a:lnTo>
                    <a:pt x="1562043" y="984812"/>
                  </a:lnTo>
                  <a:lnTo>
                    <a:pt x="1480547" y="984812"/>
                  </a:lnTo>
                  <a:lnTo>
                    <a:pt x="1402726" y="981374"/>
                  </a:lnTo>
                  <a:lnTo>
                    <a:pt x="1328363" y="974073"/>
                  </a:lnTo>
                  <a:lnTo>
                    <a:pt x="1259838" y="963351"/>
                  </a:lnTo>
                  <a:lnTo>
                    <a:pt x="1208173" y="953480"/>
                  </a:lnTo>
                  <a:lnTo>
                    <a:pt x="1163642" y="939320"/>
                  </a:lnTo>
                  <a:lnTo>
                    <a:pt x="1135324" y="907136"/>
                  </a:lnTo>
                  <a:close/>
                </a:path>
              </a:pathLst>
            </a:custGeom>
            <a:ln w="142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4710688" y="5899999"/>
              <a:ext cx="862965" cy="118745"/>
            </a:xfrm>
            <a:custGeom>
              <a:avLst/>
              <a:gdLst/>
              <a:ahLst/>
              <a:cxnLst/>
              <a:rect l="l" t="t" r="r" b="b"/>
              <a:pathLst>
                <a:path w="862964" h="118745">
                  <a:moveTo>
                    <a:pt x="862928" y="0"/>
                  </a:moveTo>
                  <a:lnTo>
                    <a:pt x="0" y="0"/>
                  </a:lnTo>
                  <a:lnTo>
                    <a:pt x="0" y="118441"/>
                  </a:lnTo>
                  <a:lnTo>
                    <a:pt x="862928" y="118441"/>
                  </a:lnTo>
                  <a:lnTo>
                    <a:pt x="8629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4756083" y="5746372"/>
              <a:ext cx="781050" cy="277495"/>
            </a:xfrm>
            <a:custGeom>
              <a:avLst/>
              <a:gdLst/>
              <a:ahLst/>
              <a:cxnLst/>
              <a:rect l="l" t="t" r="r" b="b"/>
              <a:pathLst>
                <a:path w="781050" h="277495">
                  <a:moveTo>
                    <a:pt x="0" y="0"/>
                  </a:moveTo>
                  <a:lnTo>
                    <a:pt x="0" y="277225"/>
                  </a:lnTo>
                </a:path>
                <a:path w="781050" h="277495">
                  <a:moveTo>
                    <a:pt x="780805" y="0"/>
                  </a:moveTo>
                  <a:lnTo>
                    <a:pt x="780805" y="277225"/>
                  </a:lnTo>
                </a:path>
              </a:pathLst>
            </a:custGeom>
            <a:ln w="142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4756083" y="5636513"/>
              <a:ext cx="776605" cy="160655"/>
            </a:xfrm>
            <a:custGeom>
              <a:avLst/>
              <a:gdLst/>
              <a:ahLst/>
              <a:cxnLst/>
              <a:rect l="l" t="t" r="r" b="b"/>
              <a:pathLst>
                <a:path w="776604" h="160654">
                  <a:moveTo>
                    <a:pt x="426719" y="0"/>
                  </a:moveTo>
                  <a:lnTo>
                    <a:pt x="345223" y="0"/>
                  </a:lnTo>
                  <a:lnTo>
                    <a:pt x="267402" y="4288"/>
                  </a:lnTo>
                  <a:lnTo>
                    <a:pt x="193039" y="10721"/>
                  </a:lnTo>
                  <a:lnTo>
                    <a:pt x="124513" y="21461"/>
                  </a:lnTo>
                  <a:lnTo>
                    <a:pt x="72849" y="31332"/>
                  </a:lnTo>
                  <a:lnTo>
                    <a:pt x="28318" y="46343"/>
                  </a:lnTo>
                  <a:lnTo>
                    <a:pt x="0" y="81964"/>
                  </a:lnTo>
                  <a:lnTo>
                    <a:pt x="8862" y="95698"/>
                  </a:lnTo>
                  <a:lnTo>
                    <a:pt x="72849" y="127882"/>
                  </a:lnTo>
                  <a:lnTo>
                    <a:pt x="124513" y="138603"/>
                  </a:lnTo>
                  <a:lnTo>
                    <a:pt x="193039" y="149343"/>
                  </a:lnTo>
                  <a:lnTo>
                    <a:pt x="267402" y="155776"/>
                  </a:lnTo>
                  <a:lnTo>
                    <a:pt x="345223" y="160065"/>
                  </a:lnTo>
                  <a:lnTo>
                    <a:pt x="426719" y="160065"/>
                  </a:lnTo>
                  <a:lnTo>
                    <a:pt x="503243" y="155776"/>
                  </a:lnTo>
                  <a:lnTo>
                    <a:pt x="581064" y="149343"/>
                  </a:lnTo>
                  <a:lnTo>
                    <a:pt x="645915" y="138603"/>
                  </a:lnTo>
                  <a:lnTo>
                    <a:pt x="698228" y="127882"/>
                  </a:lnTo>
                  <a:lnTo>
                    <a:pt x="742111" y="114147"/>
                  </a:lnTo>
                  <a:lnTo>
                    <a:pt x="776266" y="81964"/>
                  </a:lnTo>
                  <a:lnTo>
                    <a:pt x="768267" y="63515"/>
                  </a:lnTo>
                  <a:lnTo>
                    <a:pt x="698228" y="31332"/>
                  </a:lnTo>
                  <a:lnTo>
                    <a:pt x="645915" y="21461"/>
                  </a:lnTo>
                  <a:lnTo>
                    <a:pt x="581064" y="10721"/>
                  </a:lnTo>
                  <a:lnTo>
                    <a:pt x="503243" y="4288"/>
                  </a:lnTo>
                  <a:lnTo>
                    <a:pt x="4267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4756083" y="5378605"/>
              <a:ext cx="776605" cy="418465"/>
            </a:xfrm>
            <a:custGeom>
              <a:avLst/>
              <a:gdLst/>
              <a:ahLst/>
              <a:cxnLst/>
              <a:rect l="l" t="t" r="r" b="b"/>
              <a:pathLst>
                <a:path w="776604" h="418464">
                  <a:moveTo>
                    <a:pt x="0" y="339872"/>
                  </a:moveTo>
                  <a:lnTo>
                    <a:pt x="28318" y="304251"/>
                  </a:lnTo>
                  <a:lnTo>
                    <a:pt x="72849" y="289241"/>
                  </a:lnTo>
                  <a:lnTo>
                    <a:pt x="124513" y="279369"/>
                  </a:lnTo>
                  <a:lnTo>
                    <a:pt x="193039" y="268630"/>
                  </a:lnTo>
                  <a:lnTo>
                    <a:pt x="267402" y="262197"/>
                  </a:lnTo>
                  <a:lnTo>
                    <a:pt x="345223" y="257908"/>
                  </a:lnTo>
                  <a:lnTo>
                    <a:pt x="426719" y="257908"/>
                  </a:lnTo>
                  <a:lnTo>
                    <a:pt x="503243" y="262197"/>
                  </a:lnTo>
                  <a:lnTo>
                    <a:pt x="581064" y="268630"/>
                  </a:lnTo>
                  <a:lnTo>
                    <a:pt x="645915" y="279369"/>
                  </a:lnTo>
                  <a:lnTo>
                    <a:pt x="698228" y="289241"/>
                  </a:lnTo>
                  <a:lnTo>
                    <a:pt x="742111" y="304251"/>
                  </a:lnTo>
                  <a:lnTo>
                    <a:pt x="776266" y="339872"/>
                  </a:lnTo>
                  <a:lnTo>
                    <a:pt x="768267" y="353607"/>
                  </a:lnTo>
                  <a:lnTo>
                    <a:pt x="698228" y="385790"/>
                  </a:lnTo>
                  <a:lnTo>
                    <a:pt x="645915" y="396512"/>
                  </a:lnTo>
                  <a:lnTo>
                    <a:pt x="581064" y="407251"/>
                  </a:lnTo>
                  <a:lnTo>
                    <a:pt x="503243" y="413685"/>
                  </a:lnTo>
                  <a:lnTo>
                    <a:pt x="426719" y="417973"/>
                  </a:lnTo>
                  <a:lnTo>
                    <a:pt x="345223" y="417973"/>
                  </a:lnTo>
                  <a:lnTo>
                    <a:pt x="267402" y="413685"/>
                  </a:lnTo>
                  <a:lnTo>
                    <a:pt x="193039" y="407251"/>
                  </a:lnTo>
                  <a:lnTo>
                    <a:pt x="124513" y="396512"/>
                  </a:lnTo>
                  <a:lnTo>
                    <a:pt x="72849" y="385790"/>
                  </a:lnTo>
                  <a:lnTo>
                    <a:pt x="28318" y="372056"/>
                  </a:lnTo>
                  <a:lnTo>
                    <a:pt x="0" y="339872"/>
                  </a:lnTo>
                  <a:close/>
                </a:path>
                <a:path w="776604" h="418464">
                  <a:moveTo>
                    <a:pt x="0" y="81539"/>
                  </a:moveTo>
                  <a:lnTo>
                    <a:pt x="28318" y="46343"/>
                  </a:lnTo>
                  <a:lnTo>
                    <a:pt x="72849" y="31332"/>
                  </a:lnTo>
                  <a:lnTo>
                    <a:pt x="124513" y="21461"/>
                  </a:lnTo>
                  <a:lnTo>
                    <a:pt x="193039" y="10721"/>
                  </a:lnTo>
                  <a:lnTo>
                    <a:pt x="267402" y="4288"/>
                  </a:lnTo>
                  <a:lnTo>
                    <a:pt x="345223" y="0"/>
                  </a:lnTo>
                  <a:lnTo>
                    <a:pt x="426719" y="0"/>
                  </a:lnTo>
                  <a:lnTo>
                    <a:pt x="503243" y="4288"/>
                  </a:lnTo>
                  <a:lnTo>
                    <a:pt x="581064" y="10721"/>
                  </a:lnTo>
                  <a:lnTo>
                    <a:pt x="645915" y="21461"/>
                  </a:lnTo>
                  <a:lnTo>
                    <a:pt x="698228" y="31332"/>
                  </a:lnTo>
                  <a:lnTo>
                    <a:pt x="742111" y="46343"/>
                  </a:lnTo>
                  <a:lnTo>
                    <a:pt x="776266" y="81539"/>
                  </a:lnTo>
                  <a:lnTo>
                    <a:pt x="768267" y="95698"/>
                  </a:lnTo>
                  <a:lnTo>
                    <a:pt x="698228" y="127882"/>
                  </a:lnTo>
                  <a:lnTo>
                    <a:pt x="645915" y="138603"/>
                  </a:lnTo>
                  <a:lnTo>
                    <a:pt x="581064" y="149343"/>
                  </a:lnTo>
                  <a:lnTo>
                    <a:pt x="503243" y="155776"/>
                  </a:lnTo>
                  <a:lnTo>
                    <a:pt x="426719" y="160065"/>
                  </a:lnTo>
                  <a:lnTo>
                    <a:pt x="345223" y="160065"/>
                  </a:lnTo>
                  <a:lnTo>
                    <a:pt x="267402" y="155776"/>
                  </a:lnTo>
                  <a:lnTo>
                    <a:pt x="193039" y="149343"/>
                  </a:lnTo>
                  <a:lnTo>
                    <a:pt x="124513" y="138603"/>
                  </a:lnTo>
                  <a:lnTo>
                    <a:pt x="72849" y="127882"/>
                  </a:lnTo>
                  <a:lnTo>
                    <a:pt x="28318" y="114147"/>
                  </a:lnTo>
                  <a:lnTo>
                    <a:pt x="0" y="81539"/>
                  </a:lnTo>
                  <a:close/>
                </a:path>
              </a:pathLst>
            </a:custGeom>
            <a:ln w="142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4710688" y="5603478"/>
              <a:ext cx="862965" cy="118110"/>
            </a:xfrm>
            <a:custGeom>
              <a:avLst/>
              <a:gdLst/>
              <a:ahLst/>
              <a:cxnLst/>
              <a:rect l="l" t="t" r="r" b="b"/>
              <a:pathLst>
                <a:path w="862964" h="118110">
                  <a:moveTo>
                    <a:pt x="862928" y="0"/>
                  </a:moveTo>
                  <a:lnTo>
                    <a:pt x="0" y="0"/>
                  </a:lnTo>
                  <a:lnTo>
                    <a:pt x="0" y="118012"/>
                  </a:lnTo>
                  <a:lnTo>
                    <a:pt x="862928" y="118012"/>
                  </a:lnTo>
                  <a:lnTo>
                    <a:pt x="8629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4756083" y="5448553"/>
              <a:ext cx="781050" cy="278765"/>
            </a:xfrm>
            <a:custGeom>
              <a:avLst/>
              <a:gdLst/>
              <a:ahLst/>
              <a:cxnLst/>
              <a:rect l="l" t="t" r="r" b="b"/>
              <a:pathLst>
                <a:path w="781050" h="278764">
                  <a:moveTo>
                    <a:pt x="0" y="0"/>
                  </a:moveTo>
                  <a:lnTo>
                    <a:pt x="0" y="278501"/>
                  </a:lnTo>
                </a:path>
                <a:path w="781050" h="278764">
                  <a:moveTo>
                    <a:pt x="780805" y="0"/>
                  </a:moveTo>
                  <a:lnTo>
                    <a:pt x="780805" y="278501"/>
                  </a:lnTo>
                </a:path>
              </a:pathLst>
            </a:custGeom>
            <a:ln w="142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4756083" y="5335682"/>
              <a:ext cx="776605" cy="160655"/>
            </a:xfrm>
            <a:custGeom>
              <a:avLst/>
              <a:gdLst/>
              <a:ahLst/>
              <a:cxnLst/>
              <a:rect l="l" t="t" r="r" b="b"/>
              <a:pathLst>
                <a:path w="776604" h="160654">
                  <a:moveTo>
                    <a:pt x="426719" y="0"/>
                  </a:moveTo>
                  <a:lnTo>
                    <a:pt x="345223" y="0"/>
                  </a:lnTo>
                  <a:lnTo>
                    <a:pt x="267402" y="4306"/>
                  </a:lnTo>
                  <a:lnTo>
                    <a:pt x="193039" y="10739"/>
                  </a:lnTo>
                  <a:lnTo>
                    <a:pt x="124513" y="21461"/>
                  </a:lnTo>
                  <a:lnTo>
                    <a:pt x="72849" y="30907"/>
                  </a:lnTo>
                  <a:lnTo>
                    <a:pt x="28318" y="45917"/>
                  </a:lnTo>
                  <a:lnTo>
                    <a:pt x="0" y="81539"/>
                  </a:lnTo>
                  <a:lnTo>
                    <a:pt x="8862" y="95698"/>
                  </a:lnTo>
                  <a:lnTo>
                    <a:pt x="72849" y="127882"/>
                  </a:lnTo>
                  <a:lnTo>
                    <a:pt x="124513" y="138621"/>
                  </a:lnTo>
                  <a:lnTo>
                    <a:pt x="193039" y="149343"/>
                  </a:lnTo>
                  <a:lnTo>
                    <a:pt x="267402" y="155776"/>
                  </a:lnTo>
                  <a:lnTo>
                    <a:pt x="345223" y="160082"/>
                  </a:lnTo>
                  <a:lnTo>
                    <a:pt x="426719" y="160082"/>
                  </a:lnTo>
                  <a:lnTo>
                    <a:pt x="503243" y="155776"/>
                  </a:lnTo>
                  <a:lnTo>
                    <a:pt x="581064" y="149343"/>
                  </a:lnTo>
                  <a:lnTo>
                    <a:pt x="645915" y="138621"/>
                  </a:lnTo>
                  <a:lnTo>
                    <a:pt x="698228" y="127882"/>
                  </a:lnTo>
                  <a:lnTo>
                    <a:pt x="742111" y="113722"/>
                  </a:lnTo>
                  <a:lnTo>
                    <a:pt x="776266" y="81539"/>
                  </a:lnTo>
                  <a:lnTo>
                    <a:pt x="768267" y="63515"/>
                  </a:lnTo>
                  <a:lnTo>
                    <a:pt x="698228" y="30907"/>
                  </a:lnTo>
                  <a:lnTo>
                    <a:pt x="645915" y="21461"/>
                  </a:lnTo>
                  <a:lnTo>
                    <a:pt x="581064" y="10739"/>
                  </a:lnTo>
                  <a:lnTo>
                    <a:pt x="503243" y="4306"/>
                  </a:lnTo>
                  <a:lnTo>
                    <a:pt x="4267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4756083" y="5077773"/>
              <a:ext cx="776605" cy="418465"/>
            </a:xfrm>
            <a:custGeom>
              <a:avLst/>
              <a:gdLst/>
              <a:ahLst/>
              <a:cxnLst/>
              <a:rect l="l" t="t" r="r" b="b"/>
              <a:pathLst>
                <a:path w="776604" h="418464">
                  <a:moveTo>
                    <a:pt x="0" y="339447"/>
                  </a:moveTo>
                  <a:lnTo>
                    <a:pt x="28318" y="303826"/>
                  </a:lnTo>
                  <a:lnTo>
                    <a:pt x="72849" y="288815"/>
                  </a:lnTo>
                  <a:lnTo>
                    <a:pt x="124513" y="279369"/>
                  </a:lnTo>
                  <a:lnTo>
                    <a:pt x="193039" y="268648"/>
                  </a:lnTo>
                  <a:lnTo>
                    <a:pt x="267402" y="262214"/>
                  </a:lnTo>
                  <a:lnTo>
                    <a:pt x="345223" y="257908"/>
                  </a:lnTo>
                  <a:lnTo>
                    <a:pt x="426719" y="257908"/>
                  </a:lnTo>
                  <a:lnTo>
                    <a:pt x="503243" y="262214"/>
                  </a:lnTo>
                  <a:lnTo>
                    <a:pt x="581064" y="268648"/>
                  </a:lnTo>
                  <a:lnTo>
                    <a:pt x="645915" y="279369"/>
                  </a:lnTo>
                  <a:lnTo>
                    <a:pt x="698228" y="288815"/>
                  </a:lnTo>
                  <a:lnTo>
                    <a:pt x="742111" y="303826"/>
                  </a:lnTo>
                  <a:lnTo>
                    <a:pt x="776266" y="339447"/>
                  </a:lnTo>
                  <a:lnTo>
                    <a:pt x="768267" y="353607"/>
                  </a:lnTo>
                  <a:lnTo>
                    <a:pt x="698228" y="385790"/>
                  </a:lnTo>
                  <a:lnTo>
                    <a:pt x="645915" y="396530"/>
                  </a:lnTo>
                  <a:lnTo>
                    <a:pt x="581064" y="407251"/>
                  </a:lnTo>
                  <a:lnTo>
                    <a:pt x="503243" y="413685"/>
                  </a:lnTo>
                  <a:lnTo>
                    <a:pt x="426719" y="417991"/>
                  </a:lnTo>
                  <a:lnTo>
                    <a:pt x="345223" y="417991"/>
                  </a:lnTo>
                  <a:lnTo>
                    <a:pt x="267402" y="413685"/>
                  </a:lnTo>
                  <a:lnTo>
                    <a:pt x="193039" y="407251"/>
                  </a:lnTo>
                  <a:lnTo>
                    <a:pt x="124513" y="396530"/>
                  </a:lnTo>
                  <a:lnTo>
                    <a:pt x="72849" y="385790"/>
                  </a:lnTo>
                  <a:lnTo>
                    <a:pt x="28318" y="371630"/>
                  </a:lnTo>
                  <a:lnTo>
                    <a:pt x="0" y="339447"/>
                  </a:lnTo>
                  <a:close/>
                </a:path>
                <a:path w="776604" h="418464">
                  <a:moveTo>
                    <a:pt x="0" y="81539"/>
                  </a:moveTo>
                  <a:lnTo>
                    <a:pt x="28318" y="45917"/>
                  </a:lnTo>
                  <a:lnTo>
                    <a:pt x="72849" y="30907"/>
                  </a:lnTo>
                  <a:lnTo>
                    <a:pt x="124513" y="21461"/>
                  </a:lnTo>
                  <a:lnTo>
                    <a:pt x="193039" y="10739"/>
                  </a:lnTo>
                  <a:lnTo>
                    <a:pt x="267402" y="4306"/>
                  </a:lnTo>
                  <a:lnTo>
                    <a:pt x="345223" y="0"/>
                  </a:lnTo>
                  <a:lnTo>
                    <a:pt x="426719" y="0"/>
                  </a:lnTo>
                  <a:lnTo>
                    <a:pt x="503243" y="4306"/>
                  </a:lnTo>
                  <a:lnTo>
                    <a:pt x="581064" y="10739"/>
                  </a:lnTo>
                  <a:lnTo>
                    <a:pt x="645915" y="21461"/>
                  </a:lnTo>
                  <a:lnTo>
                    <a:pt x="698228" y="30907"/>
                  </a:lnTo>
                  <a:lnTo>
                    <a:pt x="742111" y="45917"/>
                  </a:lnTo>
                  <a:lnTo>
                    <a:pt x="776266" y="81539"/>
                  </a:lnTo>
                  <a:lnTo>
                    <a:pt x="768267" y="95273"/>
                  </a:lnTo>
                  <a:lnTo>
                    <a:pt x="698228" y="127882"/>
                  </a:lnTo>
                  <a:lnTo>
                    <a:pt x="645915" y="138621"/>
                  </a:lnTo>
                  <a:lnTo>
                    <a:pt x="581064" y="149343"/>
                  </a:lnTo>
                  <a:lnTo>
                    <a:pt x="503243" y="155776"/>
                  </a:lnTo>
                  <a:lnTo>
                    <a:pt x="426719" y="160082"/>
                  </a:lnTo>
                  <a:lnTo>
                    <a:pt x="345223" y="160082"/>
                  </a:lnTo>
                  <a:lnTo>
                    <a:pt x="267402" y="155776"/>
                  </a:lnTo>
                  <a:lnTo>
                    <a:pt x="193039" y="149343"/>
                  </a:lnTo>
                  <a:lnTo>
                    <a:pt x="124513" y="138621"/>
                  </a:lnTo>
                  <a:lnTo>
                    <a:pt x="72849" y="127882"/>
                  </a:lnTo>
                  <a:lnTo>
                    <a:pt x="28318" y="113722"/>
                  </a:lnTo>
                  <a:lnTo>
                    <a:pt x="0" y="81539"/>
                  </a:lnTo>
                  <a:close/>
                </a:path>
              </a:pathLst>
            </a:custGeom>
            <a:ln w="142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4710688" y="5302217"/>
              <a:ext cx="862965" cy="118745"/>
            </a:xfrm>
            <a:custGeom>
              <a:avLst/>
              <a:gdLst/>
              <a:ahLst/>
              <a:cxnLst/>
              <a:rect l="l" t="t" r="r" b="b"/>
              <a:pathLst>
                <a:path w="862964" h="118745">
                  <a:moveTo>
                    <a:pt x="862928" y="0"/>
                  </a:moveTo>
                  <a:lnTo>
                    <a:pt x="0" y="0"/>
                  </a:lnTo>
                  <a:lnTo>
                    <a:pt x="0" y="118441"/>
                  </a:lnTo>
                  <a:lnTo>
                    <a:pt x="862928" y="118441"/>
                  </a:lnTo>
                  <a:lnTo>
                    <a:pt x="8629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4756083" y="5147297"/>
              <a:ext cx="781050" cy="278765"/>
            </a:xfrm>
            <a:custGeom>
              <a:avLst/>
              <a:gdLst/>
              <a:ahLst/>
              <a:cxnLst/>
              <a:rect l="l" t="t" r="r" b="b"/>
              <a:pathLst>
                <a:path w="781050" h="278764">
                  <a:moveTo>
                    <a:pt x="0" y="0"/>
                  </a:moveTo>
                  <a:lnTo>
                    <a:pt x="0" y="278519"/>
                  </a:lnTo>
                </a:path>
                <a:path w="781050" h="278764">
                  <a:moveTo>
                    <a:pt x="780805" y="0"/>
                  </a:moveTo>
                  <a:lnTo>
                    <a:pt x="780805" y="278519"/>
                  </a:lnTo>
                </a:path>
              </a:pathLst>
            </a:custGeom>
            <a:ln w="142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4756083" y="5038732"/>
              <a:ext cx="776605" cy="159385"/>
            </a:xfrm>
            <a:custGeom>
              <a:avLst/>
              <a:gdLst/>
              <a:ahLst/>
              <a:cxnLst/>
              <a:rect l="l" t="t" r="r" b="b"/>
              <a:pathLst>
                <a:path w="776604" h="159385">
                  <a:moveTo>
                    <a:pt x="426719" y="0"/>
                  </a:moveTo>
                  <a:lnTo>
                    <a:pt x="345223" y="0"/>
                  </a:lnTo>
                  <a:lnTo>
                    <a:pt x="267402" y="3438"/>
                  </a:lnTo>
                  <a:lnTo>
                    <a:pt x="193039" y="10721"/>
                  </a:lnTo>
                  <a:lnTo>
                    <a:pt x="124513" y="21461"/>
                  </a:lnTo>
                  <a:lnTo>
                    <a:pt x="72849" y="31332"/>
                  </a:lnTo>
                  <a:lnTo>
                    <a:pt x="28318" y="45492"/>
                  </a:lnTo>
                  <a:lnTo>
                    <a:pt x="0" y="80670"/>
                  </a:lnTo>
                  <a:lnTo>
                    <a:pt x="8862" y="95698"/>
                  </a:lnTo>
                  <a:lnTo>
                    <a:pt x="72849" y="127882"/>
                  </a:lnTo>
                  <a:lnTo>
                    <a:pt x="124513" y="137753"/>
                  </a:lnTo>
                  <a:lnTo>
                    <a:pt x="193039" y="148475"/>
                  </a:lnTo>
                  <a:lnTo>
                    <a:pt x="267402" y="156201"/>
                  </a:lnTo>
                  <a:lnTo>
                    <a:pt x="345223" y="159214"/>
                  </a:lnTo>
                  <a:lnTo>
                    <a:pt x="426719" y="159214"/>
                  </a:lnTo>
                  <a:lnTo>
                    <a:pt x="503243" y="156201"/>
                  </a:lnTo>
                  <a:lnTo>
                    <a:pt x="581064" y="148475"/>
                  </a:lnTo>
                  <a:lnTo>
                    <a:pt x="645915" y="137753"/>
                  </a:lnTo>
                  <a:lnTo>
                    <a:pt x="698228" y="127882"/>
                  </a:lnTo>
                  <a:lnTo>
                    <a:pt x="742111" y="112853"/>
                  </a:lnTo>
                  <a:lnTo>
                    <a:pt x="776266" y="80670"/>
                  </a:lnTo>
                  <a:lnTo>
                    <a:pt x="768267" y="63515"/>
                  </a:lnTo>
                  <a:lnTo>
                    <a:pt x="698228" y="31332"/>
                  </a:lnTo>
                  <a:lnTo>
                    <a:pt x="645915" y="21461"/>
                  </a:lnTo>
                  <a:lnTo>
                    <a:pt x="581064" y="10721"/>
                  </a:lnTo>
                  <a:lnTo>
                    <a:pt x="503243" y="3438"/>
                  </a:lnTo>
                  <a:lnTo>
                    <a:pt x="4267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4756083" y="4780823"/>
              <a:ext cx="776605" cy="417195"/>
            </a:xfrm>
            <a:custGeom>
              <a:avLst/>
              <a:gdLst/>
              <a:ahLst/>
              <a:cxnLst/>
              <a:rect l="l" t="t" r="r" b="b"/>
              <a:pathLst>
                <a:path w="776604" h="417195">
                  <a:moveTo>
                    <a:pt x="0" y="338579"/>
                  </a:moveTo>
                  <a:lnTo>
                    <a:pt x="28318" y="303400"/>
                  </a:lnTo>
                  <a:lnTo>
                    <a:pt x="72849" y="289241"/>
                  </a:lnTo>
                  <a:lnTo>
                    <a:pt x="124513" y="279369"/>
                  </a:lnTo>
                  <a:lnTo>
                    <a:pt x="193039" y="268630"/>
                  </a:lnTo>
                  <a:lnTo>
                    <a:pt x="267402" y="261346"/>
                  </a:lnTo>
                  <a:lnTo>
                    <a:pt x="345223" y="257908"/>
                  </a:lnTo>
                  <a:lnTo>
                    <a:pt x="426719" y="257908"/>
                  </a:lnTo>
                  <a:lnTo>
                    <a:pt x="503243" y="261346"/>
                  </a:lnTo>
                  <a:lnTo>
                    <a:pt x="581064" y="268630"/>
                  </a:lnTo>
                  <a:lnTo>
                    <a:pt x="645915" y="279369"/>
                  </a:lnTo>
                  <a:lnTo>
                    <a:pt x="698228" y="289241"/>
                  </a:lnTo>
                  <a:lnTo>
                    <a:pt x="742111" y="303400"/>
                  </a:lnTo>
                  <a:lnTo>
                    <a:pt x="776266" y="338579"/>
                  </a:lnTo>
                  <a:lnTo>
                    <a:pt x="768267" y="353607"/>
                  </a:lnTo>
                  <a:lnTo>
                    <a:pt x="698228" y="385790"/>
                  </a:lnTo>
                  <a:lnTo>
                    <a:pt x="645915" y="395661"/>
                  </a:lnTo>
                  <a:lnTo>
                    <a:pt x="581064" y="406383"/>
                  </a:lnTo>
                  <a:lnTo>
                    <a:pt x="503243" y="414110"/>
                  </a:lnTo>
                  <a:lnTo>
                    <a:pt x="426719" y="417123"/>
                  </a:lnTo>
                  <a:lnTo>
                    <a:pt x="345223" y="417123"/>
                  </a:lnTo>
                  <a:lnTo>
                    <a:pt x="267402" y="414110"/>
                  </a:lnTo>
                  <a:lnTo>
                    <a:pt x="193039" y="406383"/>
                  </a:lnTo>
                  <a:lnTo>
                    <a:pt x="124513" y="395661"/>
                  </a:lnTo>
                  <a:lnTo>
                    <a:pt x="72849" y="385790"/>
                  </a:lnTo>
                  <a:lnTo>
                    <a:pt x="28318" y="370762"/>
                  </a:lnTo>
                  <a:lnTo>
                    <a:pt x="0" y="338579"/>
                  </a:lnTo>
                  <a:close/>
                </a:path>
                <a:path w="776604" h="417195">
                  <a:moveTo>
                    <a:pt x="0" y="80670"/>
                  </a:moveTo>
                  <a:lnTo>
                    <a:pt x="28318" y="45013"/>
                  </a:lnTo>
                  <a:lnTo>
                    <a:pt x="72849" y="31367"/>
                  </a:lnTo>
                  <a:lnTo>
                    <a:pt x="124513" y="21443"/>
                  </a:lnTo>
                  <a:lnTo>
                    <a:pt x="193039" y="10810"/>
                  </a:lnTo>
                  <a:lnTo>
                    <a:pt x="267402" y="3367"/>
                  </a:lnTo>
                  <a:lnTo>
                    <a:pt x="345223" y="0"/>
                  </a:lnTo>
                  <a:lnTo>
                    <a:pt x="426719" y="0"/>
                  </a:lnTo>
                  <a:lnTo>
                    <a:pt x="503243" y="3367"/>
                  </a:lnTo>
                  <a:lnTo>
                    <a:pt x="581064" y="10810"/>
                  </a:lnTo>
                  <a:lnTo>
                    <a:pt x="645915" y="21443"/>
                  </a:lnTo>
                  <a:lnTo>
                    <a:pt x="698228" y="31367"/>
                  </a:lnTo>
                  <a:lnTo>
                    <a:pt x="742111" y="45013"/>
                  </a:lnTo>
                  <a:lnTo>
                    <a:pt x="776266" y="80670"/>
                  </a:lnTo>
                  <a:lnTo>
                    <a:pt x="768267" y="95698"/>
                  </a:lnTo>
                  <a:lnTo>
                    <a:pt x="698228" y="127882"/>
                  </a:lnTo>
                  <a:lnTo>
                    <a:pt x="645915" y="137753"/>
                  </a:lnTo>
                  <a:lnTo>
                    <a:pt x="581064" y="148475"/>
                  </a:lnTo>
                  <a:lnTo>
                    <a:pt x="503243" y="155776"/>
                  </a:lnTo>
                  <a:lnTo>
                    <a:pt x="426719" y="159214"/>
                  </a:lnTo>
                  <a:lnTo>
                    <a:pt x="345223" y="159214"/>
                  </a:lnTo>
                  <a:lnTo>
                    <a:pt x="267402" y="155776"/>
                  </a:lnTo>
                  <a:lnTo>
                    <a:pt x="193039" y="148475"/>
                  </a:lnTo>
                  <a:lnTo>
                    <a:pt x="124513" y="137753"/>
                  </a:lnTo>
                  <a:lnTo>
                    <a:pt x="72849" y="127882"/>
                  </a:lnTo>
                  <a:lnTo>
                    <a:pt x="28318" y="112853"/>
                  </a:lnTo>
                  <a:lnTo>
                    <a:pt x="0" y="80670"/>
                  </a:lnTo>
                  <a:close/>
                </a:path>
              </a:pathLst>
            </a:custGeom>
            <a:ln w="142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4710688" y="5004399"/>
              <a:ext cx="862965" cy="118745"/>
            </a:xfrm>
            <a:custGeom>
              <a:avLst/>
              <a:gdLst/>
              <a:ahLst/>
              <a:cxnLst/>
              <a:rect l="l" t="t" r="r" b="b"/>
              <a:pathLst>
                <a:path w="862964" h="118745">
                  <a:moveTo>
                    <a:pt x="862928" y="0"/>
                  </a:moveTo>
                  <a:lnTo>
                    <a:pt x="0" y="0"/>
                  </a:lnTo>
                  <a:lnTo>
                    <a:pt x="0" y="118441"/>
                  </a:lnTo>
                  <a:lnTo>
                    <a:pt x="862928" y="118441"/>
                  </a:lnTo>
                  <a:lnTo>
                    <a:pt x="8629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4756083" y="4850825"/>
              <a:ext cx="781050" cy="277495"/>
            </a:xfrm>
            <a:custGeom>
              <a:avLst/>
              <a:gdLst/>
              <a:ahLst/>
              <a:cxnLst/>
              <a:rect l="l" t="t" r="r" b="b"/>
              <a:pathLst>
                <a:path w="781050" h="277495">
                  <a:moveTo>
                    <a:pt x="0" y="0"/>
                  </a:moveTo>
                  <a:lnTo>
                    <a:pt x="0" y="277172"/>
                  </a:lnTo>
                </a:path>
                <a:path w="781050" h="277495">
                  <a:moveTo>
                    <a:pt x="780805" y="0"/>
                  </a:moveTo>
                  <a:lnTo>
                    <a:pt x="780805" y="277172"/>
                  </a:lnTo>
                </a:path>
              </a:pathLst>
            </a:custGeom>
            <a:ln w="142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1712844" y="4469270"/>
              <a:ext cx="3175" cy="367030"/>
            </a:xfrm>
            <a:custGeom>
              <a:avLst/>
              <a:gdLst/>
              <a:ahLst/>
              <a:cxnLst/>
              <a:rect l="l" t="t" r="r" b="b"/>
              <a:pathLst>
                <a:path w="3175" h="367029">
                  <a:moveTo>
                    <a:pt x="0" y="0"/>
                  </a:moveTo>
                  <a:lnTo>
                    <a:pt x="2615" y="366491"/>
                  </a:lnTo>
                </a:path>
              </a:pathLst>
            </a:custGeom>
            <a:ln w="219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5" name="object 95" descr=""/>
          <p:cNvSpPr txBox="1"/>
          <p:nvPr/>
        </p:nvSpPr>
        <p:spPr>
          <a:xfrm>
            <a:off x="1609677" y="4954084"/>
            <a:ext cx="264160" cy="2190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250" spc="145">
                <a:latin typeface="Times New Roman"/>
                <a:cs typeface="Times New Roman"/>
              </a:rPr>
              <a:t>A0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96" name="object 96" descr=""/>
          <p:cNvSpPr txBox="1"/>
          <p:nvPr/>
        </p:nvSpPr>
        <p:spPr>
          <a:xfrm>
            <a:off x="2745087" y="4954084"/>
            <a:ext cx="262255" cy="2190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250" spc="140">
                <a:latin typeface="Times New Roman"/>
                <a:cs typeface="Times New Roman"/>
              </a:rPr>
              <a:t>A1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97" name="object 97" descr=""/>
          <p:cNvSpPr txBox="1"/>
          <p:nvPr/>
        </p:nvSpPr>
        <p:spPr>
          <a:xfrm>
            <a:off x="3880433" y="4954084"/>
            <a:ext cx="262255" cy="2190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250" spc="140">
                <a:latin typeface="Times New Roman"/>
                <a:cs typeface="Times New Roman"/>
              </a:rPr>
              <a:t>A2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98" name="object 98" descr=""/>
          <p:cNvSpPr txBox="1"/>
          <p:nvPr/>
        </p:nvSpPr>
        <p:spPr>
          <a:xfrm>
            <a:off x="5015974" y="4961793"/>
            <a:ext cx="262255" cy="2190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250" spc="140">
                <a:latin typeface="Times New Roman"/>
                <a:cs typeface="Times New Roman"/>
              </a:rPr>
              <a:t>A3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99" name="object 99" descr=""/>
          <p:cNvSpPr txBox="1"/>
          <p:nvPr/>
        </p:nvSpPr>
        <p:spPr>
          <a:xfrm>
            <a:off x="1612271" y="5266063"/>
            <a:ext cx="252095" cy="2190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250" spc="125">
                <a:latin typeface="Times New Roman"/>
                <a:cs typeface="Times New Roman"/>
              </a:rPr>
              <a:t>B0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00" name="object 100" descr=""/>
          <p:cNvSpPr txBox="1"/>
          <p:nvPr/>
        </p:nvSpPr>
        <p:spPr>
          <a:xfrm>
            <a:off x="1618561" y="5849684"/>
            <a:ext cx="262255" cy="2190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250" spc="140">
                <a:latin typeface="Times New Roman"/>
                <a:cs typeface="Times New Roman"/>
              </a:rPr>
              <a:t>D0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01" name="object 101" descr=""/>
          <p:cNvSpPr txBox="1"/>
          <p:nvPr/>
        </p:nvSpPr>
        <p:spPr>
          <a:xfrm>
            <a:off x="2745087" y="5848815"/>
            <a:ext cx="262255" cy="2190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250" spc="140">
                <a:latin typeface="Times New Roman"/>
                <a:cs typeface="Times New Roman"/>
              </a:rPr>
              <a:t>D1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02" name="object 102" descr=""/>
          <p:cNvSpPr txBox="1"/>
          <p:nvPr/>
        </p:nvSpPr>
        <p:spPr>
          <a:xfrm>
            <a:off x="3880433" y="5841089"/>
            <a:ext cx="262255" cy="2190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250" spc="140">
                <a:latin typeface="Times New Roman"/>
                <a:cs typeface="Times New Roman"/>
              </a:rPr>
              <a:t>D2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03" name="object 103" descr=""/>
          <p:cNvSpPr txBox="1"/>
          <p:nvPr/>
        </p:nvSpPr>
        <p:spPr>
          <a:xfrm>
            <a:off x="1629024" y="5572458"/>
            <a:ext cx="252095" cy="2190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250" spc="125">
                <a:latin typeface="Times New Roman"/>
                <a:cs typeface="Times New Roman"/>
              </a:rPr>
              <a:t>C0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04" name="object 104" descr=""/>
          <p:cNvSpPr txBox="1"/>
          <p:nvPr/>
        </p:nvSpPr>
        <p:spPr>
          <a:xfrm>
            <a:off x="2755550" y="5572458"/>
            <a:ext cx="252095" cy="2190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250" spc="125">
                <a:latin typeface="Times New Roman"/>
                <a:cs typeface="Times New Roman"/>
              </a:rPr>
              <a:t>C1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05" name="object 105" descr=""/>
          <p:cNvSpPr txBox="1"/>
          <p:nvPr/>
        </p:nvSpPr>
        <p:spPr>
          <a:xfrm>
            <a:off x="3886702" y="5572458"/>
            <a:ext cx="252095" cy="2190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250" spc="125">
                <a:latin typeface="Times New Roman"/>
                <a:cs typeface="Times New Roman"/>
              </a:rPr>
              <a:t>C2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06" name="object 106" descr=""/>
          <p:cNvSpPr txBox="1"/>
          <p:nvPr/>
        </p:nvSpPr>
        <p:spPr>
          <a:xfrm>
            <a:off x="5022243" y="5572458"/>
            <a:ext cx="252095" cy="2190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250" spc="125">
                <a:latin typeface="Times New Roman"/>
                <a:cs typeface="Times New Roman"/>
              </a:rPr>
              <a:t>C3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07" name="object 107" descr=""/>
          <p:cNvSpPr txBox="1"/>
          <p:nvPr/>
        </p:nvSpPr>
        <p:spPr>
          <a:xfrm>
            <a:off x="2753972" y="5268207"/>
            <a:ext cx="252095" cy="2190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250" spc="125">
                <a:latin typeface="Times New Roman"/>
                <a:cs typeface="Times New Roman"/>
              </a:rPr>
              <a:t>B1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08" name="object 108" descr=""/>
          <p:cNvSpPr txBox="1"/>
          <p:nvPr/>
        </p:nvSpPr>
        <p:spPr>
          <a:xfrm>
            <a:off x="3886702" y="5273346"/>
            <a:ext cx="252095" cy="2190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250" spc="125">
                <a:latin typeface="Times New Roman"/>
                <a:cs typeface="Times New Roman"/>
              </a:rPr>
              <a:t>B2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09" name="object 109" descr=""/>
          <p:cNvSpPr txBox="1"/>
          <p:nvPr/>
        </p:nvSpPr>
        <p:spPr>
          <a:xfrm>
            <a:off x="5019649" y="5273346"/>
            <a:ext cx="252095" cy="2190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250" spc="125">
                <a:latin typeface="Times New Roman"/>
                <a:cs typeface="Times New Roman"/>
              </a:rPr>
              <a:t>B3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10" name="object 110" descr=""/>
          <p:cNvSpPr txBox="1"/>
          <p:nvPr/>
        </p:nvSpPr>
        <p:spPr>
          <a:xfrm>
            <a:off x="5021162" y="5843233"/>
            <a:ext cx="262255" cy="2190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250" spc="140">
                <a:latin typeface="Times New Roman"/>
                <a:cs typeface="Times New Roman"/>
              </a:rPr>
              <a:t>D3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11" name="object 111" descr=""/>
          <p:cNvSpPr txBox="1"/>
          <p:nvPr/>
        </p:nvSpPr>
        <p:spPr>
          <a:xfrm>
            <a:off x="5807155" y="4249811"/>
            <a:ext cx="810260" cy="41529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12395" marR="5080" indent="-100330">
              <a:lnSpc>
                <a:spcPct val="102800"/>
              </a:lnSpc>
              <a:spcBef>
                <a:spcPts val="75"/>
              </a:spcBef>
            </a:pPr>
            <a:r>
              <a:rPr dirty="0" sz="1250" spc="265" b="1">
                <a:solidFill>
                  <a:srgbClr val="000080"/>
                </a:solidFill>
                <a:latin typeface="宋体"/>
                <a:cs typeface="宋体"/>
              </a:rPr>
              <a:t>奇偶校验</a:t>
            </a:r>
            <a:r>
              <a:rPr dirty="0" sz="1250" spc="260" b="1">
                <a:solidFill>
                  <a:srgbClr val="000080"/>
                </a:solidFill>
                <a:latin typeface="宋体"/>
                <a:cs typeface="宋体"/>
              </a:rPr>
              <a:t>产生器</a:t>
            </a:r>
            <a:endParaRPr sz="1250">
              <a:latin typeface="宋体"/>
              <a:cs typeface="宋体"/>
            </a:endParaRPr>
          </a:p>
        </p:txBody>
      </p:sp>
      <p:sp>
        <p:nvSpPr>
          <p:cNvPr id="112" name="object 112" descr=""/>
          <p:cNvSpPr txBox="1"/>
          <p:nvPr/>
        </p:nvSpPr>
        <p:spPr>
          <a:xfrm>
            <a:off x="6670106" y="6048295"/>
            <a:ext cx="1249680" cy="471170"/>
          </a:xfrm>
          <a:prstGeom prst="rect">
            <a:avLst/>
          </a:prstGeom>
        </p:spPr>
        <p:txBody>
          <a:bodyPr wrap="square" lIns="0" tIns="4445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50"/>
              </a:spcBef>
            </a:pPr>
            <a:r>
              <a:rPr dirty="0" sz="1250" spc="25" b="1">
                <a:solidFill>
                  <a:srgbClr val="993300"/>
                </a:solidFill>
                <a:latin typeface="宋体"/>
                <a:cs typeface="宋体"/>
              </a:rPr>
              <a:t>块 </a:t>
            </a:r>
            <a:r>
              <a:rPr dirty="0" sz="1250" spc="130" b="1">
                <a:solidFill>
                  <a:srgbClr val="993300"/>
                </a:solidFill>
                <a:latin typeface="Times New Roman"/>
                <a:cs typeface="Times New Roman"/>
              </a:rPr>
              <a:t>0</a:t>
            </a:r>
            <a:r>
              <a:rPr dirty="0" sz="1250" spc="280" b="1">
                <a:solidFill>
                  <a:srgbClr val="993300"/>
                </a:solidFill>
                <a:latin typeface="宋体"/>
                <a:cs typeface="宋体"/>
              </a:rPr>
              <a:t>、</a:t>
            </a:r>
            <a:r>
              <a:rPr dirty="0" sz="1250" spc="130" b="1">
                <a:solidFill>
                  <a:srgbClr val="993300"/>
                </a:solidFill>
                <a:latin typeface="Times New Roman"/>
                <a:cs typeface="Times New Roman"/>
              </a:rPr>
              <a:t>1</a:t>
            </a:r>
            <a:r>
              <a:rPr dirty="0" sz="1250" spc="280" b="1">
                <a:solidFill>
                  <a:srgbClr val="993300"/>
                </a:solidFill>
                <a:latin typeface="宋体"/>
                <a:cs typeface="宋体"/>
              </a:rPr>
              <a:t>、</a:t>
            </a:r>
            <a:r>
              <a:rPr dirty="0" sz="1250" spc="130" b="1">
                <a:solidFill>
                  <a:srgbClr val="993300"/>
                </a:solidFill>
                <a:latin typeface="Times New Roman"/>
                <a:cs typeface="Times New Roman"/>
              </a:rPr>
              <a:t>2</a:t>
            </a:r>
            <a:r>
              <a:rPr dirty="0" sz="1250" spc="280" b="1">
                <a:solidFill>
                  <a:srgbClr val="993300"/>
                </a:solidFill>
                <a:latin typeface="宋体"/>
                <a:cs typeface="宋体"/>
              </a:rPr>
              <a:t>、</a:t>
            </a:r>
            <a:r>
              <a:rPr dirty="0" sz="1250" spc="90" b="1">
                <a:solidFill>
                  <a:srgbClr val="993300"/>
                </a:solidFill>
                <a:latin typeface="Times New Roman"/>
                <a:cs typeface="Times New Roman"/>
              </a:rPr>
              <a:t>3</a:t>
            </a:r>
            <a:endParaRPr sz="1250">
              <a:latin typeface="Times New Roman"/>
              <a:cs typeface="Times New Roman"/>
            </a:endParaRPr>
          </a:p>
          <a:p>
            <a:pPr algn="ctr" marL="13970">
              <a:lnSpc>
                <a:spcPct val="100000"/>
              </a:lnSpc>
              <a:spcBef>
                <a:spcPts val="250"/>
              </a:spcBef>
            </a:pPr>
            <a:r>
              <a:rPr dirty="0" sz="1250" spc="260" b="1">
                <a:solidFill>
                  <a:srgbClr val="993300"/>
                </a:solidFill>
                <a:latin typeface="宋体"/>
                <a:cs typeface="宋体"/>
              </a:rPr>
              <a:t>的校验</a:t>
            </a:r>
            <a:endParaRPr sz="1250">
              <a:latin typeface="宋体"/>
              <a:cs typeface="宋体"/>
            </a:endParaRPr>
          </a:p>
        </p:txBody>
      </p:sp>
      <p:sp>
        <p:nvSpPr>
          <p:cNvPr id="113" name="object 113" descr=""/>
          <p:cNvSpPr/>
          <p:nvPr/>
        </p:nvSpPr>
        <p:spPr>
          <a:xfrm>
            <a:off x="2893758" y="4469270"/>
            <a:ext cx="4406265" cy="387985"/>
          </a:xfrm>
          <a:custGeom>
            <a:avLst/>
            <a:gdLst/>
            <a:ahLst/>
            <a:cxnLst/>
            <a:rect l="l" t="t" r="r" b="b"/>
            <a:pathLst>
              <a:path w="4406265" h="387985">
                <a:moveTo>
                  <a:pt x="0" y="0"/>
                </a:moveTo>
                <a:lnTo>
                  <a:pt x="0" y="387934"/>
                </a:lnTo>
              </a:path>
              <a:path w="4406265" h="387985">
                <a:moveTo>
                  <a:pt x="1135345" y="0"/>
                </a:moveTo>
                <a:lnTo>
                  <a:pt x="1135345" y="387934"/>
                </a:lnTo>
              </a:path>
              <a:path w="4406265" h="387985">
                <a:moveTo>
                  <a:pt x="2225922" y="0"/>
                </a:moveTo>
                <a:lnTo>
                  <a:pt x="2225922" y="387934"/>
                </a:lnTo>
              </a:path>
              <a:path w="4406265" h="387985">
                <a:moveTo>
                  <a:pt x="4405780" y="0"/>
                </a:moveTo>
                <a:lnTo>
                  <a:pt x="4405780" y="332996"/>
                </a:lnTo>
              </a:path>
            </a:pathLst>
          </a:custGeom>
          <a:ln w="1998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4" name="object 114" descr=""/>
          <p:cNvSpPr txBox="1"/>
          <p:nvPr/>
        </p:nvSpPr>
        <p:spPr>
          <a:xfrm>
            <a:off x="6633209" y="162890"/>
            <a:ext cx="1843405" cy="42290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00">
                <a:solidFill>
                  <a:srgbClr val="0000CC"/>
                </a:solidFill>
                <a:latin typeface="黑体"/>
                <a:cs typeface="黑体"/>
              </a:rPr>
              <a:t>8.3.5</a:t>
            </a:r>
            <a:r>
              <a:rPr dirty="0" sz="2600" spc="-25">
                <a:solidFill>
                  <a:srgbClr val="0000CC"/>
                </a:solidFill>
                <a:latin typeface="黑体"/>
                <a:cs typeface="黑体"/>
              </a:rPr>
              <a:t> </a:t>
            </a:r>
            <a:r>
              <a:rPr dirty="0" sz="2600" spc="-10">
                <a:solidFill>
                  <a:srgbClr val="0000CC"/>
                </a:solidFill>
                <a:latin typeface="黑体"/>
                <a:cs typeface="黑体"/>
              </a:rPr>
              <a:t>RAID</a:t>
            </a:r>
            <a:r>
              <a:rPr dirty="0" sz="2600" spc="-10">
                <a:solidFill>
                  <a:srgbClr val="FF0000"/>
                </a:solidFill>
                <a:latin typeface="黑体"/>
                <a:cs typeface="黑体"/>
              </a:rPr>
              <a:t>4</a:t>
            </a:r>
            <a:endParaRPr sz="26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53605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34809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15" b="1">
                <a:solidFill>
                  <a:srgbClr val="40458B"/>
                </a:solidFill>
                <a:latin typeface="宋体"/>
                <a:cs typeface="宋体"/>
              </a:rPr>
              <a:t>37/81</a:t>
            </a:r>
            <a:endParaRPr baseline="1736" sz="2400">
              <a:latin typeface="宋体"/>
              <a:cs typeface="宋体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1555750" y="549275"/>
            <a:ext cx="7588250" cy="0"/>
          </a:xfrm>
          <a:custGeom>
            <a:avLst/>
            <a:gdLst/>
            <a:ahLst/>
            <a:cxnLst/>
            <a:rect l="l" t="t" r="r" b="b"/>
            <a:pathLst>
              <a:path w="7588250" h="0">
                <a:moveTo>
                  <a:pt x="0" y="0"/>
                </a:moveTo>
                <a:lnTo>
                  <a:pt x="7588250" y="0"/>
                </a:lnTo>
              </a:path>
            </a:pathLst>
          </a:custGeom>
          <a:ln w="38100">
            <a:solidFill>
              <a:srgbClr val="2C44A3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119062" y="188976"/>
            <a:ext cx="1437005" cy="274955"/>
            <a:chOff x="119062" y="188976"/>
            <a:chExt cx="1437005" cy="274955"/>
          </a:xfrm>
        </p:grpSpPr>
        <p:sp>
          <p:nvSpPr>
            <p:cNvPr id="5" name="object 5" descr=""/>
            <p:cNvSpPr/>
            <p:nvPr/>
          </p:nvSpPr>
          <p:spPr>
            <a:xfrm>
              <a:off x="119062" y="188976"/>
              <a:ext cx="499745" cy="274955"/>
            </a:xfrm>
            <a:custGeom>
              <a:avLst/>
              <a:gdLst/>
              <a:ahLst/>
              <a:cxnLst/>
              <a:rect l="l" t="t" r="r" b="b"/>
              <a:pathLst>
                <a:path w="499745" h="274955">
                  <a:moveTo>
                    <a:pt x="119837" y="0"/>
                  </a:moveTo>
                  <a:lnTo>
                    <a:pt x="4993" y="41528"/>
                  </a:lnTo>
                  <a:lnTo>
                    <a:pt x="264655" y="135508"/>
                  </a:lnTo>
                  <a:lnTo>
                    <a:pt x="0" y="231266"/>
                  </a:lnTo>
                  <a:lnTo>
                    <a:pt x="119837" y="274574"/>
                  </a:lnTo>
                  <a:lnTo>
                    <a:pt x="499338" y="137287"/>
                  </a:lnTo>
                  <a:lnTo>
                    <a:pt x="119837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85546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9621" y="0"/>
                  </a:moveTo>
                  <a:lnTo>
                    <a:pt x="4991" y="41528"/>
                  </a:lnTo>
                  <a:lnTo>
                    <a:pt x="264147" y="135508"/>
                  </a:lnTo>
                  <a:lnTo>
                    <a:pt x="0" y="231266"/>
                  </a:lnTo>
                  <a:lnTo>
                    <a:pt x="119621" y="274574"/>
                  </a:lnTo>
                  <a:lnTo>
                    <a:pt x="497141" y="137287"/>
                  </a:lnTo>
                  <a:lnTo>
                    <a:pt x="119621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058608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8363" y="0"/>
                  </a:moveTo>
                  <a:lnTo>
                    <a:pt x="4978" y="41528"/>
                  </a:lnTo>
                  <a:lnTo>
                    <a:pt x="264096" y="135508"/>
                  </a:lnTo>
                  <a:lnTo>
                    <a:pt x="0" y="231266"/>
                  </a:lnTo>
                  <a:lnTo>
                    <a:pt x="118363" y="274574"/>
                  </a:lnTo>
                  <a:lnTo>
                    <a:pt x="497141" y="137287"/>
                  </a:lnTo>
                  <a:lnTo>
                    <a:pt x="118363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701164" y="138176"/>
            <a:ext cx="459803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065" algn="l"/>
              </a:tabLst>
            </a:pPr>
            <a:r>
              <a:rPr dirty="0" u="none" spc="-25"/>
              <a:t>8.3</a:t>
            </a:r>
            <a:r>
              <a:rPr dirty="0" u="none"/>
              <a:t>	</a:t>
            </a:r>
            <a:r>
              <a:rPr dirty="0" u="none" spc="-5"/>
              <a:t>廉价磁盘冗余阵列</a:t>
            </a:r>
            <a:r>
              <a:rPr dirty="0" u="none" spc="-20"/>
              <a:t>RAID</a:t>
            </a:r>
          </a:p>
        </p:txBody>
      </p:sp>
      <p:grpSp>
        <p:nvGrpSpPr>
          <p:cNvPr id="10" name="object 10" descr=""/>
          <p:cNvGrpSpPr/>
          <p:nvPr/>
        </p:nvGrpSpPr>
        <p:grpSpPr>
          <a:xfrm>
            <a:off x="1339614" y="899448"/>
            <a:ext cx="643890" cy="372110"/>
            <a:chOff x="1339614" y="899448"/>
            <a:chExt cx="643890" cy="372110"/>
          </a:xfrm>
        </p:grpSpPr>
        <p:sp>
          <p:nvSpPr>
            <p:cNvPr id="11" name="object 11" descr=""/>
            <p:cNvSpPr/>
            <p:nvPr/>
          </p:nvSpPr>
          <p:spPr>
            <a:xfrm>
              <a:off x="1341222" y="900947"/>
              <a:ext cx="622300" cy="351790"/>
            </a:xfrm>
            <a:custGeom>
              <a:avLst/>
              <a:gdLst/>
              <a:ahLst/>
              <a:cxnLst/>
              <a:rect l="l" t="t" r="r" b="b"/>
              <a:pathLst>
                <a:path w="622300" h="351790">
                  <a:moveTo>
                    <a:pt x="622223" y="0"/>
                  </a:moveTo>
                  <a:lnTo>
                    <a:pt x="0" y="0"/>
                  </a:lnTo>
                  <a:lnTo>
                    <a:pt x="0" y="351725"/>
                  </a:lnTo>
                  <a:lnTo>
                    <a:pt x="622223" y="351725"/>
                  </a:lnTo>
                  <a:lnTo>
                    <a:pt x="622223" y="0"/>
                  </a:lnTo>
                  <a:close/>
                </a:path>
              </a:pathLst>
            </a:custGeom>
            <a:solidFill>
              <a:srgbClr val="FFD4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341519" y="901352"/>
              <a:ext cx="640080" cy="368300"/>
            </a:xfrm>
            <a:custGeom>
              <a:avLst/>
              <a:gdLst/>
              <a:ahLst/>
              <a:cxnLst/>
              <a:rect l="l" t="t" r="r" b="b"/>
              <a:pathLst>
                <a:path w="640080" h="368300">
                  <a:moveTo>
                    <a:pt x="631126" y="0"/>
                  </a:moveTo>
                  <a:lnTo>
                    <a:pt x="613310" y="0"/>
                  </a:lnTo>
                  <a:lnTo>
                    <a:pt x="613310" y="16214"/>
                  </a:lnTo>
                  <a:lnTo>
                    <a:pt x="622218" y="16214"/>
                  </a:lnTo>
                  <a:lnTo>
                    <a:pt x="622218" y="8107"/>
                  </a:lnTo>
                  <a:lnTo>
                    <a:pt x="631126" y="8107"/>
                  </a:lnTo>
                  <a:lnTo>
                    <a:pt x="631126" y="0"/>
                  </a:lnTo>
                  <a:close/>
                </a:path>
                <a:path w="640080" h="368300">
                  <a:moveTo>
                    <a:pt x="631126" y="8107"/>
                  </a:moveTo>
                  <a:lnTo>
                    <a:pt x="622218" y="8107"/>
                  </a:lnTo>
                  <a:lnTo>
                    <a:pt x="622218" y="16214"/>
                  </a:lnTo>
                  <a:lnTo>
                    <a:pt x="631126" y="16214"/>
                  </a:lnTo>
                  <a:lnTo>
                    <a:pt x="631126" y="8107"/>
                  </a:lnTo>
                  <a:close/>
                </a:path>
                <a:path w="640080" h="368300">
                  <a:moveTo>
                    <a:pt x="640034" y="8107"/>
                  </a:moveTo>
                  <a:lnTo>
                    <a:pt x="631126" y="8107"/>
                  </a:lnTo>
                  <a:lnTo>
                    <a:pt x="631126" y="16214"/>
                  </a:lnTo>
                  <a:lnTo>
                    <a:pt x="640034" y="16214"/>
                  </a:lnTo>
                  <a:lnTo>
                    <a:pt x="640034" y="8107"/>
                  </a:lnTo>
                  <a:close/>
                </a:path>
                <a:path w="640080" h="368300">
                  <a:moveTo>
                    <a:pt x="595493" y="0"/>
                  </a:moveTo>
                  <a:lnTo>
                    <a:pt x="574732" y="0"/>
                  </a:lnTo>
                  <a:lnTo>
                    <a:pt x="574732" y="16214"/>
                  </a:lnTo>
                  <a:lnTo>
                    <a:pt x="595493" y="16214"/>
                  </a:lnTo>
                  <a:lnTo>
                    <a:pt x="595493" y="0"/>
                  </a:lnTo>
                  <a:close/>
                </a:path>
                <a:path w="640080" h="368300">
                  <a:moveTo>
                    <a:pt x="556916" y="0"/>
                  </a:moveTo>
                  <a:lnTo>
                    <a:pt x="539099" y="0"/>
                  </a:lnTo>
                  <a:lnTo>
                    <a:pt x="539099" y="16214"/>
                  </a:lnTo>
                  <a:lnTo>
                    <a:pt x="556916" y="16214"/>
                  </a:lnTo>
                  <a:lnTo>
                    <a:pt x="556916" y="0"/>
                  </a:lnTo>
                  <a:close/>
                </a:path>
                <a:path w="640080" h="368300">
                  <a:moveTo>
                    <a:pt x="521283" y="0"/>
                  </a:moveTo>
                  <a:lnTo>
                    <a:pt x="500497" y="0"/>
                  </a:lnTo>
                  <a:lnTo>
                    <a:pt x="500497" y="16214"/>
                  </a:lnTo>
                  <a:lnTo>
                    <a:pt x="521283" y="16214"/>
                  </a:lnTo>
                  <a:lnTo>
                    <a:pt x="521283" y="0"/>
                  </a:lnTo>
                  <a:close/>
                </a:path>
                <a:path w="640080" h="368300">
                  <a:moveTo>
                    <a:pt x="482705" y="0"/>
                  </a:moveTo>
                  <a:lnTo>
                    <a:pt x="464889" y="0"/>
                  </a:lnTo>
                  <a:lnTo>
                    <a:pt x="464889" y="16214"/>
                  </a:lnTo>
                  <a:lnTo>
                    <a:pt x="482705" y="16214"/>
                  </a:lnTo>
                  <a:lnTo>
                    <a:pt x="482705" y="0"/>
                  </a:lnTo>
                  <a:close/>
                </a:path>
                <a:path w="640080" h="368300">
                  <a:moveTo>
                    <a:pt x="447662" y="0"/>
                  </a:moveTo>
                  <a:lnTo>
                    <a:pt x="426876" y="0"/>
                  </a:lnTo>
                  <a:lnTo>
                    <a:pt x="426876" y="16214"/>
                  </a:lnTo>
                  <a:lnTo>
                    <a:pt x="447662" y="16214"/>
                  </a:lnTo>
                  <a:lnTo>
                    <a:pt x="447662" y="0"/>
                  </a:lnTo>
                  <a:close/>
                </a:path>
                <a:path w="640080" h="368300">
                  <a:moveTo>
                    <a:pt x="409084" y="0"/>
                  </a:moveTo>
                  <a:lnTo>
                    <a:pt x="391268" y="0"/>
                  </a:lnTo>
                  <a:lnTo>
                    <a:pt x="391268" y="16214"/>
                  </a:lnTo>
                  <a:lnTo>
                    <a:pt x="409084" y="16214"/>
                  </a:lnTo>
                  <a:lnTo>
                    <a:pt x="409084" y="0"/>
                  </a:lnTo>
                  <a:close/>
                </a:path>
                <a:path w="640080" h="368300">
                  <a:moveTo>
                    <a:pt x="373451" y="0"/>
                  </a:moveTo>
                  <a:lnTo>
                    <a:pt x="352665" y="0"/>
                  </a:lnTo>
                  <a:lnTo>
                    <a:pt x="352665" y="16214"/>
                  </a:lnTo>
                  <a:lnTo>
                    <a:pt x="373451" y="16214"/>
                  </a:lnTo>
                  <a:lnTo>
                    <a:pt x="373451" y="0"/>
                  </a:lnTo>
                  <a:close/>
                </a:path>
                <a:path w="640080" h="368300">
                  <a:moveTo>
                    <a:pt x="334849" y="0"/>
                  </a:moveTo>
                  <a:lnTo>
                    <a:pt x="317057" y="0"/>
                  </a:lnTo>
                  <a:lnTo>
                    <a:pt x="317057" y="16214"/>
                  </a:lnTo>
                  <a:lnTo>
                    <a:pt x="334849" y="16214"/>
                  </a:lnTo>
                  <a:lnTo>
                    <a:pt x="334849" y="0"/>
                  </a:lnTo>
                  <a:close/>
                </a:path>
                <a:path w="640080" h="368300">
                  <a:moveTo>
                    <a:pt x="299241" y="0"/>
                  </a:moveTo>
                  <a:lnTo>
                    <a:pt x="278455" y="0"/>
                  </a:lnTo>
                  <a:lnTo>
                    <a:pt x="278455" y="16214"/>
                  </a:lnTo>
                  <a:lnTo>
                    <a:pt x="299241" y="16214"/>
                  </a:lnTo>
                  <a:lnTo>
                    <a:pt x="299241" y="0"/>
                  </a:lnTo>
                  <a:close/>
                </a:path>
                <a:path w="640080" h="368300">
                  <a:moveTo>
                    <a:pt x="260639" y="0"/>
                  </a:moveTo>
                  <a:lnTo>
                    <a:pt x="242822" y="0"/>
                  </a:lnTo>
                  <a:lnTo>
                    <a:pt x="242822" y="16214"/>
                  </a:lnTo>
                  <a:lnTo>
                    <a:pt x="260639" y="16214"/>
                  </a:lnTo>
                  <a:lnTo>
                    <a:pt x="260639" y="0"/>
                  </a:lnTo>
                  <a:close/>
                </a:path>
                <a:path w="640080" h="368300">
                  <a:moveTo>
                    <a:pt x="225031" y="0"/>
                  </a:moveTo>
                  <a:lnTo>
                    <a:pt x="204834" y="0"/>
                  </a:lnTo>
                  <a:lnTo>
                    <a:pt x="204834" y="16214"/>
                  </a:lnTo>
                  <a:lnTo>
                    <a:pt x="225031" y="16214"/>
                  </a:lnTo>
                  <a:lnTo>
                    <a:pt x="225031" y="0"/>
                  </a:lnTo>
                  <a:close/>
                </a:path>
                <a:path w="640080" h="368300">
                  <a:moveTo>
                    <a:pt x="187017" y="0"/>
                  </a:moveTo>
                  <a:lnTo>
                    <a:pt x="169201" y="0"/>
                  </a:lnTo>
                  <a:lnTo>
                    <a:pt x="169201" y="16214"/>
                  </a:lnTo>
                  <a:lnTo>
                    <a:pt x="187017" y="16214"/>
                  </a:lnTo>
                  <a:lnTo>
                    <a:pt x="187017" y="0"/>
                  </a:lnTo>
                  <a:close/>
                </a:path>
                <a:path w="640080" h="368300">
                  <a:moveTo>
                    <a:pt x="151409" y="0"/>
                  </a:moveTo>
                  <a:lnTo>
                    <a:pt x="130623" y="0"/>
                  </a:lnTo>
                  <a:lnTo>
                    <a:pt x="130623" y="16214"/>
                  </a:lnTo>
                  <a:lnTo>
                    <a:pt x="151409" y="16214"/>
                  </a:lnTo>
                  <a:lnTo>
                    <a:pt x="151409" y="0"/>
                  </a:lnTo>
                  <a:close/>
                </a:path>
                <a:path w="640080" h="368300">
                  <a:moveTo>
                    <a:pt x="112807" y="0"/>
                  </a:moveTo>
                  <a:lnTo>
                    <a:pt x="94991" y="0"/>
                  </a:lnTo>
                  <a:lnTo>
                    <a:pt x="94991" y="16214"/>
                  </a:lnTo>
                  <a:lnTo>
                    <a:pt x="112807" y="16214"/>
                  </a:lnTo>
                  <a:lnTo>
                    <a:pt x="112807" y="0"/>
                  </a:lnTo>
                  <a:close/>
                </a:path>
                <a:path w="640080" h="368300">
                  <a:moveTo>
                    <a:pt x="77184" y="0"/>
                  </a:moveTo>
                  <a:lnTo>
                    <a:pt x="56403" y="0"/>
                  </a:lnTo>
                  <a:lnTo>
                    <a:pt x="56403" y="16214"/>
                  </a:lnTo>
                  <a:lnTo>
                    <a:pt x="77184" y="16214"/>
                  </a:lnTo>
                  <a:lnTo>
                    <a:pt x="77184" y="0"/>
                  </a:lnTo>
                  <a:close/>
                </a:path>
                <a:path w="640080" h="368300">
                  <a:moveTo>
                    <a:pt x="38592" y="0"/>
                  </a:moveTo>
                  <a:lnTo>
                    <a:pt x="20780" y="0"/>
                  </a:lnTo>
                  <a:lnTo>
                    <a:pt x="20780" y="16214"/>
                  </a:lnTo>
                  <a:lnTo>
                    <a:pt x="38592" y="16214"/>
                  </a:lnTo>
                  <a:lnTo>
                    <a:pt x="38592" y="0"/>
                  </a:lnTo>
                  <a:close/>
                </a:path>
                <a:path w="640080" h="368300">
                  <a:moveTo>
                    <a:pt x="17811" y="13512"/>
                  </a:moveTo>
                  <a:lnTo>
                    <a:pt x="0" y="13512"/>
                  </a:lnTo>
                  <a:lnTo>
                    <a:pt x="0" y="29952"/>
                  </a:lnTo>
                  <a:lnTo>
                    <a:pt x="17811" y="29952"/>
                  </a:lnTo>
                  <a:lnTo>
                    <a:pt x="17811" y="13512"/>
                  </a:lnTo>
                  <a:close/>
                </a:path>
                <a:path w="640080" h="368300">
                  <a:moveTo>
                    <a:pt x="17811" y="49094"/>
                  </a:moveTo>
                  <a:lnTo>
                    <a:pt x="0" y="49094"/>
                  </a:lnTo>
                  <a:lnTo>
                    <a:pt x="0" y="65309"/>
                  </a:lnTo>
                  <a:lnTo>
                    <a:pt x="17811" y="65309"/>
                  </a:lnTo>
                  <a:lnTo>
                    <a:pt x="17811" y="49094"/>
                  </a:lnTo>
                  <a:close/>
                </a:path>
                <a:path w="640080" h="368300">
                  <a:moveTo>
                    <a:pt x="17811" y="81749"/>
                  </a:moveTo>
                  <a:lnTo>
                    <a:pt x="0" y="81749"/>
                  </a:lnTo>
                  <a:lnTo>
                    <a:pt x="0" y="98189"/>
                  </a:lnTo>
                  <a:lnTo>
                    <a:pt x="17811" y="98189"/>
                  </a:lnTo>
                  <a:lnTo>
                    <a:pt x="17811" y="81749"/>
                  </a:lnTo>
                  <a:close/>
                </a:path>
                <a:path w="640080" h="368300">
                  <a:moveTo>
                    <a:pt x="17811" y="117106"/>
                  </a:moveTo>
                  <a:lnTo>
                    <a:pt x="0" y="117106"/>
                  </a:lnTo>
                  <a:lnTo>
                    <a:pt x="0" y="133546"/>
                  </a:lnTo>
                  <a:lnTo>
                    <a:pt x="17811" y="133546"/>
                  </a:lnTo>
                  <a:lnTo>
                    <a:pt x="17811" y="117106"/>
                  </a:lnTo>
                  <a:close/>
                </a:path>
                <a:path w="640080" h="368300">
                  <a:moveTo>
                    <a:pt x="17811" y="149986"/>
                  </a:moveTo>
                  <a:lnTo>
                    <a:pt x="0" y="149986"/>
                  </a:lnTo>
                  <a:lnTo>
                    <a:pt x="0" y="166201"/>
                  </a:lnTo>
                  <a:lnTo>
                    <a:pt x="17811" y="166201"/>
                  </a:lnTo>
                  <a:lnTo>
                    <a:pt x="17811" y="149986"/>
                  </a:lnTo>
                  <a:close/>
                </a:path>
                <a:path w="640080" h="368300">
                  <a:moveTo>
                    <a:pt x="17811" y="185343"/>
                  </a:moveTo>
                  <a:lnTo>
                    <a:pt x="0" y="185343"/>
                  </a:lnTo>
                  <a:lnTo>
                    <a:pt x="0" y="201783"/>
                  </a:lnTo>
                  <a:lnTo>
                    <a:pt x="17811" y="201783"/>
                  </a:lnTo>
                  <a:lnTo>
                    <a:pt x="17811" y="185343"/>
                  </a:lnTo>
                  <a:close/>
                </a:path>
                <a:path w="640080" h="368300">
                  <a:moveTo>
                    <a:pt x="17811" y="217998"/>
                  </a:moveTo>
                  <a:lnTo>
                    <a:pt x="0" y="217998"/>
                  </a:lnTo>
                  <a:lnTo>
                    <a:pt x="0" y="234438"/>
                  </a:lnTo>
                  <a:lnTo>
                    <a:pt x="17811" y="234438"/>
                  </a:lnTo>
                  <a:lnTo>
                    <a:pt x="17811" y="217998"/>
                  </a:lnTo>
                  <a:close/>
                </a:path>
                <a:path w="640080" h="368300">
                  <a:moveTo>
                    <a:pt x="17811" y="253580"/>
                  </a:moveTo>
                  <a:lnTo>
                    <a:pt x="0" y="253580"/>
                  </a:lnTo>
                  <a:lnTo>
                    <a:pt x="0" y="269795"/>
                  </a:lnTo>
                  <a:lnTo>
                    <a:pt x="17811" y="269795"/>
                  </a:lnTo>
                  <a:lnTo>
                    <a:pt x="17811" y="253580"/>
                  </a:lnTo>
                  <a:close/>
                </a:path>
                <a:path w="640080" h="368300">
                  <a:moveTo>
                    <a:pt x="17811" y="286235"/>
                  </a:moveTo>
                  <a:lnTo>
                    <a:pt x="0" y="286235"/>
                  </a:lnTo>
                  <a:lnTo>
                    <a:pt x="0" y="302675"/>
                  </a:lnTo>
                  <a:lnTo>
                    <a:pt x="17811" y="302675"/>
                  </a:lnTo>
                  <a:lnTo>
                    <a:pt x="17811" y="286235"/>
                  </a:lnTo>
                  <a:close/>
                </a:path>
                <a:path w="640080" h="368300">
                  <a:moveTo>
                    <a:pt x="17811" y="321592"/>
                  </a:moveTo>
                  <a:lnTo>
                    <a:pt x="0" y="321592"/>
                  </a:lnTo>
                  <a:lnTo>
                    <a:pt x="0" y="338032"/>
                  </a:lnTo>
                  <a:lnTo>
                    <a:pt x="17811" y="338032"/>
                  </a:lnTo>
                  <a:lnTo>
                    <a:pt x="17811" y="321592"/>
                  </a:lnTo>
                  <a:close/>
                </a:path>
                <a:path w="640080" h="368300">
                  <a:moveTo>
                    <a:pt x="11874" y="354472"/>
                  </a:moveTo>
                  <a:lnTo>
                    <a:pt x="0" y="354472"/>
                  </a:lnTo>
                  <a:lnTo>
                    <a:pt x="0" y="367984"/>
                  </a:lnTo>
                  <a:lnTo>
                    <a:pt x="23750" y="367984"/>
                  </a:lnTo>
                  <a:lnTo>
                    <a:pt x="23750" y="359877"/>
                  </a:lnTo>
                  <a:lnTo>
                    <a:pt x="17811" y="359877"/>
                  </a:lnTo>
                  <a:lnTo>
                    <a:pt x="11874" y="354472"/>
                  </a:lnTo>
                  <a:close/>
                </a:path>
                <a:path w="640080" h="368300">
                  <a:moveTo>
                    <a:pt x="23750" y="351770"/>
                  </a:moveTo>
                  <a:lnTo>
                    <a:pt x="8905" y="351770"/>
                  </a:lnTo>
                  <a:lnTo>
                    <a:pt x="17811" y="359877"/>
                  </a:lnTo>
                  <a:lnTo>
                    <a:pt x="17811" y="354472"/>
                  </a:lnTo>
                  <a:lnTo>
                    <a:pt x="23750" y="354472"/>
                  </a:lnTo>
                  <a:lnTo>
                    <a:pt x="23750" y="351770"/>
                  </a:lnTo>
                  <a:close/>
                </a:path>
                <a:path w="640080" h="368300">
                  <a:moveTo>
                    <a:pt x="23750" y="354472"/>
                  </a:moveTo>
                  <a:lnTo>
                    <a:pt x="17811" y="354472"/>
                  </a:lnTo>
                  <a:lnTo>
                    <a:pt x="17811" y="359877"/>
                  </a:lnTo>
                  <a:lnTo>
                    <a:pt x="23750" y="359877"/>
                  </a:lnTo>
                  <a:lnTo>
                    <a:pt x="23750" y="354472"/>
                  </a:lnTo>
                  <a:close/>
                </a:path>
                <a:path w="640080" h="368300">
                  <a:moveTo>
                    <a:pt x="59373" y="351770"/>
                  </a:moveTo>
                  <a:lnTo>
                    <a:pt x="41561" y="351770"/>
                  </a:lnTo>
                  <a:lnTo>
                    <a:pt x="41561" y="367984"/>
                  </a:lnTo>
                  <a:lnTo>
                    <a:pt x="59373" y="367984"/>
                  </a:lnTo>
                  <a:lnTo>
                    <a:pt x="59373" y="351770"/>
                  </a:lnTo>
                  <a:close/>
                </a:path>
                <a:path w="640080" h="368300">
                  <a:moveTo>
                    <a:pt x="97960" y="351770"/>
                  </a:moveTo>
                  <a:lnTo>
                    <a:pt x="77184" y="351770"/>
                  </a:lnTo>
                  <a:lnTo>
                    <a:pt x="77184" y="367984"/>
                  </a:lnTo>
                  <a:lnTo>
                    <a:pt x="97960" y="367984"/>
                  </a:lnTo>
                  <a:lnTo>
                    <a:pt x="97960" y="351770"/>
                  </a:lnTo>
                  <a:close/>
                </a:path>
                <a:path w="640080" h="368300">
                  <a:moveTo>
                    <a:pt x="133593" y="351770"/>
                  </a:moveTo>
                  <a:lnTo>
                    <a:pt x="115776" y="351770"/>
                  </a:lnTo>
                  <a:lnTo>
                    <a:pt x="115776" y="367984"/>
                  </a:lnTo>
                  <a:lnTo>
                    <a:pt x="133593" y="367984"/>
                  </a:lnTo>
                  <a:lnTo>
                    <a:pt x="133593" y="351770"/>
                  </a:lnTo>
                  <a:close/>
                </a:path>
                <a:path w="640080" h="368300">
                  <a:moveTo>
                    <a:pt x="172170" y="351770"/>
                  </a:moveTo>
                  <a:lnTo>
                    <a:pt x="151409" y="351770"/>
                  </a:lnTo>
                  <a:lnTo>
                    <a:pt x="151409" y="367984"/>
                  </a:lnTo>
                  <a:lnTo>
                    <a:pt x="172170" y="367984"/>
                  </a:lnTo>
                  <a:lnTo>
                    <a:pt x="172170" y="351770"/>
                  </a:lnTo>
                  <a:close/>
                </a:path>
                <a:path w="640080" h="368300">
                  <a:moveTo>
                    <a:pt x="207803" y="351770"/>
                  </a:moveTo>
                  <a:lnTo>
                    <a:pt x="189987" y="351770"/>
                  </a:lnTo>
                  <a:lnTo>
                    <a:pt x="189987" y="367984"/>
                  </a:lnTo>
                  <a:lnTo>
                    <a:pt x="207803" y="367984"/>
                  </a:lnTo>
                  <a:lnTo>
                    <a:pt x="207803" y="351770"/>
                  </a:lnTo>
                  <a:close/>
                </a:path>
                <a:path w="640080" h="368300">
                  <a:moveTo>
                    <a:pt x="245792" y="351770"/>
                  </a:moveTo>
                  <a:lnTo>
                    <a:pt x="225031" y="351770"/>
                  </a:lnTo>
                  <a:lnTo>
                    <a:pt x="225031" y="367984"/>
                  </a:lnTo>
                  <a:lnTo>
                    <a:pt x="245792" y="367984"/>
                  </a:lnTo>
                  <a:lnTo>
                    <a:pt x="245792" y="351770"/>
                  </a:lnTo>
                  <a:close/>
                </a:path>
                <a:path w="640080" h="368300">
                  <a:moveTo>
                    <a:pt x="281425" y="351770"/>
                  </a:moveTo>
                  <a:lnTo>
                    <a:pt x="263608" y="351770"/>
                  </a:lnTo>
                  <a:lnTo>
                    <a:pt x="263608" y="367984"/>
                  </a:lnTo>
                  <a:lnTo>
                    <a:pt x="281425" y="367984"/>
                  </a:lnTo>
                  <a:lnTo>
                    <a:pt x="281425" y="351770"/>
                  </a:lnTo>
                  <a:close/>
                </a:path>
                <a:path w="640080" h="368300">
                  <a:moveTo>
                    <a:pt x="320027" y="351770"/>
                  </a:moveTo>
                  <a:lnTo>
                    <a:pt x="299241" y="351770"/>
                  </a:lnTo>
                  <a:lnTo>
                    <a:pt x="299241" y="367984"/>
                  </a:lnTo>
                  <a:lnTo>
                    <a:pt x="320027" y="367984"/>
                  </a:lnTo>
                  <a:lnTo>
                    <a:pt x="320027" y="351770"/>
                  </a:lnTo>
                  <a:close/>
                </a:path>
                <a:path w="640080" h="368300">
                  <a:moveTo>
                    <a:pt x="355635" y="351770"/>
                  </a:moveTo>
                  <a:lnTo>
                    <a:pt x="337818" y="351770"/>
                  </a:lnTo>
                  <a:lnTo>
                    <a:pt x="337818" y="367984"/>
                  </a:lnTo>
                  <a:lnTo>
                    <a:pt x="355635" y="367984"/>
                  </a:lnTo>
                  <a:lnTo>
                    <a:pt x="355635" y="351770"/>
                  </a:lnTo>
                  <a:close/>
                </a:path>
                <a:path w="640080" h="368300">
                  <a:moveTo>
                    <a:pt x="394237" y="351770"/>
                  </a:moveTo>
                  <a:lnTo>
                    <a:pt x="373451" y="351770"/>
                  </a:lnTo>
                  <a:lnTo>
                    <a:pt x="373451" y="367984"/>
                  </a:lnTo>
                  <a:lnTo>
                    <a:pt x="394237" y="367984"/>
                  </a:lnTo>
                  <a:lnTo>
                    <a:pt x="394237" y="351770"/>
                  </a:lnTo>
                  <a:close/>
                </a:path>
                <a:path w="640080" h="368300">
                  <a:moveTo>
                    <a:pt x="429845" y="351770"/>
                  </a:moveTo>
                  <a:lnTo>
                    <a:pt x="412053" y="351770"/>
                  </a:lnTo>
                  <a:lnTo>
                    <a:pt x="412053" y="367984"/>
                  </a:lnTo>
                  <a:lnTo>
                    <a:pt x="429845" y="367984"/>
                  </a:lnTo>
                  <a:lnTo>
                    <a:pt x="429845" y="351770"/>
                  </a:lnTo>
                  <a:close/>
                </a:path>
                <a:path w="640080" h="368300">
                  <a:moveTo>
                    <a:pt x="467858" y="351770"/>
                  </a:moveTo>
                  <a:lnTo>
                    <a:pt x="447662" y="351770"/>
                  </a:lnTo>
                  <a:lnTo>
                    <a:pt x="447662" y="367984"/>
                  </a:lnTo>
                  <a:lnTo>
                    <a:pt x="467858" y="367984"/>
                  </a:lnTo>
                  <a:lnTo>
                    <a:pt x="467858" y="351770"/>
                  </a:lnTo>
                  <a:close/>
                </a:path>
                <a:path w="640080" h="368300">
                  <a:moveTo>
                    <a:pt x="503467" y="351770"/>
                  </a:moveTo>
                  <a:lnTo>
                    <a:pt x="485675" y="351770"/>
                  </a:lnTo>
                  <a:lnTo>
                    <a:pt x="485675" y="367984"/>
                  </a:lnTo>
                  <a:lnTo>
                    <a:pt x="503467" y="367984"/>
                  </a:lnTo>
                  <a:lnTo>
                    <a:pt x="503467" y="351770"/>
                  </a:lnTo>
                  <a:close/>
                </a:path>
                <a:path w="640080" h="368300">
                  <a:moveTo>
                    <a:pt x="542069" y="351770"/>
                  </a:moveTo>
                  <a:lnTo>
                    <a:pt x="521283" y="351770"/>
                  </a:lnTo>
                  <a:lnTo>
                    <a:pt x="521283" y="367984"/>
                  </a:lnTo>
                  <a:lnTo>
                    <a:pt x="542069" y="367984"/>
                  </a:lnTo>
                  <a:lnTo>
                    <a:pt x="542069" y="351770"/>
                  </a:lnTo>
                  <a:close/>
                </a:path>
                <a:path w="640080" h="368300">
                  <a:moveTo>
                    <a:pt x="577701" y="351770"/>
                  </a:moveTo>
                  <a:lnTo>
                    <a:pt x="559885" y="351770"/>
                  </a:lnTo>
                  <a:lnTo>
                    <a:pt x="559885" y="367984"/>
                  </a:lnTo>
                  <a:lnTo>
                    <a:pt x="577701" y="367984"/>
                  </a:lnTo>
                  <a:lnTo>
                    <a:pt x="577701" y="351770"/>
                  </a:lnTo>
                  <a:close/>
                </a:path>
                <a:path w="640080" h="368300">
                  <a:moveTo>
                    <a:pt x="616279" y="351770"/>
                  </a:moveTo>
                  <a:lnTo>
                    <a:pt x="595493" y="351770"/>
                  </a:lnTo>
                  <a:lnTo>
                    <a:pt x="595493" y="367984"/>
                  </a:lnTo>
                  <a:lnTo>
                    <a:pt x="616279" y="367984"/>
                  </a:lnTo>
                  <a:lnTo>
                    <a:pt x="616279" y="351770"/>
                  </a:lnTo>
                  <a:close/>
                </a:path>
                <a:path w="640080" h="368300">
                  <a:moveTo>
                    <a:pt x="640034" y="340735"/>
                  </a:moveTo>
                  <a:lnTo>
                    <a:pt x="622218" y="340735"/>
                  </a:lnTo>
                  <a:lnTo>
                    <a:pt x="622218" y="357175"/>
                  </a:lnTo>
                  <a:lnTo>
                    <a:pt x="640034" y="357175"/>
                  </a:lnTo>
                  <a:lnTo>
                    <a:pt x="640034" y="340735"/>
                  </a:lnTo>
                  <a:close/>
                </a:path>
                <a:path w="640080" h="368300">
                  <a:moveTo>
                    <a:pt x="640034" y="305377"/>
                  </a:moveTo>
                  <a:lnTo>
                    <a:pt x="622218" y="305377"/>
                  </a:lnTo>
                  <a:lnTo>
                    <a:pt x="622218" y="324295"/>
                  </a:lnTo>
                  <a:lnTo>
                    <a:pt x="640034" y="324295"/>
                  </a:lnTo>
                  <a:lnTo>
                    <a:pt x="640034" y="305377"/>
                  </a:lnTo>
                  <a:close/>
                </a:path>
                <a:path w="640080" h="368300">
                  <a:moveTo>
                    <a:pt x="640034" y="272498"/>
                  </a:moveTo>
                  <a:lnTo>
                    <a:pt x="622218" y="272498"/>
                  </a:lnTo>
                  <a:lnTo>
                    <a:pt x="622218" y="288937"/>
                  </a:lnTo>
                  <a:lnTo>
                    <a:pt x="640034" y="288937"/>
                  </a:lnTo>
                  <a:lnTo>
                    <a:pt x="640034" y="272498"/>
                  </a:lnTo>
                  <a:close/>
                </a:path>
                <a:path w="640080" h="368300">
                  <a:moveTo>
                    <a:pt x="640034" y="237140"/>
                  </a:moveTo>
                  <a:lnTo>
                    <a:pt x="622218" y="237140"/>
                  </a:lnTo>
                  <a:lnTo>
                    <a:pt x="622218" y="256283"/>
                  </a:lnTo>
                  <a:lnTo>
                    <a:pt x="640034" y="256283"/>
                  </a:lnTo>
                  <a:lnTo>
                    <a:pt x="640034" y="237140"/>
                  </a:lnTo>
                  <a:close/>
                </a:path>
                <a:path w="640080" h="368300">
                  <a:moveTo>
                    <a:pt x="640034" y="204486"/>
                  </a:moveTo>
                  <a:lnTo>
                    <a:pt x="622218" y="204486"/>
                  </a:lnTo>
                  <a:lnTo>
                    <a:pt x="622218" y="220700"/>
                  </a:lnTo>
                  <a:lnTo>
                    <a:pt x="640034" y="220700"/>
                  </a:lnTo>
                  <a:lnTo>
                    <a:pt x="640034" y="204486"/>
                  </a:lnTo>
                  <a:close/>
                </a:path>
                <a:path w="640080" h="368300">
                  <a:moveTo>
                    <a:pt x="640034" y="168903"/>
                  </a:moveTo>
                  <a:lnTo>
                    <a:pt x="622218" y="168903"/>
                  </a:lnTo>
                  <a:lnTo>
                    <a:pt x="622218" y="188046"/>
                  </a:lnTo>
                  <a:lnTo>
                    <a:pt x="640034" y="188046"/>
                  </a:lnTo>
                  <a:lnTo>
                    <a:pt x="640034" y="168903"/>
                  </a:lnTo>
                  <a:close/>
                </a:path>
                <a:path w="640080" h="368300">
                  <a:moveTo>
                    <a:pt x="640034" y="136249"/>
                  </a:moveTo>
                  <a:lnTo>
                    <a:pt x="622218" y="136249"/>
                  </a:lnTo>
                  <a:lnTo>
                    <a:pt x="622218" y="152688"/>
                  </a:lnTo>
                  <a:lnTo>
                    <a:pt x="640034" y="152688"/>
                  </a:lnTo>
                  <a:lnTo>
                    <a:pt x="640034" y="136249"/>
                  </a:lnTo>
                  <a:close/>
                </a:path>
                <a:path w="640080" h="368300">
                  <a:moveTo>
                    <a:pt x="640034" y="100891"/>
                  </a:moveTo>
                  <a:lnTo>
                    <a:pt x="622218" y="100891"/>
                  </a:lnTo>
                  <a:lnTo>
                    <a:pt x="622218" y="119809"/>
                  </a:lnTo>
                  <a:lnTo>
                    <a:pt x="640034" y="119809"/>
                  </a:lnTo>
                  <a:lnTo>
                    <a:pt x="640034" y="100891"/>
                  </a:lnTo>
                  <a:close/>
                </a:path>
                <a:path w="640080" h="368300">
                  <a:moveTo>
                    <a:pt x="640034" y="68011"/>
                  </a:moveTo>
                  <a:lnTo>
                    <a:pt x="622218" y="68011"/>
                  </a:lnTo>
                  <a:lnTo>
                    <a:pt x="622218" y="84451"/>
                  </a:lnTo>
                  <a:lnTo>
                    <a:pt x="640034" y="84451"/>
                  </a:lnTo>
                  <a:lnTo>
                    <a:pt x="640034" y="68011"/>
                  </a:lnTo>
                  <a:close/>
                </a:path>
                <a:path w="640080" h="368300">
                  <a:moveTo>
                    <a:pt x="640034" y="32654"/>
                  </a:moveTo>
                  <a:lnTo>
                    <a:pt x="622218" y="32654"/>
                  </a:lnTo>
                  <a:lnTo>
                    <a:pt x="622218" y="51797"/>
                  </a:lnTo>
                  <a:lnTo>
                    <a:pt x="640034" y="51797"/>
                  </a:lnTo>
                  <a:lnTo>
                    <a:pt x="640034" y="3265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341519" y="901353"/>
              <a:ext cx="640080" cy="368300"/>
            </a:xfrm>
            <a:custGeom>
              <a:avLst/>
              <a:gdLst/>
              <a:ahLst/>
              <a:cxnLst/>
              <a:rect l="l" t="t" r="r" b="b"/>
              <a:pathLst>
                <a:path w="640080" h="368300">
                  <a:moveTo>
                    <a:pt x="631126" y="16214"/>
                  </a:moveTo>
                  <a:lnTo>
                    <a:pt x="613310" y="16214"/>
                  </a:lnTo>
                  <a:lnTo>
                    <a:pt x="613310" y="0"/>
                  </a:lnTo>
                  <a:lnTo>
                    <a:pt x="631126" y="0"/>
                  </a:lnTo>
                  <a:lnTo>
                    <a:pt x="631126" y="16214"/>
                  </a:lnTo>
                  <a:close/>
                </a:path>
                <a:path w="640080" h="368300">
                  <a:moveTo>
                    <a:pt x="595493" y="16214"/>
                  </a:moveTo>
                  <a:lnTo>
                    <a:pt x="574732" y="16214"/>
                  </a:lnTo>
                  <a:lnTo>
                    <a:pt x="574732" y="0"/>
                  </a:lnTo>
                  <a:lnTo>
                    <a:pt x="595493" y="0"/>
                  </a:lnTo>
                  <a:lnTo>
                    <a:pt x="595493" y="16214"/>
                  </a:lnTo>
                  <a:close/>
                </a:path>
                <a:path w="640080" h="368300">
                  <a:moveTo>
                    <a:pt x="556916" y="16214"/>
                  </a:moveTo>
                  <a:lnTo>
                    <a:pt x="539099" y="16214"/>
                  </a:lnTo>
                  <a:lnTo>
                    <a:pt x="539099" y="0"/>
                  </a:lnTo>
                  <a:lnTo>
                    <a:pt x="556916" y="0"/>
                  </a:lnTo>
                  <a:lnTo>
                    <a:pt x="556916" y="16214"/>
                  </a:lnTo>
                  <a:close/>
                </a:path>
                <a:path w="640080" h="368300">
                  <a:moveTo>
                    <a:pt x="521283" y="16214"/>
                  </a:moveTo>
                  <a:lnTo>
                    <a:pt x="500497" y="16214"/>
                  </a:lnTo>
                  <a:lnTo>
                    <a:pt x="500497" y="0"/>
                  </a:lnTo>
                  <a:lnTo>
                    <a:pt x="521283" y="0"/>
                  </a:lnTo>
                  <a:lnTo>
                    <a:pt x="521283" y="16214"/>
                  </a:lnTo>
                  <a:close/>
                </a:path>
                <a:path w="640080" h="368300">
                  <a:moveTo>
                    <a:pt x="482705" y="16214"/>
                  </a:moveTo>
                  <a:lnTo>
                    <a:pt x="464889" y="16214"/>
                  </a:lnTo>
                  <a:lnTo>
                    <a:pt x="464889" y="0"/>
                  </a:lnTo>
                  <a:lnTo>
                    <a:pt x="482705" y="0"/>
                  </a:lnTo>
                  <a:lnTo>
                    <a:pt x="482705" y="16214"/>
                  </a:lnTo>
                  <a:close/>
                </a:path>
                <a:path w="640080" h="368300">
                  <a:moveTo>
                    <a:pt x="447662" y="16214"/>
                  </a:moveTo>
                  <a:lnTo>
                    <a:pt x="426876" y="16214"/>
                  </a:lnTo>
                  <a:lnTo>
                    <a:pt x="426876" y="0"/>
                  </a:lnTo>
                  <a:lnTo>
                    <a:pt x="447662" y="0"/>
                  </a:lnTo>
                  <a:lnTo>
                    <a:pt x="447662" y="16214"/>
                  </a:lnTo>
                  <a:close/>
                </a:path>
                <a:path w="640080" h="368300">
                  <a:moveTo>
                    <a:pt x="409084" y="16214"/>
                  </a:moveTo>
                  <a:lnTo>
                    <a:pt x="391268" y="16214"/>
                  </a:lnTo>
                  <a:lnTo>
                    <a:pt x="391268" y="0"/>
                  </a:lnTo>
                  <a:lnTo>
                    <a:pt x="409084" y="0"/>
                  </a:lnTo>
                  <a:lnTo>
                    <a:pt x="409084" y="16214"/>
                  </a:lnTo>
                  <a:close/>
                </a:path>
                <a:path w="640080" h="368300">
                  <a:moveTo>
                    <a:pt x="373451" y="16214"/>
                  </a:moveTo>
                  <a:lnTo>
                    <a:pt x="352665" y="16214"/>
                  </a:lnTo>
                  <a:lnTo>
                    <a:pt x="352665" y="0"/>
                  </a:lnTo>
                  <a:lnTo>
                    <a:pt x="373451" y="0"/>
                  </a:lnTo>
                  <a:lnTo>
                    <a:pt x="373451" y="16214"/>
                  </a:lnTo>
                  <a:close/>
                </a:path>
                <a:path w="640080" h="368300">
                  <a:moveTo>
                    <a:pt x="334849" y="16214"/>
                  </a:moveTo>
                  <a:lnTo>
                    <a:pt x="317057" y="16214"/>
                  </a:lnTo>
                  <a:lnTo>
                    <a:pt x="317057" y="0"/>
                  </a:lnTo>
                  <a:lnTo>
                    <a:pt x="334849" y="0"/>
                  </a:lnTo>
                  <a:lnTo>
                    <a:pt x="334849" y="16214"/>
                  </a:lnTo>
                  <a:close/>
                </a:path>
                <a:path w="640080" h="368300">
                  <a:moveTo>
                    <a:pt x="299241" y="16214"/>
                  </a:moveTo>
                  <a:lnTo>
                    <a:pt x="278455" y="16214"/>
                  </a:lnTo>
                  <a:lnTo>
                    <a:pt x="278455" y="0"/>
                  </a:lnTo>
                  <a:lnTo>
                    <a:pt x="299241" y="0"/>
                  </a:lnTo>
                  <a:lnTo>
                    <a:pt x="299241" y="16214"/>
                  </a:lnTo>
                  <a:close/>
                </a:path>
                <a:path w="640080" h="368300">
                  <a:moveTo>
                    <a:pt x="260639" y="16214"/>
                  </a:moveTo>
                  <a:lnTo>
                    <a:pt x="242822" y="16214"/>
                  </a:lnTo>
                  <a:lnTo>
                    <a:pt x="242822" y="0"/>
                  </a:lnTo>
                  <a:lnTo>
                    <a:pt x="260639" y="0"/>
                  </a:lnTo>
                  <a:lnTo>
                    <a:pt x="260639" y="16214"/>
                  </a:lnTo>
                  <a:close/>
                </a:path>
                <a:path w="640080" h="368300">
                  <a:moveTo>
                    <a:pt x="225031" y="16214"/>
                  </a:moveTo>
                  <a:lnTo>
                    <a:pt x="204834" y="16214"/>
                  </a:lnTo>
                  <a:lnTo>
                    <a:pt x="204834" y="0"/>
                  </a:lnTo>
                  <a:lnTo>
                    <a:pt x="225031" y="0"/>
                  </a:lnTo>
                  <a:lnTo>
                    <a:pt x="225031" y="16214"/>
                  </a:lnTo>
                  <a:close/>
                </a:path>
                <a:path w="640080" h="368300">
                  <a:moveTo>
                    <a:pt x="187017" y="16214"/>
                  </a:moveTo>
                  <a:lnTo>
                    <a:pt x="169201" y="16214"/>
                  </a:lnTo>
                  <a:lnTo>
                    <a:pt x="169201" y="0"/>
                  </a:lnTo>
                  <a:lnTo>
                    <a:pt x="187017" y="0"/>
                  </a:lnTo>
                  <a:lnTo>
                    <a:pt x="187017" y="16214"/>
                  </a:lnTo>
                  <a:close/>
                </a:path>
                <a:path w="640080" h="368300">
                  <a:moveTo>
                    <a:pt x="151409" y="16214"/>
                  </a:moveTo>
                  <a:lnTo>
                    <a:pt x="130623" y="16214"/>
                  </a:lnTo>
                  <a:lnTo>
                    <a:pt x="130623" y="0"/>
                  </a:lnTo>
                  <a:lnTo>
                    <a:pt x="151409" y="0"/>
                  </a:lnTo>
                  <a:lnTo>
                    <a:pt x="151409" y="16214"/>
                  </a:lnTo>
                  <a:close/>
                </a:path>
                <a:path w="640080" h="368300">
                  <a:moveTo>
                    <a:pt x="112807" y="16214"/>
                  </a:moveTo>
                  <a:lnTo>
                    <a:pt x="94991" y="16214"/>
                  </a:lnTo>
                  <a:lnTo>
                    <a:pt x="94991" y="0"/>
                  </a:lnTo>
                  <a:lnTo>
                    <a:pt x="112807" y="0"/>
                  </a:lnTo>
                  <a:lnTo>
                    <a:pt x="112807" y="16214"/>
                  </a:lnTo>
                  <a:close/>
                </a:path>
                <a:path w="640080" h="368300">
                  <a:moveTo>
                    <a:pt x="77184" y="16214"/>
                  </a:moveTo>
                  <a:lnTo>
                    <a:pt x="56403" y="16214"/>
                  </a:lnTo>
                  <a:lnTo>
                    <a:pt x="56403" y="0"/>
                  </a:lnTo>
                  <a:lnTo>
                    <a:pt x="77184" y="0"/>
                  </a:lnTo>
                  <a:lnTo>
                    <a:pt x="77184" y="16214"/>
                  </a:lnTo>
                  <a:close/>
                </a:path>
                <a:path w="640080" h="368300">
                  <a:moveTo>
                    <a:pt x="38592" y="16214"/>
                  </a:moveTo>
                  <a:lnTo>
                    <a:pt x="20780" y="16214"/>
                  </a:lnTo>
                  <a:lnTo>
                    <a:pt x="20780" y="0"/>
                  </a:lnTo>
                  <a:lnTo>
                    <a:pt x="38592" y="0"/>
                  </a:lnTo>
                  <a:lnTo>
                    <a:pt x="38592" y="16214"/>
                  </a:lnTo>
                  <a:close/>
                </a:path>
                <a:path w="640080" h="368300">
                  <a:moveTo>
                    <a:pt x="17811" y="13512"/>
                  </a:moveTo>
                  <a:lnTo>
                    <a:pt x="17811" y="29952"/>
                  </a:lnTo>
                  <a:lnTo>
                    <a:pt x="0" y="29952"/>
                  </a:lnTo>
                  <a:lnTo>
                    <a:pt x="0" y="13512"/>
                  </a:lnTo>
                  <a:lnTo>
                    <a:pt x="17811" y="13512"/>
                  </a:lnTo>
                  <a:close/>
                </a:path>
                <a:path w="640080" h="368300">
                  <a:moveTo>
                    <a:pt x="17811" y="49094"/>
                  </a:moveTo>
                  <a:lnTo>
                    <a:pt x="17811" y="65309"/>
                  </a:lnTo>
                  <a:lnTo>
                    <a:pt x="0" y="65309"/>
                  </a:lnTo>
                  <a:lnTo>
                    <a:pt x="0" y="49094"/>
                  </a:lnTo>
                  <a:lnTo>
                    <a:pt x="17811" y="49094"/>
                  </a:lnTo>
                  <a:close/>
                </a:path>
                <a:path w="640080" h="368300">
                  <a:moveTo>
                    <a:pt x="17811" y="81749"/>
                  </a:moveTo>
                  <a:lnTo>
                    <a:pt x="17811" y="98189"/>
                  </a:lnTo>
                  <a:lnTo>
                    <a:pt x="0" y="98189"/>
                  </a:lnTo>
                  <a:lnTo>
                    <a:pt x="0" y="81749"/>
                  </a:lnTo>
                  <a:lnTo>
                    <a:pt x="17811" y="81749"/>
                  </a:lnTo>
                  <a:close/>
                </a:path>
                <a:path w="640080" h="368300">
                  <a:moveTo>
                    <a:pt x="17811" y="117106"/>
                  </a:moveTo>
                  <a:lnTo>
                    <a:pt x="17811" y="133546"/>
                  </a:lnTo>
                  <a:lnTo>
                    <a:pt x="0" y="133546"/>
                  </a:lnTo>
                  <a:lnTo>
                    <a:pt x="0" y="117106"/>
                  </a:lnTo>
                  <a:lnTo>
                    <a:pt x="17811" y="117106"/>
                  </a:lnTo>
                  <a:close/>
                </a:path>
                <a:path w="640080" h="368300">
                  <a:moveTo>
                    <a:pt x="17811" y="149986"/>
                  </a:moveTo>
                  <a:lnTo>
                    <a:pt x="17811" y="166201"/>
                  </a:lnTo>
                  <a:lnTo>
                    <a:pt x="0" y="166201"/>
                  </a:lnTo>
                  <a:lnTo>
                    <a:pt x="0" y="149986"/>
                  </a:lnTo>
                  <a:lnTo>
                    <a:pt x="17811" y="149986"/>
                  </a:lnTo>
                  <a:close/>
                </a:path>
                <a:path w="640080" h="368300">
                  <a:moveTo>
                    <a:pt x="17811" y="185343"/>
                  </a:moveTo>
                  <a:lnTo>
                    <a:pt x="17811" y="201783"/>
                  </a:lnTo>
                  <a:lnTo>
                    <a:pt x="0" y="201783"/>
                  </a:lnTo>
                  <a:lnTo>
                    <a:pt x="0" y="185343"/>
                  </a:lnTo>
                  <a:lnTo>
                    <a:pt x="17811" y="185343"/>
                  </a:lnTo>
                  <a:close/>
                </a:path>
                <a:path w="640080" h="368300">
                  <a:moveTo>
                    <a:pt x="17811" y="217998"/>
                  </a:moveTo>
                  <a:lnTo>
                    <a:pt x="17811" y="234438"/>
                  </a:lnTo>
                  <a:lnTo>
                    <a:pt x="0" y="234438"/>
                  </a:lnTo>
                  <a:lnTo>
                    <a:pt x="0" y="217998"/>
                  </a:lnTo>
                  <a:lnTo>
                    <a:pt x="17811" y="217998"/>
                  </a:lnTo>
                  <a:close/>
                </a:path>
                <a:path w="640080" h="368300">
                  <a:moveTo>
                    <a:pt x="17811" y="253580"/>
                  </a:moveTo>
                  <a:lnTo>
                    <a:pt x="17811" y="269795"/>
                  </a:lnTo>
                  <a:lnTo>
                    <a:pt x="0" y="269795"/>
                  </a:lnTo>
                  <a:lnTo>
                    <a:pt x="0" y="253580"/>
                  </a:lnTo>
                  <a:lnTo>
                    <a:pt x="17811" y="253580"/>
                  </a:lnTo>
                  <a:close/>
                </a:path>
                <a:path w="640080" h="368300">
                  <a:moveTo>
                    <a:pt x="17811" y="286235"/>
                  </a:moveTo>
                  <a:lnTo>
                    <a:pt x="17811" y="302675"/>
                  </a:lnTo>
                  <a:lnTo>
                    <a:pt x="0" y="302675"/>
                  </a:lnTo>
                  <a:lnTo>
                    <a:pt x="0" y="286235"/>
                  </a:lnTo>
                  <a:lnTo>
                    <a:pt x="17811" y="286235"/>
                  </a:lnTo>
                  <a:close/>
                </a:path>
                <a:path w="640080" h="368300">
                  <a:moveTo>
                    <a:pt x="17811" y="321592"/>
                  </a:moveTo>
                  <a:lnTo>
                    <a:pt x="17811" y="338032"/>
                  </a:lnTo>
                  <a:lnTo>
                    <a:pt x="0" y="338032"/>
                  </a:lnTo>
                  <a:lnTo>
                    <a:pt x="0" y="321592"/>
                  </a:lnTo>
                  <a:lnTo>
                    <a:pt x="17811" y="321592"/>
                  </a:lnTo>
                  <a:close/>
                </a:path>
                <a:path w="640080" h="368300">
                  <a:moveTo>
                    <a:pt x="17811" y="354472"/>
                  </a:moveTo>
                  <a:lnTo>
                    <a:pt x="17811" y="359877"/>
                  </a:lnTo>
                  <a:lnTo>
                    <a:pt x="8905" y="351770"/>
                  </a:lnTo>
                  <a:lnTo>
                    <a:pt x="23750" y="351770"/>
                  </a:lnTo>
                  <a:lnTo>
                    <a:pt x="23750" y="367984"/>
                  </a:lnTo>
                  <a:lnTo>
                    <a:pt x="0" y="367984"/>
                  </a:lnTo>
                  <a:lnTo>
                    <a:pt x="0" y="354472"/>
                  </a:lnTo>
                  <a:lnTo>
                    <a:pt x="17811" y="354472"/>
                  </a:lnTo>
                  <a:close/>
                </a:path>
                <a:path w="640080" h="368300">
                  <a:moveTo>
                    <a:pt x="41561" y="351770"/>
                  </a:moveTo>
                  <a:lnTo>
                    <a:pt x="59373" y="351770"/>
                  </a:lnTo>
                  <a:lnTo>
                    <a:pt x="59373" y="367984"/>
                  </a:lnTo>
                  <a:lnTo>
                    <a:pt x="41561" y="367984"/>
                  </a:lnTo>
                  <a:lnTo>
                    <a:pt x="41561" y="351770"/>
                  </a:lnTo>
                  <a:close/>
                </a:path>
                <a:path w="640080" h="368300">
                  <a:moveTo>
                    <a:pt x="77184" y="351770"/>
                  </a:moveTo>
                  <a:lnTo>
                    <a:pt x="97960" y="351770"/>
                  </a:lnTo>
                  <a:lnTo>
                    <a:pt x="97960" y="367984"/>
                  </a:lnTo>
                  <a:lnTo>
                    <a:pt x="77184" y="367984"/>
                  </a:lnTo>
                  <a:lnTo>
                    <a:pt x="77184" y="351770"/>
                  </a:lnTo>
                  <a:close/>
                </a:path>
                <a:path w="640080" h="368300">
                  <a:moveTo>
                    <a:pt x="115776" y="351770"/>
                  </a:moveTo>
                  <a:lnTo>
                    <a:pt x="133593" y="351770"/>
                  </a:lnTo>
                  <a:lnTo>
                    <a:pt x="133593" y="367984"/>
                  </a:lnTo>
                  <a:lnTo>
                    <a:pt x="115776" y="367984"/>
                  </a:lnTo>
                  <a:lnTo>
                    <a:pt x="115776" y="351770"/>
                  </a:lnTo>
                  <a:close/>
                </a:path>
                <a:path w="640080" h="368300">
                  <a:moveTo>
                    <a:pt x="151409" y="351770"/>
                  </a:moveTo>
                  <a:lnTo>
                    <a:pt x="172170" y="351770"/>
                  </a:lnTo>
                  <a:lnTo>
                    <a:pt x="172170" y="367984"/>
                  </a:lnTo>
                  <a:lnTo>
                    <a:pt x="151409" y="367984"/>
                  </a:lnTo>
                  <a:lnTo>
                    <a:pt x="151409" y="351770"/>
                  </a:lnTo>
                  <a:close/>
                </a:path>
                <a:path w="640080" h="368300">
                  <a:moveTo>
                    <a:pt x="189987" y="351770"/>
                  </a:moveTo>
                  <a:lnTo>
                    <a:pt x="207803" y="351770"/>
                  </a:lnTo>
                  <a:lnTo>
                    <a:pt x="207803" y="367984"/>
                  </a:lnTo>
                  <a:lnTo>
                    <a:pt x="189987" y="367984"/>
                  </a:lnTo>
                  <a:lnTo>
                    <a:pt x="189987" y="351770"/>
                  </a:lnTo>
                  <a:close/>
                </a:path>
                <a:path w="640080" h="368300">
                  <a:moveTo>
                    <a:pt x="225031" y="351770"/>
                  </a:moveTo>
                  <a:lnTo>
                    <a:pt x="245792" y="351770"/>
                  </a:lnTo>
                  <a:lnTo>
                    <a:pt x="245792" y="367984"/>
                  </a:lnTo>
                  <a:lnTo>
                    <a:pt x="225031" y="367984"/>
                  </a:lnTo>
                  <a:lnTo>
                    <a:pt x="225031" y="351770"/>
                  </a:lnTo>
                  <a:close/>
                </a:path>
                <a:path w="640080" h="368300">
                  <a:moveTo>
                    <a:pt x="263608" y="351770"/>
                  </a:moveTo>
                  <a:lnTo>
                    <a:pt x="281425" y="351770"/>
                  </a:lnTo>
                  <a:lnTo>
                    <a:pt x="281425" y="367984"/>
                  </a:lnTo>
                  <a:lnTo>
                    <a:pt x="263608" y="367984"/>
                  </a:lnTo>
                  <a:lnTo>
                    <a:pt x="263608" y="351770"/>
                  </a:lnTo>
                  <a:close/>
                </a:path>
                <a:path w="640080" h="368300">
                  <a:moveTo>
                    <a:pt x="299241" y="351770"/>
                  </a:moveTo>
                  <a:lnTo>
                    <a:pt x="320027" y="351770"/>
                  </a:lnTo>
                  <a:lnTo>
                    <a:pt x="320027" y="367984"/>
                  </a:lnTo>
                  <a:lnTo>
                    <a:pt x="299241" y="367984"/>
                  </a:lnTo>
                  <a:lnTo>
                    <a:pt x="299241" y="351770"/>
                  </a:lnTo>
                  <a:close/>
                </a:path>
                <a:path w="640080" h="368300">
                  <a:moveTo>
                    <a:pt x="337819" y="351770"/>
                  </a:moveTo>
                  <a:lnTo>
                    <a:pt x="355635" y="351770"/>
                  </a:lnTo>
                  <a:lnTo>
                    <a:pt x="355635" y="367984"/>
                  </a:lnTo>
                  <a:lnTo>
                    <a:pt x="337819" y="367984"/>
                  </a:lnTo>
                  <a:lnTo>
                    <a:pt x="337819" y="351770"/>
                  </a:lnTo>
                  <a:close/>
                </a:path>
                <a:path w="640080" h="368300">
                  <a:moveTo>
                    <a:pt x="373451" y="351770"/>
                  </a:moveTo>
                  <a:lnTo>
                    <a:pt x="394237" y="351770"/>
                  </a:lnTo>
                  <a:lnTo>
                    <a:pt x="394237" y="367984"/>
                  </a:lnTo>
                  <a:lnTo>
                    <a:pt x="373451" y="367984"/>
                  </a:lnTo>
                  <a:lnTo>
                    <a:pt x="373451" y="351770"/>
                  </a:lnTo>
                  <a:close/>
                </a:path>
                <a:path w="640080" h="368300">
                  <a:moveTo>
                    <a:pt x="412053" y="351770"/>
                  </a:moveTo>
                  <a:lnTo>
                    <a:pt x="429845" y="351770"/>
                  </a:lnTo>
                  <a:lnTo>
                    <a:pt x="429845" y="367984"/>
                  </a:lnTo>
                  <a:lnTo>
                    <a:pt x="412053" y="367984"/>
                  </a:lnTo>
                  <a:lnTo>
                    <a:pt x="412053" y="351770"/>
                  </a:lnTo>
                  <a:close/>
                </a:path>
                <a:path w="640080" h="368300">
                  <a:moveTo>
                    <a:pt x="447662" y="351770"/>
                  </a:moveTo>
                  <a:lnTo>
                    <a:pt x="467858" y="351770"/>
                  </a:lnTo>
                  <a:lnTo>
                    <a:pt x="467858" y="367984"/>
                  </a:lnTo>
                  <a:lnTo>
                    <a:pt x="447662" y="367984"/>
                  </a:lnTo>
                  <a:lnTo>
                    <a:pt x="447662" y="351770"/>
                  </a:lnTo>
                  <a:close/>
                </a:path>
                <a:path w="640080" h="368300">
                  <a:moveTo>
                    <a:pt x="485675" y="351770"/>
                  </a:moveTo>
                  <a:lnTo>
                    <a:pt x="503467" y="351770"/>
                  </a:lnTo>
                  <a:lnTo>
                    <a:pt x="503467" y="367984"/>
                  </a:lnTo>
                  <a:lnTo>
                    <a:pt x="485675" y="367984"/>
                  </a:lnTo>
                  <a:lnTo>
                    <a:pt x="485675" y="351770"/>
                  </a:lnTo>
                  <a:close/>
                </a:path>
                <a:path w="640080" h="368300">
                  <a:moveTo>
                    <a:pt x="521283" y="351770"/>
                  </a:moveTo>
                  <a:lnTo>
                    <a:pt x="542069" y="351770"/>
                  </a:lnTo>
                  <a:lnTo>
                    <a:pt x="542069" y="367984"/>
                  </a:lnTo>
                  <a:lnTo>
                    <a:pt x="521283" y="367984"/>
                  </a:lnTo>
                  <a:lnTo>
                    <a:pt x="521283" y="351770"/>
                  </a:lnTo>
                  <a:close/>
                </a:path>
                <a:path w="640080" h="368300">
                  <a:moveTo>
                    <a:pt x="559885" y="351770"/>
                  </a:moveTo>
                  <a:lnTo>
                    <a:pt x="577701" y="351770"/>
                  </a:lnTo>
                  <a:lnTo>
                    <a:pt x="577701" y="367984"/>
                  </a:lnTo>
                  <a:lnTo>
                    <a:pt x="559885" y="367984"/>
                  </a:lnTo>
                  <a:lnTo>
                    <a:pt x="559885" y="351770"/>
                  </a:lnTo>
                  <a:close/>
                </a:path>
                <a:path w="640080" h="368300">
                  <a:moveTo>
                    <a:pt x="595493" y="351770"/>
                  </a:moveTo>
                  <a:lnTo>
                    <a:pt x="616279" y="351770"/>
                  </a:lnTo>
                  <a:lnTo>
                    <a:pt x="616279" y="367984"/>
                  </a:lnTo>
                  <a:lnTo>
                    <a:pt x="595493" y="367984"/>
                  </a:lnTo>
                  <a:lnTo>
                    <a:pt x="595493" y="351770"/>
                  </a:lnTo>
                  <a:close/>
                </a:path>
                <a:path w="640080" h="368300">
                  <a:moveTo>
                    <a:pt x="622218" y="357175"/>
                  </a:moveTo>
                  <a:lnTo>
                    <a:pt x="622218" y="340735"/>
                  </a:lnTo>
                  <a:lnTo>
                    <a:pt x="640034" y="340735"/>
                  </a:lnTo>
                  <a:lnTo>
                    <a:pt x="640034" y="357175"/>
                  </a:lnTo>
                  <a:lnTo>
                    <a:pt x="622218" y="357175"/>
                  </a:lnTo>
                  <a:close/>
                </a:path>
                <a:path w="640080" h="368300">
                  <a:moveTo>
                    <a:pt x="622218" y="324295"/>
                  </a:moveTo>
                  <a:lnTo>
                    <a:pt x="622218" y="305377"/>
                  </a:lnTo>
                  <a:lnTo>
                    <a:pt x="640034" y="305377"/>
                  </a:lnTo>
                  <a:lnTo>
                    <a:pt x="640034" y="324295"/>
                  </a:lnTo>
                  <a:lnTo>
                    <a:pt x="622218" y="324295"/>
                  </a:lnTo>
                  <a:close/>
                </a:path>
                <a:path w="640080" h="368300">
                  <a:moveTo>
                    <a:pt x="622218" y="288937"/>
                  </a:moveTo>
                  <a:lnTo>
                    <a:pt x="622218" y="272498"/>
                  </a:lnTo>
                  <a:lnTo>
                    <a:pt x="640034" y="272498"/>
                  </a:lnTo>
                  <a:lnTo>
                    <a:pt x="640034" y="288937"/>
                  </a:lnTo>
                  <a:lnTo>
                    <a:pt x="622218" y="288937"/>
                  </a:lnTo>
                  <a:close/>
                </a:path>
                <a:path w="640080" h="368300">
                  <a:moveTo>
                    <a:pt x="622218" y="256283"/>
                  </a:moveTo>
                  <a:lnTo>
                    <a:pt x="622218" y="237140"/>
                  </a:lnTo>
                  <a:lnTo>
                    <a:pt x="640034" y="237140"/>
                  </a:lnTo>
                  <a:lnTo>
                    <a:pt x="640034" y="256283"/>
                  </a:lnTo>
                  <a:lnTo>
                    <a:pt x="622218" y="256283"/>
                  </a:lnTo>
                  <a:close/>
                </a:path>
                <a:path w="640080" h="368300">
                  <a:moveTo>
                    <a:pt x="622218" y="220700"/>
                  </a:moveTo>
                  <a:lnTo>
                    <a:pt x="622218" y="204486"/>
                  </a:lnTo>
                  <a:lnTo>
                    <a:pt x="640034" y="204486"/>
                  </a:lnTo>
                  <a:lnTo>
                    <a:pt x="640034" y="220700"/>
                  </a:lnTo>
                  <a:lnTo>
                    <a:pt x="622218" y="220700"/>
                  </a:lnTo>
                  <a:close/>
                </a:path>
                <a:path w="640080" h="368300">
                  <a:moveTo>
                    <a:pt x="622218" y="188046"/>
                  </a:moveTo>
                  <a:lnTo>
                    <a:pt x="622218" y="168903"/>
                  </a:lnTo>
                  <a:lnTo>
                    <a:pt x="640034" y="168903"/>
                  </a:lnTo>
                  <a:lnTo>
                    <a:pt x="640034" y="188046"/>
                  </a:lnTo>
                  <a:lnTo>
                    <a:pt x="622218" y="188046"/>
                  </a:lnTo>
                  <a:close/>
                </a:path>
                <a:path w="640080" h="368300">
                  <a:moveTo>
                    <a:pt x="622218" y="152688"/>
                  </a:moveTo>
                  <a:lnTo>
                    <a:pt x="622218" y="136249"/>
                  </a:lnTo>
                  <a:lnTo>
                    <a:pt x="640034" y="136249"/>
                  </a:lnTo>
                  <a:lnTo>
                    <a:pt x="640034" y="152688"/>
                  </a:lnTo>
                  <a:lnTo>
                    <a:pt x="622218" y="152688"/>
                  </a:lnTo>
                  <a:close/>
                </a:path>
                <a:path w="640080" h="368300">
                  <a:moveTo>
                    <a:pt x="622218" y="119809"/>
                  </a:moveTo>
                  <a:lnTo>
                    <a:pt x="622218" y="100891"/>
                  </a:lnTo>
                  <a:lnTo>
                    <a:pt x="640034" y="100891"/>
                  </a:lnTo>
                  <a:lnTo>
                    <a:pt x="640034" y="119809"/>
                  </a:lnTo>
                  <a:lnTo>
                    <a:pt x="622218" y="119809"/>
                  </a:lnTo>
                  <a:close/>
                </a:path>
                <a:path w="640080" h="368300">
                  <a:moveTo>
                    <a:pt x="622218" y="84451"/>
                  </a:moveTo>
                  <a:lnTo>
                    <a:pt x="622218" y="68011"/>
                  </a:lnTo>
                  <a:lnTo>
                    <a:pt x="640034" y="68011"/>
                  </a:lnTo>
                  <a:lnTo>
                    <a:pt x="640034" y="84451"/>
                  </a:lnTo>
                  <a:lnTo>
                    <a:pt x="622218" y="84451"/>
                  </a:lnTo>
                  <a:close/>
                </a:path>
                <a:path w="640080" h="368300">
                  <a:moveTo>
                    <a:pt x="622218" y="51797"/>
                  </a:moveTo>
                  <a:lnTo>
                    <a:pt x="622218" y="32654"/>
                  </a:lnTo>
                  <a:lnTo>
                    <a:pt x="640034" y="32654"/>
                  </a:lnTo>
                  <a:lnTo>
                    <a:pt x="640034" y="51797"/>
                  </a:lnTo>
                  <a:lnTo>
                    <a:pt x="622218" y="51797"/>
                  </a:lnTo>
                  <a:close/>
                </a:path>
                <a:path w="640080" h="368300">
                  <a:moveTo>
                    <a:pt x="622218" y="16214"/>
                  </a:moveTo>
                  <a:lnTo>
                    <a:pt x="622218" y="8107"/>
                  </a:lnTo>
                  <a:lnTo>
                    <a:pt x="640034" y="8107"/>
                  </a:lnTo>
                  <a:lnTo>
                    <a:pt x="640034" y="16214"/>
                  </a:lnTo>
                  <a:lnTo>
                    <a:pt x="622218" y="16214"/>
                  </a:lnTo>
                  <a:close/>
                </a:path>
              </a:pathLst>
            </a:custGeom>
            <a:ln w="32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2181693" y="2561551"/>
            <a:ext cx="248285" cy="2711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00" spc="90">
                <a:solidFill>
                  <a:srgbClr val="993300"/>
                </a:solidFill>
                <a:latin typeface="宋体"/>
                <a:cs typeface="宋体"/>
              </a:rPr>
              <a:t>写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6543219" y="1362381"/>
            <a:ext cx="248285" cy="2711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00" spc="90">
                <a:solidFill>
                  <a:srgbClr val="993300"/>
                </a:solidFill>
                <a:latin typeface="宋体"/>
                <a:cs typeface="宋体"/>
              </a:rPr>
              <a:t>读</a:t>
            </a:r>
            <a:endParaRPr sz="1600">
              <a:latin typeface="宋体"/>
              <a:cs typeface="宋体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2537903" y="1895302"/>
            <a:ext cx="2582545" cy="372110"/>
            <a:chOff x="2537903" y="1895302"/>
            <a:chExt cx="2582545" cy="372110"/>
          </a:xfrm>
        </p:grpSpPr>
        <p:sp>
          <p:nvSpPr>
            <p:cNvPr id="17" name="object 17" descr=""/>
            <p:cNvSpPr/>
            <p:nvPr/>
          </p:nvSpPr>
          <p:spPr>
            <a:xfrm>
              <a:off x="2546475" y="1903875"/>
              <a:ext cx="379730" cy="340995"/>
            </a:xfrm>
            <a:custGeom>
              <a:avLst/>
              <a:gdLst/>
              <a:ahLst/>
              <a:cxnLst/>
              <a:rect l="l" t="t" r="r" b="b"/>
              <a:pathLst>
                <a:path w="379730" h="340994">
                  <a:moveTo>
                    <a:pt x="210188" y="0"/>
                  </a:moveTo>
                  <a:lnTo>
                    <a:pt x="189992" y="0"/>
                  </a:lnTo>
                  <a:lnTo>
                    <a:pt x="172175" y="0"/>
                  </a:lnTo>
                  <a:lnTo>
                    <a:pt x="151390" y="2724"/>
                  </a:lnTo>
                  <a:lnTo>
                    <a:pt x="115781" y="13624"/>
                  </a:lnTo>
                  <a:lnTo>
                    <a:pt x="100934" y="21822"/>
                  </a:lnTo>
                  <a:lnTo>
                    <a:pt x="83118" y="29997"/>
                  </a:lnTo>
                  <a:lnTo>
                    <a:pt x="32663" y="76344"/>
                  </a:lnTo>
                  <a:lnTo>
                    <a:pt x="2969" y="136339"/>
                  </a:lnTo>
                  <a:lnTo>
                    <a:pt x="0" y="152688"/>
                  </a:lnTo>
                  <a:lnTo>
                    <a:pt x="0" y="188136"/>
                  </a:lnTo>
                  <a:lnTo>
                    <a:pt x="14846" y="237208"/>
                  </a:lnTo>
                  <a:lnTo>
                    <a:pt x="44540" y="280853"/>
                  </a:lnTo>
                  <a:lnTo>
                    <a:pt x="83118" y="313552"/>
                  </a:lnTo>
                  <a:lnTo>
                    <a:pt x="100934" y="321750"/>
                  </a:lnTo>
                  <a:lnTo>
                    <a:pt x="115781" y="329925"/>
                  </a:lnTo>
                  <a:lnTo>
                    <a:pt x="133598" y="335375"/>
                  </a:lnTo>
                  <a:lnTo>
                    <a:pt x="172175" y="340825"/>
                  </a:lnTo>
                  <a:lnTo>
                    <a:pt x="210189" y="340825"/>
                  </a:lnTo>
                  <a:lnTo>
                    <a:pt x="245797" y="335375"/>
                  </a:lnTo>
                  <a:lnTo>
                    <a:pt x="281429" y="321750"/>
                  </a:lnTo>
                  <a:lnTo>
                    <a:pt x="325946" y="291753"/>
                  </a:lnTo>
                  <a:lnTo>
                    <a:pt x="358609" y="253580"/>
                  </a:lnTo>
                  <a:lnTo>
                    <a:pt x="364548" y="237208"/>
                  </a:lnTo>
                  <a:lnTo>
                    <a:pt x="373456" y="220858"/>
                  </a:lnTo>
                  <a:lnTo>
                    <a:pt x="379395" y="188136"/>
                  </a:lnTo>
                  <a:lnTo>
                    <a:pt x="379395" y="152688"/>
                  </a:lnTo>
                  <a:lnTo>
                    <a:pt x="373456" y="119966"/>
                  </a:lnTo>
                  <a:lnTo>
                    <a:pt x="364548" y="103616"/>
                  </a:lnTo>
                  <a:lnTo>
                    <a:pt x="358609" y="89969"/>
                  </a:lnTo>
                  <a:lnTo>
                    <a:pt x="325946" y="49072"/>
                  </a:lnTo>
                  <a:lnTo>
                    <a:pt x="281429" y="21822"/>
                  </a:lnTo>
                  <a:lnTo>
                    <a:pt x="227980" y="2724"/>
                  </a:lnTo>
                  <a:lnTo>
                    <a:pt x="210188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2546475" y="1903875"/>
              <a:ext cx="379730" cy="340995"/>
            </a:xfrm>
            <a:custGeom>
              <a:avLst/>
              <a:gdLst/>
              <a:ahLst/>
              <a:cxnLst/>
              <a:rect l="l" t="t" r="r" b="b"/>
              <a:pathLst>
                <a:path w="379730" h="340994">
                  <a:moveTo>
                    <a:pt x="189992" y="0"/>
                  </a:moveTo>
                  <a:lnTo>
                    <a:pt x="172175" y="0"/>
                  </a:lnTo>
                  <a:lnTo>
                    <a:pt x="151390" y="2724"/>
                  </a:lnTo>
                  <a:lnTo>
                    <a:pt x="133598" y="8174"/>
                  </a:lnTo>
                  <a:lnTo>
                    <a:pt x="115781" y="13624"/>
                  </a:lnTo>
                  <a:lnTo>
                    <a:pt x="100934" y="21822"/>
                  </a:lnTo>
                  <a:lnTo>
                    <a:pt x="83118" y="29997"/>
                  </a:lnTo>
                  <a:lnTo>
                    <a:pt x="68271" y="38172"/>
                  </a:lnTo>
                  <a:lnTo>
                    <a:pt x="56393" y="49072"/>
                  </a:lnTo>
                  <a:lnTo>
                    <a:pt x="44540" y="62719"/>
                  </a:lnTo>
                  <a:lnTo>
                    <a:pt x="32663" y="76344"/>
                  </a:lnTo>
                  <a:lnTo>
                    <a:pt x="8908" y="119966"/>
                  </a:lnTo>
                  <a:lnTo>
                    <a:pt x="0" y="152688"/>
                  </a:lnTo>
                  <a:lnTo>
                    <a:pt x="0" y="171786"/>
                  </a:lnTo>
                  <a:lnTo>
                    <a:pt x="8908" y="220858"/>
                  </a:lnTo>
                  <a:lnTo>
                    <a:pt x="32663" y="267205"/>
                  </a:lnTo>
                  <a:lnTo>
                    <a:pt x="68271" y="302652"/>
                  </a:lnTo>
                  <a:lnTo>
                    <a:pt x="100934" y="321750"/>
                  </a:lnTo>
                  <a:lnTo>
                    <a:pt x="115781" y="329925"/>
                  </a:lnTo>
                  <a:lnTo>
                    <a:pt x="172175" y="340825"/>
                  </a:lnTo>
                  <a:lnTo>
                    <a:pt x="210189" y="340825"/>
                  </a:lnTo>
                  <a:lnTo>
                    <a:pt x="227980" y="338100"/>
                  </a:lnTo>
                  <a:lnTo>
                    <a:pt x="245797" y="335375"/>
                  </a:lnTo>
                  <a:lnTo>
                    <a:pt x="263613" y="329925"/>
                  </a:lnTo>
                  <a:lnTo>
                    <a:pt x="281429" y="321750"/>
                  </a:lnTo>
                  <a:lnTo>
                    <a:pt x="296276" y="313552"/>
                  </a:lnTo>
                  <a:lnTo>
                    <a:pt x="311099" y="302652"/>
                  </a:lnTo>
                  <a:lnTo>
                    <a:pt x="325946" y="291753"/>
                  </a:lnTo>
                  <a:lnTo>
                    <a:pt x="337823" y="280853"/>
                  </a:lnTo>
                  <a:lnTo>
                    <a:pt x="349701" y="267205"/>
                  </a:lnTo>
                  <a:lnTo>
                    <a:pt x="358609" y="253580"/>
                  </a:lnTo>
                  <a:lnTo>
                    <a:pt x="364548" y="237208"/>
                  </a:lnTo>
                  <a:lnTo>
                    <a:pt x="373456" y="220858"/>
                  </a:lnTo>
                  <a:lnTo>
                    <a:pt x="376426" y="204508"/>
                  </a:lnTo>
                  <a:lnTo>
                    <a:pt x="379395" y="188136"/>
                  </a:lnTo>
                  <a:lnTo>
                    <a:pt x="379395" y="171786"/>
                  </a:lnTo>
                  <a:lnTo>
                    <a:pt x="379395" y="152688"/>
                  </a:lnTo>
                  <a:lnTo>
                    <a:pt x="376426" y="136339"/>
                  </a:lnTo>
                  <a:lnTo>
                    <a:pt x="373456" y="119966"/>
                  </a:lnTo>
                  <a:lnTo>
                    <a:pt x="364548" y="103616"/>
                  </a:lnTo>
                  <a:lnTo>
                    <a:pt x="358609" y="89969"/>
                  </a:lnTo>
                  <a:lnTo>
                    <a:pt x="349701" y="76344"/>
                  </a:lnTo>
                  <a:lnTo>
                    <a:pt x="337823" y="62719"/>
                  </a:lnTo>
                  <a:lnTo>
                    <a:pt x="325946" y="49072"/>
                  </a:lnTo>
                  <a:lnTo>
                    <a:pt x="311099" y="38172"/>
                  </a:lnTo>
                  <a:lnTo>
                    <a:pt x="263613" y="13624"/>
                  </a:lnTo>
                  <a:lnTo>
                    <a:pt x="210188" y="0"/>
                  </a:lnTo>
                  <a:lnTo>
                    <a:pt x="189992" y="0"/>
                  </a:lnTo>
                </a:path>
              </a:pathLst>
            </a:custGeom>
            <a:ln w="170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4732073" y="1914775"/>
              <a:ext cx="379730" cy="344170"/>
            </a:xfrm>
            <a:custGeom>
              <a:avLst/>
              <a:gdLst/>
              <a:ahLst/>
              <a:cxnLst/>
              <a:rect l="l" t="t" r="r" b="b"/>
              <a:pathLst>
                <a:path w="379729" h="344169">
                  <a:moveTo>
                    <a:pt x="189206" y="0"/>
                  </a:moveTo>
                  <a:lnTo>
                    <a:pt x="133500" y="8197"/>
                  </a:lnTo>
                  <a:lnTo>
                    <a:pt x="97916" y="21822"/>
                  </a:lnTo>
                  <a:lnTo>
                    <a:pt x="53252" y="51819"/>
                  </a:lnTo>
                  <a:lnTo>
                    <a:pt x="32638" y="76344"/>
                  </a:lnTo>
                  <a:lnTo>
                    <a:pt x="20613" y="89991"/>
                  </a:lnTo>
                  <a:lnTo>
                    <a:pt x="14724" y="103616"/>
                  </a:lnTo>
                  <a:lnTo>
                    <a:pt x="2944" y="136339"/>
                  </a:lnTo>
                  <a:lnTo>
                    <a:pt x="0" y="152688"/>
                  </a:lnTo>
                  <a:lnTo>
                    <a:pt x="0" y="188136"/>
                  </a:lnTo>
                  <a:lnTo>
                    <a:pt x="2944" y="207233"/>
                  </a:lnTo>
                  <a:lnTo>
                    <a:pt x="8834" y="223583"/>
                  </a:lnTo>
                  <a:lnTo>
                    <a:pt x="14724" y="237230"/>
                  </a:lnTo>
                  <a:lnTo>
                    <a:pt x="20613" y="253580"/>
                  </a:lnTo>
                  <a:lnTo>
                    <a:pt x="32638" y="267205"/>
                  </a:lnTo>
                  <a:lnTo>
                    <a:pt x="41473" y="280853"/>
                  </a:lnTo>
                  <a:lnTo>
                    <a:pt x="53252" y="291753"/>
                  </a:lnTo>
                  <a:lnTo>
                    <a:pt x="97916" y="321750"/>
                  </a:lnTo>
                  <a:lnTo>
                    <a:pt x="133500" y="335375"/>
                  </a:lnTo>
                  <a:lnTo>
                    <a:pt x="189206" y="343572"/>
                  </a:lnTo>
                  <a:lnTo>
                    <a:pt x="245649" y="335375"/>
                  </a:lnTo>
                  <a:lnTo>
                    <a:pt x="263564" y="329925"/>
                  </a:lnTo>
                  <a:lnTo>
                    <a:pt x="278288" y="321750"/>
                  </a:lnTo>
                  <a:lnTo>
                    <a:pt x="296203" y="313575"/>
                  </a:lnTo>
                  <a:lnTo>
                    <a:pt x="334731" y="280853"/>
                  </a:lnTo>
                  <a:lnTo>
                    <a:pt x="364425" y="237230"/>
                  </a:lnTo>
                  <a:lnTo>
                    <a:pt x="379395" y="188136"/>
                  </a:lnTo>
                  <a:lnTo>
                    <a:pt x="379395" y="152688"/>
                  </a:lnTo>
                  <a:lnTo>
                    <a:pt x="364425" y="103616"/>
                  </a:lnTo>
                  <a:lnTo>
                    <a:pt x="334731" y="62719"/>
                  </a:lnTo>
                  <a:lnTo>
                    <a:pt x="296203" y="29997"/>
                  </a:lnTo>
                  <a:lnTo>
                    <a:pt x="278288" y="21822"/>
                  </a:lnTo>
                  <a:lnTo>
                    <a:pt x="263564" y="13647"/>
                  </a:lnTo>
                  <a:lnTo>
                    <a:pt x="245649" y="8197"/>
                  </a:lnTo>
                  <a:lnTo>
                    <a:pt x="227980" y="5449"/>
                  </a:lnTo>
                  <a:lnTo>
                    <a:pt x="189206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4732073" y="1914775"/>
              <a:ext cx="379730" cy="344170"/>
            </a:xfrm>
            <a:custGeom>
              <a:avLst/>
              <a:gdLst/>
              <a:ahLst/>
              <a:cxnLst/>
              <a:rect l="l" t="t" r="r" b="b"/>
              <a:pathLst>
                <a:path w="379729" h="344169">
                  <a:moveTo>
                    <a:pt x="189206" y="0"/>
                  </a:moveTo>
                  <a:lnTo>
                    <a:pt x="150678" y="5449"/>
                  </a:lnTo>
                  <a:lnTo>
                    <a:pt x="97916" y="21822"/>
                  </a:lnTo>
                  <a:lnTo>
                    <a:pt x="68222" y="40897"/>
                  </a:lnTo>
                  <a:lnTo>
                    <a:pt x="53252" y="51819"/>
                  </a:lnTo>
                  <a:lnTo>
                    <a:pt x="41473" y="62719"/>
                  </a:lnTo>
                  <a:lnTo>
                    <a:pt x="32638" y="76344"/>
                  </a:lnTo>
                  <a:lnTo>
                    <a:pt x="20613" y="89991"/>
                  </a:lnTo>
                  <a:lnTo>
                    <a:pt x="14724" y="103616"/>
                  </a:lnTo>
                  <a:lnTo>
                    <a:pt x="8834" y="119989"/>
                  </a:lnTo>
                  <a:lnTo>
                    <a:pt x="2944" y="136339"/>
                  </a:lnTo>
                  <a:lnTo>
                    <a:pt x="0" y="152688"/>
                  </a:lnTo>
                  <a:lnTo>
                    <a:pt x="0" y="171786"/>
                  </a:lnTo>
                  <a:lnTo>
                    <a:pt x="0" y="188136"/>
                  </a:lnTo>
                  <a:lnTo>
                    <a:pt x="2944" y="207233"/>
                  </a:lnTo>
                  <a:lnTo>
                    <a:pt x="8834" y="223583"/>
                  </a:lnTo>
                  <a:lnTo>
                    <a:pt x="14724" y="237230"/>
                  </a:lnTo>
                  <a:lnTo>
                    <a:pt x="20613" y="253580"/>
                  </a:lnTo>
                  <a:lnTo>
                    <a:pt x="32638" y="267205"/>
                  </a:lnTo>
                  <a:lnTo>
                    <a:pt x="41473" y="280853"/>
                  </a:lnTo>
                  <a:lnTo>
                    <a:pt x="53252" y="291753"/>
                  </a:lnTo>
                  <a:lnTo>
                    <a:pt x="68222" y="302652"/>
                  </a:lnTo>
                  <a:lnTo>
                    <a:pt x="82946" y="313575"/>
                  </a:lnTo>
                  <a:lnTo>
                    <a:pt x="97916" y="321750"/>
                  </a:lnTo>
                  <a:lnTo>
                    <a:pt x="133500" y="335375"/>
                  </a:lnTo>
                  <a:lnTo>
                    <a:pt x="189206" y="343572"/>
                  </a:lnTo>
                  <a:lnTo>
                    <a:pt x="207121" y="340825"/>
                  </a:lnTo>
                  <a:lnTo>
                    <a:pt x="227980" y="338100"/>
                  </a:lnTo>
                  <a:lnTo>
                    <a:pt x="245649" y="335375"/>
                  </a:lnTo>
                  <a:lnTo>
                    <a:pt x="263564" y="329925"/>
                  </a:lnTo>
                  <a:lnTo>
                    <a:pt x="278288" y="321750"/>
                  </a:lnTo>
                  <a:lnTo>
                    <a:pt x="296203" y="313575"/>
                  </a:lnTo>
                  <a:lnTo>
                    <a:pt x="334731" y="280853"/>
                  </a:lnTo>
                  <a:lnTo>
                    <a:pt x="364425" y="237230"/>
                  </a:lnTo>
                  <a:lnTo>
                    <a:pt x="379395" y="188136"/>
                  </a:lnTo>
                  <a:lnTo>
                    <a:pt x="379395" y="171786"/>
                  </a:lnTo>
                  <a:lnTo>
                    <a:pt x="379395" y="152688"/>
                  </a:lnTo>
                  <a:lnTo>
                    <a:pt x="376205" y="136339"/>
                  </a:lnTo>
                  <a:lnTo>
                    <a:pt x="370315" y="119989"/>
                  </a:lnTo>
                  <a:lnTo>
                    <a:pt x="364425" y="103616"/>
                  </a:lnTo>
                  <a:lnTo>
                    <a:pt x="334731" y="62719"/>
                  </a:lnTo>
                  <a:lnTo>
                    <a:pt x="296203" y="29997"/>
                  </a:lnTo>
                  <a:lnTo>
                    <a:pt x="278288" y="21822"/>
                  </a:lnTo>
                  <a:lnTo>
                    <a:pt x="263564" y="13647"/>
                  </a:lnTo>
                  <a:lnTo>
                    <a:pt x="245649" y="8197"/>
                  </a:lnTo>
                  <a:lnTo>
                    <a:pt x="227980" y="5449"/>
                  </a:lnTo>
                  <a:lnTo>
                    <a:pt x="207121" y="2724"/>
                  </a:lnTo>
                  <a:lnTo>
                    <a:pt x="189206" y="0"/>
                  </a:lnTo>
                </a:path>
              </a:pathLst>
            </a:custGeom>
            <a:ln w="170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4775570" y="1918650"/>
            <a:ext cx="287020" cy="3136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850" spc="150">
                <a:latin typeface="宋体"/>
                <a:cs typeface="宋体"/>
              </a:rPr>
              <a:t>＋</a:t>
            </a:r>
            <a:endParaRPr sz="1850">
              <a:latin typeface="宋体"/>
              <a:cs typeface="宋体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1647764" y="1248290"/>
            <a:ext cx="3083560" cy="1704339"/>
            <a:chOff x="1647764" y="1248290"/>
            <a:chExt cx="3083560" cy="1704339"/>
          </a:xfrm>
        </p:grpSpPr>
        <p:sp>
          <p:nvSpPr>
            <p:cNvPr id="23" name="object 23" descr=""/>
            <p:cNvSpPr/>
            <p:nvPr/>
          </p:nvSpPr>
          <p:spPr>
            <a:xfrm>
              <a:off x="1649669" y="1250195"/>
              <a:ext cx="1101725" cy="1700530"/>
            </a:xfrm>
            <a:custGeom>
              <a:avLst/>
              <a:gdLst/>
              <a:ahLst/>
              <a:cxnLst/>
              <a:rect l="l" t="t" r="r" b="b"/>
              <a:pathLst>
                <a:path w="1101725" h="1700530">
                  <a:moveTo>
                    <a:pt x="983188" y="1605013"/>
                  </a:moveTo>
                  <a:lnTo>
                    <a:pt x="1101351" y="1700432"/>
                  </a:lnTo>
                  <a:lnTo>
                    <a:pt x="1084502" y="1632263"/>
                  </a:lnTo>
                  <a:lnTo>
                    <a:pt x="1042576" y="1632263"/>
                  </a:lnTo>
                  <a:lnTo>
                    <a:pt x="1039607" y="1626813"/>
                  </a:lnTo>
                  <a:lnTo>
                    <a:pt x="1033277" y="1617008"/>
                  </a:lnTo>
                  <a:lnTo>
                    <a:pt x="983188" y="1605013"/>
                  </a:lnTo>
                  <a:close/>
                </a:path>
                <a:path w="1101725" h="1700530">
                  <a:moveTo>
                    <a:pt x="1033277" y="1617008"/>
                  </a:moveTo>
                  <a:lnTo>
                    <a:pt x="1039607" y="1626813"/>
                  </a:lnTo>
                  <a:lnTo>
                    <a:pt x="1042576" y="1632263"/>
                  </a:lnTo>
                  <a:lnTo>
                    <a:pt x="1057399" y="1632263"/>
                  </a:lnTo>
                  <a:lnTo>
                    <a:pt x="1060368" y="1629538"/>
                  </a:lnTo>
                  <a:lnTo>
                    <a:pt x="1063337" y="1624088"/>
                  </a:lnTo>
                  <a:lnTo>
                    <a:pt x="1063337" y="1621363"/>
                  </a:lnTo>
                  <a:lnTo>
                    <a:pt x="1051460" y="1621363"/>
                  </a:lnTo>
                  <a:lnTo>
                    <a:pt x="1033277" y="1617008"/>
                  </a:lnTo>
                  <a:close/>
                </a:path>
                <a:path w="1101725" h="1700530">
                  <a:moveTo>
                    <a:pt x="1066307" y="1558643"/>
                  </a:moveTo>
                  <a:lnTo>
                    <a:pt x="1054798" y="1607261"/>
                  </a:lnTo>
                  <a:lnTo>
                    <a:pt x="1060368" y="1615913"/>
                  </a:lnTo>
                  <a:lnTo>
                    <a:pt x="1063337" y="1621363"/>
                  </a:lnTo>
                  <a:lnTo>
                    <a:pt x="1063337" y="1624088"/>
                  </a:lnTo>
                  <a:lnTo>
                    <a:pt x="1060368" y="1629538"/>
                  </a:lnTo>
                  <a:lnTo>
                    <a:pt x="1057399" y="1632263"/>
                  </a:lnTo>
                  <a:lnTo>
                    <a:pt x="1084502" y="1632263"/>
                  </a:lnTo>
                  <a:lnTo>
                    <a:pt x="1066307" y="1558643"/>
                  </a:lnTo>
                  <a:close/>
                </a:path>
                <a:path w="1101725" h="1700530">
                  <a:moveTo>
                    <a:pt x="14846" y="0"/>
                  </a:moveTo>
                  <a:lnTo>
                    <a:pt x="5938" y="0"/>
                  </a:lnTo>
                  <a:lnTo>
                    <a:pt x="2969" y="2927"/>
                  </a:lnTo>
                  <a:lnTo>
                    <a:pt x="0" y="8332"/>
                  </a:lnTo>
                  <a:lnTo>
                    <a:pt x="0" y="16439"/>
                  </a:lnTo>
                  <a:lnTo>
                    <a:pt x="1033277" y="1617008"/>
                  </a:lnTo>
                  <a:lnTo>
                    <a:pt x="1051460" y="1621363"/>
                  </a:lnTo>
                  <a:lnTo>
                    <a:pt x="1054798" y="1607261"/>
                  </a:lnTo>
                  <a:lnTo>
                    <a:pt x="23730" y="5630"/>
                  </a:lnTo>
                  <a:lnTo>
                    <a:pt x="20761" y="2927"/>
                  </a:lnTo>
                  <a:lnTo>
                    <a:pt x="14846" y="0"/>
                  </a:lnTo>
                  <a:close/>
                </a:path>
                <a:path w="1101725" h="1700530">
                  <a:moveTo>
                    <a:pt x="1054798" y="1607261"/>
                  </a:moveTo>
                  <a:lnTo>
                    <a:pt x="1051460" y="1621363"/>
                  </a:lnTo>
                  <a:lnTo>
                    <a:pt x="1063337" y="1621363"/>
                  </a:lnTo>
                  <a:lnTo>
                    <a:pt x="1060368" y="1615913"/>
                  </a:lnTo>
                  <a:lnTo>
                    <a:pt x="1054798" y="16072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649669" y="1250195"/>
              <a:ext cx="1101725" cy="1700530"/>
            </a:xfrm>
            <a:custGeom>
              <a:avLst/>
              <a:gdLst/>
              <a:ahLst/>
              <a:cxnLst/>
              <a:rect l="l" t="t" r="r" b="b"/>
              <a:pathLst>
                <a:path w="1101725" h="1700530">
                  <a:moveTo>
                    <a:pt x="23730" y="5630"/>
                  </a:moveTo>
                  <a:lnTo>
                    <a:pt x="1060368" y="1615913"/>
                  </a:lnTo>
                  <a:lnTo>
                    <a:pt x="1063337" y="1621363"/>
                  </a:lnTo>
                  <a:lnTo>
                    <a:pt x="1063337" y="1624088"/>
                  </a:lnTo>
                  <a:lnTo>
                    <a:pt x="1060368" y="1629538"/>
                  </a:lnTo>
                  <a:lnTo>
                    <a:pt x="1057399" y="1632263"/>
                  </a:lnTo>
                  <a:lnTo>
                    <a:pt x="1051460" y="1632263"/>
                  </a:lnTo>
                  <a:lnTo>
                    <a:pt x="1048490" y="1632263"/>
                  </a:lnTo>
                  <a:lnTo>
                    <a:pt x="1042576" y="1632263"/>
                  </a:lnTo>
                  <a:lnTo>
                    <a:pt x="1039607" y="1626813"/>
                  </a:lnTo>
                  <a:lnTo>
                    <a:pt x="0" y="16439"/>
                  </a:lnTo>
                  <a:lnTo>
                    <a:pt x="0" y="11035"/>
                  </a:lnTo>
                  <a:lnTo>
                    <a:pt x="0" y="8332"/>
                  </a:lnTo>
                  <a:lnTo>
                    <a:pt x="2969" y="2927"/>
                  </a:lnTo>
                  <a:lnTo>
                    <a:pt x="5938" y="0"/>
                  </a:lnTo>
                  <a:lnTo>
                    <a:pt x="8908" y="0"/>
                  </a:lnTo>
                  <a:lnTo>
                    <a:pt x="14846" y="0"/>
                  </a:lnTo>
                  <a:lnTo>
                    <a:pt x="20761" y="2927"/>
                  </a:lnTo>
                  <a:lnTo>
                    <a:pt x="23730" y="5630"/>
                  </a:lnTo>
                  <a:close/>
                </a:path>
                <a:path w="1101725" h="1700530">
                  <a:moveTo>
                    <a:pt x="1051460" y="1621363"/>
                  </a:moveTo>
                  <a:lnTo>
                    <a:pt x="1066307" y="1558643"/>
                  </a:lnTo>
                  <a:lnTo>
                    <a:pt x="1101351" y="1700432"/>
                  </a:lnTo>
                  <a:lnTo>
                    <a:pt x="983188" y="1605013"/>
                  </a:lnTo>
                  <a:lnTo>
                    <a:pt x="1051460" y="1621363"/>
                  </a:lnTo>
                  <a:close/>
                </a:path>
              </a:pathLst>
            </a:custGeom>
            <a:ln w="32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960768" y="1250195"/>
              <a:ext cx="633730" cy="714375"/>
            </a:xfrm>
            <a:custGeom>
              <a:avLst/>
              <a:gdLst/>
              <a:ahLst/>
              <a:cxnLst/>
              <a:rect l="l" t="t" r="r" b="b"/>
              <a:pathLst>
                <a:path w="633730" h="714375">
                  <a:moveTo>
                    <a:pt x="503471" y="637600"/>
                  </a:moveTo>
                  <a:lnTo>
                    <a:pt x="633511" y="713944"/>
                  </a:lnTo>
                  <a:lnTo>
                    <a:pt x="608179" y="653950"/>
                  </a:lnTo>
                  <a:lnTo>
                    <a:pt x="565215" y="653950"/>
                  </a:lnTo>
                  <a:lnTo>
                    <a:pt x="562246" y="651225"/>
                  </a:lnTo>
                  <a:lnTo>
                    <a:pt x="553774" y="641650"/>
                  </a:lnTo>
                  <a:lnTo>
                    <a:pt x="503471" y="637600"/>
                  </a:lnTo>
                  <a:close/>
                </a:path>
                <a:path w="633730" h="714375">
                  <a:moveTo>
                    <a:pt x="553774" y="641650"/>
                  </a:moveTo>
                  <a:lnTo>
                    <a:pt x="562246" y="651225"/>
                  </a:lnTo>
                  <a:lnTo>
                    <a:pt x="565215" y="653950"/>
                  </a:lnTo>
                  <a:lnTo>
                    <a:pt x="580062" y="653950"/>
                  </a:lnTo>
                  <a:lnTo>
                    <a:pt x="583032" y="648500"/>
                  </a:lnTo>
                  <a:lnTo>
                    <a:pt x="583032" y="643050"/>
                  </a:lnTo>
                  <a:lnTo>
                    <a:pt x="571154" y="643050"/>
                  </a:lnTo>
                  <a:lnTo>
                    <a:pt x="553774" y="641650"/>
                  </a:lnTo>
                  <a:close/>
                </a:path>
                <a:path w="633730" h="714375">
                  <a:moveTo>
                    <a:pt x="577093" y="580330"/>
                  </a:moveTo>
                  <a:lnTo>
                    <a:pt x="572484" y="629000"/>
                  </a:lnTo>
                  <a:lnTo>
                    <a:pt x="580062" y="637600"/>
                  </a:lnTo>
                  <a:lnTo>
                    <a:pt x="583032" y="640325"/>
                  </a:lnTo>
                  <a:lnTo>
                    <a:pt x="583032" y="648500"/>
                  </a:lnTo>
                  <a:lnTo>
                    <a:pt x="580062" y="653950"/>
                  </a:lnTo>
                  <a:lnTo>
                    <a:pt x="608179" y="653950"/>
                  </a:lnTo>
                  <a:lnTo>
                    <a:pt x="577093" y="580330"/>
                  </a:lnTo>
                  <a:close/>
                </a:path>
                <a:path w="633730" h="714375">
                  <a:moveTo>
                    <a:pt x="17816" y="0"/>
                  </a:moveTo>
                  <a:lnTo>
                    <a:pt x="8908" y="0"/>
                  </a:lnTo>
                  <a:lnTo>
                    <a:pt x="2969" y="2927"/>
                  </a:lnTo>
                  <a:lnTo>
                    <a:pt x="0" y="5630"/>
                  </a:lnTo>
                  <a:lnTo>
                    <a:pt x="0" y="13737"/>
                  </a:lnTo>
                  <a:lnTo>
                    <a:pt x="2969" y="19142"/>
                  </a:lnTo>
                  <a:lnTo>
                    <a:pt x="553774" y="641650"/>
                  </a:lnTo>
                  <a:lnTo>
                    <a:pt x="571154" y="643050"/>
                  </a:lnTo>
                  <a:lnTo>
                    <a:pt x="572484" y="629000"/>
                  </a:lnTo>
                  <a:lnTo>
                    <a:pt x="20785" y="2927"/>
                  </a:lnTo>
                  <a:lnTo>
                    <a:pt x="17816" y="0"/>
                  </a:lnTo>
                  <a:close/>
                </a:path>
                <a:path w="633730" h="714375">
                  <a:moveTo>
                    <a:pt x="572484" y="629000"/>
                  </a:moveTo>
                  <a:lnTo>
                    <a:pt x="571154" y="643050"/>
                  </a:lnTo>
                  <a:lnTo>
                    <a:pt x="583032" y="643050"/>
                  </a:lnTo>
                  <a:lnTo>
                    <a:pt x="583032" y="640325"/>
                  </a:lnTo>
                  <a:lnTo>
                    <a:pt x="580062" y="637600"/>
                  </a:lnTo>
                  <a:lnTo>
                    <a:pt x="572484" y="6290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1960768" y="1250195"/>
              <a:ext cx="633730" cy="714375"/>
            </a:xfrm>
            <a:custGeom>
              <a:avLst/>
              <a:gdLst/>
              <a:ahLst/>
              <a:cxnLst/>
              <a:rect l="l" t="t" r="r" b="b"/>
              <a:pathLst>
                <a:path w="633730" h="714375">
                  <a:moveTo>
                    <a:pt x="20785" y="2927"/>
                  </a:moveTo>
                  <a:lnTo>
                    <a:pt x="580062" y="637600"/>
                  </a:lnTo>
                  <a:lnTo>
                    <a:pt x="583032" y="640325"/>
                  </a:lnTo>
                  <a:lnTo>
                    <a:pt x="583032" y="645775"/>
                  </a:lnTo>
                  <a:lnTo>
                    <a:pt x="583032" y="648500"/>
                  </a:lnTo>
                  <a:lnTo>
                    <a:pt x="580062" y="653950"/>
                  </a:lnTo>
                  <a:lnTo>
                    <a:pt x="574123" y="653950"/>
                  </a:lnTo>
                  <a:lnTo>
                    <a:pt x="571154" y="653950"/>
                  </a:lnTo>
                  <a:lnTo>
                    <a:pt x="2969" y="19142"/>
                  </a:lnTo>
                  <a:lnTo>
                    <a:pt x="0" y="8332"/>
                  </a:lnTo>
                  <a:lnTo>
                    <a:pt x="0" y="5630"/>
                  </a:lnTo>
                  <a:lnTo>
                    <a:pt x="2969" y="2927"/>
                  </a:lnTo>
                  <a:lnTo>
                    <a:pt x="8908" y="0"/>
                  </a:lnTo>
                  <a:lnTo>
                    <a:pt x="11877" y="0"/>
                  </a:lnTo>
                  <a:lnTo>
                    <a:pt x="17816" y="0"/>
                  </a:lnTo>
                  <a:lnTo>
                    <a:pt x="20785" y="2927"/>
                  </a:lnTo>
                  <a:close/>
                </a:path>
                <a:path w="633730" h="714375">
                  <a:moveTo>
                    <a:pt x="571154" y="643050"/>
                  </a:moveTo>
                  <a:lnTo>
                    <a:pt x="577093" y="580330"/>
                  </a:lnTo>
                  <a:lnTo>
                    <a:pt x="633511" y="713944"/>
                  </a:lnTo>
                  <a:lnTo>
                    <a:pt x="503471" y="637600"/>
                  </a:lnTo>
                  <a:lnTo>
                    <a:pt x="571154" y="643050"/>
                  </a:lnTo>
                  <a:close/>
                </a:path>
              </a:pathLst>
            </a:custGeom>
            <a:ln w="32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2701129" y="1250195"/>
              <a:ext cx="97790" cy="643255"/>
            </a:xfrm>
            <a:custGeom>
              <a:avLst/>
              <a:gdLst/>
              <a:ahLst/>
              <a:cxnLst/>
              <a:rect l="l" t="t" r="r" b="b"/>
              <a:pathLst>
                <a:path w="97789" h="643255">
                  <a:moveTo>
                    <a:pt x="0" y="506711"/>
                  </a:moveTo>
                  <a:lnTo>
                    <a:pt x="49890" y="643050"/>
                  </a:lnTo>
                  <a:lnTo>
                    <a:pt x="77429" y="563980"/>
                  </a:lnTo>
                  <a:lnTo>
                    <a:pt x="44540" y="563980"/>
                  </a:lnTo>
                  <a:lnTo>
                    <a:pt x="38602" y="558530"/>
                  </a:lnTo>
                  <a:lnTo>
                    <a:pt x="35632" y="553058"/>
                  </a:lnTo>
                  <a:lnTo>
                    <a:pt x="35632" y="539813"/>
                  </a:lnTo>
                  <a:lnTo>
                    <a:pt x="0" y="506711"/>
                  </a:lnTo>
                  <a:close/>
                </a:path>
                <a:path w="97789" h="643255">
                  <a:moveTo>
                    <a:pt x="35632" y="539813"/>
                  </a:moveTo>
                  <a:lnTo>
                    <a:pt x="35632" y="553058"/>
                  </a:lnTo>
                  <a:lnTo>
                    <a:pt x="38602" y="558530"/>
                  </a:lnTo>
                  <a:lnTo>
                    <a:pt x="44540" y="563980"/>
                  </a:lnTo>
                  <a:lnTo>
                    <a:pt x="52860" y="563980"/>
                  </a:lnTo>
                  <a:lnTo>
                    <a:pt x="58798" y="561255"/>
                  </a:lnTo>
                  <a:lnTo>
                    <a:pt x="58798" y="558530"/>
                  </a:lnTo>
                  <a:lnTo>
                    <a:pt x="61768" y="553058"/>
                  </a:lnTo>
                  <a:lnTo>
                    <a:pt x="49890" y="553058"/>
                  </a:lnTo>
                  <a:lnTo>
                    <a:pt x="35632" y="539813"/>
                  </a:lnTo>
                  <a:close/>
                </a:path>
                <a:path w="97789" h="643255">
                  <a:moveTo>
                    <a:pt x="97376" y="506711"/>
                  </a:moveTo>
                  <a:lnTo>
                    <a:pt x="61768" y="541465"/>
                  </a:lnTo>
                  <a:lnTo>
                    <a:pt x="61768" y="553058"/>
                  </a:lnTo>
                  <a:lnTo>
                    <a:pt x="58798" y="558530"/>
                  </a:lnTo>
                  <a:lnTo>
                    <a:pt x="58798" y="561255"/>
                  </a:lnTo>
                  <a:lnTo>
                    <a:pt x="52860" y="563980"/>
                  </a:lnTo>
                  <a:lnTo>
                    <a:pt x="77429" y="563980"/>
                  </a:lnTo>
                  <a:lnTo>
                    <a:pt x="97376" y="506711"/>
                  </a:lnTo>
                  <a:close/>
                </a:path>
                <a:path w="97789" h="643255">
                  <a:moveTo>
                    <a:pt x="52860" y="0"/>
                  </a:moveTo>
                  <a:lnTo>
                    <a:pt x="44540" y="0"/>
                  </a:lnTo>
                  <a:lnTo>
                    <a:pt x="41571" y="2927"/>
                  </a:lnTo>
                  <a:lnTo>
                    <a:pt x="38602" y="5630"/>
                  </a:lnTo>
                  <a:lnTo>
                    <a:pt x="35632" y="11035"/>
                  </a:lnTo>
                  <a:lnTo>
                    <a:pt x="35632" y="539813"/>
                  </a:lnTo>
                  <a:lnTo>
                    <a:pt x="49890" y="553058"/>
                  </a:lnTo>
                  <a:lnTo>
                    <a:pt x="61768" y="541465"/>
                  </a:lnTo>
                  <a:lnTo>
                    <a:pt x="61768" y="11035"/>
                  </a:lnTo>
                  <a:lnTo>
                    <a:pt x="58798" y="5630"/>
                  </a:lnTo>
                  <a:lnTo>
                    <a:pt x="58798" y="2927"/>
                  </a:lnTo>
                  <a:lnTo>
                    <a:pt x="52860" y="0"/>
                  </a:lnTo>
                  <a:close/>
                </a:path>
                <a:path w="97789" h="643255">
                  <a:moveTo>
                    <a:pt x="61768" y="541465"/>
                  </a:moveTo>
                  <a:lnTo>
                    <a:pt x="49890" y="553058"/>
                  </a:lnTo>
                  <a:lnTo>
                    <a:pt x="61768" y="553058"/>
                  </a:lnTo>
                  <a:lnTo>
                    <a:pt x="61768" y="5414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2701129" y="1250195"/>
              <a:ext cx="97790" cy="643255"/>
            </a:xfrm>
            <a:custGeom>
              <a:avLst/>
              <a:gdLst/>
              <a:ahLst/>
              <a:cxnLst/>
              <a:rect l="l" t="t" r="r" b="b"/>
              <a:pathLst>
                <a:path w="97789" h="643255">
                  <a:moveTo>
                    <a:pt x="61768" y="11035"/>
                  </a:moveTo>
                  <a:lnTo>
                    <a:pt x="61768" y="553058"/>
                  </a:lnTo>
                  <a:lnTo>
                    <a:pt x="58798" y="558530"/>
                  </a:lnTo>
                  <a:lnTo>
                    <a:pt x="58798" y="561255"/>
                  </a:lnTo>
                  <a:lnTo>
                    <a:pt x="52860" y="563980"/>
                  </a:lnTo>
                  <a:lnTo>
                    <a:pt x="49890" y="563980"/>
                  </a:lnTo>
                  <a:lnTo>
                    <a:pt x="44540" y="563980"/>
                  </a:lnTo>
                  <a:lnTo>
                    <a:pt x="41571" y="561255"/>
                  </a:lnTo>
                  <a:lnTo>
                    <a:pt x="38602" y="558530"/>
                  </a:lnTo>
                  <a:lnTo>
                    <a:pt x="35632" y="553058"/>
                  </a:lnTo>
                  <a:lnTo>
                    <a:pt x="35632" y="11035"/>
                  </a:lnTo>
                  <a:lnTo>
                    <a:pt x="38602" y="5630"/>
                  </a:lnTo>
                  <a:lnTo>
                    <a:pt x="41571" y="2927"/>
                  </a:lnTo>
                  <a:lnTo>
                    <a:pt x="44540" y="0"/>
                  </a:lnTo>
                  <a:lnTo>
                    <a:pt x="49890" y="0"/>
                  </a:lnTo>
                  <a:lnTo>
                    <a:pt x="52860" y="0"/>
                  </a:lnTo>
                  <a:lnTo>
                    <a:pt x="58798" y="2927"/>
                  </a:lnTo>
                  <a:lnTo>
                    <a:pt x="58798" y="5630"/>
                  </a:lnTo>
                  <a:lnTo>
                    <a:pt x="61768" y="11035"/>
                  </a:lnTo>
                  <a:close/>
                </a:path>
                <a:path w="97789" h="643255">
                  <a:moveTo>
                    <a:pt x="49890" y="553058"/>
                  </a:moveTo>
                  <a:lnTo>
                    <a:pt x="97376" y="506711"/>
                  </a:lnTo>
                  <a:lnTo>
                    <a:pt x="49890" y="643050"/>
                  </a:lnTo>
                  <a:lnTo>
                    <a:pt x="0" y="506711"/>
                  </a:lnTo>
                  <a:lnTo>
                    <a:pt x="49890" y="553058"/>
                  </a:lnTo>
                  <a:close/>
                </a:path>
              </a:pathLst>
            </a:custGeom>
            <a:ln w="32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2955834" y="2043209"/>
              <a:ext cx="1773555" cy="90170"/>
            </a:xfrm>
            <a:custGeom>
              <a:avLst/>
              <a:gdLst/>
              <a:ahLst/>
              <a:cxnLst/>
              <a:rect l="l" t="t" r="r" b="b"/>
              <a:pathLst>
                <a:path w="1773554" h="90169">
                  <a:moveTo>
                    <a:pt x="1625559" y="0"/>
                  </a:moveTo>
                  <a:lnTo>
                    <a:pt x="1676113" y="43622"/>
                  </a:lnTo>
                  <a:lnTo>
                    <a:pt x="1625559" y="89969"/>
                  </a:lnTo>
                  <a:lnTo>
                    <a:pt x="1738736" y="54522"/>
                  </a:lnTo>
                  <a:lnTo>
                    <a:pt x="1679057" y="54522"/>
                  </a:lnTo>
                  <a:lnTo>
                    <a:pt x="1684947" y="51797"/>
                  </a:lnTo>
                  <a:lnTo>
                    <a:pt x="1684947" y="49072"/>
                  </a:lnTo>
                  <a:lnTo>
                    <a:pt x="1687892" y="43622"/>
                  </a:lnTo>
                  <a:lnTo>
                    <a:pt x="1684947" y="40897"/>
                  </a:lnTo>
                  <a:lnTo>
                    <a:pt x="1684947" y="35447"/>
                  </a:lnTo>
                  <a:lnTo>
                    <a:pt x="1679057" y="32722"/>
                  </a:lnTo>
                  <a:lnTo>
                    <a:pt x="1736562" y="32722"/>
                  </a:lnTo>
                  <a:lnTo>
                    <a:pt x="1625559" y="0"/>
                  </a:lnTo>
                  <a:close/>
                </a:path>
                <a:path w="1773554" h="90169">
                  <a:moveTo>
                    <a:pt x="1663481" y="32722"/>
                  </a:moveTo>
                  <a:lnTo>
                    <a:pt x="5938" y="32722"/>
                  </a:lnTo>
                  <a:lnTo>
                    <a:pt x="2969" y="35447"/>
                  </a:lnTo>
                  <a:lnTo>
                    <a:pt x="0" y="40897"/>
                  </a:lnTo>
                  <a:lnTo>
                    <a:pt x="0" y="49072"/>
                  </a:lnTo>
                  <a:lnTo>
                    <a:pt x="5938" y="54522"/>
                  </a:lnTo>
                  <a:lnTo>
                    <a:pt x="1664223" y="54522"/>
                  </a:lnTo>
                  <a:lnTo>
                    <a:pt x="1676113" y="43622"/>
                  </a:lnTo>
                  <a:lnTo>
                    <a:pt x="1663481" y="32722"/>
                  </a:lnTo>
                  <a:close/>
                </a:path>
                <a:path w="1773554" h="90169">
                  <a:moveTo>
                    <a:pt x="1736562" y="32722"/>
                  </a:moveTo>
                  <a:lnTo>
                    <a:pt x="1679057" y="32722"/>
                  </a:lnTo>
                  <a:lnTo>
                    <a:pt x="1684947" y="35447"/>
                  </a:lnTo>
                  <a:lnTo>
                    <a:pt x="1684947" y="40897"/>
                  </a:lnTo>
                  <a:lnTo>
                    <a:pt x="1687892" y="43622"/>
                  </a:lnTo>
                  <a:lnTo>
                    <a:pt x="1684947" y="49072"/>
                  </a:lnTo>
                  <a:lnTo>
                    <a:pt x="1684947" y="51797"/>
                  </a:lnTo>
                  <a:lnTo>
                    <a:pt x="1679057" y="54522"/>
                  </a:lnTo>
                  <a:lnTo>
                    <a:pt x="1738736" y="54522"/>
                  </a:lnTo>
                  <a:lnTo>
                    <a:pt x="1773538" y="43622"/>
                  </a:lnTo>
                  <a:lnTo>
                    <a:pt x="1736562" y="3272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2955835" y="2043209"/>
              <a:ext cx="1773555" cy="90170"/>
            </a:xfrm>
            <a:custGeom>
              <a:avLst/>
              <a:gdLst/>
              <a:ahLst/>
              <a:cxnLst/>
              <a:rect l="l" t="t" r="r" b="b"/>
              <a:pathLst>
                <a:path w="1773554" h="90169">
                  <a:moveTo>
                    <a:pt x="11877" y="32722"/>
                  </a:moveTo>
                  <a:lnTo>
                    <a:pt x="1676113" y="32722"/>
                  </a:lnTo>
                  <a:lnTo>
                    <a:pt x="1679057" y="32722"/>
                  </a:lnTo>
                  <a:lnTo>
                    <a:pt x="1684947" y="35447"/>
                  </a:lnTo>
                  <a:lnTo>
                    <a:pt x="1684947" y="40897"/>
                  </a:lnTo>
                  <a:lnTo>
                    <a:pt x="1687892" y="43622"/>
                  </a:lnTo>
                  <a:lnTo>
                    <a:pt x="1684947" y="49072"/>
                  </a:lnTo>
                  <a:lnTo>
                    <a:pt x="1684947" y="51797"/>
                  </a:lnTo>
                  <a:lnTo>
                    <a:pt x="1679057" y="54522"/>
                  </a:lnTo>
                  <a:lnTo>
                    <a:pt x="1676113" y="54522"/>
                  </a:lnTo>
                  <a:lnTo>
                    <a:pt x="11877" y="54522"/>
                  </a:lnTo>
                  <a:lnTo>
                    <a:pt x="5938" y="54522"/>
                  </a:lnTo>
                  <a:lnTo>
                    <a:pt x="2969" y="51797"/>
                  </a:lnTo>
                  <a:lnTo>
                    <a:pt x="0" y="49072"/>
                  </a:lnTo>
                  <a:lnTo>
                    <a:pt x="0" y="43622"/>
                  </a:lnTo>
                  <a:lnTo>
                    <a:pt x="0" y="40897"/>
                  </a:lnTo>
                  <a:lnTo>
                    <a:pt x="2969" y="35447"/>
                  </a:lnTo>
                  <a:lnTo>
                    <a:pt x="5938" y="32722"/>
                  </a:lnTo>
                  <a:lnTo>
                    <a:pt x="11877" y="32722"/>
                  </a:lnTo>
                  <a:close/>
                </a:path>
                <a:path w="1773554" h="90169">
                  <a:moveTo>
                    <a:pt x="1676113" y="43622"/>
                  </a:moveTo>
                  <a:lnTo>
                    <a:pt x="1625559" y="0"/>
                  </a:lnTo>
                  <a:lnTo>
                    <a:pt x="1773538" y="43622"/>
                  </a:lnTo>
                  <a:lnTo>
                    <a:pt x="1625559" y="89969"/>
                  </a:lnTo>
                  <a:lnTo>
                    <a:pt x="1676113" y="43622"/>
                  </a:lnTo>
                  <a:close/>
                </a:path>
              </a:pathLst>
            </a:custGeom>
            <a:ln w="32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/>
          <p:nvPr/>
        </p:nvSpPr>
        <p:spPr>
          <a:xfrm>
            <a:off x="2596108" y="1755025"/>
            <a:ext cx="840105" cy="4686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77190">
              <a:lnSpc>
                <a:spcPts val="1585"/>
              </a:lnSpc>
              <a:spcBef>
                <a:spcPts val="105"/>
              </a:spcBef>
            </a:pPr>
            <a:r>
              <a:rPr dirty="0" sz="1600" spc="130">
                <a:solidFill>
                  <a:srgbClr val="000080"/>
                </a:solidFill>
                <a:latin typeface="宋体"/>
                <a:cs typeface="宋体"/>
              </a:rPr>
              <a:t>异或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ts val="1885"/>
              </a:lnSpc>
            </a:pPr>
            <a:r>
              <a:rPr dirty="0" sz="1850" spc="150">
                <a:latin typeface="宋体"/>
                <a:cs typeface="宋体"/>
              </a:rPr>
              <a:t>＋</a:t>
            </a:r>
            <a:endParaRPr sz="1850">
              <a:latin typeface="宋体"/>
              <a:cs typeface="宋体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5240612" y="1929537"/>
            <a:ext cx="475615" cy="2711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00" spc="130">
                <a:solidFill>
                  <a:srgbClr val="000080"/>
                </a:solidFill>
                <a:latin typeface="宋体"/>
                <a:cs typeface="宋体"/>
              </a:rPr>
              <a:t>异或</a:t>
            </a:r>
            <a:endParaRPr sz="1600">
              <a:latin typeface="宋体"/>
              <a:cs typeface="宋体"/>
            </a:endParaRPr>
          </a:p>
        </p:txBody>
      </p:sp>
      <p:grpSp>
        <p:nvGrpSpPr>
          <p:cNvPr id="33" name="object 33" descr=""/>
          <p:cNvGrpSpPr/>
          <p:nvPr/>
        </p:nvGrpSpPr>
        <p:grpSpPr>
          <a:xfrm>
            <a:off x="5083345" y="1248594"/>
            <a:ext cx="2022475" cy="1703705"/>
            <a:chOff x="5083345" y="1248594"/>
            <a:chExt cx="2022475" cy="1703705"/>
          </a:xfrm>
        </p:grpSpPr>
        <p:sp>
          <p:nvSpPr>
            <p:cNvPr id="34" name="object 34" descr=""/>
            <p:cNvSpPr/>
            <p:nvPr/>
          </p:nvSpPr>
          <p:spPr>
            <a:xfrm>
              <a:off x="5084965" y="1250195"/>
              <a:ext cx="1723389" cy="714375"/>
            </a:xfrm>
            <a:custGeom>
              <a:avLst/>
              <a:gdLst/>
              <a:ahLst/>
              <a:cxnLst/>
              <a:rect l="l" t="t" r="r" b="b"/>
              <a:pathLst>
                <a:path w="1723390" h="714375">
                  <a:moveTo>
                    <a:pt x="115094" y="618502"/>
                  </a:moveTo>
                  <a:lnTo>
                    <a:pt x="0" y="713944"/>
                  </a:lnTo>
                  <a:lnTo>
                    <a:pt x="156813" y="700297"/>
                  </a:lnTo>
                  <a:lnTo>
                    <a:pt x="124051" y="689397"/>
                  </a:lnTo>
                  <a:lnTo>
                    <a:pt x="85400" y="689397"/>
                  </a:lnTo>
                  <a:lnTo>
                    <a:pt x="82455" y="686672"/>
                  </a:lnTo>
                  <a:lnTo>
                    <a:pt x="79511" y="681222"/>
                  </a:lnTo>
                  <a:lnTo>
                    <a:pt x="79511" y="673047"/>
                  </a:lnTo>
                  <a:lnTo>
                    <a:pt x="85400" y="667574"/>
                  </a:lnTo>
                  <a:lnTo>
                    <a:pt x="97621" y="662540"/>
                  </a:lnTo>
                  <a:lnTo>
                    <a:pt x="115094" y="618502"/>
                  </a:lnTo>
                  <a:close/>
                </a:path>
                <a:path w="1723390" h="714375">
                  <a:moveTo>
                    <a:pt x="97621" y="662540"/>
                  </a:moveTo>
                  <a:lnTo>
                    <a:pt x="85400" y="667574"/>
                  </a:lnTo>
                  <a:lnTo>
                    <a:pt x="79511" y="673047"/>
                  </a:lnTo>
                  <a:lnTo>
                    <a:pt x="79511" y="681222"/>
                  </a:lnTo>
                  <a:lnTo>
                    <a:pt x="82455" y="686672"/>
                  </a:lnTo>
                  <a:lnTo>
                    <a:pt x="85400" y="689397"/>
                  </a:lnTo>
                  <a:lnTo>
                    <a:pt x="91290" y="689397"/>
                  </a:lnTo>
                  <a:lnTo>
                    <a:pt x="94480" y="686672"/>
                  </a:lnTo>
                  <a:lnTo>
                    <a:pt x="104062" y="682746"/>
                  </a:lnTo>
                  <a:lnTo>
                    <a:pt x="91290" y="678497"/>
                  </a:lnTo>
                  <a:lnTo>
                    <a:pt x="97621" y="662540"/>
                  </a:lnTo>
                  <a:close/>
                </a:path>
                <a:path w="1723390" h="714375">
                  <a:moveTo>
                    <a:pt x="104062" y="682746"/>
                  </a:moveTo>
                  <a:lnTo>
                    <a:pt x="94480" y="686672"/>
                  </a:lnTo>
                  <a:lnTo>
                    <a:pt x="91290" y="689397"/>
                  </a:lnTo>
                  <a:lnTo>
                    <a:pt x="124051" y="689397"/>
                  </a:lnTo>
                  <a:lnTo>
                    <a:pt x="104062" y="682746"/>
                  </a:lnTo>
                  <a:close/>
                </a:path>
                <a:path w="1723390" h="714375">
                  <a:moveTo>
                    <a:pt x="1714150" y="0"/>
                  </a:moveTo>
                  <a:lnTo>
                    <a:pt x="1705806" y="0"/>
                  </a:lnTo>
                  <a:lnTo>
                    <a:pt x="97621" y="662540"/>
                  </a:lnTo>
                  <a:lnTo>
                    <a:pt x="91290" y="678497"/>
                  </a:lnTo>
                  <a:lnTo>
                    <a:pt x="104062" y="682746"/>
                  </a:lnTo>
                  <a:lnTo>
                    <a:pt x="1717095" y="21844"/>
                  </a:lnTo>
                  <a:lnTo>
                    <a:pt x="1720040" y="19142"/>
                  </a:lnTo>
                  <a:lnTo>
                    <a:pt x="1722985" y="13737"/>
                  </a:lnTo>
                  <a:lnTo>
                    <a:pt x="1722985" y="5630"/>
                  </a:lnTo>
                  <a:lnTo>
                    <a:pt x="1720040" y="2927"/>
                  </a:lnTo>
                  <a:lnTo>
                    <a:pt x="17141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5084965" y="1250195"/>
              <a:ext cx="1723389" cy="714375"/>
            </a:xfrm>
            <a:custGeom>
              <a:avLst/>
              <a:gdLst/>
              <a:ahLst/>
              <a:cxnLst/>
              <a:rect l="l" t="t" r="r" b="b"/>
              <a:pathLst>
                <a:path w="1723390" h="714375">
                  <a:moveTo>
                    <a:pt x="1717095" y="21844"/>
                  </a:moveTo>
                  <a:lnTo>
                    <a:pt x="94480" y="686672"/>
                  </a:lnTo>
                  <a:lnTo>
                    <a:pt x="91290" y="689397"/>
                  </a:lnTo>
                  <a:lnTo>
                    <a:pt x="85400" y="689397"/>
                  </a:lnTo>
                  <a:lnTo>
                    <a:pt x="82455" y="686672"/>
                  </a:lnTo>
                  <a:lnTo>
                    <a:pt x="79511" y="681222"/>
                  </a:lnTo>
                  <a:lnTo>
                    <a:pt x="79511" y="678497"/>
                  </a:lnTo>
                  <a:lnTo>
                    <a:pt x="79511" y="673047"/>
                  </a:lnTo>
                  <a:lnTo>
                    <a:pt x="82455" y="670322"/>
                  </a:lnTo>
                  <a:lnTo>
                    <a:pt x="85400" y="667574"/>
                  </a:lnTo>
                  <a:lnTo>
                    <a:pt x="1705807" y="0"/>
                  </a:lnTo>
                  <a:lnTo>
                    <a:pt x="1722985" y="13737"/>
                  </a:lnTo>
                  <a:lnTo>
                    <a:pt x="1720040" y="19142"/>
                  </a:lnTo>
                  <a:lnTo>
                    <a:pt x="1717095" y="21844"/>
                  </a:lnTo>
                  <a:close/>
                </a:path>
                <a:path w="1723390" h="714375">
                  <a:moveTo>
                    <a:pt x="91290" y="678497"/>
                  </a:moveTo>
                  <a:lnTo>
                    <a:pt x="156813" y="700297"/>
                  </a:lnTo>
                  <a:lnTo>
                    <a:pt x="0" y="713944"/>
                  </a:lnTo>
                  <a:lnTo>
                    <a:pt x="115094" y="618502"/>
                  </a:lnTo>
                  <a:lnTo>
                    <a:pt x="91290" y="678497"/>
                  </a:lnTo>
                  <a:close/>
                </a:path>
              </a:pathLst>
            </a:custGeom>
            <a:ln w="32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5120548" y="2165901"/>
              <a:ext cx="1983739" cy="784860"/>
            </a:xfrm>
            <a:custGeom>
              <a:avLst/>
              <a:gdLst/>
              <a:ahLst/>
              <a:cxnLst/>
              <a:rect l="l" t="t" r="r" b="b"/>
              <a:pathLst>
                <a:path w="1983740" h="784860">
                  <a:moveTo>
                    <a:pt x="1874977" y="755774"/>
                  </a:moveTo>
                  <a:lnTo>
                    <a:pt x="1826791" y="773826"/>
                  </a:lnTo>
                  <a:lnTo>
                    <a:pt x="1983604" y="784726"/>
                  </a:lnTo>
                  <a:lnTo>
                    <a:pt x="1953238" y="760179"/>
                  </a:lnTo>
                  <a:lnTo>
                    <a:pt x="1886179" y="760179"/>
                  </a:lnTo>
                  <a:lnTo>
                    <a:pt x="1874977" y="755774"/>
                  </a:lnTo>
                  <a:close/>
                </a:path>
                <a:path w="1983740" h="784860">
                  <a:moveTo>
                    <a:pt x="1885170" y="733263"/>
                  </a:moveTo>
                  <a:lnTo>
                    <a:pt x="1892314" y="749279"/>
                  </a:lnTo>
                  <a:lnTo>
                    <a:pt x="1874977" y="755774"/>
                  </a:lnTo>
                  <a:lnTo>
                    <a:pt x="1886179" y="760179"/>
                  </a:lnTo>
                  <a:lnTo>
                    <a:pt x="1895259" y="760179"/>
                  </a:lnTo>
                  <a:lnTo>
                    <a:pt x="1901148" y="757454"/>
                  </a:lnTo>
                  <a:lnTo>
                    <a:pt x="1904093" y="752004"/>
                  </a:lnTo>
                  <a:lnTo>
                    <a:pt x="1904093" y="743829"/>
                  </a:lnTo>
                  <a:lnTo>
                    <a:pt x="1898204" y="738379"/>
                  </a:lnTo>
                  <a:lnTo>
                    <a:pt x="1885170" y="733263"/>
                  </a:lnTo>
                  <a:close/>
                </a:path>
                <a:path w="1983740" h="784860">
                  <a:moveTo>
                    <a:pt x="1865565" y="689307"/>
                  </a:moveTo>
                  <a:lnTo>
                    <a:pt x="1885170" y="733263"/>
                  </a:lnTo>
                  <a:lnTo>
                    <a:pt x="1898204" y="738379"/>
                  </a:lnTo>
                  <a:lnTo>
                    <a:pt x="1904093" y="743829"/>
                  </a:lnTo>
                  <a:lnTo>
                    <a:pt x="1904093" y="752004"/>
                  </a:lnTo>
                  <a:lnTo>
                    <a:pt x="1901148" y="757454"/>
                  </a:lnTo>
                  <a:lnTo>
                    <a:pt x="1895259" y="760179"/>
                  </a:lnTo>
                  <a:lnTo>
                    <a:pt x="1953238" y="760179"/>
                  </a:lnTo>
                  <a:lnTo>
                    <a:pt x="1865565" y="689307"/>
                  </a:lnTo>
                  <a:close/>
                </a:path>
                <a:path w="1983740" h="784860">
                  <a:moveTo>
                    <a:pt x="17178" y="0"/>
                  </a:moveTo>
                  <a:lnTo>
                    <a:pt x="8343" y="0"/>
                  </a:lnTo>
                  <a:lnTo>
                    <a:pt x="5889" y="2724"/>
                  </a:lnTo>
                  <a:lnTo>
                    <a:pt x="2944" y="5449"/>
                  </a:lnTo>
                  <a:lnTo>
                    <a:pt x="0" y="10899"/>
                  </a:lnTo>
                  <a:lnTo>
                    <a:pt x="2944" y="13647"/>
                  </a:lnTo>
                  <a:lnTo>
                    <a:pt x="5889" y="19097"/>
                  </a:lnTo>
                  <a:lnTo>
                    <a:pt x="8343" y="21822"/>
                  </a:lnTo>
                  <a:lnTo>
                    <a:pt x="1874977" y="755774"/>
                  </a:lnTo>
                  <a:lnTo>
                    <a:pt x="1892314" y="749279"/>
                  </a:lnTo>
                  <a:lnTo>
                    <a:pt x="1885170" y="733263"/>
                  </a:lnTo>
                  <a:lnTo>
                    <a:pt x="1717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5120548" y="2165901"/>
              <a:ext cx="1983739" cy="784860"/>
            </a:xfrm>
            <a:custGeom>
              <a:avLst/>
              <a:gdLst/>
              <a:ahLst/>
              <a:cxnLst/>
              <a:rect l="l" t="t" r="r" b="b"/>
              <a:pathLst>
                <a:path w="1983740" h="784860">
                  <a:moveTo>
                    <a:pt x="17178" y="0"/>
                  </a:moveTo>
                  <a:lnTo>
                    <a:pt x="1898204" y="738379"/>
                  </a:lnTo>
                  <a:lnTo>
                    <a:pt x="1901149" y="741104"/>
                  </a:lnTo>
                  <a:lnTo>
                    <a:pt x="1904093" y="743829"/>
                  </a:lnTo>
                  <a:lnTo>
                    <a:pt x="1904093" y="749279"/>
                  </a:lnTo>
                  <a:lnTo>
                    <a:pt x="1904093" y="752004"/>
                  </a:lnTo>
                  <a:lnTo>
                    <a:pt x="1901149" y="757454"/>
                  </a:lnTo>
                  <a:lnTo>
                    <a:pt x="1895259" y="760179"/>
                  </a:lnTo>
                  <a:lnTo>
                    <a:pt x="1892314" y="760179"/>
                  </a:lnTo>
                  <a:lnTo>
                    <a:pt x="1886179" y="760179"/>
                  </a:lnTo>
                  <a:lnTo>
                    <a:pt x="8343" y="21822"/>
                  </a:lnTo>
                  <a:lnTo>
                    <a:pt x="5889" y="19097"/>
                  </a:lnTo>
                  <a:lnTo>
                    <a:pt x="2944" y="13647"/>
                  </a:lnTo>
                  <a:lnTo>
                    <a:pt x="0" y="10899"/>
                  </a:lnTo>
                  <a:lnTo>
                    <a:pt x="2944" y="5449"/>
                  </a:lnTo>
                  <a:lnTo>
                    <a:pt x="5889" y="2724"/>
                  </a:lnTo>
                  <a:lnTo>
                    <a:pt x="8343" y="0"/>
                  </a:lnTo>
                  <a:lnTo>
                    <a:pt x="14233" y="0"/>
                  </a:lnTo>
                  <a:lnTo>
                    <a:pt x="17178" y="0"/>
                  </a:lnTo>
                  <a:close/>
                </a:path>
                <a:path w="1983740" h="784860">
                  <a:moveTo>
                    <a:pt x="1892314" y="749279"/>
                  </a:moveTo>
                  <a:lnTo>
                    <a:pt x="1865565" y="689307"/>
                  </a:lnTo>
                  <a:lnTo>
                    <a:pt x="1983604" y="784726"/>
                  </a:lnTo>
                  <a:lnTo>
                    <a:pt x="1826791" y="773826"/>
                  </a:lnTo>
                  <a:lnTo>
                    <a:pt x="1892314" y="749279"/>
                  </a:lnTo>
                  <a:close/>
                </a:path>
              </a:pathLst>
            </a:custGeom>
            <a:ln w="32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 descr=""/>
          <p:cNvSpPr txBox="1"/>
          <p:nvPr/>
        </p:nvSpPr>
        <p:spPr>
          <a:xfrm>
            <a:off x="2431282" y="900947"/>
            <a:ext cx="621665" cy="351790"/>
          </a:xfrm>
          <a:prstGeom prst="rect">
            <a:avLst/>
          </a:prstGeom>
          <a:solidFill>
            <a:srgbClr val="FFCC99"/>
          </a:solidFill>
          <a:ln w="16749">
            <a:solidFill>
              <a:srgbClr val="000000"/>
            </a:solidFill>
          </a:ln>
        </p:spPr>
        <p:txBody>
          <a:bodyPr wrap="square" lIns="0" tIns="55880" rIns="0" bIns="0" rtlCol="0" vert="horz">
            <a:spAutoFit/>
          </a:bodyPr>
          <a:lstStyle/>
          <a:p>
            <a:pPr marL="156210">
              <a:lnSpc>
                <a:spcPct val="100000"/>
              </a:lnSpc>
              <a:spcBef>
                <a:spcPts val="440"/>
              </a:spcBef>
            </a:pPr>
            <a:r>
              <a:rPr dirty="0" sz="1600" spc="25">
                <a:latin typeface="Times New Roman"/>
                <a:cs typeface="Times New Roman"/>
              </a:rPr>
              <a:t>A0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3517811" y="900947"/>
            <a:ext cx="622300" cy="351790"/>
          </a:xfrm>
          <a:prstGeom prst="rect">
            <a:avLst/>
          </a:prstGeom>
          <a:solidFill>
            <a:srgbClr val="FFFF99"/>
          </a:solidFill>
          <a:ln w="16748">
            <a:solidFill>
              <a:srgbClr val="000000"/>
            </a:solidFill>
          </a:ln>
        </p:spPr>
        <p:txBody>
          <a:bodyPr wrap="square" lIns="0" tIns="55880" rIns="0" bIns="0" rtlCol="0" vert="horz">
            <a:spAutoFit/>
          </a:bodyPr>
          <a:lstStyle/>
          <a:p>
            <a:pPr marL="160020">
              <a:lnSpc>
                <a:spcPct val="100000"/>
              </a:lnSpc>
              <a:spcBef>
                <a:spcPts val="440"/>
              </a:spcBef>
            </a:pPr>
            <a:r>
              <a:rPr dirty="0" sz="1600" spc="25">
                <a:latin typeface="Times New Roman"/>
                <a:cs typeface="Times New Roman"/>
              </a:rPr>
              <a:t>A1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4607898" y="900947"/>
            <a:ext cx="621665" cy="351790"/>
          </a:xfrm>
          <a:prstGeom prst="rect">
            <a:avLst/>
          </a:prstGeom>
          <a:solidFill>
            <a:srgbClr val="FFFF99"/>
          </a:solidFill>
          <a:ln w="16749">
            <a:solidFill>
              <a:srgbClr val="000000"/>
            </a:solidFill>
          </a:ln>
        </p:spPr>
        <p:txBody>
          <a:bodyPr wrap="square" lIns="0" tIns="55880" rIns="0" bIns="0" rtlCol="0" vert="horz">
            <a:spAutoFit/>
          </a:bodyPr>
          <a:lstStyle/>
          <a:p>
            <a:pPr marL="165100">
              <a:lnSpc>
                <a:spcPct val="100000"/>
              </a:lnSpc>
              <a:spcBef>
                <a:spcPts val="440"/>
              </a:spcBef>
            </a:pPr>
            <a:r>
              <a:rPr dirty="0" sz="1600" spc="25">
                <a:latin typeface="Times New Roman"/>
                <a:cs typeface="Times New Roman"/>
              </a:rPr>
              <a:t>A2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5694304" y="900947"/>
            <a:ext cx="621665" cy="351790"/>
          </a:xfrm>
          <a:prstGeom prst="rect">
            <a:avLst/>
          </a:prstGeom>
          <a:solidFill>
            <a:srgbClr val="FFFF99"/>
          </a:solidFill>
          <a:ln w="16749">
            <a:solidFill>
              <a:srgbClr val="000000"/>
            </a:solidFill>
          </a:ln>
        </p:spPr>
        <p:txBody>
          <a:bodyPr wrap="square" lIns="0" tIns="55880" rIns="0" bIns="0" rtlCol="0" vert="horz">
            <a:spAutoFit/>
          </a:bodyPr>
          <a:lstStyle/>
          <a:p>
            <a:pPr marL="180340">
              <a:lnSpc>
                <a:spcPct val="100000"/>
              </a:lnSpc>
              <a:spcBef>
                <a:spcPts val="440"/>
              </a:spcBef>
            </a:pPr>
            <a:r>
              <a:rPr dirty="0" sz="1600" spc="25">
                <a:latin typeface="Times New Roman"/>
                <a:cs typeface="Times New Roman"/>
              </a:rPr>
              <a:t>A3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6783900" y="900947"/>
            <a:ext cx="622300" cy="351790"/>
          </a:xfrm>
          <a:prstGeom prst="rect">
            <a:avLst/>
          </a:prstGeom>
          <a:solidFill>
            <a:srgbClr val="FFCC99"/>
          </a:solidFill>
          <a:ln w="16748">
            <a:solidFill>
              <a:srgbClr val="000000"/>
            </a:solidFill>
          </a:ln>
        </p:spPr>
        <p:txBody>
          <a:bodyPr wrap="square" lIns="0" tIns="69215" rIns="0" bIns="0" rtlCol="0" vert="horz">
            <a:spAutoFit/>
          </a:bodyPr>
          <a:lstStyle/>
          <a:p>
            <a:pPr marL="23495">
              <a:lnSpc>
                <a:spcPct val="100000"/>
              </a:lnSpc>
              <a:spcBef>
                <a:spcPts val="545"/>
              </a:spcBef>
            </a:pPr>
            <a:r>
              <a:rPr dirty="0" baseline="10416" sz="2400" spc="60" b="1">
                <a:latin typeface="Times New Roman"/>
                <a:cs typeface="Times New Roman"/>
              </a:rPr>
              <a:t>A</a:t>
            </a:r>
            <a:r>
              <a:rPr dirty="0" sz="1050" spc="40" b="1">
                <a:latin typeface="Times New Roman"/>
                <a:cs typeface="Times New Roman"/>
              </a:rPr>
              <a:t>parity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2431282" y="2961280"/>
            <a:ext cx="621665" cy="351790"/>
          </a:xfrm>
          <a:prstGeom prst="rect">
            <a:avLst/>
          </a:prstGeom>
          <a:solidFill>
            <a:srgbClr val="FFCC99"/>
          </a:solidFill>
          <a:ln w="16749">
            <a:solidFill>
              <a:srgbClr val="000000"/>
            </a:solidFill>
          </a:ln>
        </p:spPr>
        <p:txBody>
          <a:bodyPr wrap="square" lIns="0" tIns="60960" rIns="0" bIns="0" rtlCol="0" vert="horz">
            <a:spAutoFit/>
          </a:bodyPr>
          <a:lstStyle/>
          <a:p>
            <a:pPr marL="144780">
              <a:lnSpc>
                <a:spcPct val="100000"/>
              </a:lnSpc>
              <a:spcBef>
                <a:spcPts val="480"/>
              </a:spcBef>
            </a:pPr>
            <a:r>
              <a:rPr dirty="0" sz="1600" spc="45" b="1">
                <a:latin typeface="Times New Roman"/>
                <a:cs typeface="Times New Roman"/>
              </a:rPr>
              <a:t>A0’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3517811" y="2961280"/>
            <a:ext cx="622300" cy="351790"/>
          </a:xfrm>
          <a:prstGeom prst="rect">
            <a:avLst/>
          </a:prstGeom>
          <a:solidFill>
            <a:srgbClr val="FFFF99"/>
          </a:solidFill>
          <a:ln w="16748">
            <a:solidFill>
              <a:srgbClr val="000000"/>
            </a:solidFill>
          </a:ln>
        </p:spPr>
        <p:txBody>
          <a:bodyPr wrap="square" lIns="0" tIns="55879" rIns="0" bIns="0" rtlCol="0" vert="horz">
            <a:spAutoFit/>
          </a:bodyPr>
          <a:lstStyle/>
          <a:p>
            <a:pPr marL="147955">
              <a:lnSpc>
                <a:spcPct val="100000"/>
              </a:lnSpc>
              <a:spcBef>
                <a:spcPts val="439"/>
              </a:spcBef>
            </a:pPr>
            <a:r>
              <a:rPr dirty="0" sz="1600" spc="25">
                <a:latin typeface="Times New Roman"/>
                <a:cs typeface="Times New Roman"/>
              </a:rPr>
              <a:t>A1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5" name="object 45" descr=""/>
          <p:cNvSpPr txBox="1"/>
          <p:nvPr/>
        </p:nvSpPr>
        <p:spPr>
          <a:xfrm>
            <a:off x="4607898" y="2961280"/>
            <a:ext cx="621665" cy="351790"/>
          </a:xfrm>
          <a:prstGeom prst="rect">
            <a:avLst/>
          </a:prstGeom>
          <a:solidFill>
            <a:srgbClr val="FFFF99"/>
          </a:solidFill>
          <a:ln w="16749">
            <a:solidFill>
              <a:srgbClr val="000000"/>
            </a:solidFill>
          </a:ln>
        </p:spPr>
        <p:txBody>
          <a:bodyPr wrap="square" lIns="0" tIns="55879" rIns="0" bIns="0" rtlCol="0" vert="horz">
            <a:spAutoFit/>
          </a:bodyPr>
          <a:lstStyle/>
          <a:p>
            <a:pPr marL="153670">
              <a:lnSpc>
                <a:spcPct val="100000"/>
              </a:lnSpc>
              <a:spcBef>
                <a:spcPts val="439"/>
              </a:spcBef>
            </a:pPr>
            <a:r>
              <a:rPr dirty="0" sz="1600" spc="25">
                <a:latin typeface="Times New Roman"/>
                <a:cs typeface="Times New Roman"/>
              </a:rPr>
              <a:t>A2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5694304" y="2961280"/>
            <a:ext cx="621665" cy="351790"/>
          </a:xfrm>
          <a:prstGeom prst="rect">
            <a:avLst/>
          </a:prstGeom>
          <a:solidFill>
            <a:srgbClr val="FFFF99"/>
          </a:solidFill>
          <a:ln w="16749">
            <a:solidFill>
              <a:srgbClr val="000000"/>
            </a:solidFill>
          </a:ln>
        </p:spPr>
        <p:txBody>
          <a:bodyPr wrap="square" lIns="0" tIns="55879" rIns="0" bIns="0" rtlCol="0" vert="horz">
            <a:spAutoFit/>
          </a:bodyPr>
          <a:lstStyle/>
          <a:p>
            <a:pPr marL="165100">
              <a:lnSpc>
                <a:spcPct val="100000"/>
              </a:lnSpc>
              <a:spcBef>
                <a:spcPts val="439"/>
              </a:spcBef>
            </a:pPr>
            <a:r>
              <a:rPr dirty="0" sz="1600" spc="25">
                <a:latin typeface="Times New Roman"/>
                <a:cs typeface="Times New Roman"/>
              </a:rPr>
              <a:t>A4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6783900" y="2961280"/>
            <a:ext cx="622300" cy="351790"/>
          </a:xfrm>
          <a:prstGeom prst="rect">
            <a:avLst/>
          </a:prstGeom>
          <a:solidFill>
            <a:srgbClr val="FFCC99"/>
          </a:solidFill>
          <a:ln w="16748">
            <a:solidFill>
              <a:srgbClr val="000000"/>
            </a:solidFill>
          </a:ln>
        </p:spPr>
        <p:txBody>
          <a:bodyPr wrap="square" lIns="0" tIns="77470" rIns="0" bIns="0" rtlCol="0" vert="horz">
            <a:spAutoFit/>
          </a:bodyPr>
          <a:lstStyle/>
          <a:p>
            <a:pPr marL="11430">
              <a:lnSpc>
                <a:spcPct val="100000"/>
              </a:lnSpc>
              <a:spcBef>
                <a:spcPts val="610"/>
              </a:spcBef>
            </a:pPr>
            <a:r>
              <a:rPr dirty="0" baseline="10416" sz="2400" spc="-15" b="1">
                <a:latin typeface="Times New Roman"/>
                <a:cs typeface="Times New Roman"/>
              </a:rPr>
              <a:t>A’</a:t>
            </a:r>
            <a:r>
              <a:rPr dirty="0" sz="1050" spc="-10" b="1">
                <a:latin typeface="Times New Roman"/>
                <a:cs typeface="Times New Roman"/>
              </a:rPr>
              <a:t>parity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1341519" y="948498"/>
            <a:ext cx="616585" cy="2711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14935">
              <a:lnSpc>
                <a:spcPct val="100000"/>
              </a:lnSpc>
              <a:spcBef>
                <a:spcPts val="105"/>
              </a:spcBef>
            </a:pPr>
            <a:r>
              <a:rPr dirty="0" sz="1600" spc="45" b="1">
                <a:latin typeface="Times New Roman"/>
                <a:cs typeface="Times New Roman"/>
              </a:rPr>
              <a:t>A0’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9" name="object 49" descr=""/>
          <p:cNvSpPr txBox="1"/>
          <p:nvPr/>
        </p:nvSpPr>
        <p:spPr>
          <a:xfrm>
            <a:off x="2442338" y="1294211"/>
            <a:ext cx="248285" cy="2711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00" spc="90">
                <a:solidFill>
                  <a:srgbClr val="993300"/>
                </a:solidFill>
                <a:latin typeface="宋体"/>
                <a:cs typeface="宋体"/>
              </a:rPr>
              <a:t>读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50" name="object 50" descr=""/>
          <p:cNvSpPr txBox="1"/>
          <p:nvPr/>
        </p:nvSpPr>
        <p:spPr>
          <a:xfrm>
            <a:off x="6557943" y="2420326"/>
            <a:ext cx="248285" cy="2711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00" spc="90">
                <a:solidFill>
                  <a:srgbClr val="993300"/>
                </a:solidFill>
                <a:latin typeface="宋体"/>
                <a:cs typeface="宋体"/>
              </a:rPr>
              <a:t>写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51" name="object 51" descr=""/>
          <p:cNvSpPr txBox="1"/>
          <p:nvPr/>
        </p:nvSpPr>
        <p:spPr>
          <a:xfrm>
            <a:off x="311302" y="5572455"/>
            <a:ext cx="848550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 marR="5080" indent="-457200">
              <a:lnSpc>
                <a:spcPct val="120000"/>
              </a:lnSpc>
              <a:spcBef>
                <a:spcPts val="100"/>
              </a:spcBef>
              <a:buSzPct val="90000"/>
              <a:buFont typeface="Wingdings"/>
              <a:buChar char=""/>
              <a:tabLst>
                <a:tab pos="469900" algn="l"/>
              </a:tabLst>
            </a:pPr>
            <a:r>
              <a:rPr dirty="0" sz="2000" spc="-10">
                <a:solidFill>
                  <a:srgbClr val="40458B"/>
                </a:solidFill>
                <a:latin typeface="黑体"/>
                <a:cs typeface="黑体"/>
              </a:rPr>
              <a:t>RAID</a:t>
            </a:r>
            <a:r>
              <a:rPr dirty="0" sz="2000" spc="-10">
                <a:solidFill>
                  <a:srgbClr val="FF0000"/>
                </a:solidFill>
                <a:latin typeface="黑体"/>
                <a:cs typeface="黑体"/>
              </a:rPr>
              <a:t>4</a:t>
            </a:r>
            <a:r>
              <a:rPr dirty="0" sz="2000" spc="-20">
                <a:solidFill>
                  <a:srgbClr val="40458B"/>
                </a:solidFill>
                <a:latin typeface="黑体"/>
                <a:cs typeface="黑体"/>
              </a:rPr>
              <a:t>能有效地处理小规模访问，快速处理大规模访问，校验空间开销比</a:t>
            </a:r>
            <a:r>
              <a:rPr dirty="0" sz="2000" spc="-15">
                <a:solidFill>
                  <a:srgbClr val="40458B"/>
                </a:solidFill>
                <a:latin typeface="黑体"/>
                <a:cs typeface="黑体"/>
              </a:rPr>
              <a:t>较小。但其控制比较复杂</a:t>
            </a:r>
            <a:r>
              <a:rPr dirty="0" sz="2000">
                <a:solidFill>
                  <a:srgbClr val="40458B"/>
                </a:solidFill>
                <a:latin typeface="黑体"/>
                <a:cs typeface="黑体"/>
              </a:rPr>
              <a:t>（</a:t>
            </a:r>
            <a:r>
              <a:rPr dirty="0" sz="2000" spc="-15">
                <a:solidFill>
                  <a:srgbClr val="40458B"/>
                </a:solidFill>
                <a:latin typeface="黑体"/>
                <a:cs typeface="黑体"/>
              </a:rPr>
              <a:t>写入时要访问所有盘，产生校验盘瓶颈</a:t>
            </a:r>
            <a:r>
              <a:rPr dirty="0" sz="2000">
                <a:solidFill>
                  <a:srgbClr val="40458B"/>
                </a:solidFill>
                <a:latin typeface="黑体"/>
                <a:cs typeface="黑体"/>
              </a:rPr>
              <a:t>）</a:t>
            </a:r>
            <a:r>
              <a:rPr dirty="0" sz="2000" spc="-50">
                <a:solidFill>
                  <a:srgbClr val="40458B"/>
                </a:solidFill>
                <a:latin typeface="黑体"/>
                <a:cs typeface="黑体"/>
              </a:rPr>
              <a:t>。</a:t>
            </a:r>
            <a:endParaRPr sz="2000">
              <a:latin typeface="黑体"/>
              <a:cs typeface="黑体"/>
            </a:endParaRPr>
          </a:p>
        </p:txBody>
      </p:sp>
      <p:sp>
        <p:nvSpPr>
          <p:cNvPr id="52" name="object 52" descr=""/>
          <p:cNvSpPr txBox="1"/>
          <p:nvPr/>
        </p:nvSpPr>
        <p:spPr>
          <a:xfrm>
            <a:off x="95503" y="3637446"/>
            <a:ext cx="9122410" cy="758190"/>
          </a:xfrm>
          <a:prstGeom prst="rect">
            <a:avLst/>
          </a:prstGeom>
        </p:spPr>
        <p:txBody>
          <a:bodyPr wrap="square" lIns="0" tIns="74295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585"/>
              </a:spcBef>
              <a:buSzPct val="90000"/>
              <a:buFont typeface="Wingdings"/>
              <a:buChar char=""/>
              <a:tabLst>
                <a:tab pos="469265" algn="l"/>
              </a:tabLst>
            </a:pPr>
            <a:r>
              <a:rPr dirty="0" sz="2000" spc="-15">
                <a:solidFill>
                  <a:srgbClr val="40458B"/>
                </a:solidFill>
                <a:latin typeface="黑体"/>
                <a:cs typeface="黑体"/>
              </a:rPr>
              <a:t>对于写入操作，由于要</a:t>
            </a:r>
            <a:r>
              <a:rPr dirty="0" sz="2000" spc="-15">
                <a:solidFill>
                  <a:srgbClr val="CC00FF"/>
                </a:solidFill>
                <a:latin typeface="黑体"/>
                <a:cs typeface="黑体"/>
              </a:rPr>
              <a:t>重新计算校验码</a:t>
            </a:r>
            <a:r>
              <a:rPr dirty="0" sz="2000" spc="-25">
                <a:solidFill>
                  <a:srgbClr val="40458B"/>
                </a:solidFill>
                <a:latin typeface="黑体"/>
                <a:cs typeface="黑体"/>
              </a:rPr>
              <a:t>，所以差不多要访问所有的磁盘，以</a:t>
            </a:r>
            <a:endParaRPr sz="2000">
              <a:latin typeface="黑体"/>
              <a:cs typeface="黑体"/>
            </a:endParaRPr>
          </a:p>
          <a:p>
            <a:pPr marL="469900">
              <a:lnSpc>
                <a:spcPct val="100000"/>
              </a:lnSpc>
              <a:spcBef>
                <a:spcPts val="480"/>
              </a:spcBef>
            </a:pPr>
            <a:r>
              <a:rPr dirty="0" sz="2000" spc="-15">
                <a:solidFill>
                  <a:srgbClr val="40458B"/>
                </a:solidFill>
                <a:latin typeface="黑体"/>
                <a:cs typeface="黑体"/>
              </a:rPr>
              <a:t>读出旧值。这对磁盘访问的速度有很大的影响。可以采用以下方法进行</a:t>
            </a:r>
            <a:r>
              <a:rPr dirty="0" sz="2000">
                <a:solidFill>
                  <a:srgbClr val="FF0000"/>
                </a:solidFill>
                <a:latin typeface="黑体"/>
                <a:cs typeface="黑体"/>
              </a:rPr>
              <a:t>提速</a:t>
            </a:r>
            <a:r>
              <a:rPr dirty="0" sz="2000" spc="-50">
                <a:solidFill>
                  <a:srgbClr val="40458B"/>
                </a:solidFill>
                <a:latin typeface="黑体"/>
                <a:cs typeface="黑体"/>
              </a:rPr>
              <a:t>：</a:t>
            </a:r>
            <a:endParaRPr sz="2000">
              <a:latin typeface="黑体"/>
              <a:cs typeface="黑体"/>
            </a:endParaRPr>
          </a:p>
        </p:txBody>
      </p:sp>
      <p:sp>
        <p:nvSpPr>
          <p:cNvPr id="53" name="object 53" descr=""/>
          <p:cNvSpPr txBox="1"/>
          <p:nvPr/>
        </p:nvSpPr>
        <p:spPr>
          <a:xfrm>
            <a:off x="3005582" y="4377969"/>
            <a:ext cx="5933440" cy="708660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marL="202565">
              <a:lnSpc>
                <a:spcPct val="100000"/>
              </a:lnSpc>
              <a:spcBef>
                <a:spcPts val="865"/>
              </a:spcBef>
            </a:pPr>
            <a:r>
              <a:rPr dirty="0" sz="1600" spc="-30" b="1">
                <a:solidFill>
                  <a:srgbClr val="E14B04"/>
                </a:solidFill>
                <a:latin typeface="宋体"/>
                <a:cs typeface="宋体"/>
              </a:rPr>
              <a:t>时，先</a:t>
            </a:r>
            <a:r>
              <a:rPr dirty="0" sz="1600" spc="-30" b="1">
                <a:solidFill>
                  <a:srgbClr val="006FC0"/>
                </a:solidFill>
                <a:latin typeface="宋体"/>
                <a:cs typeface="宋体"/>
              </a:rPr>
              <a:t>读出</a:t>
            </a:r>
            <a:r>
              <a:rPr dirty="0" sz="1600" spc="-114" b="1">
                <a:solidFill>
                  <a:srgbClr val="E14B04"/>
                </a:solidFill>
                <a:latin typeface="宋体"/>
                <a:cs typeface="宋体"/>
              </a:rPr>
              <a:t>旧值 </a:t>
            </a:r>
            <a:r>
              <a:rPr dirty="0" sz="1600" b="1">
                <a:solidFill>
                  <a:srgbClr val="E14B04"/>
                </a:solidFill>
                <a:latin typeface="Tahoma"/>
                <a:cs typeface="Tahoma"/>
              </a:rPr>
              <a:t>A</a:t>
            </a:r>
            <a:r>
              <a:rPr dirty="0" sz="1600" spc="35" b="1">
                <a:solidFill>
                  <a:srgbClr val="E14B04"/>
                </a:solidFill>
                <a:latin typeface="Tahoma"/>
                <a:cs typeface="Tahoma"/>
              </a:rPr>
              <a:t> </a:t>
            </a:r>
            <a:r>
              <a:rPr dirty="0" sz="1600" spc="-10" b="1">
                <a:solidFill>
                  <a:srgbClr val="E14B04"/>
                </a:solidFill>
                <a:latin typeface="Tahoma"/>
                <a:cs typeface="Tahoma"/>
              </a:rPr>
              <a:t>0</a:t>
            </a:r>
            <a:r>
              <a:rPr dirty="0" sz="1600" spc="-30" b="1">
                <a:solidFill>
                  <a:srgbClr val="E14B04"/>
                </a:solidFill>
                <a:latin typeface="宋体"/>
                <a:cs typeface="宋体"/>
              </a:rPr>
              <a:t>和旧的奇偶校验</a:t>
            </a:r>
            <a:r>
              <a:rPr dirty="0" sz="1600" b="1">
                <a:solidFill>
                  <a:srgbClr val="E14B04"/>
                </a:solidFill>
                <a:latin typeface="Tahoma"/>
                <a:cs typeface="Tahoma"/>
              </a:rPr>
              <a:t>A</a:t>
            </a:r>
            <a:r>
              <a:rPr dirty="0" sz="1600" spc="85" b="1">
                <a:solidFill>
                  <a:srgbClr val="E14B04"/>
                </a:solidFill>
                <a:latin typeface="Tahoma"/>
                <a:cs typeface="Tahoma"/>
              </a:rPr>
              <a:t> </a:t>
            </a:r>
            <a:r>
              <a:rPr dirty="0" baseline="-21164" sz="1575" b="1">
                <a:solidFill>
                  <a:srgbClr val="E14B04"/>
                </a:solidFill>
                <a:latin typeface="Tahoma"/>
                <a:cs typeface="Tahoma"/>
              </a:rPr>
              <a:t>p</a:t>
            </a:r>
            <a:r>
              <a:rPr dirty="0" baseline="-21164" sz="1575" spc="30" b="1">
                <a:solidFill>
                  <a:srgbClr val="E14B04"/>
                </a:solidFill>
                <a:latin typeface="Tahoma"/>
                <a:cs typeface="Tahoma"/>
              </a:rPr>
              <a:t> </a:t>
            </a:r>
            <a:r>
              <a:rPr dirty="0" baseline="-21164" sz="1575" b="1">
                <a:solidFill>
                  <a:srgbClr val="E14B04"/>
                </a:solidFill>
                <a:latin typeface="Tahoma"/>
                <a:cs typeface="Tahoma"/>
              </a:rPr>
              <a:t>a</a:t>
            </a:r>
            <a:r>
              <a:rPr dirty="0" baseline="-21164" sz="1575" spc="30" b="1">
                <a:solidFill>
                  <a:srgbClr val="E14B04"/>
                </a:solidFill>
                <a:latin typeface="Tahoma"/>
                <a:cs typeface="Tahoma"/>
              </a:rPr>
              <a:t> </a:t>
            </a:r>
            <a:r>
              <a:rPr dirty="0" baseline="-21164" sz="1575" b="1">
                <a:solidFill>
                  <a:srgbClr val="E14B04"/>
                </a:solidFill>
                <a:latin typeface="Tahoma"/>
                <a:cs typeface="Tahoma"/>
              </a:rPr>
              <a:t>r</a:t>
            </a:r>
            <a:r>
              <a:rPr dirty="0" baseline="-21164" sz="1575" spc="37" b="1">
                <a:solidFill>
                  <a:srgbClr val="E14B04"/>
                </a:solidFill>
                <a:latin typeface="Tahoma"/>
                <a:cs typeface="Tahoma"/>
              </a:rPr>
              <a:t> </a:t>
            </a:r>
            <a:r>
              <a:rPr dirty="0" baseline="-21164" sz="1575" b="1">
                <a:solidFill>
                  <a:srgbClr val="E14B04"/>
                </a:solidFill>
                <a:latin typeface="Tahoma"/>
                <a:cs typeface="Tahoma"/>
              </a:rPr>
              <a:t>i</a:t>
            </a:r>
            <a:r>
              <a:rPr dirty="0" baseline="-21164" sz="1575" spc="37" b="1">
                <a:solidFill>
                  <a:srgbClr val="E14B04"/>
                </a:solidFill>
                <a:latin typeface="Tahoma"/>
                <a:cs typeface="Tahoma"/>
              </a:rPr>
              <a:t> </a:t>
            </a:r>
            <a:r>
              <a:rPr dirty="0" baseline="-21164" sz="1575" b="1">
                <a:solidFill>
                  <a:srgbClr val="E14B04"/>
                </a:solidFill>
                <a:latin typeface="Tahoma"/>
                <a:cs typeface="Tahoma"/>
              </a:rPr>
              <a:t>t</a:t>
            </a:r>
            <a:r>
              <a:rPr dirty="0" baseline="-21164" sz="1575" spc="7" b="1">
                <a:solidFill>
                  <a:srgbClr val="E14B04"/>
                </a:solidFill>
                <a:latin typeface="Tahoma"/>
                <a:cs typeface="Tahoma"/>
              </a:rPr>
              <a:t> </a:t>
            </a:r>
            <a:r>
              <a:rPr dirty="0" baseline="-21164" sz="1575" spc="-15" b="1">
                <a:solidFill>
                  <a:srgbClr val="E14B04"/>
                </a:solidFill>
                <a:latin typeface="Tahoma"/>
                <a:cs typeface="Tahoma"/>
              </a:rPr>
              <a:t>y</a:t>
            </a:r>
            <a:r>
              <a:rPr dirty="0" sz="1600" spc="-35" b="1">
                <a:solidFill>
                  <a:srgbClr val="E14B04"/>
                </a:solidFill>
                <a:latin typeface="宋体"/>
                <a:cs typeface="宋体"/>
              </a:rPr>
              <a:t>，然后二者异或运</a:t>
            </a:r>
            <a:endParaRPr sz="1600">
              <a:latin typeface="宋体"/>
              <a:cs typeface="宋体"/>
            </a:endParaRPr>
          </a:p>
          <a:p>
            <a:pPr marL="38100">
              <a:lnSpc>
                <a:spcPct val="100000"/>
              </a:lnSpc>
              <a:spcBef>
                <a:spcPts val="770"/>
              </a:spcBef>
            </a:pPr>
            <a:r>
              <a:rPr dirty="0" baseline="13888" sz="2400" b="1">
                <a:solidFill>
                  <a:srgbClr val="E14B04"/>
                </a:solidFill>
                <a:latin typeface="Tahoma"/>
                <a:cs typeface="Tahoma"/>
              </a:rPr>
              <a:t>A</a:t>
            </a:r>
            <a:r>
              <a:rPr dirty="0" baseline="13888" sz="2400" spc="15" b="1">
                <a:solidFill>
                  <a:srgbClr val="E14B04"/>
                </a:solidFill>
                <a:latin typeface="Tahoma"/>
                <a:cs typeface="Tahoma"/>
              </a:rPr>
              <a:t> </a:t>
            </a:r>
            <a:r>
              <a:rPr dirty="0" baseline="13888" sz="2400" b="1">
                <a:solidFill>
                  <a:srgbClr val="E14B04"/>
                </a:solidFill>
                <a:latin typeface="Tahoma"/>
                <a:cs typeface="Tahoma"/>
              </a:rPr>
              <a:t>‘</a:t>
            </a:r>
            <a:r>
              <a:rPr dirty="0" sz="1050" b="1">
                <a:solidFill>
                  <a:srgbClr val="E14B04"/>
                </a:solidFill>
                <a:latin typeface="Tahoma"/>
                <a:cs typeface="Tahoma"/>
              </a:rPr>
              <a:t>p</a:t>
            </a:r>
            <a:r>
              <a:rPr dirty="0" sz="1050" spc="5" b="1">
                <a:solidFill>
                  <a:srgbClr val="E14B04"/>
                </a:solidFill>
                <a:latin typeface="Tahoma"/>
                <a:cs typeface="Tahoma"/>
              </a:rPr>
              <a:t> </a:t>
            </a:r>
            <a:r>
              <a:rPr dirty="0" sz="1050" b="1">
                <a:solidFill>
                  <a:srgbClr val="E14B04"/>
                </a:solidFill>
                <a:latin typeface="Tahoma"/>
                <a:cs typeface="Tahoma"/>
              </a:rPr>
              <a:t>a</a:t>
            </a:r>
            <a:r>
              <a:rPr dirty="0" sz="1050" spc="5" b="1">
                <a:solidFill>
                  <a:srgbClr val="E14B04"/>
                </a:solidFill>
                <a:latin typeface="Tahoma"/>
                <a:cs typeface="Tahoma"/>
              </a:rPr>
              <a:t> </a:t>
            </a:r>
            <a:r>
              <a:rPr dirty="0" sz="1050" b="1">
                <a:solidFill>
                  <a:srgbClr val="E14B04"/>
                </a:solidFill>
                <a:latin typeface="Tahoma"/>
                <a:cs typeface="Tahoma"/>
              </a:rPr>
              <a:t>r i</a:t>
            </a:r>
            <a:r>
              <a:rPr dirty="0" sz="1050" spc="15" b="1">
                <a:solidFill>
                  <a:srgbClr val="E14B04"/>
                </a:solidFill>
                <a:latin typeface="Tahoma"/>
                <a:cs typeface="Tahoma"/>
              </a:rPr>
              <a:t> </a:t>
            </a:r>
            <a:r>
              <a:rPr dirty="0" sz="1050" b="1">
                <a:solidFill>
                  <a:srgbClr val="E14B04"/>
                </a:solidFill>
                <a:latin typeface="Tahoma"/>
                <a:cs typeface="Tahoma"/>
              </a:rPr>
              <a:t>t</a:t>
            </a:r>
            <a:r>
              <a:rPr dirty="0" sz="1050" spc="10" b="1">
                <a:solidFill>
                  <a:srgbClr val="E14B04"/>
                </a:solidFill>
                <a:latin typeface="Tahoma"/>
                <a:cs typeface="Tahoma"/>
              </a:rPr>
              <a:t> </a:t>
            </a:r>
            <a:r>
              <a:rPr dirty="0" sz="1050" spc="-50" b="1">
                <a:solidFill>
                  <a:srgbClr val="E14B04"/>
                </a:solidFill>
                <a:latin typeface="Tahoma"/>
                <a:cs typeface="Tahoma"/>
              </a:rPr>
              <a:t>y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54" name="object 54" descr=""/>
          <p:cNvSpPr txBox="1"/>
          <p:nvPr/>
        </p:nvSpPr>
        <p:spPr>
          <a:xfrm>
            <a:off x="837691" y="4426737"/>
            <a:ext cx="2200910" cy="952500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484"/>
              </a:spcBef>
              <a:buClr>
                <a:srgbClr val="006600"/>
              </a:buClr>
              <a:buSzPct val="65625"/>
              <a:buFont typeface="Wingdings"/>
              <a:buChar char=""/>
              <a:tabLst>
                <a:tab pos="240665" algn="l"/>
              </a:tabLst>
            </a:pPr>
            <a:r>
              <a:rPr dirty="0" sz="1600" spc="-70" b="1">
                <a:solidFill>
                  <a:srgbClr val="E14B04"/>
                </a:solidFill>
                <a:latin typeface="宋体"/>
                <a:cs typeface="宋体"/>
              </a:rPr>
              <a:t>即要读入新数据 </a:t>
            </a:r>
            <a:r>
              <a:rPr dirty="0" sz="1600" b="1">
                <a:solidFill>
                  <a:srgbClr val="E14B04"/>
                </a:solidFill>
                <a:latin typeface="Tahoma"/>
                <a:cs typeface="Tahoma"/>
              </a:rPr>
              <a:t>A</a:t>
            </a:r>
            <a:r>
              <a:rPr dirty="0" sz="1600" spc="15" b="1">
                <a:solidFill>
                  <a:srgbClr val="E14B04"/>
                </a:solidFill>
                <a:latin typeface="Tahoma"/>
                <a:cs typeface="Tahoma"/>
              </a:rPr>
              <a:t> </a:t>
            </a:r>
            <a:r>
              <a:rPr dirty="0" sz="1600" b="1">
                <a:solidFill>
                  <a:srgbClr val="E14B04"/>
                </a:solidFill>
                <a:latin typeface="Tahoma"/>
                <a:cs typeface="Tahoma"/>
              </a:rPr>
              <a:t>0</a:t>
            </a:r>
            <a:r>
              <a:rPr dirty="0" sz="1600" spc="-15" b="1">
                <a:solidFill>
                  <a:srgbClr val="E14B04"/>
                </a:solidFill>
                <a:latin typeface="Tahoma"/>
                <a:cs typeface="Tahoma"/>
              </a:rPr>
              <a:t> ′</a:t>
            </a:r>
            <a:endParaRPr sz="1600">
              <a:latin typeface="Tahoma"/>
              <a:cs typeface="Tahoma"/>
            </a:endParaRPr>
          </a:p>
          <a:p>
            <a:pPr marL="241300">
              <a:lnSpc>
                <a:spcPct val="100000"/>
              </a:lnSpc>
              <a:spcBef>
                <a:spcPts val="380"/>
              </a:spcBef>
            </a:pPr>
            <a:r>
              <a:rPr dirty="0" sz="1600" spc="-35" b="1">
                <a:solidFill>
                  <a:srgbClr val="E14B04"/>
                </a:solidFill>
                <a:latin typeface="宋体"/>
                <a:cs typeface="宋体"/>
              </a:rPr>
              <a:t>算得出的新奇偶校验</a:t>
            </a:r>
            <a:endParaRPr sz="1600">
              <a:latin typeface="宋体"/>
              <a:cs typeface="宋体"/>
            </a:endParaRPr>
          </a:p>
          <a:p>
            <a:pPr marL="240665" indent="-227965">
              <a:lnSpc>
                <a:spcPct val="100000"/>
              </a:lnSpc>
              <a:spcBef>
                <a:spcPts val="770"/>
              </a:spcBef>
              <a:buClr>
                <a:srgbClr val="006600"/>
              </a:buClr>
              <a:buSzPct val="65625"/>
              <a:buFont typeface="Wingdings"/>
              <a:buChar char=""/>
              <a:tabLst>
                <a:tab pos="240665" algn="l"/>
              </a:tabLst>
            </a:pPr>
            <a:r>
              <a:rPr dirty="0" sz="1600" spc="-30" b="1">
                <a:solidFill>
                  <a:srgbClr val="E14B04"/>
                </a:solidFill>
                <a:latin typeface="宋体"/>
                <a:cs typeface="宋体"/>
              </a:rPr>
              <a:t>最后</a:t>
            </a:r>
            <a:r>
              <a:rPr dirty="0" sz="1600" spc="-30" b="1">
                <a:solidFill>
                  <a:srgbClr val="006FC0"/>
                </a:solidFill>
                <a:latin typeface="宋体"/>
                <a:cs typeface="宋体"/>
              </a:rPr>
              <a:t>写入</a:t>
            </a:r>
            <a:r>
              <a:rPr dirty="0" sz="1600" spc="-35" b="1">
                <a:solidFill>
                  <a:srgbClr val="E14B04"/>
                </a:solidFill>
                <a:latin typeface="宋体"/>
                <a:cs typeface="宋体"/>
              </a:rPr>
              <a:t>两个新值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55" name="object 55" descr=""/>
          <p:cNvSpPr txBox="1"/>
          <p:nvPr/>
        </p:nvSpPr>
        <p:spPr>
          <a:xfrm>
            <a:off x="6633209" y="162890"/>
            <a:ext cx="1843405" cy="42290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00">
                <a:solidFill>
                  <a:srgbClr val="0000CC"/>
                </a:solidFill>
                <a:latin typeface="黑体"/>
                <a:cs typeface="黑体"/>
              </a:rPr>
              <a:t>8.3.5</a:t>
            </a:r>
            <a:r>
              <a:rPr dirty="0" sz="2600" spc="-25">
                <a:solidFill>
                  <a:srgbClr val="0000CC"/>
                </a:solidFill>
                <a:latin typeface="黑体"/>
                <a:cs typeface="黑体"/>
              </a:rPr>
              <a:t> </a:t>
            </a:r>
            <a:r>
              <a:rPr dirty="0" sz="2600" spc="-10">
                <a:solidFill>
                  <a:srgbClr val="0000CC"/>
                </a:solidFill>
                <a:latin typeface="黑体"/>
                <a:cs typeface="黑体"/>
              </a:rPr>
              <a:t>RAID</a:t>
            </a:r>
            <a:r>
              <a:rPr dirty="0" sz="2600" spc="-10">
                <a:solidFill>
                  <a:srgbClr val="FF0000"/>
                </a:solidFill>
                <a:latin typeface="黑体"/>
                <a:cs typeface="黑体"/>
              </a:rPr>
              <a:t>4</a:t>
            </a:r>
            <a:endParaRPr sz="26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53605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34809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15" b="1">
                <a:solidFill>
                  <a:srgbClr val="40458B"/>
                </a:solidFill>
                <a:latin typeface="宋体"/>
                <a:cs typeface="宋体"/>
              </a:rPr>
              <a:t>38/81</a:t>
            </a:r>
            <a:endParaRPr baseline="1736" sz="2400">
              <a:latin typeface="宋体"/>
              <a:cs typeface="宋体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1555750" y="549275"/>
            <a:ext cx="7588250" cy="0"/>
          </a:xfrm>
          <a:custGeom>
            <a:avLst/>
            <a:gdLst/>
            <a:ahLst/>
            <a:cxnLst/>
            <a:rect l="l" t="t" r="r" b="b"/>
            <a:pathLst>
              <a:path w="7588250" h="0">
                <a:moveTo>
                  <a:pt x="0" y="0"/>
                </a:moveTo>
                <a:lnTo>
                  <a:pt x="7588250" y="0"/>
                </a:lnTo>
              </a:path>
            </a:pathLst>
          </a:custGeom>
          <a:ln w="38100">
            <a:solidFill>
              <a:srgbClr val="2C44A3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119062" y="188976"/>
            <a:ext cx="1437005" cy="274955"/>
            <a:chOff x="119062" y="188976"/>
            <a:chExt cx="1437005" cy="274955"/>
          </a:xfrm>
        </p:grpSpPr>
        <p:sp>
          <p:nvSpPr>
            <p:cNvPr id="5" name="object 5" descr=""/>
            <p:cNvSpPr/>
            <p:nvPr/>
          </p:nvSpPr>
          <p:spPr>
            <a:xfrm>
              <a:off x="119062" y="188976"/>
              <a:ext cx="499745" cy="274955"/>
            </a:xfrm>
            <a:custGeom>
              <a:avLst/>
              <a:gdLst/>
              <a:ahLst/>
              <a:cxnLst/>
              <a:rect l="l" t="t" r="r" b="b"/>
              <a:pathLst>
                <a:path w="499745" h="274955">
                  <a:moveTo>
                    <a:pt x="119837" y="0"/>
                  </a:moveTo>
                  <a:lnTo>
                    <a:pt x="4993" y="41528"/>
                  </a:lnTo>
                  <a:lnTo>
                    <a:pt x="264655" y="135508"/>
                  </a:lnTo>
                  <a:lnTo>
                    <a:pt x="0" y="231266"/>
                  </a:lnTo>
                  <a:lnTo>
                    <a:pt x="119837" y="274574"/>
                  </a:lnTo>
                  <a:lnTo>
                    <a:pt x="499338" y="137287"/>
                  </a:lnTo>
                  <a:lnTo>
                    <a:pt x="119837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85546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9621" y="0"/>
                  </a:moveTo>
                  <a:lnTo>
                    <a:pt x="4991" y="41528"/>
                  </a:lnTo>
                  <a:lnTo>
                    <a:pt x="264147" y="135508"/>
                  </a:lnTo>
                  <a:lnTo>
                    <a:pt x="0" y="231266"/>
                  </a:lnTo>
                  <a:lnTo>
                    <a:pt x="119621" y="274574"/>
                  </a:lnTo>
                  <a:lnTo>
                    <a:pt x="497141" y="137287"/>
                  </a:lnTo>
                  <a:lnTo>
                    <a:pt x="119621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058608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8363" y="0"/>
                  </a:moveTo>
                  <a:lnTo>
                    <a:pt x="4978" y="41528"/>
                  </a:lnTo>
                  <a:lnTo>
                    <a:pt x="264096" y="135508"/>
                  </a:lnTo>
                  <a:lnTo>
                    <a:pt x="0" y="231266"/>
                  </a:lnTo>
                  <a:lnTo>
                    <a:pt x="118363" y="274574"/>
                  </a:lnTo>
                  <a:lnTo>
                    <a:pt x="497141" y="137287"/>
                  </a:lnTo>
                  <a:lnTo>
                    <a:pt x="118363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945639" y="66547"/>
            <a:ext cx="459803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none"/>
              <a:t>8.3 廉价磁盘冗余阵列</a:t>
            </a:r>
            <a:r>
              <a:rPr dirty="0" u="none" spc="-20"/>
              <a:t>RAID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258267" y="675630"/>
            <a:ext cx="9017000" cy="3392170"/>
          </a:xfrm>
          <a:prstGeom prst="rect">
            <a:avLst/>
          </a:prstGeom>
        </p:spPr>
        <p:txBody>
          <a:bodyPr wrap="square" lIns="0" tIns="159385" rIns="0" bIns="0" rtlCol="0" vert="horz">
            <a:spAutoFit/>
          </a:bodyPr>
          <a:lstStyle/>
          <a:p>
            <a:pPr marL="468630" indent="-455930">
              <a:lnSpc>
                <a:spcPct val="100000"/>
              </a:lnSpc>
              <a:spcBef>
                <a:spcPts val="1255"/>
              </a:spcBef>
              <a:buClr>
                <a:srgbClr val="40458B"/>
              </a:buClr>
              <a:buAutoNum type="arabicPeriod"/>
              <a:tabLst>
                <a:tab pos="468630" algn="l"/>
              </a:tabLst>
            </a:pPr>
            <a:r>
              <a:rPr dirty="0" sz="2400" spc="-15">
                <a:solidFill>
                  <a:srgbClr val="E14B04"/>
                </a:solidFill>
                <a:latin typeface="黑体"/>
                <a:cs typeface="黑体"/>
              </a:rPr>
              <a:t>块交叉分布奇偶校验磁盘阵列</a:t>
            </a:r>
            <a:endParaRPr sz="2400">
              <a:latin typeface="黑体"/>
              <a:cs typeface="黑体"/>
            </a:endParaRPr>
          </a:p>
          <a:p>
            <a:pPr marL="469900" marR="309880" indent="-457200">
              <a:lnSpc>
                <a:spcPct val="120000"/>
              </a:lnSpc>
              <a:spcBef>
                <a:spcPts val="580"/>
              </a:spcBef>
              <a:buAutoNum type="arabicPeriod"/>
              <a:tabLst>
                <a:tab pos="469900" algn="l"/>
              </a:tabLst>
            </a:pPr>
            <a:r>
              <a:rPr dirty="0" sz="2400" spc="-5">
                <a:solidFill>
                  <a:srgbClr val="40458B"/>
                </a:solidFill>
                <a:latin typeface="黑体"/>
                <a:cs typeface="黑体"/>
              </a:rPr>
              <a:t>数据以块交叉的方式存于各盘，无专用冗余盘，奇偶校验信息均匀分布在所有磁盘上。</a:t>
            </a:r>
            <a:endParaRPr sz="2400">
              <a:latin typeface="黑体"/>
              <a:cs typeface="黑体"/>
            </a:endParaRPr>
          </a:p>
          <a:p>
            <a:pPr marL="468630" indent="-455930">
              <a:lnSpc>
                <a:spcPct val="100000"/>
              </a:lnSpc>
              <a:spcBef>
                <a:spcPts val="1155"/>
              </a:spcBef>
              <a:buAutoNum type="arabicPeriod"/>
              <a:tabLst>
                <a:tab pos="468630" algn="l"/>
              </a:tabLst>
            </a:pPr>
            <a:r>
              <a:rPr dirty="0" sz="2400" spc="-15">
                <a:solidFill>
                  <a:srgbClr val="40458B"/>
                </a:solidFill>
                <a:latin typeface="黑体"/>
                <a:cs typeface="黑体"/>
              </a:rPr>
              <a:t>只需要额外的一个驱动器用于奇偶校验信息，从而在成本上更</a:t>
            </a:r>
            <a:endParaRPr sz="2400">
              <a:latin typeface="黑体"/>
              <a:cs typeface="黑体"/>
            </a:endParaRPr>
          </a:p>
          <a:p>
            <a:pPr marL="469900">
              <a:lnSpc>
                <a:spcPct val="100000"/>
              </a:lnSpc>
              <a:spcBef>
                <a:spcPts val="575"/>
              </a:spcBef>
            </a:pPr>
            <a:r>
              <a:rPr dirty="0" sz="2400" spc="-10">
                <a:solidFill>
                  <a:srgbClr val="40458B"/>
                </a:solidFill>
                <a:latin typeface="黑体"/>
                <a:cs typeface="黑体"/>
              </a:rPr>
              <a:t>具竞争力。</a:t>
            </a:r>
            <a:endParaRPr sz="2400">
              <a:latin typeface="黑体"/>
              <a:cs typeface="黑体"/>
            </a:endParaRPr>
          </a:p>
          <a:p>
            <a:pPr marL="469265" indent="-456565">
              <a:lnSpc>
                <a:spcPct val="100000"/>
              </a:lnSpc>
              <a:spcBef>
                <a:spcPts val="1155"/>
              </a:spcBef>
              <a:buAutoNum type="arabicPeriod" startAt="4"/>
              <a:tabLst>
                <a:tab pos="469265" algn="l"/>
              </a:tabLst>
            </a:pPr>
            <a:r>
              <a:rPr dirty="0" sz="2400" spc="-5">
                <a:solidFill>
                  <a:srgbClr val="40458B"/>
                </a:solidFill>
                <a:latin typeface="黑体"/>
                <a:cs typeface="黑体"/>
              </a:rPr>
              <a:t>由于写入数据时需要重新计算奇偶校验信息，相对于读取操作，</a:t>
            </a:r>
            <a:endParaRPr sz="2400">
              <a:latin typeface="黑体"/>
              <a:cs typeface="黑体"/>
            </a:endParaRPr>
          </a:p>
          <a:p>
            <a:pPr marL="469900">
              <a:lnSpc>
                <a:spcPct val="100000"/>
              </a:lnSpc>
              <a:spcBef>
                <a:spcPts val="575"/>
              </a:spcBef>
            </a:pPr>
            <a:r>
              <a:rPr dirty="0" sz="2400">
                <a:solidFill>
                  <a:srgbClr val="40458B"/>
                </a:solidFill>
                <a:latin typeface="黑体"/>
                <a:cs typeface="黑体"/>
              </a:rPr>
              <a:t>RAID</a:t>
            </a:r>
            <a:r>
              <a:rPr dirty="0" sz="2400" spc="-15">
                <a:solidFill>
                  <a:srgbClr val="40458B"/>
                </a:solidFill>
                <a:latin typeface="黑体"/>
                <a:cs typeface="黑体"/>
              </a:rPr>
              <a:t> </a:t>
            </a:r>
            <a:r>
              <a:rPr dirty="0" sz="2400" spc="-10">
                <a:solidFill>
                  <a:srgbClr val="40458B"/>
                </a:solidFill>
                <a:latin typeface="黑体"/>
                <a:cs typeface="黑体"/>
              </a:rPr>
              <a:t>5的写入性能较低。</a:t>
            </a:r>
            <a:endParaRPr sz="2400">
              <a:latin typeface="黑体"/>
              <a:cs typeface="黑体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888606" y="168020"/>
            <a:ext cx="1843405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>
                <a:solidFill>
                  <a:srgbClr val="0000CC"/>
                </a:solidFill>
                <a:latin typeface="黑体"/>
                <a:cs typeface="黑体"/>
              </a:rPr>
              <a:t>8.3.6</a:t>
            </a:r>
            <a:r>
              <a:rPr dirty="0" sz="2600" spc="-15">
                <a:solidFill>
                  <a:srgbClr val="0000CC"/>
                </a:solidFill>
                <a:latin typeface="黑体"/>
                <a:cs typeface="黑体"/>
              </a:rPr>
              <a:t> </a:t>
            </a:r>
            <a:r>
              <a:rPr dirty="0" sz="2600" spc="-20">
                <a:solidFill>
                  <a:srgbClr val="0000CC"/>
                </a:solidFill>
                <a:latin typeface="黑体"/>
                <a:cs typeface="黑体"/>
              </a:rPr>
              <a:t>RAID</a:t>
            </a:r>
            <a:r>
              <a:rPr dirty="0" sz="2600" spc="-20">
                <a:solidFill>
                  <a:srgbClr val="FF0000"/>
                </a:solidFill>
                <a:latin typeface="黑体"/>
                <a:cs typeface="黑体"/>
              </a:rPr>
              <a:t>5</a:t>
            </a:r>
            <a:endParaRPr sz="2600">
              <a:latin typeface="黑体"/>
              <a:cs typeface="黑体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7813589" y="4133194"/>
            <a:ext cx="894715" cy="1784350"/>
            <a:chOff x="7813589" y="4133194"/>
            <a:chExt cx="894715" cy="1784350"/>
          </a:xfrm>
        </p:grpSpPr>
        <p:sp>
          <p:nvSpPr>
            <p:cNvPr id="13" name="object 13" descr=""/>
            <p:cNvSpPr/>
            <p:nvPr/>
          </p:nvSpPr>
          <p:spPr>
            <a:xfrm>
              <a:off x="7861695" y="5449952"/>
              <a:ext cx="803910" cy="460375"/>
            </a:xfrm>
            <a:custGeom>
              <a:avLst/>
              <a:gdLst/>
              <a:ahLst/>
              <a:cxnLst/>
              <a:rect l="l" t="t" r="r" b="b"/>
              <a:pathLst>
                <a:path w="803909" h="460375">
                  <a:moveTo>
                    <a:pt x="0" y="374830"/>
                  </a:moveTo>
                  <a:lnTo>
                    <a:pt x="29620" y="334281"/>
                  </a:lnTo>
                  <a:lnTo>
                    <a:pt x="75276" y="318073"/>
                  </a:lnTo>
                  <a:lnTo>
                    <a:pt x="129171" y="308541"/>
                  </a:lnTo>
                  <a:lnTo>
                    <a:pt x="201552" y="296607"/>
                  </a:lnTo>
                  <a:lnTo>
                    <a:pt x="276828" y="289458"/>
                  </a:lnTo>
                  <a:lnTo>
                    <a:pt x="357672" y="284692"/>
                  </a:lnTo>
                  <a:lnTo>
                    <a:pt x="443415" y="284692"/>
                  </a:lnTo>
                  <a:lnTo>
                    <a:pt x="521586" y="289458"/>
                  </a:lnTo>
                  <a:lnTo>
                    <a:pt x="601762" y="296607"/>
                  </a:lnTo>
                  <a:lnTo>
                    <a:pt x="669243" y="308541"/>
                  </a:lnTo>
                  <a:lnTo>
                    <a:pt x="722471" y="318073"/>
                  </a:lnTo>
                  <a:lnTo>
                    <a:pt x="768349" y="334281"/>
                  </a:lnTo>
                  <a:lnTo>
                    <a:pt x="803315" y="374830"/>
                  </a:lnTo>
                  <a:lnTo>
                    <a:pt x="795297" y="389128"/>
                  </a:lnTo>
                  <a:lnTo>
                    <a:pt x="722471" y="424419"/>
                  </a:lnTo>
                  <a:lnTo>
                    <a:pt x="669243" y="436333"/>
                  </a:lnTo>
                  <a:lnTo>
                    <a:pt x="601762" y="448268"/>
                  </a:lnTo>
                  <a:lnTo>
                    <a:pt x="521586" y="455417"/>
                  </a:lnTo>
                  <a:lnTo>
                    <a:pt x="443415" y="460183"/>
                  </a:lnTo>
                  <a:lnTo>
                    <a:pt x="357672" y="460183"/>
                  </a:lnTo>
                  <a:lnTo>
                    <a:pt x="276828" y="455417"/>
                  </a:lnTo>
                  <a:lnTo>
                    <a:pt x="201552" y="448268"/>
                  </a:lnTo>
                  <a:lnTo>
                    <a:pt x="129171" y="436333"/>
                  </a:lnTo>
                  <a:lnTo>
                    <a:pt x="75276" y="424419"/>
                  </a:lnTo>
                  <a:lnTo>
                    <a:pt x="29620" y="410594"/>
                  </a:lnTo>
                  <a:lnTo>
                    <a:pt x="0" y="374830"/>
                  </a:lnTo>
                  <a:close/>
                </a:path>
                <a:path w="803909" h="460375">
                  <a:moveTo>
                    <a:pt x="0" y="90118"/>
                  </a:moveTo>
                  <a:lnTo>
                    <a:pt x="29620" y="49588"/>
                  </a:lnTo>
                  <a:lnTo>
                    <a:pt x="75275" y="33380"/>
                  </a:lnTo>
                  <a:lnTo>
                    <a:pt x="129171" y="23849"/>
                  </a:lnTo>
                  <a:lnTo>
                    <a:pt x="201552" y="11914"/>
                  </a:lnTo>
                  <a:lnTo>
                    <a:pt x="276828" y="4765"/>
                  </a:lnTo>
                  <a:lnTo>
                    <a:pt x="357672" y="0"/>
                  </a:lnTo>
                  <a:lnTo>
                    <a:pt x="443415" y="0"/>
                  </a:lnTo>
                  <a:lnTo>
                    <a:pt x="521586" y="4765"/>
                  </a:lnTo>
                  <a:lnTo>
                    <a:pt x="601762" y="11914"/>
                  </a:lnTo>
                  <a:lnTo>
                    <a:pt x="669243" y="23849"/>
                  </a:lnTo>
                  <a:lnTo>
                    <a:pt x="722471" y="33380"/>
                  </a:lnTo>
                  <a:lnTo>
                    <a:pt x="768349" y="49588"/>
                  </a:lnTo>
                  <a:lnTo>
                    <a:pt x="803315" y="90118"/>
                  </a:lnTo>
                  <a:lnTo>
                    <a:pt x="795297" y="104435"/>
                  </a:lnTo>
                  <a:lnTo>
                    <a:pt x="722471" y="139726"/>
                  </a:lnTo>
                  <a:lnTo>
                    <a:pt x="669243" y="151641"/>
                  </a:lnTo>
                  <a:lnTo>
                    <a:pt x="601762" y="163576"/>
                  </a:lnTo>
                  <a:lnTo>
                    <a:pt x="521586" y="170724"/>
                  </a:lnTo>
                  <a:lnTo>
                    <a:pt x="443415" y="175490"/>
                  </a:lnTo>
                  <a:lnTo>
                    <a:pt x="357672" y="175490"/>
                  </a:lnTo>
                  <a:lnTo>
                    <a:pt x="276828" y="170724"/>
                  </a:lnTo>
                  <a:lnTo>
                    <a:pt x="201552" y="163576"/>
                  </a:lnTo>
                  <a:lnTo>
                    <a:pt x="129171" y="151641"/>
                  </a:lnTo>
                  <a:lnTo>
                    <a:pt x="75275" y="139726"/>
                  </a:lnTo>
                  <a:lnTo>
                    <a:pt x="29620" y="125901"/>
                  </a:lnTo>
                  <a:lnTo>
                    <a:pt x="0" y="90118"/>
                  </a:lnTo>
                  <a:close/>
                </a:path>
              </a:pathLst>
            </a:custGeom>
            <a:ln w="152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7813589" y="5696501"/>
              <a:ext cx="894715" cy="130810"/>
            </a:xfrm>
            <a:custGeom>
              <a:avLst/>
              <a:gdLst/>
              <a:ahLst/>
              <a:cxnLst/>
              <a:rect l="l" t="t" r="r" b="b"/>
              <a:pathLst>
                <a:path w="894715" h="130810">
                  <a:moveTo>
                    <a:pt x="894425" y="0"/>
                  </a:moveTo>
                  <a:lnTo>
                    <a:pt x="0" y="0"/>
                  </a:lnTo>
                  <a:lnTo>
                    <a:pt x="0" y="130663"/>
                  </a:lnTo>
                  <a:lnTo>
                    <a:pt x="894425" y="130663"/>
                  </a:lnTo>
                  <a:lnTo>
                    <a:pt x="8944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7861695" y="5525772"/>
              <a:ext cx="808990" cy="308610"/>
            </a:xfrm>
            <a:custGeom>
              <a:avLst/>
              <a:gdLst/>
              <a:ahLst/>
              <a:cxnLst/>
              <a:rect l="l" t="t" r="r" b="b"/>
              <a:pathLst>
                <a:path w="808990" h="308610">
                  <a:moveTo>
                    <a:pt x="0" y="0"/>
                  </a:moveTo>
                  <a:lnTo>
                    <a:pt x="0" y="306158"/>
                  </a:lnTo>
                </a:path>
                <a:path w="808990" h="308610">
                  <a:moveTo>
                    <a:pt x="808660" y="0"/>
                  </a:moveTo>
                  <a:lnTo>
                    <a:pt x="808660" y="308541"/>
                  </a:lnTo>
                </a:path>
              </a:pathLst>
            </a:custGeom>
            <a:ln w="152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7861695" y="5411805"/>
              <a:ext cx="803910" cy="178435"/>
            </a:xfrm>
            <a:custGeom>
              <a:avLst/>
              <a:gdLst/>
              <a:ahLst/>
              <a:cxnLst/>
              <a:rect l="l" t="t" r="r" b="b"/>
              <a:pathLst>
                <a:path w="803909" h="178435">
                  <a:moveTo>
                    <a:pt x="443415" y="0"/>
                  </a:moveTo>
                  <a:lnTo>
                    <a:pt x="357672" y="0"/>
                  </a:lnTo>
                  <a:lnTo>
                    <a:pt x="276828" y="4765"/>
                  </a:lnTo>
                  <a:lnTo>
                    <a:pt x="201552" y="11914"/>
                  </a:lnTo>
                  <a:lnTo>
                    <a:pt x="129171" y="23829"/>
                  </a:lnTo>
                  <a:lnTo>
                    <a:pt x="75275" y="35763"/>
                  </a:lnTo>
                  <a:lnTo>
                    <a:pt x="29620" y="52444"/>
                  </a:lnTo>
                  <a:lnTo>
                    <a:pt x="0" y="90118"/>
                  </a:lnTo>
                  <a:lnTo>
                    <a:pt x="8017" y="106818"/>
                  </a:lnTo>
                  <a:lnTo>
                    <a:pt x="75275" y="142582"/>
                  </a:lnTo>
                  <a:lnTo>
                    <a:pt x="129171" y="154497"/>
                  </a:lnTo>
                  <a:lnTo>
                    <a:pt x="201552" y="166431"/>
                  </a:lnTo>
                  <a:lnTo>
                    <a:pt x="276828" y="173580"/>
                  </a:lnTo>
                  <a:lnTo>
                    <a:pt x="357672" y="177873"/>
                  </a:lnTo>
                  <a:lnTo>
                    <a:pt x="443415" y="177873"/>
                  </a:lnTo>
                  <a:lnTo>
                    <a:pt x="521586" y="173580"/>
                  </a:lnTo>
                  <a:lnTo>
                    <a:pt x="601762" y="166431"/>
                  </a:lnTo>
                  <a:lnTo>
                    <a:pt x="669243" y="154497"/>
                  </a:lnTo>
                  <a:lnTo>
                    <a:pt x="722471" y="142582"/>
                  </a:lnTo>
                  <a:lnTo>
                    <a:pt x="768349" y="125882"/>
                  </a:lnTo>
                  <a:lnTo>
                    <a:pt x="803315" y="90118"/>
                  </a:lnTo>
                  <a:lnTo>
                    <a:pt x="795297" y="71527"/>
                  </a:lnTo>
                  <a:lnTo>
                    <a:pt x="722471" y="35763"/>
                  </a:lnTo>
                  <a:lnTo>
                    <a:pt x="669243" y="23829"/>
                  </a:lnTo>
                  <a:lnTo>
                    <a:pt x="601762" y="11914"/>
                  </a:lnTo>
                  <a:lnTo>
                    <a:pt x="521586" y="4765"/>
                  </a:lnTo>
                  <a:lnTo>
                    <a:pt x="4434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7861695" y="5127112"/>
              <a:ext cx="803910" cy="462915"/>
            </a:xfrm>
            <a:custGeom>
              <a:avLst/>
              <a:gdLst/>
              <a:ahLst/>
              <a:cxnLst/>
              <a:rect l="l" t="t" r="r" b="b"/>
              <a:pathLst>
                <a:path w="803909" h="462914">
                  <a:moveTo>
                    <a:pt x="0" y="374810"/>
                  </a:moveTo>
                  <a:lnTo>
                    <a:pt x="29620" y="337136"/>
                  </a:lnTo>
                  <a:lnTo>
                    <a:pt x="75276" y="320456"/>
                  </a:lnTo>
                  <a:lnTo>
                    <a:pt x="129171" y="308521"/>
                  </a:lnTo>
                  <a:lnTo>
                    <a:pt x="201552" y="296607"/>
                  </a:lnTo>
                  <a:lnTo>
                    <a:pt x="276828" y="289458"/>
                  </a:lnTo>
                  <a:lnTo>
                    <a:pt x="357672" y="284692"/>
                  </a:lnTo>
                  <a:lnTo>
                    <a:pt x="443415" y="284692"/>
                  </a:lnTo>
                  <a:lnTo>
                    <a:pt x="521586" y="289458"/>
                  </a:lnTo>
                  <a:lnTo>
                    <a:pt x="601762" y="296607"/>
                  </a:lnTo>
                  <a:lnTo>
                    <a:pt x="669243" y="308521"/>
                  </a:lnTo>
                  <a:lnTo>
                    <a:pt x="722471" y="320456"/>
                  </a:lnTo>
                  <a:lnTo>
                    <a:pt x="768349" y="337136"/>
                  </a:lnTo>
                  <a:lnTo>
                    <a:pt x="803315" y="374810"/>
                  </a:lnTo>
                  <a:lnTo>
                    <a:pt x="795297" y="391511"/>
                  </a:lnTo>
                  <a:lnTo>
                    <a:pt x="722471" y="427274"/>
                  </a:lnTo>
                  <a:lnTo>
                    <a:pt x="669243" y="439189"/>
                  </a:lnTo>
                  <a:lnTo>
                    <a:pt x="601762" y="451123"/>
                  </a:lnTo>
                  <a:lnTo>
                    <a:pt x="521586" y="458272"/>
                  </a:lnTo>
                  <a:lnTo>
                    <a:pt x="443415" y="462566"/>
                  </a:lnTo>
                  <a:lnTo>
                    <a:pt x="357672" y="462566"/>
                  </a:lnTo>
                  <a:lnTo>
                    <a:pt x="276828" y="458272"/>
                  </a:lnTo>
                  <a:lnTo>
                    <a:pt x="201552" y="451123"/>
                  </a:lnTo>
                  <a:lnTo>
                    <a:pt x="129171" y="439189"/>
                  </a:lnTo>
                  <a:lnTo>
                    <a:pt x="75276" y="427274"/>
                  </a:lnTo>
                  <a:lnTo>
                    <a:pt x="29620" y="410574"/>
                  </a:lnTo>
                  <a:lnTo>
                    <a:pt x="0" y="374810"/>
                  </a:lnTo>
                  <a:close/>
                </a:path>
                <a:path w="803909" h="462914">
                  <a:moveTo>
                    <a:pt x="0" y="90118"/>
                  </a:moveTo>
                  <a:lnTo>
                    <a:pt x="29620" y="52444"/>
                  </a:lnTo>
                  <a:lnTo>
                    <a:pt x="75275" y="35763"/>
                  </a:lnTo>
                  <a:lnTo>
                    <a:pt x="129171" y="23829"/>
                  </a:lnTo>
                  <a:lnTo>
                    <a:pt x="201552" y="11914"/>
                  </a:lnTo>
                  <a:lnTo>
                    <a:pt x="276828" y="4765"/>
                  </a:lnTo>
                  <a:lnTo>
                    <a:pt x="357672" y="0"/>
                  </a:lnTo>
                  <a:lnTo>
                    <a:pt x="443415" y="0"/>
                  </a:lnTo>
                  <a:lnTo>
                    <a:pt x="521586" y="4765"/>
                  </a:lnTo>
                  <a:lnTo>
                    <a:pt x="601762" y="11914"/>
                  </a:lnTo>
                  <a:lnTo>
                    <a:pt x="669243" y="23829"/>
                  </a:lnTo>
                  <a:lnTo>
                    <a:pt x="722471" y="35763"/>
                  </a:lnTo>
                  <a:lnTo>
                    <a:pt x="768349" y="52444"/>
                  </a:lnTo>
                  <a:lnTo>
                    <a:pt x="803315" y="90118"/>
                  </a:lnTo>
                  <a:lnTo>
                    <a:pt x="795297" y="106818"/>
                  </a:lnTo>
                  <a:lnTo>
                    <a:pt x="722471" y="142582"/>
                  </a:lnTo>
                  <a:lnTo>
                    <a:pt x="669243" y="154497"/>
                  </a:lnTo>
                  <a:lnTo>
                    <a:pt x="601762" y="166411"/>
                  </a:lnTo>
                  <a:lnTo>
                    <a:pt x="521586" y="173580"/>
                  </a:lnTo>
                  <a:lnTo>
                    <a:pt x="443415" y="178346"/>
                  </a:lnTo>
                  <a:lnTo>
                    <a:pt x="357672" y="178346"/>
                  </a:lnTo>
                  <a:lnTo>
                    <a:pt x="276828" y="173580"/>
                  </a:lnTo>
                  <a:lnTo>
                    <a:pt x="201552" y="166411"/>
                  </a:lnTo>
                  <a:lnTo>
                    <a:pt x="129171" y="154497"/>
                  </a:lnTo>
                  <a:lnTo>
                    <a:pt x="75275" y="142582"/>
                  </a:lnTo>
                  <a:lnTo>
                    <a:pt x="29620" y="125882"/>
                  </a:lnTo>
                  <a:lnTo>
                    <a:pt x="0" y="90118"/>
                  </a:lnTo>
                  <a:close/>
                </a:path>
              </a:pathLst>
            </a:custGeom>
            <a:ln w="152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7813589" y="5376502"/>
              <a:ext cx="894715" cy="130810"/>
            </a:xfrm>
            <a:custGeom>
              <a:avLst/>
              <a:gdLst/>
              <a:ahLst/>
              <a:cxnLst/>
              <a:rect l="l" t="t" r="r" b="b"/>
              <a:pathLst>
                <a:path w="894715" h="130810">
                  <a:moveTo>
                    <a:pt x="894425" y="0"/>
                  </a:moveTo>
                  <a:lnTo>
                    <a:pt x="0" y="0"/>
                  </a:lnTo>
                  <a:lnTo>
                    <a:pt x="0" y="130187"/>
                  </a:lnTo>
                  <a:lnTo>
                    <a:pt x="894425" y="130187"/>
                  </a:lnTo>
                  <a:lnTo>
                    <a:pt x="8944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7861695" y="5205789"/>
              <a:ext cx="808990" cy="306070"/>
            </a:xfrm>
            <a:custGeom>
              <a:avLst/>
              <a:gdLst/>
              <a:ahLst/>
              <a:cxnLst/>
              <a:rect l="l" t="t" r="r" b="b"/>
              <a:pathLst>
                <a:path w="808990" h="306070">
                  <a:moveTo>
                    <a:pt x="0" y="0"/>
                  </a:moveTo>
                  <a:lnTo>
                    <a:pt x="0" y="305685"/>
                  </a:lnTo>
                </a:path>
                <a:path w="808990" h="306070">
                  <a:moveTo>
                    <a:pt x="808660" y="0"/>
                  </a:moveTo>
                  <a:lnTo>
                    <a:pt x="808660" y="305685"/>
                  </a:lnTo>
                </a:path>
              </a:pathLst>
            </a:custGeom>
            <a:ln w="152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7861695" y="5084653"/>
              <a:ext cx="803910" cy="175895"/>
            </a:xfrm>
            <a:custGeom>
              <a:avLst/>
              <a:gdLst/>
              <a:ahLst/>
              <a:cxnLst/>
              <a:rect l="l" t="t" r="r" b="b"/>
              <a:pathLst>
                <a:path w="803909" h="175895">
                  <a:moveTo>
                    <a:pt x="443415" y="0"/>
                  </a:moveTo>
                  <a:lnTo>
                    <a:pt x="357672" y="0"/>
                  </a:lnTo>
                  <a:lnTo>
                    <a:pt x="276828" y="4785"/>
                  </a:lnTo>
                  <a:lnTo>
                    <a:pt x="201552" y="11934"/>
                  </a:lnTo>
                  <a:lnTo>
                    <a:pt x="129171" y="23849"/>
                  </a:lnTo>
                  <a:lnTo>
                    <a:pt x="75275" y="35783"/>
                  </a:lnTo>
                  <a:lnTo>
                    <a:pt x="29620" y="49608"/>
                  </a:lnTo>
                  <a:lnTo>
                    <a:pt x="0" y="90138"/>
                  </a:lnTo>
                  <a:lnTo>
                    <a:pt x="8017" y="106838"/>
                  </a:lnTo>
                  <a:lnTo>
                    <a:pt x="75275" y="142109"/>
                  </a:lnTo>
                  <a:lnTo>
                    <a:pt x="129171" y="151661"/>
                  </a:lnTo>
                  <a:lnTo>
                    <a:pt x="201552" y="163576"/>
                  </a:lnTo>
                  <a:lnTo>
                    <a:pt x="276828" y="173107"/>
                  </a:lnTo>
                  <a:lnTo>
                    <a:pt x="357672" y="175490"/>
                  </a:lnTo>
                  <a:lnTo>
                    <a:pt x="443415" y="175490"/>
                  </a:lnTo>
                  <a:lnTo>
                    <a:pt x="521586" y="173107"/>
                  </a:lnTo>
                  <a:lnTo>
                    <a:pt x="601762" y="163576"/>
                  </a:lnTo>
                  <a:lnTo>
                    <a:pt x="722471" y="142109"/>
                  </a:lnTo>
                  <a:lnTo>
                    <a:pt x="768349" y="125901"/>
                  </a:lnTo>
                  <a:lnTo>
                    <a:pt x="803315" y="90138"/>
                  </a:lnTo>
                  <a:lnTo>
                    <a:pt x="795297" y="71054"/>
                  </a:lnTo>
                  <a:lnTo>
                    <a:pt x="722471" y="35783"/>
                  </a:lnTo>
                  <a:lnTo>
                    <a:pt x="669243" y="23849"/>
                  </a:lnTo>
                  <a:lnTo>
                    <a:pt x="601762" y="11934"/>
                  </a:lnTo>
                  <a:lnTo>
                    <a:pt x="521586" y="4785"/>
                  </a:lnTo>
                  <a:lnTo>
                    <a:pt x="4434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7861695" y="4799960"/>
              <a:ext cx="803910" cy="460375"/>
            </a:xfrm>
            <a:custGeom>
              <a:avLst/>
              <a:gdLst/>
              <a:ahLst/>
              <a:cxnLst/>
              <a:rect l="l" t="t" r="r" b="b"/>
              <a:pathLst>
                <a:path w="803909" h="460375">
                  <a:moveTo>
                    <a:pt x="0" y="374830"/>
                  </a:moveTo>
                  <a:lnTo>
                    <a:pt x="29620" y="334300"/>
                  </a:lnTo>
                  <a:lnTo>
                    <a:pt x="75276" y="320475"/>
                  </a:lnTo>
                  <a:lnTo>
                    <a:pt x="129171" y="308541"/>
                  </a:lnTo>
                  <a:lnTo>
                    <a:pt x="201552" y="296626"/>
                  </a:lnTo>
                  <a:lnTo>
                    <a:pt x="276828" y="289477"/>
                  </a:lnTo>
                  <a:lnTo>
                    <a:pt x="357672" y="284692"/>
                  </a:lnTo>
                  <a:lnTo>
                    <a:pt x="443415" y="284692"/>
                  </a:lnTo>
                  <a:lnTo>
                    <a:pt x="521586" y="289477"/>
                  </a:lnTo>
                  <a:lnTo>
                    <a:pt x="601762" y="296626"/>
                  </a:lnTo>
                  <a:lnTo>
                    <a:pt x="669243" y="308541"/>
                  </a:lnTo>
                  <a:lnTo>
                    <a:pt x="722471" y="320475"/>
                  </a:lnTo>
                  <a:lnTo>
                    <a:pt x="768349" y="334300"/>
                  </a:lnTo>
                  <a:lnTo>
                    <a:pt x="803315" y="374830"/>
                  </a:lnTo>
                  <a:lnTo>
                    <a:pt x="795297" y="391530"/>
                  </a:lnTo>
                  <a:lnTo>
                    <a:pt x="722471" y="426802"/>
                  </a:lnTo>
                  <a:lnTo>
                    <a:pt x="669243" y="436353"/>
                  </a:lnTo>
                  <a:lnTo>
                    <a:pt x="601762" y="448268"/>
                  </a:lnTo>
                  <a:lnTo>
                    <a:pt x="521586" y="457800"/>
                  </a:lnTo>
                  <a:lnTo>
                    <a:pt x="443415" y="460183"/>
                  </a:lnTo>
                  <a:lnTo>
                    <a:pt x="357672" y="460183"/>
                  </a:lnTo>
                  <a:lnTo>
                    <a:pt x="276828" y="457800"/>
                  </a:lnTo>
                  <a:lnTo>
                    <a:pt x="201552" y="448268"/>
                  </a:lnTo>
                  <a:lnTo>
                    <a:pt x="129171" y="436353"/>
                  </a:lnTo>
                  <a:lnTo>
                    <a:pt x="75276" y="426802"/>
                  </a:lnTo>
                  <a:lnTo>
                    <a:pt x="29620" y="410594"/>
                  </a:lnTo>
                  <a:lnTo>
                    <a:pt x="0" y="374830"/>
                  </a:lnTo>
                  <a:close/>
                </a:path>
                <a:path w="803909" h="460375">
                  <a:moveTo>
                    <a:pt x="0" y="90138"/>
                  </a:moveTo>
                  <a:lnTo>
                    <a:pt x="29620" y="49608"/>
                  </a:lnTo>
                  <a:lnTo>
                    <a:pt x="75275" y="35763"/>
                  </a:lnTo>
                  <a:lnTo>
                    <a:pt x="129171" y="23849"/>
                  </a:lnTo>
                  <a:lnTo>
                    <a:pt x="201552" y="11934"/>
                  </a:lnTo>
                  <a:lnTo>
                    <a:pt x="276828" y="4765"/>
                  </a:lnTo>
                  <a:lnTo>
                    <a:pt x="357672" y="0"/>
                  </a:lnTo>
                  <a:lnTo>
                    <a:pt x="443415" y="0"/>
                  </a:lnTo>
                  <a:lnTo>
                    <a:pt x="521586" y="4765"/>
                  </a:lnTo>
                  <a:lnTo>
                    <a:pt x="601762" y="11934"/>
                  </a:lnTo>
                  <a:lnTo>
                    <a:pt x="669243" y="23849"/>
                  </a:lnTo>
                  <a:lnTo>
                    <a:pt x="722471" y="35763"/>
                  </a:lnTo>
                  <a:lnTo>
                    <a:pt x="768349" y="49608"/>
                  </a:lnTo>
                  <a:lnTo>
                    <a:pt x="803315" y="90138"/>
                  </a:lnTo>
                  <a:lnTo>
                    <a:pt x="795297" y="106818"/>
                  </a:lnTo>
                  <a:lnTo>
                    <a:pt x="722471" y="142109"/>
                  </a:lnTo>
                  <a:lnTo>
                    <a:pt x="669243" y="151661"/>
                  </a:lnTo>
                  <a:lnTo>
                    <a:pt x="601762" y="163576"/>
                  </a:lnTo>
                  <a:lnTo>
                    <a:pt x="521586" y="173107"/>
                  </a:lnTo>
                  <a:lnTo>
                    <a:pt x="443415" y="175490"/>
                  </a:lnTo>
                  <a:lnTo>
                    <a:pt x="357672" y="175490"/>
                  </a:lnTo>
                  <a:lnTo>
                    <a:pt x="276828" y="173107"/>
                  </a:lnTo>
                  <a:lnTo>
                    <a:pt x="201552" y="163576"/>
                  </a:lnTo>
                  <a:lnTo>
                    <a:pt x="129171" y="151661"/>
                  </a:lnTo>
                  <a:lnTo>
                    <a:pt x="75275" y="142109"/>
                  </a:lnTo>
                  <a:lnTo>
                    <a:pt x="29620" y="125901"/>
                  </a:lnTo>
                  <a:lnTo>
                    <a:pt x="0" y="90138"/>
                  </a:lnTo>
                  <a:close/>
                </a:path>
              </a:pathLst>
            </a:custGeom>
            <a:ln w="152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7813589" y="5046510"/>
              <a:ext cx="894715" cy="130810"/>
            </a:xfrm>
            <a:custGeom>
              <a:avLst/>
              <a:gdLst/>
              <a:ahLst/>
              <a:cxnLst/>
              <a:rect l="l" t="t" r="r" b="b"/>
              <a:pathLst>
                <a:path w="894715" h="130810">
                  <a:moveTo>
                    <a:pt x="894425" y="0"/>
                  </a:moveTo>
                  <a:lnTo>
                    <a:pt x="0" y="0"/>
                  </a:lnTo>
                  <a:lnTo>
                    <a:pt x="0" y="130663"/>
                  </a:lnTo>
                  <a:lnTo>
                    <a:pt x="894425" y="130663"/>
                  </a:lnTo>
                  <a:lnTo>
                    <a:pt x="8944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7861695" y="4878164"/>
              <a:ext cx="808990" cy="306705"/>
            </a:xfrm>
            <a:custGeom>
              <a:avLst/>
              <a:gdLst/>
              <a:ahLst/>
              <a:cxnLst/>
              <a:rect l="l" t="t" r="r" b="b"/>
              <a:pathLst>
                <a:path w="808990" h="306704">
                  <a:moveTo>
                    <a:pt x="0" y="0"/>
                  </a:moveTo>
                  <a:lnTo>
                    <a:pt x="0" y="306158"/>
                  </a:lnTo>
                </a:path>
                <a:path w="808990" h="306704">
                  <a:moveTo>
                    <a:pt x="808660" y="0"/>
                  </a:moveTo>
                  <a:lnTo>
                    <a:pt x="808660" y="306158"/>
                  </a:lnTo>
                </a:path>
              </a:pathLst>
            </a:custGeom>
            <a:ln w="152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7861695" y="4752282"/>
              <a:ext cx="803910" cy="176530"/>
            </a:xfrm>
            <a:custGeom>
              <a:avLst/>
              <a:gdLst/>
              <a:ahLst/>
              <a:cxnLst/>
              <a:rect l="l" t="t" r="r" b="b"/>
              <a:pathLst>
                <a:path w="803909" h="176529">
                  <a:moveTo>
                    <a:pt x="443415" y="0"/>
                  </a:moveTo>
                  <a:lnTo>
                    <a:pt x="357672" y="0"/>
                  </a:lnTo>
                  <a:lnTo>
                    <a:pt x="276828" y="4765"/>
                  </a:lnTo>
                  <a:lnTo>
                    <a:pt x="201552" y="11914"/>
                  </a:lnTo>
                  <a:lnTo>
                    <a:pt x="129171" y="23829"/>
                  </a:lnTo>
                  <a:lnTo>
                    <a:pt x="75275" y="35763"/>
                  </a:lnTo>
                  <a:lnTo>
                    <a:pt x="29620" y="50061"/>
                  </a:lnTo>
                  <a:lnTo>
                    <a:pt x="0" y="90118"/>
                  </a:lnTo>
                  <a:lnTo>
                    <a:pt x="8017" y="106818"/>
                  </a:lnTo>
                  <a:lnTo>
                    <a:pt x="75275" y="142582"/>
                  </a:lnTo>
                  <a:lnTo>
                    <a:pt x="129171" y="152114"/>
                  </a:lnTo>
                  <a:lnTo>
                    <a:pt x="201552" y="164048"/>
                  </a:lnTo>
                  <a:lnTo>
                    <a:pt x="276828" y="173580"/>
                  </a:lnTo>
                  <a:lnTo>
                    <a:pt x="357672" y="175963"/>
                  </a:lnTo>
                  <a:lnTo>
                    <a:pt x="443415" y="175963"/>
                  </a:lnTo>
                  <a:lnTo>
                    <a:pt x="521586" y="173580"/>
                  </a:lnTo>
                  <a:lnTo>
                    <a:pt x="601762" y="164048"/>
                  </a:lnTo>
                  <a:lnTo>
                    <a:pt x="722471" y="142582"/>
                  </a:lnTo>
                  <a:lnTo>
                    <a:pt x="768349" y="125882"/>
                  </a:lnTo>
                  <a:lnTo>
                    <a:pt x="803315" y="90118"/>
                  </a:lnTo>
                  <a:lnTo>
                    <a:pt x="795297" y="71527"/>
                  </a:lnTo>
                  <a:lnTo>
                    <a:pt x="722471" y="35763"/>
                  </a:lnTo>
                  <a:lnTo>
                    <a:pt x="669243" y="23829"/>
                  </a:lnTo>
                  <a:lnTo>
                    <a:pt x="601762" y="11914"/>
                  </a:lnTo>
                  <a:lnTo>
                    <a:pt x="521586" y="4765"/>
                  </a:lnTo>
                  <a:lnTo>
                    <a:pt x="4434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7861695" y="4467590"/>
              <a:ext cx="803910" cy="461009"/>
            </a:xfrm>
            <a:custGeom>
              <a:avLst/>
              <a:gdLst/>
              <a:ahLst/>
              <a:cxnLst/>
              <a:rect l="l" t="t" r="r" b="b"/>
              <a:pathLst>
                <a:path w="803909" h="461010">
                  <a:moveTo>
                    <a:pt x="0" y="374810"/>
                  </a:moveTo>
                  <a:lnTo>
                    <a:pt x="29620" y="334753"/>
                  </a:lnTo>
                  <a:lnTo>
                    <a:pt x="75276" y="320456"/>
                  </a:lnTo>
                  <a:lnTo>
                    <a:pt x="129171" y="308521"/>
                  </a:lnTo>
                  <a:lnTo>
                    <a:pt x="201552" y="296607"/>
                  </a:lnTo>
                  <a:lnTo>
                    <a:pt x="276828" y="289458"/>
                  </a:lnTo>
                  <a:lnTo>
                    <a:pt x="357672" y="284692"/>
                  </a:lnTo>
                  <a:lnTo>
                    <a:pt x="443415" y="284692"/>
                  </a:lnTo>
                  <a:lnTo>
                    <a:pt x="521586" y="289458"/>
                  </a:lnTo>
                  <a:lnTo>
                    <a:pt x="601762" y="296607"/>
                  </a:lnTo>
                  <a:lnTo>
                    <a:pt x="669243" y="308521"/>
                  </a:lnTo>
                  <a:lnTo>
                    <a:pt x="722471" y="320456"/>
                  </a:lnTo>
                  <a:lnTo>
                    <a:pt x="768349" y="334753"/>
                  </a:lnTo>
                  <a:lnTo>
                    <a:pt x="803315" y="374810"/>
                  </a:lnTo>
                  <a:lnTo>
                    <a:pt x="795297" y="391511"/>
                  </a:lnTo>
                  <a:lnTo>
                    <a:pt x="722471" y="427274"/>
                  </a:lnTo>
                  <a:lnTo>
                    <a:pt x="669243" y="436806"/>
                  </a:lnTo>
                  <a:lnTo>
                    <a:pt x="601762" y="448741"/>
                  </a:lnTo>
                  <a:lnTo>
                    <a:pt x="521586" y="458272"/>
                  </a:lnTo>
                  <a:lnTo>
                    <a:pt x="443415" y="460655"/>
                  </a:lnTo>
                  <a:lnTo>
                    <a:pt x="357672" y="460655"/>
                  </a:lnTo>
                  <a:lnTo>
                    <a:pt x="276828" y="458272"/>
                  </a:lnTo>
                  <a:lnTo>
                    <a:pt x="201552" y="448741"/>
                  </a:lnTo>
                  <a:lnTo>
                    <a:pt x="129171" y="436806"/>
                  </a:lnTo>
                  <a:lnTo>
                    <a:pt x="75276" y="427274"/>
                  </a:lnTo>
                  <a:lnTo>
                    <a:pt x="29620" y="410574"/>
                  </a:lnTo>
                  <a:lnTo>
                    <a:pt x="0" y="374810"/>
                  </a:lnTo>
                  <a:close/>
                </a:path>
                <a:path w="803909" h="461010">
                  <a:moveTo>
                    <a:pt x="0" y="90591"/>
                  </a:moveTo>
                  <a:lnTo>
                    <a:pt x="29620" y="50061"/>
                  </a:lnTo>
                  <a:lnTo>
                    <a:pt x="75275" y="35763"/>
                  </a:lnTo>
                  <a:lnTo>
                    <a:pt x="129171" y="23829"/>
                  </a:lnTo>
                  <a:lnTo>
                    <a:pt x="201552" y="11914"/>
                  </a:lnTo>
                  <a:lnTo>
                    <a:pt x="276828" y="4765"/>
                  </a:lnTo>
                  <a:lnTo>
                    <a:pt x="357672" y="0"/>
                  </a:lnTo>
                  <a:lnTo>
                    <a:pt x="443415" y="0"/>
                  </a:lnTo>
                  <a:lnTo>
                    <a:pt x="521586" y="4765"/>
                  </a:lnTo>
                  <a:lnTo>
                    <a:pt x="601762" y="11914"/>
                  </a:lnTo>
                  <a:lnTo>
                    <a:pt x="669243" y="23829"/>
                  </a:lnTo>
                  <a:lnTo>
                    <a:pt x="722471" y="35763"/>
                  </a:lnTo>
                  <a:lnTo>
                    <a:pt x="768349" y="50061"/>
                  </a:lnTo>
                  <a:lnTo>
                    <a:pt x="803315" y="90591"/>
                  </a:lnTo>
                  <a:lnTo>
                    <a:pt x="795297" y="106818"/>
                  </a:lnTo>
                  <a:lnTo>
                    <a:pt x="722471" y="142582"/>
                  </a:lnTo>
                  <a:lnTo>
                    <a:pt x="669243" y="152114"/>
                  </a:lnTo>
                  <a:lnTo>
                    <a:pt x="601762" y="164028"/>
                  </a:lnTo>
                  <a:lnTo>
                    <a:pt x="521586" y="173580"/>
                  </a:lnTo>
                  <a:lnTo>
                    <a:pt x="443415" y="175963"/>
                  </a:lnTo>
                  <a:lnTo>
                    <a:pt x="357672" y="175963"/>
                  </a:lnTo>
                  <a:lnTo>
                    <a:pt x="276828" y="173580"/>
                  </a:lnTo>
                  <a:lnTo>
                    <a:pt x="201552" y="164028"/>
                  </a:lnTo>
                  <a:lnTo>
                    <a:pt x="129171" y="152114"/>
                  </a:lnTo>
                  <a:lnTo>
                    <a:pt x="75275" y="142582"/>
                  </a:lnTo>
                  <a:lnTo>
                    <a:pt x="29620" y="125882"/>
                  </a:lnTo>
                  <a:lnTo>
                    <a:pt x="0" y="90591"/>
                  </a:lnTo>
                  <a:close/>
                </a:path>
              </a:pathLst>
            </a:custGeom>
            <a:ln w="152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7813589" y="4714596"/>
              <a:ext cx="894715" cy="130810"/>
            </a:xfrm>
            <a:custGeom>
              <a:avLst/>
              <a:gdLst/>
              <a:ahLst/>
              <a:cxnLst/>
              <a:rect l="l" t="t" r="r" b="b"/>
              <a:pathLst>
                <a:path w="894715" h="130810">
                  <a:moveTo>
                    <a:pt x="894425" y="0"/>
                  </a:moveTo>
                  <a:lnTo>
                    <a:pt x="0" y="0"/>
                  </a:lnTo>
                  <a:lnTo>
                    <a:pt x="0" y="130187"/>
                  </a:lnTo>
                  <a:lnTo>
                    <a:pt x="894425" y="130187"/>
                  </a:lnTo>
                  <a:lnTo>
                    <a:pt x="8944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7861695" y="4546266"/>
              <a:ext cx="808990" cy="306070"/>
            </a:xfrm>
            <a:custGeom>
              <a:avLst/>
              <a:gdLst/>
              <a:ahLst/>
              <a:cxnLst/>
              <a:rect l="l" t="t" r="r" b="b"/>
              <a:pathLst>
                <a:path w="808990" h="306070">
                  <a:moveTo>
                    <a:pt x="0" y="0"/>
                  </a:moveTo>
                  <a:lnTo>
                    <a:pt x="0" y="305685"/>
                  </a:lnTo>
                </a:path>
                <a:path w="808990" h="306070">
                  <a:moveTo>
                    <a:pt x="808660" y="0"/>
                  </a:moveTo>
                  <a:lnTo>
                    <a:pt x="808660" y="305685"/>
                  </a:lnTo>
                </a:path>
              </a:pathLst>
            </a:custGeom>
            <a:ln w="152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7861695" y="4425130"/>
              <a:ext cx="803910" cy="175895"/>
            </a:xfrm>
            <a:custGeom>
              <a:avLst/>
              <a:gdLst/>
              <a:ahLst/>
              <a:cxnLst/>
              <a:rect l="l" t="t" r="r" b="b"/>
              <a:pathLst>
                <a:path w="803909" h="175895">
                  <a:moveTo>
                    <a:pt x="443415" y="0"/>
                  </a:moveTo>
                  <a:lnTo>
                    <a:pt x="357672" y="0"/>
                  </a:lnTo>
                  <a:lnTo>
                    <a:pt x="276828" y="2402"/>
                  </a:lnTo>
                  <a:lnTo>
                    <a:pt x="201552" y="11934"/>
                  </a:lnTo>
                  <a:lnTo>
                    <a:pt x="129171" y="23849"/>
                  </a:lnTo>
                  <a:lnTo>
                    <a:pt x="75275" y="33380"/>
                  </a:lnTo>
                  <a:lnTo>
                    <a:pt x="29620" y="49608"/>
                  </a:lnTo>
                  <a:lnTo>
                    <a:pt x="0" y="90138"/>
                  </a:lnTo>
                  <a:lnTo>
                    <a:pt x="8017" y="104435"/>
                  </a:lnTo>
                  <a:lnTo>
                    <a:pt x="75275" y="139726"/>
                  </a:lnTo>
                  <a:lnTo>
                    <a:pt x="129171" y="151661"/>
                  </a:lnTo>
                  <a:lnTo>
                    <a:pt x="201552" y="163576"/>
                  </a:lnTo>
                  <a:lnTo>
                    <a:pt x="276828" y="170724"/>
                  </a:lnTo>
                  <a:lnTo>
                    <a:pt x="357672" y="175490"/>
                  </a:lnTo>
                  <a:lnTo>
                    <a:pt x="443415" y="175490"/>
                  </a:lnTo>
                  <a:lnTo>
                    <a:pt x="521586" y="170724"/>
                  </a:lnTo>
                  <a:lnTo>
                    <a:pt x="601762" y="163576"/>
                  </a:lnTo>
                  <a:lnTo>
                    <a:pt x="669243" y="151661"/>
                  </a:lnTo>
                  <a:lnTo>
                    <a:pt x="722471" y="139726"/>
                  </a:lnTo>
                  <a:lnTo>
                    <a:pt x="768349" y="125901"/>
                  </a:lnTo>
                  <a:lnTo>
                    <a:pt x="803315" y="90138"/>
                  </a:lnTo>
                  <a:lnTo>
                    <a:pt x="795297" y="68671"/>
                  </a:lnTo>
                  <a:lnTo>
                    <a:pt x="722471" y="33380"/>
                  </a:lnTo>
                  <a:lnTo>
                    <a:pt x="601762" y="11934"/>
                  </a:lnTo>
                  <a:lnTo>
                    <a:pt x="521586" y="2402"/>
                  </a:lnTo>
                  <a:lnTo>
                    <a:pt x="4434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7861695" y="4140497"/>
              <a:ext cx="803910" cy="460375"/>
            </a:xfrm>
            <a:custGeom>
              <a:avLst/>
              <a:gdLst/>
              <a:ahLst/>
              <a:cxnLst/>
              <a:rect l="l" t="t" r="r" b="b"/>
              <a:pathLst>
                <a:path w="803909" h="460375">
                  <a:moveTo>
                    <a:pt x="0" y="374771"/>
                  </a:moveTo>
                  <a:lnTo>
                    <a:pt x="29620" y="334241"/>
                  </a:lnTo>
                  <a:lnTo>
                    <a:pt x="75276" y="318014"/>
                  </a:lnTo>
                  <a:lnTo>
                    <a:pt x="129171" y="308482"/>
                  </a:lnTo>
                  <a:lnTo>
                    <a:pt x="201552" y="296567"/>
                  </a:lnTo>
                  <a:lnTo>
                    <a:pt x="276828" y="287035"/>
                  </a:lnTo>
                  <a:lnTo>
                    <a:pt x="357672" y="284633"/>
                  </a:lnTo>
                  <a:lnTo>
                    <a:pt x="443415" y="284633"/>
                  </a:lnTo>
                  <a:lnTo>
                    <a:pt x="521586" y="287035"/>
                  </a:lnTo>
                  <a:lnTo>
                    <a:pt x="601762" y="296567"/>
                  </a:lnTo>
                  <a:lnTo>
                    <a:pt x="669243" y="308482"/>
                  </a:lnTo>
                  <a:lnTo>
                    <a:pt x="722471" y="318014"/>
                  </a:lnTo>
                  <a:lnTo>
                    <a:pt x="768349" y="334241"/>
                  </a:lnTo>
                  <a:lnTo>
                    <a:pt x="803315" y="374771"/>
                  </a:lnTo>
                  <a:lnTo>
                    <a:pt x="795297" y="389069"/>
                  </a:lnTo>
                  <a:lnTo>
                    <a:pt x="722471" y="424360"/>
                  </a:lnTo>
                  <a:lnTo>
                    <a:pt x="669243" y="436294"/>
                  </a:lnTo>
                  <a:lnTo>
                    <a:pt x="601762" y="448209"/>
                  </a:lnTo>
                  <a:lnTo>
                    <a:pt x="521586" y="455358"/>
                  </a:lnTo>
                  <a:lnTo>
                    <a:pt x="443415" y="460123"/>
                  </a:lnTo>
                  <a:lnTo>
                    <a:pt x="357672" y="460123"/>
                  </a:lnTo>
                  <a:lnTo>
                    <a:pt x="276828" y="455358"/>
                  </a:lnTo>
                  <a:lnTo>
                    <a:pt x="201552" y="448209"/>
                  </a:lnTo>
                  <a:lnTo>
                    <a:pt x="129171" y="436294"/>
                  </a:lnTo>
                  <a:lnTo>
                    <a:pt x="75276" y="424360"/>
                  </a:lnTo>
                  <a:lnTo>
                    <a:pt x="29620" y="410535"/>
                  </a:lnTo>
                  <a:lnTo>
                    <a:pt x="0" y="374771"/>
                  </a:lnTo>
                  <a:close/>
                </a:path>
                <a:path w="803909" h="460375">
                  <a:moveTo>
                    <a:pt x="0" y="90000"/>
                  </a:moveTo>
                  <a:lnTo>
                    <a:pt x="29620" y="49628"/>
                  </a:lnTo>
                  <a:lnTo>
                    <a:pt x="75275" y="33282"/>
                  </a:lnTo>
                  <a:lnTo>
                    <a:pt x="129171" y="23829"/>
                  </a:lnTo>
                  <a:lnTo>
                    <a:pt x="201552" y="11816"/>
                  </a:lnTo>
                  <a:lnTo>
                    <a:pt x="276828" y="2363"/>
                  </a:lnTo>
                  <a:lnTo>
                    <a:pt x="357672" y="0"/>
                  </a:lnTo>
                  <a:lnTo>
                    <a:pt x="443415" y="0"/>
                  </a:lnTo>
                  <a:lnTo>
                    <a:pt x="521586" y="2363"/>
                  </a:lnTo>
                  <a:lnTo>
                    <a:pt x="601762" y="11816"/>
                  </a:lnTo>
                  <a:lnTo>
                    <a:pt x="669243" y="23829"/>
                  </a:lnTo>
                  <a:lnTo>
                    <a:pt x="722471" y="33282"/>
                  </a:lnTo>
                  <a:lnTo>
                    <a:pt x="768349" y="49628"/>
                  </a:lnTo>
                  <a:lnTo>
                    <a:pt x="795297" y="68534"/>
                  </a:lnTo>
                  <a:lnTo>
                    <a:pt x="803315" y="90000"/>
                  </a:lnTo>
                  <a:lnTo>
                    <a:pt x="795297" y="104376"/>
                  </a:lnTo>
                  <a:lnTo>
                    <a:pt x="722471" y="139628"/>
                  </a:lnTo>
                  <a:lnTo>
                    <a:pt x="669243" y="151641"/>
                  </a:lnTo>
                  <a:lnTo>
                    <a:pt x="601762" y="163457"/>
                  </a:lnTo>
                  <a:lnTo>
                    <a:pt x="521586" y="170744"/>
                  </a:lnTo>
                  <a:lnTo>
                    <a:pt x="443415" y="175471"/>
                  </a:lnTo>
                  <a:lnTo>
                    <a:pt x="357672" y="175471"/>
                  </a:lnTo>
                  <a:lnTo>
                    <a:pt x="276828" y="170744"/>
                  </a:lnTo>
                  <a:lnTo>
                    <a:pt x="201552" y="163457"/>
                  </a:lnTo>
                  <a:lnTo>
                    <a:pt x="129171" y="151641"/>
                  </a:lnTo>
                  <a:lnTo>
                    <a:pt x="75275" y="139628"/>
                  </a:lnTo>
                  <a:lnTo>
                    <a:pt x="29620" y="125842"/>
                  </a:lnTo>
                  <a:lnTo>
                    <a:pt x="8017" y="104376"/>
                  </a:lnTo>
                  <a:lnTo>
                    <a:pt x="0" y="90000"/>
                  </a:lnTo>
                  <a:close/>
                </a:path>
              </a:pathLst>
            </a:custGeom>
            <a:ln w="152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7813589" y="4386987"/>
              <a:ext cx="894715" cy="130810"/>
            </a:xfrm>
            <a:custGeom>
              <a:avLst/>
              <a:gdLst/>
              <a:ahLst/>
              <a:cxnLst/>
              <a:rect l="l" t="t" r="r" b="b"/>
              <a:pathLst>
                <a:path w="894715" h="130810">
                  <a:moveTo>
                    <a:pt x="894425" y="0"/>
                  </a:moveTo>
                  <a:lnTo>
                    <a:pt x="0" y="0"/>
                  </a:lnTo>
                  <a:lnTo>
                    <a:pt x="0" y="130663"/>
                  </a:lnTo>
                  <a:lnTo>
                    <a:pt x="894425" y="130663"/>
                  </a:lnTo>
                  <a:lnTo>
                    <a:pt x="8944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7861695" y="4216317"/>
              <a:ext cx="808990" cy="306705"/>
            </a:xfrm>
            <a:custGeom>
              <a:avLst/>
              <a:gdLst/>
              <a:ahLst/>
              <a:cxnLst/>
              <a:rect l="l" t="t" r="r" b="b"/>
              <a:pathLst>
                <a:path w="808990" h="306704">
                  <a:moveTo>
                    <a:pt x="0" y="0"/>
                  </a:moveTo>
                  <a:lnTo>
                    <a:pt x="0" y="306099"/>
                  </a:lnTo>
                </a:path>
                <a:path w="808990" h="306704">
                  <a:moveTo>
                    <a:pt x="808660" y="0"/>
                  </a:moveTo>
                  <a:lnTo>
                    <a:pt x="808660" y="306099"/>
                  </a:lnTo>
                </a:path>
              </a:pathLst>
            </a:custGeom>
            <a:ln w="152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 descr=""/>
          <p:cNvSpPr txBox="1"/>
          <p:nvPr/>
        </p:nvSpPr>
        <p:spPr>
          <a:xfrm>
            <a:off x="7948546" y="4322437"/>
            <a:ext cx="659130" cy="2044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50" spc="85" b="1">
                <a:solidFill>
                  <a:srgbClr val="000080"/>
                </a:solidFill>
                <a:latin typeface="Times New Roman"/>
                <a:cs typeface="Times New Roman"/>
              </a:rPr>
              <a:t>0</a:t>
            </a:r>
            <a:r>
              <a:rPr dirty="0" sz="1150" spc="45" b="1">
                <a:solidFill>
                  <a:srgbClr val="000080"/>
                </a:solidFill>
                <a:latin typeface="Times New Roman"/>
                <a:cs typeface="Times New Roman"/>
              </a:rPr>
              <a:t> </a:t>
            </a:r>
            <a:r>
              <a:rPr dirty="0" sz="1150" spc="150" b="1">
                <a:solidFill>
                  <a:srgbClr val="000080"/>
                </a:solidFill>
                <a:latin typeface="宋体"/>
                <a:cs typeface="宋体"/>
              </a:rPr>
              <a:t>的校验</a:t>
            </a:r>
            <a:endParaRPr sz="1150">
              <a:latin typeface="宋体"/>
              <a:cs typeface="宋体"/>
            </a:endParaRPr>
          </a:p>
        </p:txBody>
      </p:sp>
      <p:grpSp>
        <p:nvGrpSpPr>
          <p:cNvPr id="33" name="object 33" descr=""/>
          <p:cNvGrpSpPr/>
          <p:nvPr/>
        </p:nvGrpSpPr>
        <p:grpSpPr>
          <a:xfrm>
            <a:off x="3104976" y="3806725"/>
            <a:ext cx="5181600" cy="2110740"/>
            <a:chOff x="3104976" y="3806725"/>
            <a:chExt cx="5181600" cy="2110740"/>
          </a:xfrm>
        </p:grpSpPr>
        <p:sp>
          <p:nvSpPr>
            <p:cNvPr id="34" name="object 34" descr=""/>
            <p:cNvSpPr/>
            <p:nvPr/>
          </p:nvSpPr>
          <p:spPr>
            <a:xfrm>
              <a:off x="8267249" y="3817520"/>
              <a:ext cx="8255" cy="408305"/>
            </a:xfrm>
            <a:custGeom>
              <a:avLst/>
              <a:gdLst/>
              <a:ahLst/>
              <a:cxnLst/>
              <a:rect l="l" t="t" r="r" b="b"/>
              <a:pathLst>
                <a:path w="8254" h="408304">
                  <a:moveTo>
                    <a:pt x="8240" y="0"/>
                  </a:moveTo>
                  <a:lnTo>
                    <a:pt x="0" y="408250"/>
                  </a:lnTo>
                </a:path>
              </a:pathLst>
            </a:custGeom>
            <a:ln w="215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6677322" y="5449951"/>
              <a:ext cx="803910" cy="460375"/>
            </a:xfrm>
            <a:custGeom>
              <a:avLst/>
              <a:gdLst/>
              <a:ahLst/>
              <a:cxnLst/>
              <a:rect l="l" t="t" r="r" b="b"/>
              <a:pathLst>
                <a:path w="803909" h="460375">
                  <a:moveTo>
                    <a:pt x="0" y="374830"/>
                  </a:moveTo>
                  <a:lnTo>
                    <a:pt x="29620" y="334281"/>
                  </a:lnTo>
                  <a:lnTo>
                    <a:pt x="75498" y="318073"/>
                  </a:lnTo>
                  <a:lnTo>
                    <a:pt x="128726" y="308541"/>
                  </a:lnTo>
                  <a:lnTo>
                    <a:pt x="201552" y="296607"/>
                  </a:lnTo>
                  <a:lnTo>
                    <a:pt x="277051" y="287075"/>
                  </a:lnTo>
                  <a:lnTo>
                    <a:pt x="357226" y="284692"/>
                  </a:lnTo>
                  <a:lnTo>
                    <a:pt x="443415" y="284692"/>
                  </a:lnTo>
                  <a:lnTo>
                    <a:pt x="520918" y="287075"/>
                  </a:lnTo>
                  <a:lnTo>
                    <a:pt x="601762" y="296607"/>
                  </a:lnTo>
                  <a:lnTo>
                    <a:pt x="668575" y="308541"/>
                  </a:lnTo>
                  <a:lnTo>
                    <a:pt x="722471" y="318073"/>
                  </a:lnTo>
                  <a:lnTo>
                    <a:pt x="768349" y="334281"/>
                  </a:lnTo>
                  <a:lnTo>
                    <a:pt x="795297" y="353364"/>
                  </a:lnTo>
                  <a:lnTo>
                    <a:pt x="803315" y="374830"/>
                  </a:lnTo>
                  <a:lnTo>
                    <a:pt x="795297" y="389128"/>
                  </a:lnTo>
                  <a:lnTo>
                    <a:pt x="722471" y="424419"/>
                  </a:lnTo>
                  <a:lnTo>
                    <a:pt x="668575" y="436333"/>
                  </a:lnTo>
                  <a:lnTo>
                    <a:pt x="601762" y="448268"/>
                  </a:lnTo>
                  <a:lnTo>
                    <a:pt x="520918" y="455417"/>
                  </a:lnTo>
                  <a:lnTo>
                    <a:pt x="443415" y="460183"/>
                  </a:lnTo>
                  <a:lnTo>
                    <a:pt x="357226" y="460183"/>
                  </a:lnTo>
                  <a:lnTo>
                    <a:pt x="277051" y="455417"/>
                  </a:lnTo>
                  <a:lnTo>
                    <a:pt x="201552" y="448268"/>
                  </a:lnTo>
                  <a:lnTo>
                    <a:pt x="128726" y="436333"/>
                  </a:lnTo>
                  <a:lnTo>
                    <a:pt x="75498" y="424419"/>
                  </a:lnTo>
                  <a:lnTo>
                    <a:pt x="29620" y="410594"/>
                  </a:lnTo>
                  <a:lnTo>
                    <a:pt x="8017" y="389128"/>
                  </a:lnTo>
                  <a:lnTo>
                    <a:pt x="0" y="374830"/>
                  </a:lnTo>
                  <a:close/>
                </a:path>
                <a:path w="803909" h="460375">
                  <a:moveTo>
                    <a:pt x="0" y="90118"/>
                  </a:moveTo>
                  <a:lnTo>
                    <a:pt x="29620" y="49588"/>
                  </a:lnTo>
                  <a:lnTo>
                    <a:pt x="75498" y="33380"/>
                  </a:lnTo>
                  <a:lnTo>
                    <a:pt x="128726" y="23849"/>
                  </a:lnTo>
                  <a:lnTo>
                    <a:pt x="201552" y="11914"/>
                  </a:lnTo>
                  <a:lnTo>
                    <a:pt x="277051" y="2382"/>
                  </a:lnTo>
                  <a:lnTo>
                    <a:pt x="357226" y="0"/>
                  </a:lnTo>
                  <a:lnTo>
                    <a:pt x="443415" y="0"/>
                  </a:lnTo>
                  <a:lnTo>
                    <a:pt x="520918" y="2382"/>
                  </a:lnTo>
                  <a:lnTo>
                    <a:pt x="601762" y="11914"/>
                  </a:lnTo>
                  <a:lnTo>
                    <a:pt x="668575" y="23849"/>
                  </a:lnTo>
                  <a:lnTo>
                    <a:pt x="722471" y="33380"/>
                  </a:lnTo>
                  <a:lnTo>
                    <a:pt x="768349" y="49588"/>
                  </a:lnTo>
                  <a:lnTo>
                    <a:pt x="795297" y="68671"/>
                  </a:lnTo>
                  <a:lnTo>
                    <a:pt x="803315" y="90118"/>
                  </a:lnTo>
                  <a:lnTo>
                    <a:pt x="795297" y="104435"/>
                  </a:lnTo>
                  <a:lnTo>
                    <a:pt x="722471" y="139726"/>
                  </a:lnTo>
                  <a:lnTo>
                    <a:pt x="668575" y="151641"/>
                  </a:lnTo>
                  <a:lnTo>
                    <a:pt x="601762" y="163576"/>
                  </a:lnTo>
                  <a:lnTo>
                    <a:pt x="520918" y="170724"/>
                  </a:lnTo>
                  <a:lnTo>
                    <a:pt x="443415" y="175490"/>
                  </a:lnTo>
                  <a:lnTo>
                    <a:pt x="357226" y="175490"/>
                  </a:lnTo>
                  <a:lnTo>
                    <a:pt x="277051" y="170724"/>
                  </a:lnTo>
                  <a:lnTo>
                    <a:pt x="201552" y="163576"/>
                  </a:lnTo>
                  <a:lnTo>
                    <a:pt x="128726" y="151641"/>
                  </a:lnTo>
                  <a:lnTo>
                    <a:pt x="75498" y="139726"/>
                  </a:lnTo>
                  <a:lnTo>
                    <a:pt x="29620" y="125901"/>
                  </a:lnTo>
                  <a:lnTo>
                    <a:pt x="8017" y="104435"/>
                  </a:lnTo>
                  <a:lnTo>
                    <a:pt x="0" y="90118"/>
                  </a:lnTo>
                  <a:close/>
                </a:path>
              </a:pathLst>
            </a:custGeom>
            <a:ln w="152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6631444" y="5696501"/>
              <a:ext cx="892175" cy="130810"/>
            </a:xfrm>
            <a:custGeom>
              <a:avLst/>
              <a:gdLst/>
              <a:ahLst/>
              <a:cxnLst/>
              <a:rect l="l" t="t" r="r" b="b"/>
              <a:pathLst>
                <a:path w="892175" h="130810">
                  <a:moveTo>
                    <a:pt x="891730" y="0"/>
                  </a:moveTo>
                  <a:lnTo>
                    <a:pt x="0" y="0"/>
                  </a:lnTo>
                  <a:lnTo>
                    <a:pt x="0" y="130663"/>
                  </a:lnTo>
                  <a:lnTo>
                    <a:pt x="891730" y="130663"/>
                  </a:lnTo>
                  <a:lnTo>
                    <a:pt x="8917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5503863" y="5449951"/>
              <a:ext cx="1982470" cy="460375"/>
            </a:xfrm>
            <a:custGeom>
              <a:avLst/>
              <a:gdLst/>
              <a:ahLst/>
              <a:cxnLst/>
              <a:rect l="l" t="t" r="r" b="b"/>
              <a:pathLst>
                <a:path w="1982470" h="460375">
                  <a:moveTo>
                    <a:pt x="1173459" y="75820"/>
                  </a:moveTo>
                  <a:lnTo>
                    <a:pt x="1173459" y="381979"/>
                  </a:lnTo>
                </a:path>
                <a:path w="1982470" h="460375">
                  <a:moveTo>
                    <a:pt x="1982119" y="75820"/>
                  </a:moveTo>
                  <a:lnTo>
                    <a:pt x="1982119" y="381979"/>
                  </a:lnTo>
                </a:path>
                <a:path w="1982470" h="460375">
                  <a:moveTo>
                    <a:pt x="0" y="374830"/>
                  </a:moveTo>
                  <a:lnTo>
                    <a:pt x="28952" y="334281"/>
                  </a:lnTo>
                  <a:lnTo>
                    <a:pt x="72158" y="318073"/>
                  </a:lnTo>
                  <a:lnTo>
                    <a:pt x="126053" y="308541"/>
                  </a:lnTo>
                  <a:lnTo>
                    <a:pt x="198211" y="296607"/>
                  </a:lnTo>
                  <a:lnTo>
                    <a:pt x="273710" y="287075"/>
                  </a:lnTo>
                  <a:lnTo>
                    <a:pt x="354554" y="284692"/>
                  </a:lnTo>
                  <a:lnTo>
                    <a:pt x="440075" y="284692"/>
                  </a:lnTo>
                  <a:lnTo>
                    <a:pt x="520918" y="287075"/>
                  </a:lnTo>
                  <a:lnTo>
                    <a:pt x="601317" y="296607"/>
                  </a:lnTo>
                  <a:lnTo>
                    <a:pt x="668575" y="308541"/>
                  </a:lnTo>
                  <a:lnTo>
                    <a:pt x="722471" y="318073"/>
                  </a:lnTo>
                  <a:lnTo>
                    <a:pt x="765008" y="334281"/>
                  </a:lnTo>
                  <a:lnTo>
                    <a:pt x="791956" y="353364"/>
                  </a:lnTo>
                  <a:lnTo>
                    <a:pt x="802646" y="374830"/>
                  </a:lnTo>
                  <a:lnTo>
                    <a:pt x="791956" y="389128"/>
                  </a:lnTo>
                  <a:lnTo>
                    <a:pt x="722471" y="424419"/>
                  </a:lnTo>
                  <a:lnTo>
                    <a:pt x="668575" y="436333"/>
                  </a:lnTo>
                  <a:lnTo>
                    <a:pt x="601317" y="448268"/>
                  </a:lnTo>
                  <a:lnTo>
                    <a:pt x="520918" y="455417"/>
                  </a:lnTo>
                  <a:lnTo>
                    <a:pt x="440075" y="460183"/>
                  </a:lnTo>
                  <a:lnTo>
                    <a:pt x="354554" y="460183"/>
                  </a:lnTo>
                  <a:lnTo>
                    <a:pt x="273710" y="455417"/>
                  </a:lnTo>
                  <a:lnTo>
                    <a:pt x="198211" y="448268"/>
                  </a:lnTo>
                  <a:lnTo>
                    <a:pt x="126053" y="436333"/>
                  </a:lnTo>
                  <a:lnTo>
                    <a:pt x="72158" y="424419"/>
                  </a:lnTo>
                  <a:lnTo>
                    <a:pt x="28952" y="410594"/>
                  </a:lnTo>
                  <a:lnTo>
                    <a:pt x="7349" y="389128"/>
                  </a:lnTo>
                  <a:lnTo>
                    <a:pt x="0" y="374830"/>
                  </a:lnTo>
                  <a:close/>
                </a:path>
                <a:path w="1982470" h="460375">
                  <a:moveTo>
                    <a:pt x="0" y="90118"/>
                  </a:moveTo>
                  <a:lnTo>
                    <a:pt x="28952" y="49588"/>
                  </a:lnTo>
                  <a:lnTo>
                    <a:pt x="72158" y="33380"/>
                  </a:lnTo>
                  <a:lnTo>
                    <a:pt x="126053" y="23849"/>
                  </a:lnTo>
                  <a:lnTo>
                    <a:pt x="198211" y="11914"/>
                  </a:lnTo>
                  <a:lnTo>
                    <a:pt x="273710" y="2382"/>
                  </a:lnTo>
                  <a:lnTo>
                    <a:pt x="354554" y="0"/>
                  </a:lnTo>
                  <a:lnTo>
                    <a:pt x="440075" y="0"/>
                  </a:lnTo>
                  <a:lnTo>
                    <a:pt x="520918" y="2382"/>
                  </a:lnTo>
                  <a:lnTo>
                    <a:pt x="601317" y="11914"/>
                  </a:lnTo>
                  <a:lnTo>
                    <a:pt x="668575" y="23849"/>
                  </a:lnTo>
                  <a:lnTo>
                    <a:pt x="722471" y="33380"/>
                  </a:lnTo>
                  <a:lnTo>
                    <a:pt x="765008" y="49588"/>
                  </a:lnTo>
                  <a:lnTo>
                    <a:pt x="791956" y="68671"/>
                  </a:lnTo>
                  <a:lnTo>
                    <a:pt x="802646" y="90118"/>
                  </a:lnTo>
                  <a:lnTo>
                    <a:pt x="791956" y="104435"/>
                  </a:lnTo>
                  <a:lnTo>
                    <a:pt x="722471" y="139726"/>
                  </a:lnTo>
                  <a:lnTo>
                    <a:pt x="668575" y="151641"/>
                  </a:lnTo>
                  <a:lnTo>
                    <a:pt x="601317" y="163576"/>
                  </a:lnTo>
                  <a:lnTo>
                    <a:pt x="520918" y="170724"/>
                  </a:lnTo>
                  <a:lnTo>
                    <a:pt x="440075" y="175490"/>
                  </a:lnTo>
                  <a:lnTo>
                    <a:pt x="354554" y="175490"/>
                  </a:lnTo>
                  <a:lnTo>
                    <a:pt x="273710" y="170724"/>
                  </a:lnTo>
                  <a:lnTo>
                    <a:pt x="198211" y="163576"/>
                  </a:lnTo>
                  <a:lnTo>
                    <a:pt x="126053" y="151641"/>
                  </a:lnTo>
                  <a:lnTo>
                    <a:pt x="72158" y="139726"/>
                  </a:lnTo>
                  <a:lnTo>
                    <a:pt x="28952" y="125901"/>
                  </a:lnTo>
                  <a:lnTo>
                    <a:pt x="7349" y="104435"/>
                  </a:lnTo>
                  <a:lnTo>
                    <a:pt x="0" y="90118"/>
                  </a:lnTo>
                  <a:close/>
                </a:path>
              </a:pathLst>
            </a:custGeom>
            <a:ln w="152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5455313" y="5696501"/>
              <a:ext cx="894715" cy="130810"/>
            </a:xfrm>
            <a:custGeom>
              <a:avLst/>
              <a:gdLst/>
              <a:ahLst/>
              <a:cxnLst/>
              <a:rect l="l" t="t" r="r" b="b"/>
              <a:pathLst>
                <a:path w="894714" h="130810">
                  <a:moveTo>
                    <a:pt x="894425" y="0"/>
                  </a:moveTo>
                  <a:lnTo>
                    <a:pt x="0" y="0"/>
                  </a:lnTo>
                  <a:lnTo>
                    <a:pt x="0" y="130663"/>
                  </a:lnTo>
                  <a:lnTo>
                    <a:pt x="894425" y="130663"/>
                  </a:lnTo>
                  <a:lnTo>
                    <a:pt x="8944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4326997" y="5449951"/>
              <a:ext cx="1982470" cy="460375"/>
            </a:xfrm>
            <a:custGeom>
              <a:avLst/>
              <a:gdLst/>
              <a:ahLst/>
              <a:cxnLst/>
              <a:rect l="l" t="t" r="r" b="b"/>
              <a:pathLst>
                <a:path w="1982470" h="460375">
                  <a:moveTo>
                    <a:pt x="1176866" y="75820"/>
                  </a:moveTo>
                  <a:lnTo>
                    <a:pt x="1176866" y="381979"/>
                  </a:lnTo>
                </a:path>
                <a:path w="1982470" h="460375">
                  <a:moveTo>
                    <a:pt x="1982408" y="75820"/>
                  </a:moveTo>
                  <a:lnTo>
                    <a:pt x="1982408" y="381979"/>
                  </a:lnTo>
                </a:path>
                <a:path w="1982470" h="460375">
                  <a:moveTo>
                    <a:pt x="0" y="374830"/>
                  </a:moveTo>
                  <a:lnTo>
                    <a:pt x="29642" y="334281"/>
                  </a:lnTo>
                  <a:lnTo>
                    <a:pt x="75454" y="318073"/>
                  </a:lnTo>
                  <a:lnTo>
                    <a:pt x="128793" y="308541"/>
                  </a:lnTo>
                  <a:lnTo>
                    <a:pt x="201530" y="296607"/>
                  </a:lnTo>
                  <a:lnTo>
                    <a:pt x="276427" y="287075"/>
                  </a:lnTo>
                  <a:lnTo>
                    <a:pt x="357249" y="284692"/>
                  </a:lnTo>
                  <a:lnTo>
                    <a:pt x="443460" y="284692"/>
                  </a:lnTo>
                  <a:lnTo>
                    <a:pt x="521052" y="287075"/>
                  </a:lnTo>
                  <a:lnTo>
                    <a:pt x="601873" y="296607"/>
                  </a:lnTo>
                  <a:lnTo>
                    <a:pt x="668686" y="308541"/>
                  </a:lnTo>
                  <a:lnTo>
                    <a:pt x="722560" y="318073"/>
                  </a:lnTo>
                  <a:lnTo>
                    <a:pt x="768349" y="334281"/>
                  </a:lnTo>
                  <a:lnTo>
                    <a:pt x="795297" y="353364"/>
                  </a:lnTo>
                  <a:lnTo>
                    <a:pt x="803381" y="374830"/>
                  </a:lnTo>
                  <a:lnTo>
                    <a:pt x="795297" y="389128"/>
                  </a:lnTo>
                  <a:lnTo>
                    <a:pt x="722560" y="424419"/>
                  </a:lnTo>
                  <a:lnTo>
                    <a:pt x="668686" y="436333"/>
                  </a:lnTo>
                  <a:lnTo>
                    <a:pt x="601873" y="448268"/>
                  </a:lnTo>
                  <a:lnTo>
                    <a:pt x="521052" y="455417"/>
                  </a:lnTo>
                  <a:lnTo>
                    <a:pt x="443460" y="460183"/>
                  </a:lnTo>
                  <a:lnTo>
                    <a:pt x="357249" y="460183"/>
                  </a:lnTo>
                  <a:lnTo>
                    <a:pt x="276427" y="455417"/>
                  </a:lnTo>
                  <a:lnTo>
                    <a:pt x="201530" y="448268"/>
                  </a:lnTo>
                  <a:lnTo>
                    <a:pt x="128793" y="436333"/>
                  </a:lnTo>
                  <a:lnTo>
                    <a:pt x="75454" y="424419"/>
                  </a:lnTo>
                  <a:lnTo>
                    <a:pt x="29642" y="410594"/>
                  </a:lnTo>
                  <a:lnTo>
                    <a:pt x="8084" y="389128"/>
                  </a:lnTo>
                  <a:lnTo>
                    <a:pt x="0" y="374830"/>
                  </a:lnTo>
                  <a:close/>
                </a:path>
                <a:path w="1982470" h="460375">
                  <a:moveTo>
                    <a:pt x="0" y="90118"/>
                  </a:moveTo>
                  <a:lnTo>
                    <a:pt x="29642" y="49588"/>
                  </a:lnTo>
                  <a:lnTo>
                    <a:pt x="75454" y="33380"/>
                  </a:lnTo>
                  <a:lnTo>
                    <a:pt x="128793" y="23849"/>
                  </a:lnTo>
                  <a:lnTo>
                    <a:pt x="201530" y="11914"/>
                  </a:lnTo>
                  <a:lnTo>
                    <a:pt x="276427" y="2382"/>
                  </a:lnTo>
                  <a:lnTo>
                    <a:pt x="357249" y="0"/>
                  </a:lnTo>
                  <a:lnTo>
                    <a:pt x="443460" y="0"/>
                  </a:lnTo>
                  <a:lnTo>
                    <a:pt x="521052" y="2382"/>
                  </a:lnTo>
                  <a:lnTo>
                    <a:pt x="601873" y="11914"/>
                  </a:lnTo>
                  <a:lnTo>
                    <a:pt x="668686" y="23849"/>
                  </a:lnTo>
                  <a:lnTo>
                    <a:pt x="722560" y="33380"/>
                  </a:lnTo>
                  <a:lnTo>
                    <a:pt x="768349" y="49588"/>
                  </a:lnTo>
                  <a:lnTo>
                    <a:pt x="795297" y="68671"/>
                  </a:lnTo>
                  <a:lnTo>
                    <a:pt x="803381" y="90118"/>
                  </a:lnTo>
                  <a:lnTo>
                    <a:pt x="795297" y="104435"/>
                  </a:lnTo>
                  <a:lnTo>
                    <a:pt x="722560" y="139726"/>
                  </a:lnTo>
                  <a:lnTo>
                    <a:pt x="668686" y="151641"/>
                  </a:lnTo>
                  <a:lnTo>
                    <a:pt x="601873" y="163576"/>
                  </a:lnTo>
                  <a:lnTo>
                    <a:pt x="521052" y="170724"/>
                  </a:lnTo>
                  <a:lnTo>
                    <a:pt x="443460" y="175490"/>
                  </a:lnTo>
                  <a:lnTo>
                    <a:pt x="357249" y="175490"/>
                  </a:lnTo>
                  <a:lnTo>
                    <a:pt x="276427" y="170724"/>
                  </a:lnTo>
                  <a:lnTo>
                    <a:pt x="201530" y="163576"/>
                  </a:lnTo>
                  <a:lnTo>
                    <a:pt x="128793" y="151641"/>
                  </a:lnTo>
                  <a:lnTo>
                    <a:pt x="75454" y="139726"/>
                  </a:lnTo>
                  <a:lnTo>
                    <a:pt x="29642" y="125901"/>
                  </a:lnTo>
                  <a:lnTo>
                    <a:pt x="8084" y="104435"/>
                  </a:lnTo>
                  <a:lnTo>
                    <a:pt x="0" y="90118"/>
                  </a:lnTo>
                  <a:close/>
                </a:path>
              </a:pathLst>
            </a:custGeom>
            <a:ln w="152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4281208" y="5696501"/>
              <a:ext cx="892175" cy="130810"/>
            </a:xfrm>
            <a:custGeom>
              <a:avLst/>
              <a:gdLst/>
              <a:ahLst/>
              <a:cxnLst/>
              <a:rect l="l" t="t" r="r" b="b"/>
              <a:pathLst>
                <a:path w="892175" h="130810">
                  <a:moveTo>
                    <a:pt x="891730" y="0"/>
                  </a:moveTo>
                  <a:lnTo>
                    <a:pt x="0" y="0"/>
                  </a:lnTo>
                  <a:lnTo>
                    <a:pt x="0" y="130663"/>
                  </a:lnTo>
                  <a:lnTo>
                    <a:pt x="891730" y="130663"/>
                  </a:lnTo>
                  <a:lnTo>
                    <a:pt x="8917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3153469" y="5449951"/>
              <a:ext cx="1982470" cy="460375"/>
            </a:xfrm>
            <a:custGeom>
              <a:avLst/>
              <a:gdLst/>
              <a:ahLst/>
              <a:cxnLst/>
              <a:rect l="l" t="t" r="r" b="b"/>
              <a:pathLst>
                <a:path w="1982470" h="460375">
                  <a:moveTo>
                    <a:pt x="1173528" y="75820"/>
                  </a:moveTo>
                  <a:lnTo>
                    <a:pt x="1173528" y="381979"/>
                  </a:lnTo>
                </a:path>
                <a:path w="1982470" h="460375">
                  <a:moveTo>
                    <a:pt x="1982299" y="75820"/>
                  </a:moveTo>
                  <a:lnTo>
                    <a:pt x="1982299" y="381979"/>
                  </a:lnTo>
                </a:path>
                <a:path w="1982470" h="460375">
                  <a:moveTo>
                    <a:pt x="0" y="374830"/>
                  </a:moveTo>
                  <a:lnTo>
                    <a:pt x="29094" y="334281"/>
                  </a:lnTo>
                  <a:lnTo>
                    <a:pt x="72200" y="318073"/>
                  </a:lnTo>
                  <a:lnTo>
                    <a:pt x="126082" y="308541"/>
                  </a:lnTo>
                  <a:lnTo>
                    <a:pt x="198280" y="296607"/>
                  </a:lnTo>
                  <a:lnTo>
                    <a:pt x="273712" y="287075"/>
                  </a:lnTo>
                  <a:lnTo>
                    <a:pt x="354534" y="284692"/>
                  </a:lnTo>
                  <a:lnTo>
                    <a:pt x="440210" y="284692"/>
                  </a:lnTo>
                  <a:lnTo>
                    <a:pt x="521032" y="287075"/>
                  </a:lnTo>
                  <a:lnTo>
                    <a:pt x="601319" y="296607"/>
                  </a:lnTo>
                  <a:lnTo>
                    <a:pt x="668666" y="308541"/>
                  </a:lnTo>
                  <a:lnTo>
                    <a:pt x="722540" y="318073"/>
                  </a:lnTo>
                  <a:lnTo>
                    <a:pt x="765122" y="334281"/>
                  </a:lnTo>
                  <a:lnTo>
                    <a:pt x="792048" y="353364"/>
                  </a:lnTo>
                  <a:lnTo>
                    <a:pt x="802827" y="374830"/>
                  </a:lnTo>
                  <a:lnTo>
                    <a:pt x="792048" y="389128"/>
                  </a:lnTo>
                  <a:lnTo>
                    <a:pt x="722540" y="424419"/>
                  </a:lnTo>
                  <a:lnTo>
                    <a:pt x="668666" y="436333"/>
                  </a:lnTo>
                  <a:lnTo>
                    <a:pt x="601319" y="448268"/>
                  </a:lnTo>
                  <a:lnTo>
                    <a:pt x="521032" y="455417"/>
                  </a:lnTo>
                  <a:lnTo>
                    <a:pt x="440210" y="460183"/>
                  </a:lnTo>
                  <a:lnTo>
                    <a:pt x="354534" y="460183"/>
                  </a:lnTo>
                  <a:lnTo>
                    <a:pt x="273712" y="455417"/>
                  </a:lnTo>
                  <a:lnTo>
                    <a:pt x="198281" y="448268"/>
                  </a:lnTo>
                  <a:lnTo>
                    <a:pt x="126082" y="436333"/>
                  </a:lnTo>
                  <a:lnTo>
                    <a:pt x="72200" y="424419"/>
                  </a:lnTo>
                  <a:lnTo>
                    <a:pt x="29094" y="410594"/>
                  </a:lnTo>
                  <a:lnTo>
                    <a:pt x="7543" y="389128"/>
                  </a:lnTo>
                  <a:lnTo>
                    <a:pt x="0" y="374830"/>
                  </a:lnTo>
                  <a:close/>
                </a:path>
                <a:path w="1982470" h="460375">
                  <a:moveTo>
                    <a:pt x="0" y="90118"/>
                  </a:moveTo>
                  <a:lnTo>
                    <a:pt x="29094" y="49588"/>
                  </a:lnTo>
                  <a:lnTo>
                    <a:pt x="72200" y="33380"/>
                  </a:lnTo>
                  <a:lnTo>
                    <a:pt x="126082" y="23849"/>
                  </a:lnTo>
                  <a:lnTo>
                    <a:pt x="198280" y="11914"/>
                  </a:lnTo>
                  <a:lnTo>
                    <a:pt x="273712" y="2382"/>
                  </a:lnTo>
                  <a:lnTo>
                    <a:pt x="354534" y="0"/>
                  </a:lnTo>
                  <a:lnTo>
                    <a:pt x="440210" y="0"/>
                  </a:lnTo>
                  <a:lnTo>
                    <a:pt x="521032" y="2382"/>
                  </a:lnTo>
                  <a:lnTo>
                    <a:pt x="601319" y="11914"/>
                  </a:lnTo>
                  <a:lnTo>
                    <a:pt x="668666" y="23849"/>
                  </a:lnTo>
                  <a:lnTo>
                    <a:pt x="722540" y="33380"/>
                  </a:lnTo>
                  <a:lnTo>
                    <a:pt x="765122" y="49588"/>
                  </a:lnTo>
                  <a:lnTo>
                    <a:pt x="792048" y="68671"/>
                  </a:lnTo>
                  <a:lnTo>
                    <a:pt x="802827" y="90118"/>
                  </a:lnTo>
                  <a:lnTo>
                    <a:pt x="792048" y="104435"/>
                  </a:lnTo>
                  <a:lnTo>
                    <a:pt x="722540" y="139726"/>
                  </a:lnTo>
                  <a:lnTo>
                    <a:pt x="668666" y="151641"/>
                  </a:lnTo>
                  <a:lnTo>
                    <a:pt x="601319" y="163576"/>
                  </a:lnTo>
                  <a:lnTo>
                    <a:pt x="521032" y="170724"/>
                  </a:lnTo>
                  <a:lnTo>
                    <a:pt x="440210" y="175490"/>
                  </a:lnTo>
                  <a:lnTo>
                    <a:pt x="354534" y="175490"/>
                  </a:lnTo>
                  <a:lnTo>
                    <a:pt x="273712" y="170724"/>
                  </a:lnTo>
                  <a:lnTo>
                    <a:pt x="198280" y="163576"/>
                  </a:lnTo>
                  <a:lnTo>
                    <a:pt x="126082" y="151641"/>
                  </a:lnTo>
                  <a:lnTo>
                    <a:pt x="72200" y="139726"/>
                  </a:lnTo>
                  <a:lnTo>
                    <a:pt x="29094" y="125901"/>
                  </a:lnTo>
                  <a:lnTo>
                    <a:pt x="7543" y="104435"/>
                  </a:lnTo>
                  <a:lnTo>
                    <a:pt x="0" y="90118"/>
                  </a:lnTo>
                  <a:close/>
                </a:path>
              </a:pathLst>
            </a:custGeom>
            <a:ln w="152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3104976" y="5696501"/>
              <a:ext cx="894715" cy="130810"/>
            </a:xfrm>
            <a:custGeom>
              <a:avLst/>
              <a:gdLst/>
              <a:ahLst/>
              <a:cxnLst/>
              <a:rect l="l" t="t" r="r" b="b"/>
              <a:pathLst>
                <a:path w="894714" h="130810">
                  <a:moveTo>
                    <a:pt x="894425" y="0"/>
                  </a:moveTo>
                  <a:lnTo>
                    <a:pt x="0" y="0"/>
                  </a:lnTo>
                  <a:lnTo>
                    <a:pt x="0" y="130663"/>
                  </a:lnTo>
                  <a:lnTo>
                    <a:pt x="894425" y="130663"/>
                  </a:lnTo>
                  <a:lnTo>
                    <a:pt x="8944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3153469" y="5525772"/>
              <a:ext cx="805815" cy="306705"/>
            </a:xfrm>
            <a:custGeom>
              <a:avLst/>
              <a:gdLst/>
              <a:ahLst/>
              <a:cxnLst/>
              <a:rect l="l" t="t" r="r" b="b"/>
              <a:pathLst>
                <a:path w="805814" h="306704">
                  <a:moveTo>
                    <a:pt x="0" y="0"/>
                  </a:moveTo>
                  <a:lnTo>
                    <a:pt x="0" y="306158"/>
                  </a:lnTo>
                </a:path>
                <a:path w="805814" h="306704">
                  <a:moveTo>
                    <a:pt x="805522" y="0"/>
                  </a:moveTo>
                  <a:lnTo>
                    <a:pt x="805522" y="306158"/>
                  </a:lnTo>
                </a:path>
              </a:pathLst>
            </a:custGeom>
            <a:ln w="152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 descr=""/>
          <p:cNvSpPr txBox="1"/>
          <p:nvPr/>
        </p:nvSpPr>
        <p:spPr>
          <a:xfrm>
            <a:off x="8120478" y="5636745"/>
            <a:ext cx="25019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75">
                <a:latin typeface="Times New Roman"/>
                <a:cs typeface="Times New Roman"/>
              </a:rPr>
              <a:t>E4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5" name="object 45" descr=""/>
          <p:cNvSpPr txBox="1"/>
          <p:nvPr/>
        </p:nvSpPr>
        <p:spPr>
          <a:xfrm>
            <a:off x="8125823" y="4682978"/>
            <a:ext cx="25019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75">
                <a:latin typeface="Times New Roman"/>
                <a:cs typeface="Times New Roman"/>
              </a:rPr>
              <a:t>E1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8128496" y="5015369"/>
            <a:ext cx="25019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75">
                <a:latin typeface="Times New Roman"/>
                <a:cs typeface="Times New Roman"/>
              </a:rPr>
              <a:t>E2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8120478" y="5311503"/>
            <a:ext cx="25019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75">
                <a:latin typeface="Times New Roman"/>
                <a:cs typeface="Times New Roman"/>
              </a:rPr>
              <a:t>E3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3250687" y="5631951"/>
            <a:ext cx="659130" cy="2044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50" spc="85" b="1">
                <a:solidFill>
                  <a:srgbClr val="000080"/>
                </a:solidFill>
                <a:latin typeface="Times New Roman"/>
                <a:cs typeface="Times New Roman"/>
              </a:rPr>
              <a:t>4</a:t>
            </a:r>
            <a:r>
              <a:rPr dirty="0" sz="1150" spc="45" b="1">
                <a:solidFill>
                  <a:srgbClr val="000080"/>
                </a:solidFill>
                <a:latin typeface="Times New Roman"/>
                <a:cs typeface="Times New Roman"/>
              </a:rPr>
              <a:t> </a:t>
            </a:r>
            <a:r>
              <a:rPr dirty="0" sz="1150" spc="150" b="1">
                <a:solidFill>
                  <a:srgbClr val="000080"/>
                </a:solidFill>
                <a:latin typeface="宋体"/>
                <a:cs typeface="宋体"/>
              </a:rPr>
              <a:t>的校验</a:t>
            </a:r>
            <a:endParaRPr sz="1150">
              <a:latin typeface="宋体"/>
              <a:cs typeface="宋体"/>
            </a:endParaRPr>
          </a:p>
        </p:txBody>
      </p:sp>
      <p:sp>
        <p:nvSpPr>
          <p:cNvPr id="49" name="object 49" descr=""/>
          <p:cNvSpPr txBox="1"/>
          <p:nvPr/>
        </p:nvSpPr>
        <p:spPr>
          <a:xfrm>
            <a:off x="4596114" y="5634362"/>
            <a:ext cx="26035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70">
                <a:latin typeface="Times New Roman"/>
                <a:cs typeface="Times New Roman"/>
              </a:rPr>
              <a:t>B4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0" name="object 50" descr=""/>
          <p:cNvSpPr txBox="1"/>
          <p:nvPr/>
        </p:nvSpPr>
        <p:spPr>
          <a:xfrm>
            <a:off x="5778237" y="5643894"/>
            <a:ext cx="26035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70">
                <a:latin typeface="Times New Roman"/>
                <a:cs typeface="Times New Roman"/>
              </a:rPr>
              <a:t>C4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1" name="object 51" descr=""/>
          <p:cNvSpPr txBox="1"/>
          <p:nvPr/>
        </p:nvSpPr>
        <p:spPr>
          <a:xfrm>
            <a:off x="6951696" y="5636745"/>
            <a:ext cx="27114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70">
                <a:latin typeface="Times New Roman"/>
                <a:cs typeface="Times New Roman"/>
              </a:rPr>
              <a:t>D4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52" name="object 52" descr=""/>
          <p:cNvGrpSpPr/>
          <p:nvPr/>
        </p:nvGrpSpPr>
        <p:grpSpPr>
          <a:xfrm>
            <a:off x="4281208" y="4130831"/>
            <a:ext cx="892175" cy="1464310"/>
            <a:chOff x="4281208" y="4130831"/>
            <a:chExt cx="892175" cy="1464310"/>
          </a:xfrm>
        </p:grpSpPr>
        <p:sp>
          <p:nvSpPr>
            <p:cNvPr id="53" name="object 53" descr=""/>
            <p:cNvSpPr/>
            <p:nvPr/>
          </p:nvSpPr>
          <p:spPr>
            <a:xfrm>
              <a:off x="4326997" y="5411805"/>
              <a:ext cx="803910" cy="176530"/>
            </a:xfrm>
            <a:custGeom>
              <a:avLst/>
              <a:gdLst/>
              <a:ahLst/>
              <a:cxnLst/>
              <a:rect l="l" t="t" r="r" b="b"/>
              <a:pathLst>
                <a:path w="803910" h="176529">
                  <a:moveTo>
                    <a:pt x="443460" y="0"/>
                  </a:moveTo>
                  <a:lnTo>
                    <a:pt x="357249" y="0"/>
                  </a:lnTo>
                  <a:lnTo>
                    <a:pt x="276427" y="2382"/>
                  </a:lnTo>
                  <a:lnTo>
                    <a:pt x="201530" y="11914"/>
                  </a:lnTo>
                  <a:lnTo>
                    <a:pt x="128793" y="23829"/>
                  </a:lnTo>
                  <a:lnTo>
                    <a:pt x="75454" y="33380"/>
                  </a:lnTo>
                  <a:lnTo>
                    <a:pt x="29642" y="50061"/>
                  </a:lnTo>
                  <a:lnTo>
                    <a:pt x="0" y="87735"/>
                  </a:lnTo>
                  <a:lnTo>
                    <a:pt x="8084" y="104435"/>
                  </a:lnTo>
                  <a:lnTo>
                    <a:pt x="75454" y="140199"/>
                  </a:lnTo>
                  <a:lnTo>
                    <a:pt x="128793" y="152114"/>
                  </a:lnTo>
                  <a:lnTo>
                    <a:pt x="201530" y="164048"/>
                  </a:lnTo>
                  <a:lnTo>
                    <a:pt x="276427" y="171197"/>
                  </a:lnTo>
                  <a:lnTo>
                    <a:pt x="357249" y="175963"/>
                  </a:lnTo>
                  <a:lnTo>
                    <a:pt x="443460" y="175963"/>
                  </a:lnTo>
                  <a:lnTo>
                    <a:pt x="521052" y="171197"/>
                  </a:lnTo>
                  <a:lnTo>
                    <a:pt x="601873" y="164048"/>
                  </a:lnTo>
                  <a:lnTo>
                    <a:pt x="668686" y="152114"/>
                  </a:lnTo>
                  <a:lnTo>
                    <a:pt x="722560" y="140199"/>
                  </a:lnTo>
                  <a:lnTo>
                    <a:pt x="768349" y="123499"/>
                  </a:lnTo>
                  <a:lnTo>
                    <a:pt x="803381" y="87735"/>
                  </a:lnTo>
                  <a:lnTo>
                    <a:pt x="795297" y="69144"/>
                  </a:lnTo>
                  <a:lnTo>
                    <a:pt x="722560" y="33380"/>
                  </a:lnTo>
                  <a:lnTo>
                    <a:pt x="601873" y="11914"/>
                  </a:lnTo>
                  <a:lnTo>
                    <a:pt x="521052" y="2382"/>
                  </a:lnTo>
                  <a:lnTo>
                    <a:pt x="4434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4326997" y="5127112"/>
              <a:ext cx="803910" cy="461009"/>
            </a:xfrm>
            <a:custGeom>
              <a:avLst/>
              <a:gdLst/>
              <a:ahLst/>
              <a:cxnLst/>
              <a:rect l="l" t="t" r="r" b="b"/>
              <a:pathLst>
                <a:path w="803910" h="461010">
                  <a:moveTo>
                    <a:pt x="0" y="372427"/>
                  </a:moveTo>
                  <a:lnTo>
                    <a:pt x="29642" y="334753"/>
                  </a:lnTo>
                  <a:lnTo>
                    <a:pt x="75454" y="318073"/>
                  </a:lnTo>
                  <a:lnTo>
                    <a:pt x="128793" y="308521"/>
                  </a:lnTo>
                  <a:lnTo>
                    <a:pt x="201530" y="296607"/>
                  </a:lnTo>
                  <a:lnTo>
                    <a:pt x="276427" y="287075"/>
                  </a:lnTo>
                  <a:lnTo>
                    <a:pt x="357249" y="284692"/>
                  </a:lnTo>
                  <a:lnTo>
                    <a:pt x="443460" y="284692"/>
                  </a:lnTo>
                  <a:lnTo>
                    <a:pt x="521052" y="287075"/>
                  </a:lnTo>
                  <a:lnTo>
                    <a:pt x="601873" y="296607"/>
                  </a:lnTo>
                  <a:lnTo>
                    <a:pt x="668686" y="308521"/>
                  </a:lnTo>
                  <a:lnTo>
                    <a:pt x="722560" y="318073"/>
                  </a:lnTo>
                  <a:lnTo>
                    <a:pt x="768349" y="334753"/>
                  </a:lnTo>
                  <a:lnTo>
                    <a:pt x="795297" y="353837"/>
                  </a:lnTo>
                  <a:lnTo>
                    <a:pt x="803381" y="372427"/>
                  </a:lnTo>
                  <a:lnTo>
                    <a:pt x="795297" y="389128"/>
                  </a:lnTo>
                  <a:lnTo>
                    <a:pt x="722560" y="424891"/>
                  </a:lnTo>
                  <a:lnTo>
                    <a:pt x="668686" y="436806"/>
                  </a:lnTo>
                  <a:lnTo>
                    <a:pt x="601873" y="448741"/>
                  </a:lnTo>
                  <a:lnTo>
                    <a:pt x="521052" y="455889"/>
                  </a:lnTo>
                  <a:lnTo>
                    <a:pt x="443460" y="460655"/>
                  </a:lnTo>
                  <a:lnTo>
                    <a:pt x="357249" y="460655"/>
                  </a:lnTo>
                  <a:lnTo>
                    <a:pt x="276427" y="455889"/>
                  </a:lnTo>
                  <a:lnTo>
                    <a:pt x="201530" y="448741"/>
                  </a:lnTo>
                  <a:lnTo>
                    <a:pt x="128793" y="436806"/>
                  </a:lnTo>
                  <a:lnTo>
                    <a:pt x="75454" y="424891"/>
                  </a:lnTo>
                  <a:lnTo>
                    <a:pt x="29642" y="408191"/>
                  </a:lnTo>
                  <a:lnTo>
                    <a:pt x="8084" y="389128"/>
                  </a:lnTo>
                  <a:lnTo>
                    <a:pt x="0" y="372427"/>
                  </a:lnTo>
                  <a:close/>
                </a:path>
                <a:path w="803910" h="461010">
                  <a:moveTo>
                    <a:pt x="0" y="88208"/>
                  </a:moveTo>
                  <a:lnTo>
                    <a:pt x="29642" y="50061"/>
                  </a:lnTo>
                  <a:lnTo>
                    <a:pt x="75454" y="33380"/>
                  </a:lnTo>
                  <a:lnTo>
                    <a:pt x="128793" y="23829"/>
                  </a:lnTo>
                  <a:lnTo>
                    <a:pt x="201530" y="11914"/>
                  </a:lnTo>
                  <a:lnTo>
                    <a:pt x="276427" y="2382"/>
                  </a:lnTo>
                  <a:lnTo>
                    <a:pt x="357249" y="0"/>
                  </a:lnTo>
                  <a:lnTo>
                    <a:pt x="443460" y="0"/>
                  </a:lnTo>
                  <a:lnTo>
                    <a:pt x="521052" y="2382"/>
                  </a:lnTo>
                  <a:lnTo>
                    <a:pt x="601873" y="11914"/>
                  </a:lnTo>
                  <a:lnTo>
                    <a:pt x="668686" y="23829"/>
                  </a:lnTo>
                  <a:lnTo>
                    <a:pt x="722560" y="33380"/>
                  </a:lnTo>
                  <a:lnTo>
                    <a:pt x="768349" y="50061"/>
                  </a:lnTo>
                  <a:lnTo>
                    <a:pt x="795297" y="69144"/>
                  </a:lnTo>
                  <a:lnTo>
                    <a:pt x="803381" y="88208"/>
                  </a:lnTo>
                  <a:lnTo>
                    <a:pt x="795297" y="104435"/>
                  </a:lnTo>
                  <a:lnTo>
                    <a:pt x="722560" y="140199"/>
                  </a:lnTo>
                  <a:lnTo>
                    <a:pt x="668686" y="152114"/>
                  </a:lnTo>
                  <a:lnTo>
                    <a:pt x="601873" y="164028"/>
                  </a:lnTo>
                  <a:lnTo>
                    <a:pt x="521052" y="171197"/>
                  </a:lnTo>
                  <a:lnTo>
                    <a:pt x="443460" y="175963"/>
                  </a:lnTo>
                  <a:lnTo>
                    <a:pt x="357249" y="175963"/>
                  </a:lnTo>
                  <a:lnTo>
                    <a:pt x="276427" y="171197"/>
                  </a:lnTo>
                  <a:lnTo>
                    <a:pt x="201530" y="164028"/>
                  </a:lnTo>
                  <a:lnTo>
                    <a:pt x="128793" y="152114"/>
                  </a:lnTo>
                  <a:lnTo>
                    <a:pt x="75454" y="140199"/>
                  </a:lnTo>
                  <a:lnTo>
                    <a:pt x="29642" y="123499"/>
                  </a:lnTo>
                  <a:lnTo>
                    <a:pt x="8084" y="104435"/>
                  </a:lnTo>
                  <a:lnTo>
                    <a:pt x="0" y="88208"/>
                  </a:lnTo>
                  <a:close/>
                </a:path>
              </a:pathLst>
            </a:custGeom>
            <a:ln w="152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4281208" y="5374119"/>
              <a:ext cx="892175" cy="130810"/>
            </a:xfrm>
            <a:custGeom>
              <a:avLst/>
              <a:gdLst/>
              <a:ahLst/>
              <a:cxnLst/>
              <a:rect l="l" t="t" r="r" b="b"/>
              <a:pathLst>
                <a:path w="892175" h="130810">
                  <a:moveTo>
                    <a:pt x="891730" y="0"/>
                  </a:moveTo>
                  <a:lnTo>
                    <a:pt x="0" y="0"/>
                  </a:lnTo>
                  <a:lnTo>
                    <a:pt x="0" y="130187"/>
                  </a:lnTo>
                  <a:lnTo>
                    <a:pt x="891730" y="130187"/>
                  </a:lnTo>
                  <a:lnTo>
                    <a:pt x="8917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4326997" y="5203406"/>
              <a:ext cx="808990" cy="306070"/>
            </a:xfrm>
            <a:custGeom>
              <a:avLst/>
              <a:gdLst/>
              <a:ahLst/>
              <a:cxnLst/>
              <a:rect l="l" t="t" r="r" b="b"/>
              <a:pathLst>
                <a:path w="808989" h="306070">
                  <a:moveTo>
                    <a:pt x="0" y="0"/>
                  </a:moveTo>
                  <a:lnTo>
                    <a:pt x="0" y="305685"/>
                  </a:lnTo>
                </a:path>
                <a:path w="808989" h="306070">
                  <a:moveTo>
                    <a:pt x="808771" y="0"/>
                  </a:moveTo>
                  <a:lnTo>
                    <a:pt x="808771" y="305685"/>
                  </a:lnTo>
                </a:path>
              </a:pathLst>
            </a:custGeom>
            <a:ln w="152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4326997" y="5082270"/>
              <a:ext cx="803910" cy="175895"/>
            </a:xfrm>
            <a:custGeom>
              <a:avLst/>
              <a:gdLst/>
              <a:ahLst/>
              <a:cxnLst/>
              <a:rect l="l" t="t" r="r" b="b"/>
              <a:pathLst>
                <a:path w="803910" h="175895">
                  <a:moveTo>
                    <a:pt x="443460" y="0"/>
                  </a:moveTo>
                  <a:lnTo>
                    <a:pt x="357249" y="0"/>
                  </a:lnTo>
                  <a:lnTo>
                    <a:pt x="276427" y="4765"/>
                  </a:lnTo>
                  <a:lnTo>
                    <a:pt x="201530" y="11934"/>
                  </a:lnTo>
                  <a:lnTo>
                    <a:pt x="128793" y="23849"/>
                  </a:lnTo>
                  <a:lnTo>
                    <a:pt x="75454" y="35763"/>
                  </a:lnTo>
                  <a:lnTo>
                    <a:pt x="29642" y="49608"/>
                  </a:lnTo>
                  <a:lnTo>
                    <a:pt x="0" y="90138"/>
                  </a:lnTo>
                  <a:lnTo>
                    <a:pt x="8084" y="106818"/>
                  </a:lnTo>
                  <a:lnTo>
                    <a:pt x="75454" y="142109"/>
                  </a:lnTo>
                  <a:lnTo>
                    <a:pt x="128793" y="151661"/>
                  </a:lnTo>
                  <a:lnTo>
                    <a:pt x="201530" y="163576"/>
                  </a:lnTo>
                  <a:lnTo>
                    <a:pt x="276427" y="173107"/>
                  </a:lnTo>
                  <a:lnTo>
                    <a:pt x="357249" y="175490"/>
                  </a:lnTo>
                  <a:lnTo>
                    <a:pt x="443460" y="175490"/>
                  </a:lnTo>
                  <a:lnTo>
                    <a:pt x="521052" y="173107"/>
                  </a:lnTo>
                  <a:lnTo>
                    <a:pt x="601873" y="163576"/>
                  </a:lnTo>
                  <a:lnTo>
                    <a:pt x="722560" y="142109"/>
                  </a:lnTo>
                  <a:lnTo>
                    <a:pt x="768349" y="125901"/>
                  </a:lnTo>
                  <a:lnTo>
                    <a:pt x="803381" y="90138"/>
                  </a:lnTo>
                  <a:lnTo>
                    <a:pt x="795297" y="71054"/>
                  </a:lnTo>
                  <a:lnTo>
                    <a:pt x="722560" y="35763"/>
                  </a:lnTo>
                  <a:lnTo>
                    <a:pt x="668686" y="23849"/>
                  </a:lnTo>
                  <a:lnTo>
                    <a:pt x="601873" y="11934"/>
                  </a:lnTo>
                  <a:lnTo>
                    <a:pt x="521052" y="4765"/>
                  </a:lnTo>
                  <a:lnTo>
                    <a:pt x="4434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4326997" y="4797577"/>
              <a:ext cx="803910" cy="460375"/>
            </a:xfrm>
            <a:custGeom>
              <a:avLst/>
              <a:gdLst/>
              <a:ahLst/>
              <a:cxnLst/>
              <a:rect l="l" t="t" r="r" b="b"/>
              <a:pathLst>
                <a:path w="803910" h="460375">
                  <a:moveTo>
                    <a:pt x="0" y="374830"/>
                  </a:moveTo>
                  <a:lnTo>
                    <a:pt x="29642" y="334300"/>
                  </a:lnTo>
                  <a:lnTo>
                    <a:pt x="75454" y="320456"/>
                  </a:lnTo>
                  <a:lnTo>
                    <a:pt x="128793" y="308541"/>
                  </a:lnTo>
                  <a:lnTo>
                    <a:pt x="201530" y="296626"/>
                  </a:lnTo>
                  <a:lnTo>
                    <a:pt x="276427" y="289458"/>
                  </a:lnTo>
                  <a:lnTo>
                    <a:pt x="357249" y="284692"/>
                  </a:lnTo>
                  <a:lnTo>
                    <a:pt x="443460" y="284692"/>
                  </a:lnTo>
                  <a:lnTo>
                    <a:pt x="521052" y="289458"/>
                  </a:lnTo>
                  <a:lnTo>
                    <a:pt x="601873" y="296626"/>
                  </a:lnTo>
                  <a:lnTo>
                    <a:pt x="668686" y="308541"/>
                  </a:lnTo>
                  <a:lnTo>
                    <a:pt x="722560" y="320456"/>
                  </a:lnTo>
                  <a:lnTo>
                    <a:pt x="768349" y="334300"/>
                  </a:lnTo>
                  <a:lnTo>
                    <a:pt x="803381" y="374830"/>
                  </a:lnTo>
                  <a:lnTo>
                    <a:pt x="795297" y="391511"/>
                  </a:lnTo>
                  <a:lnTo>
                    <a:pt x="768349" y="410594"/>
                  </a:lnTo>
                  <a:lnTo>
                    <a:pt x="722560" y="426802"/>
                  </a:lnTo>
                  <a:lnTo>
                    <a:pt x="668686" y="436353"/>
                  </a:lnTo>
                  <a:lnTo>
                    <a:pt x="601873" y="448268"/>
                  </a:lnTo>
                  <a:lnTo>
                    <a:pt x="521052" y="457800"/>
                  </a:lnTo>
                  <a:lnTo>
                    <a:pt x="443460" y="460183"/>
                  </a:lnTo>
                  <a:lnTo>
                    <a:pt x="357249" y="460183"/>
                  </a:lnTo>
                  <a:lnTo>
                    <a:pt x="276427" y="457800"/>
                  </a:lnTo>
                  <a:lnTo>
                    <a:pt x="201530" y="448268"/>
                  </a:lnTo>
                  <a:lnTo>
                    <a:pt x="128793" y="436353"/>
                  </a:lnTo>
                  <a:lnTo>
                    <a:pt x="75454" y="426802"/>
                  </a:lnTo>
                  <a:lnTo>
                    <a:pt x="29642" y="410594"/>
                  </a:lnTo>
                  <a:lnTo>
                    <a:pt x="8084" y="391511"/>
                  </a:lnTo>
                  <a:lnTo>
                    <a:pt x="0" y="374830"/>
                  </a:lnTo>
                  <a:close/>
                </a:path>
                <a:path w="803910" h="460375">
                  <a:moveTo>
                    <a:pt x="0" y="90138"/>
                  </a:moveTo>
                  <a:lnTo>
                    <a:pt x="29642" y="49588"/>
                  </a:lnTo>
                  <a:lnTo>
                    <a:pt x="75454" y="35763"/>
                  </a:lnTo>
                  <a:lnTo>
                    <a:pt x="128793" y="23849"/>
                  </a:lnTo>
                  <a:lnTo>
                    <a:pt x="201530" y="11934"/>
                  </a:lnTo>
                  <a:lnTo>
                    <a:pt x="276427" y="4765"/>
                  </a:lnTo>
                  <a:lnTo>
                    <a:pt x="357249" y="0"/>
                  </a:lnTo>
                  <a:lnTo>
                    <a:pt x="443460" y="0"/>
                  </a:lnTo>
                  <a:lnTo>
                    <a:pt x="521052" y="4765"/>
                  </a:lnTo>
                  <a:lnTo>
                    <a:pt x="601873" y="11934"/>
                  </a:lnTo>
                  <a:lnTo>
                    <a:pt x="668686" y="23849"/>
                  </a:lnTo>
                  <a:lnTo>
                    <a:pt x="722560" y="35763"/>
                  </a:lnTo>
                  <a:lnTo>
                    <a:pt x="768349" y="49588"/>
                  </a:lnTo>
                  <a:lnTo>
                    <a:pt x="803381" y="90138"/>
                  </a:lnTo>
                  <a:lnTo>
                    <a:pt x="795297" y="106818"/>
                  </a:lnTo>
                  <a:lnTo>
                    <a:pt x="768349" y="125901"/>
                  </a:lnTo>
                  <a:lnTo>
                    <a:pt x="722560" y="142109"/>
                  </a:lnTo>
                  <a:lnTo>
                    <a:pt x="668686" y="151641"/>
                  </a:lnTo>
                  <a:lnTo>
                    <a:pt x="601873" y="163576"/>
                  </a:lnTo>
                  <a:lnTo>
                    <a:pt x="521052" y="173107"/>
                  </a:lnTo>
                  <a:lnTo>
                    <a:pt x="443460" y="175490"/>
                  </a:lnTo>
                  <a:lnTo>
                    <a:pt x="357249" y="175490"/>
                  </a:lnTo>
                  <a:lnTo>
                    <a:pt x="276427" y="173107"/>
                  </a:lnTo>
                  <a:lnTo>
                    <a:pt x="201530" y="163576"/>
                  </a:lnTo>
                  <a:lnTo>
                    <a:pt x="128793" y="151641"/>
                  </a:lnTo>
                  <a:lnTo>
                    <a:pt x="75454" y="142109"/>
                  </a:lnTo>
                  <a:lnTo>
                    <a:pt x="29642" y="125901"/>
                  </a:lnTo>
                  <a:lnTo>
                    <a:pt x="8084" y="106818"/>
                  </a:lnTo>
                  <a:lnTo>
                    <a:pt x="0" y="90138"/>
                  </a:lnTo>
                  <a:close/>
                </a:path>
              </a:pathLst>
            </a:custGeom>
            <a:ln w="152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4281208" y="5044127"/>
              <a:ext cx="892175" cy="130810"/>
            </a:xfrm>
            <a:custGeom>
              <a:avLst/>
              <a:gdLst/>
              <a:ahLst/>
              <a:cxnLst/>
              <a:rect l="l" t="t" r="r" b="b"/>
              <a:pathLst>
                <a:path w="892175" h="130810">
                  <a:moveTo>
                    <a:pt x="891730" y="0"/>
                  </a:moveTo>
                  <a:lnTo>
                    <a:pt x="0" y="0"/>
                  </a:lnTo>
                  <a:lnTo>
                    <a:pt x="0" y="130663"/>
                  </a:lnTo>
                  <a:lnTo>
                    <a:pt x="891730" y="130663"/>
                  </a:lnTo>
                  <a:lnTo>
                    <a:pt x="8917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4326997" y="4875781"/>
              <a:ext cx="808990" cy="306705"/>
            </a:xfrm>
            <a:custGeom>
              <a:avLst/>
              <a:gdLst/>
              <a:ahLst/>
              <a:cxnLst/>
              <a:rect l="l" t="t" r="r" b="b"/>
              <a:pathLst>
                <a:path w="808989" h="306704">
                  <a:moveTo>
                    <a:pt x="0" y="0"/>
                  </a:moveTo>
                  <a:lnTo>
                    <a:pt x="0" y="306158"/>
                  </a:lnTo>
                </a:path>
                <a:path w="808989" h="306704">
                  <a:moveTo>
                    <a:pt x="808771" y="0"/>
                  </a:moveTo>
                  <a:lnTo>
                    <a:pt x="808771" y="306158"/>
                  </a:lnTo>
                </a:path>
              </a:pathLst>
            </a:custGeom>
            <a:ln w="152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4326997" y="4749899"/>
              <a:ext cx="803910" cy="176530"/>
            </a:xfrm>
            <a:custGeom>
              <a:avLst/>
              <a:gdLst/>
              <a:ahLst/>
              <a:cxnLst/>
              <a:rect l="l" t="t" r="r" b="b"/>
              <a:pathLst>
                <a:path w="803910" h="176529">
                  <a:moveTo>
                    <a:pt x="443460" y="0"/>
                  </a:moveTo>
                  <a:lnTo>
                    <a:pt x="357249" y="0"/>
                  </a:lnTo>
                  <a:lnTo>
                    <a:pt x="276427" y="4765"/>
                  </a:lnTo>
                  <a:lnTo>
                    <a:pt x="201530" y="11914"/>
                  </a:lnTo>
                  <a:lnTo>
                    <a:pt x="128793" y="23829"/>
                  </a:lnTo>
                  <a:lnTo>
                    <a:pt x="75454" y="35763"/>
                  </a:lnTo>
                  <a:lnTo>
                    <a:pt x="29642" y="50061"/>
                  </a:lnTo>
                  <a:lnTo>
                    <a:pt x="0" y="90591"/>
                  </a:lnTo>
                  <a:lnTo>
                    <a:pt x="8084" y="106818"/>
                  </a:lnTo>
                  <a:lnTo>
                    <a:pt x="75454" y="142582"/>
                  </a:lnTo>
                  <a:lnTo>
                    <a:pt x="128793" y="152114"/>
                  </a:lnTo>
                  <a:lnTo>
                    <a:pt x="201530" y="164048"/>
                  </a:lnTo>
                  <a:lnTo>
                    <a:pt x="276427" y="173580"/>
                  </a:lnTo>
                  <a:lnTo>
                    <a:pt x="357249" y="175963"/>
                  </a:lnTo>
                  <a:lnTo>
                    <a:pt x="443460" y="175963"/>
                  </a:lnTo>
                  <a:lnTo>
                    <a:pt x="521052" y="173580"/>
                  </a:lnTo>
                  <a:lnTo>
                    <a:pt x="601873" y="164048"/>
                  </a:lnTo>
                  <a:lnTo>
                    <a:pt x="722560" y="142582"/>
                  </a:lnTo>
                  <a:lnTo>
                    <a:pt x="768349" y="125882"/>
                  </a:lnTo>
                  <a:lnTo>
                    <a:pt x="803381" y="90591"/>
                  </a:lnTo>
                  <a:lnTo>
                    <a:pt x="795297" y="71527"/>
                  </a:lnTo>
                  <a:lnTo>
                    <a:pt x="722560" y="35763"/>
                  </a:lnTo>
                  <a:lnTo>
                    <a:pt x="668686" y="23829"/>
                  </a:lnTo>
                  <a:lnTo>
                    <a:pt x="601873" y="11914"/>
                  </a:lnTo>
                  <a:lnTo>
                    <a:pt x="521052" y="4765"/>
                  </a:lnTo>
                  <a:lnTo>
                    <a:pt x="4434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4326997" y="4465679"/>
              <a:ext cx="803910" cy="460375"/>
            </a:xfrm>
            <a:custGeom>
              <a:avLst/>
              <a:gdLst/>
              <a:ahLst/>
              <a:cxnLst/>
              <a:rect l="l" t="t" r="r" b="b"/>
              <a:pathLst>
                <a:path w="803910" h="460375">
                  <a:moveTo>
                    <a:pt x="0" y="374810"/>
                  </a:moveTo>
                  <a:lnTo>
                    <a:pt x="29642" y="334281"/>
                  </a:lnTo>
                  <a:lnTo>
                    <a:pt x="75454" y="319983"/>
                  </a:lnTo>
                  <a:lnTo>
                    <a:pt x="128793" y="308049"/>
                  </a:lnTo>
                  <a:lnTo>
                    <a:pt x="201530" y="296134"/>
                  </a:lnTo>
                  <a:lnTo>
                    <a:pt x="276427" y="288985"/>
                  </a:lnTo>
                  <a:lnTo>
                    <a:pt x="357249" y="284219"/>
                  </a:lnTo>
                  <a:lnTo>
                    <a:pt x="443460" y="284219"/>
                  </a:lnTo>
                  <a:lnTo>
                    <a:pt x="521052" y="288985"/>
                  </a:lnTo>
                  <a:lnTo>
                    <a:pt x="601873" y="296134"/>
                  </a:lnTo>
                  <a:lnTo>
                    <a:pt x="668686" y="308049"/>
                  </a:lnTo>
                  <a:lnTo>
                    <a:pt x="722560" y="319983"/>
                  </a:lnTo>
                  <a:lnTo>
                    <a:pt x="768349" y="334281"/>
                  </a:lnTo>
                  <a:lnTo>
                    <a:pt x="803381" y="374810"/>
                  </a:lnTo>
                  <a:lnTo>
                    <a:pt x="795297" y="391038"/>
                  </a:lnTo>
                  <a:lnTo>
                    <a:pt x="768349" y="410101"/>
                  </a:lnTo>
                  <a:lnTo>
                    <a:pt x="722560" y="426802"/>
                  </a:lnTo>
                  <a:lnTo>
                    <a:pt x="668686" y="436333"/>
                  </a:lnTo>
                  <a:lnTo>
                    <a:pt x="601873" y="448268"/>
                  </a:lnTo>
                  <a:lnTo>
                    <a:pt x="521052" y="457800"/>
                  </a:lnTo>
                  <a:lnTo>
                    <a:pt x="443460" y="460183"/>
                  </a:lnTo>
                  <a:lnTo>
                    <a:pt x="357249" y="460183"/>
                  </a:lnTo>
                  <a:lnTo>
                    <a:pt x="276427" y="457800"/>
                  </a:lnTo>
                  <a:lnTo>
                    <a:pt x="201530" y="448268"/>
                  </a:lnTo>
                  <a:lnTo>
                    <a:pt x="128793" y="436333"/>
                  </a:lnTo>
                  <a:lnTo>
                    <a:pt x="75454" y="426802"/>
                  </a:lnTo>
                  <a:lnTo>
                    <a:pt x="29642" y="410101"/>
                  </a:lnTo>
                  <a:lnTo>
                    <a:pt x="8084" y="391038"/>
                  </a:lnTo>
                  <a:lnTo>
                    <a:pt x="0" y="374810"/>
                  </a:lnTo>
                  <a:close/>
                </a:path>
                <a:path w="803910" h="460375">
                  <a:moveTo>
                    <a:pt x="0" y="90118"/>
                  </a:moveTo>
                  <a:lnTo>
                    <a:pt x="29642" y="49588"/>
                  </a:lnTo>
                  <a:lnTo>
                    <a:pt x="75454" y="35291"/>
                  </a:lnTo>
                  <a:lnTo>
                    <a:pt x="128793" y="23356"/>
                  </a:lnTo>
                  <a:lnTo>
                    <a:pt x="201530" y="11442"/>
                  </a:lnTo>
                  <a:lnTo>
                    <a:pt x="276427" y="4293"/>
                  </a:lnTo>
                  <a:lnTo>
                    <a:pt x="357249" y="0"/>
                  </a:lnTo>
                  <a:lnTo>
                    <a:pt x="443460" y="0"/>
                  </a:lnTo>
                  <a:lnTo>
                    <a:pt x="521052" y="4293"/>
                  </a:lnTo>
                  <a:lnTo>
                    <a:pt x="601873" y="11442"/>
                  </a:lnTo>
                  <a:lnTo>
                    <a:pt x="668686" y="23356"/>
                  </a:lnTo>
                  <a:lnTo>
                    <a:pt x="722560" y="35291"/>
                  </a:lnTo>
                  <a:lnTo>
                    <a:pt x="768349" y="49588"/>
                  </a:lnTo>
                  <a:lnTo>
                    <a:pt x="803381" y="90118"/>
                  </a:lnTo>
                  <a:lnTo>
                    <a:pt x="795297" y="106346"/>
                  </a:lnTo>
                  <a:lnTo>
                    <a:pt x="768349" y="125409"/>
                  </a:lnTo>
                  <a:lnTo>
                    <a:pt x="722560" y="142109"/>
                  </a:lnTo>
                  <a:lnTo>
                    <a:pt x="668686" y="151641"/>
                  </a:lnTo>
                  <a:lnTo>
                    <a:pt x="601873" y="163556"/>
                  </a:lnTo>
                  <a:lnTo>
                    <a:pt x="521052" y="173107"/>
                  </a:lnTo>
                  <a:lnTo>
                    <a:pt x="443460" y="175490"/>
                  </a:lnTo>
                  <a:lnTo>
                    <a:pt x="357249" y="175490"/>
                  </a:lnTo>
                  <a:lnTo>
                    <a:pt x="276427" y="173107"/>
                  </a:lnTo>
                  <a:lnTo>
                    <a:pt x="201530" y="163556"/>
                  </a:lnTo>
                  <a:lnTo>
                    <a:pt x="128793" y="151641"/>
                  </a:lnTo>
                  <a:lnTo>
                    <a:pt x="75454" y="142109"/>
                  </a:lnTo>
                  <a:lnTo>
                    <a:pt x="29642" y="125409"/>
                  </a:lnTo>
                  <a:lnTo>
                    <a:pt x="8084" y="106346"/>
                  </a:lnTo>
                  <a:lnTo>
                    <a:pt x="0" y="90118"/>
                  </a:lnTo>
                  <a:close/>
                </a:path>
              </a:pathLst>
            </a:custGeom>
            <a:ln w="152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4281208" y="4712213"/>
              <a:ext cx="892175" cy="130810"/>
            </a:xfrm>
            <a:custGeom>
              <a:avLst/>
              <a:gdLst/>
              <a:ahLst/>
              <a:cxnLst/>
              <a:rect l="l" t="t" r="r" b="b"/>
              <a:pathLst>
                <a:path w="892175" h="130810">
                  <a:moveTo>
                    <a:pt x="891730" y="0"/>
                  </a:moveTo>
                  <a:lnTo>
                    <a:pt x="0" y="0"/>
                  </a:lnTo>
                  <a:lnTo>
                    <a:pt x="0" y="130187"/>
                  </a:lnTo>
                  <a:lnTo>
                    <a:pt x="891730" y="130187"/>
                  </a:lnTo>
                  <a:lnTo>
                    <a:pt x="8917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4326997" y="4543883"/>
              <a:ext cx="808990" cy="306070"/>
            </a:xfrm>
            <a:custGeom>
              <a:avLst/>
              <a:gdLst/>
              <a:ahLst/>
              <a:cxnLst/>
              <a:rect l="l" t="t" r="r" b="b"/>
              <a:pathLst>
                <a:path w="808989" h="306070">
                  <a:moveTo>
                    <a:pt x="0" y="0"/>
                  </a:moveTo>
                  <a:lnTo>
                    <a:pt x="0" y="305685"/>
                  </a:lnTo>
                </a:path>
                <a:path w="808989" h="306070">
                  <a:moveTo>
                    <a:pt x="808771" y="0"/>
                  </a:moveTo>
                  <a:lnTo>
                    <a:pt x="808771" y="305685"/>
                  </a:lnTo>
                </a:path>
              </a:pathLst>
            </a:custGeom>
            <a:ln w="152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4326997" y="4422747"/>
              <a:ext cx="803910" cy="175895"/>
            </a:xfrm>
            <a:custGeom>
              <a:avLst/>
              <a:gdLst/>
              <a:ahLst/>
              <a:cxnLst/>
              <a:rect l="l" t="t" r="r" b="b"/>
              <a:pathLst>
                <a:path w="803910" h="175895">
                  <a:moveTo>
                    <a:pt x="443460" y="0"/>
                  </a:moveTo>
                  <a:lnTo>
                    <a:pt x="357249" y="0"/>
                  </a:lnTo>
                  <a:lnTo>
                    <a:pt x="276427" y="4785"/>
                  </a:lnTo>
                  <a:lnTo>
                    <a:pt x="201530" y="11934"/>
                  </a:lnTo>
                  <a:lnTo>
                    <a:pt x="128793" y="23849"/>
                  </a:lnTo>
                  <a:lnTo>
                    <a:pt x="75454" y="33380"/>
                  </a:lnTo>
                  <a:lnTo>
                    <a:pt x="29642" y="49608"/>
                  </a:lnTo>
                  <a:lnTo>
                    <a:pt x="0" y="90138"/>
                  </a:lnTo>
                  <a:lnTo>
                    <a:pt x="8084" y="104435"/>
                  </a:lnTo>
                  <a:lnTo>
                    <a:pt x="75454" y="139726"/>
                  </a:lnTo>
                  <a:lnTo>
                    <a:pt x="128793" y="151661"/>
                  </a:lnTo>
                  <a:lnTo>
                    <a:pt x="201530" y="163576"/>
                  </a:lnTo>
                  <a:lnTo>
                    <a:pt x="276427" y="170724"/>
                  </a:lnTo>
                  <a:lnTo>
                    <a:pt x="357249" y="175490"/>
                  </a:lnTo>
                  <a:lnTo>
                    <a:pt x="443460" y="175490"/>
                  </a:lnTo>
                  <a:lnTo>
                    <a:pt x="521052" y="170724"/>
                  </a:lnTo>
                  <a:lnTo>
                    <a:pt x="601873" y="163576"/>
                  </a:lnTo>
                  <a:lnTo>
                    <a:pt x="668686" y="151661"/>
                  </a:lnTo>
                  <a:lnTo>
                    <a:pt x="722560" y="139726"/>
                  </a:lnTo>
                  <a:lnTo>
                    <a:pt x="768349" y="125901"/>
                  </a:lnTo>
                  <a:lnTo>
                    <a:pt x="803381" y="90138"/>
                  </a:lnTo>
                  <a:lnTo>
                    <a:pt x="795297" y="68671"/>
                  </a:lnTo>
                  <a:lnTo>
                    <a:pt x="722560" y="33380"/>
                  </a:lnTo>
                  <a:lnTo>
                    <a:pt x="601873" y="11934"/>
                  </a:lnTo>
                  <a:lnTo>
                    <a:pt x="521052" y="4785"/>
                  </a:lnTo>
                  <a:lnTo>
                    <a:pt x="4434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4326997" y="4138133"/>
              <a:ext cx="803910" cy="460375"/>
            </a:xfrm>
            <a:custGeom>
              <a:avLst/>
              <a:gdLst/>
              <a:ahLst/>
              <a:cxnLst/>
              <a:rect l="l" t="t" r="r" b="b"/>
              <a:pathLst>
                <a:path w="803910" h="460375">
                  <a:moveTo>
                    <a:pt x="0" y="374751"/>
                  </a:moveTo>
                  <a:lnTo>
                    <a:pt x="29642" y="334222"/>
                  </a:lnTo>
                  <a:lnTo>
                    <a:pt x="75454" y="317994"/>
                  </a:lnTo>
                  <a:lnTo>
                    <a:pt x="128793" y="308462"/>
                  </a:lnTo>
                  <a:lnTo>
                    <a:pt x="201530" y="296547"/>
                  </a:lnTo>
                  <a:lnTo>
                    <a:pt x="276427" y="289399"/>
                  </a:lnTo>
                  <a:lnTo>
                    <a:pt x="357249" y="284613"/>
                  </a:lnTo>
                  <a:lnTo>
                    <a:pt x="443460" y="284613"/>
                  </a:lnTo>
                  <a:lnTo>
                    <a:pt x="521052" y="289399"/>
                  </a:lnTo>
                  <a:lnTo>
                    <a:pt x="601873" y="296547"/>
                  </a:lnTo>
                  <a:lnTo>
                    <a:pt x="668686" y="308462"/>
                  </a:lnTo>
                  <a:lnTo>
                    <a:pt x="722560" y="317994"/>
                  </a:lnTo>
                  <a:lnTo>
                    <a:pt x="768349" y="334222"/>
                  </a:lnTo>
                  <a:lnTo>
                    <a:pt x="795297" y="353285"/>
                  </a:lnTo>
                  <a:lnTo>
                    <a:pt x="803381" y="374751"/>
                  </a:lnTo>
                  <a:lnTo>
                    <a:pt x="795297" y="389049"/>
                  </a:lnTo>
                  <a:lnTo>
                    <a:pt x="722560" y="424340"/>
                  </a:lnTo>
                  <a:lnTo>
                    <a:pt x="668686" y="436274"/>
                  </a:lnTo>
                  <a:lnTo>
                    <a:pt x="601873" y="448189"/>
                  </a:lnTo>
                  <a:lnTo>
                    <a:pt x="521052" y="455338"/>
                  </a:lnTo>
                  <a:lnTo>
                    <a:pt x="443460" y="460104"/>
                  </a:lnTo>
                  <a:lnTo>
                    <a:pt x="357249" y="460104"/>
                  </a:lnTo>
                  <a:lnTo>
                    <a:pt x="276427" y="455338"/>
                  </a:lnTo>
                  <a:lnTo>
                    <a:pt x="201530" y="448189"/>
                  </a:lnTo>
                  <a:lnTo>
                    <a:pt x="128793" y="436274"/>
                  </a:lnTo>
                  <a:lnTo>
                    <a:pt x="75454" y="424340"/>
                  </a:lnTo>
                  <a:lnTo>
                    <a:pt x="29642" y="410515"/>
                  </a:lnTo>
                  <a:lnTo>
                    <a:pt x="8084" y="389049"/>
                  </a:lnTo>
                  <a:lnTo>
                    <a:pt x="0" y="374751"/>
                  </a:lnTo>
                  <a:close/>
                </a:path>
                <a:path w="803910" h="460375">
                  <a:moveTo>
                    <a:pt x="0" y="90000"/>
                  </a:moveTo>
                  <a:lnTo>
                    <a:pt x="29642" y="49431"/>
                  </a:lnTo>
                  <a:lnTo>
                    <a:pt x="75454" y="33282"/>
                  </a:lnTo>
                  <a:lnTo>
                    <a:pt x="128793" y="23829"/>
                  </a:lnTo>
                  <a:lnTo>
                    <a:pt x="201530" y="11816"/>
                  </a:lnTo>
                  <a:lnTo>
                    <a:pt x="276427" y="4726"/>
                  </a:lnTo>
                  <a:lnTo>
                    <a:pt x="357249" y="0"/>
                  </a:lnTo>
                  <a:lnTo>
                    <a:pt x="443460" y="0"/>
                  </a:lnTo>
                  <a:lnTo>
                    <a:pt x="521052" y="4726"/>
                  </a:lnTo>
                  <a:lnTo>
                    <a:pt x="601873" y="11816"/>
                  </a:lnTo>
                  <a:lnTo>
                    <a:pt x="668686" y="23829"/>
                  </a:lnTo>
                  <a:lnTo>
                    <a:pt x="722560" y="33282"/>
                  </a:lnTo>
                  <a:lnTo>
                    <a:pt x="768349" y="49431"/>
                  </a:lnTo>
                  <a:lnTo>
                    <a:pt x="795297" y="68534"/>
                  </a:lnTo>
                  <a:lnTo>
                    <a:pt x="803381" y="90000"/>
                  </a:lnTo>
                  <a:lnTo>
                    <a:pt x="795297" y="104376"/>
                  </a:lnTo>
                  <a:lnTo>
                    <a:pt x="722560" y="140219"/>
                  </a:lnTo>
                  <a:lnTo>
                    <a:pt x="668686" y="151641"/>
                  </a:lnTo>
                  <a:lnTo>
                    <a:pt x="601873" y="163457"/>
                  </a:lnTo>
                  <a:lnTo>
                    <a:pt x="521052" y="170744"/>
                  </a:lnTo>
                  <a:lnTo>
                    <a:pt x="443460" y="175471"/>
                  </a:lnTo>
                  <a:lnTo>
                    <a:pt x="357249" y="175471"/>
                  </a:lnTo>
                  <a:lnTo>
                    <a:pt x="276427" y="170744"/>
                  </a:lnTo>
                  <a:lnTo>
                    <a:pt x="201530" y="163457"/>
                  </a:lnTo>
                  <a:lnTo>
                    <a:pt x="128793" y="151641"/>
                  </a:lnTo>
                  <a:lnTo>
                    <a:pt x="75454" y="140219"/>
                  </a:lnTo>
                  <a:lnTo>
                    <a:pt x="29642" y="125842"/>
                  </a:lnTo>
                  <a:lnTo>
                    <a:pt x="8084" y="104376"/>
                  </a:lnTo>
                  <a:lnTo>
                    <a:pt x="0" y="90000"/>
                  </a:lnTo>
                  <a:close/>
                </a:path>
              </a:pathLst>
            </a:custGeom>
            <a:ln w="152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4281208" y="4384604"/>
              <a:ext cx="892175" cy="130810"/>
            </a:xfrm>
            <a:custGeom>
              <a:avLst/>
              <a:gdLst/>
              <a:ahLst/>
              <a:cxnLst/>
              <a:rect l="l" t="t" r="r" b="b"/>
              <a:pathLst>
                <a:path w="892175" h="130810">
                  <a:moveTo>
                    <a:pt x="891730" y="0"/>
                  </a:moveTo>
                  <a:lnTo>
                    <a:pt x="0" y="0"/>
                  </a:lnTo>
                  <a:lnTo>
                    <a:pt x="0" y="130663"/>
                  </a:lnTo>
                  <a:lnTo>
                    <a:pt x="891730" y="130663"/>
                  </a:lnTo>
                  <a:lnTo>
                    <a:pt x="8917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4326997" y="4213954"/>
              <a:ext cx="808990" cy="308610"/>
            </a:xfrm>
            <a:custGeom>
              <a:avLst/>
              <a:gdLst/>
              <a:ahLst/>
              <a:cxnLst/>
              <a:rect l="l" t="t" r="r" b="b"/>
              <a:pathLst>
                <a:path w="808989" h="308610">
                  <a:moveTo>
                    <a:pt x="0" y="0"/>
                  </a:moveTo>
                  <a:lnTo>
                    <a:pt x="0" y="308462"/>
                  </a:lnTo>
                </a:path>
                <a:path w="808989" h="308610">
                  <a:moveTo>
                    <a:pt x="808771" y="0"/>
                  </a:moveTo>
                  <a:lnTo>
                    <a:pt x="808771" y="308462"/>
                  </a:lnTo>
                </a:path>
              </a:pathLst>
            </a:custGeom>
            <a:ln w="152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9" name="object 69" descr=""/>
          <p:cNvSpPr txBox="1"/>
          <p:nvPr/>
        </p:nvSpPr>
        <p:spPr>
          <a:xfrm>
            <a:off x="4418837" y="5321499"/>
            <a:ext cx="659765" cy="2044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50" spc="85" b="1">
                <a:solidFill>
                  <a:srgbClr val="000080"/>
                </a:solidFill>
                <a:latin typeface="Times New Roman"/>
                <a:cs typeface="Times New Roman"/>
              </a:rPr>
              <a:t>3</a:t>
            </a:r>
            <a:r>
              <a:rPr dirty="0" sz="1150" spc="50" b="1">
                <a:solidFill>
                  <a:srgbClr val="000080"/>
                </a:solidFill>
                <a:latin typeface="Times New Roman"/>
                <a:cs typeface="Times New Roman"/>
              </a:rPr>
              <a:t> </a:t>
            </a:r>
            <a:r>
              <a:rPr dirty="0" sz="1150" spc="150" b="1">
                <a:solidFill>
                  <a:srgbClr val="000080"/>
                </a:solidFill>
                <a:latin typeface="宋体"/>
                <a:cs typeface="宋体"/>
              </a:rPr>
              <a:t>的校验</a:t>
            </a:r>
            <a:endParaRPr sz="1150">
              <a:latin typeface="宋体"/>
              <a:cs typeface="宋体"/>
            </a:endParaRPr>
          </a:p>
        </p:txBody>
      </p:sp>
      <p:grpSp>
        <p:nvGrpSpPr>
          <p:cNvPr id="70" name="object 70" descr=""/>
          <p:cNvGrpSpPr/>
          <p:nvPr/>
        </p:nvGrpSpPr>
        <p:grpSpPr>
          <a:xfrm>
            <a:off x="5455313" y="4125907"/>
            <a:ext cx="894715" cy="1464945"/>
            <a:chOff x="5455313" y="4125907"/>
            <a:chExt cx="894715" cy="1464945"/>
          </a:xfrm>
        </p:grpSpPr>
        <p:sp>
          <p:nvSpPr>
            <p:cNvPr id="71" name="object 71" descr=""/>
            <p:cNvSpPr/>
            <p:nvPr/>
          </p:nvSpPr>
          <p:spPr>
            <a:xfrm>
              <a:off x="5503864" y="5404636"/>
              <a:ext cx="803275" cy="178435"/>
            </a:xfrm>
            <a:custGeom>
              <a:avLst/>
              <a:gdLst/>
              <a:ahLst/>
              <a:cxnLst/>
              <a:rect l="l" t="t" r="r" b="b"/>
              <a:pathLst>
                <a:path w="803275" h="178435">
                  <a:moveTo>
                    <a:pt x="440075" y="0"/>
                  </a:moveTo>
                  <a:lnTo>
                    <a:pt x="354554" y="0"/>
                  </a:lnTo>
                  <a:lnTo>
                    <a:pt x="273710" y="4785"/>
                  </a:lnTo>
                  <a:lnTo>
                    <a:pt x="198211" y="11934"/>
                  </a:lnTo>
                  <a:lnTo>
                    <a:pt x="126053" y="23849"/>
                  </a:lnTo>
                  <a:lnTo>
                    <a:pt x="72158" y="35783"/>
                  </a:lnTo>
                  <a:lnTo>
                    <a:pt x="28952" y="52464"/>
                  </a:lnTo>
                  <a:lnTo>
                    <a:pt x="0" y="90610"/>
                  </a:lnTo>
                  <a:lnTo>
                    <a:pt x="7349" y="106838"/>
                  </a:lnTo>
                  <a:lnTo>
                    <a:pt x="72158" y="142602"/>
                  </a:lnTo>
                  <a:lnTo>
                    <a:pt x="126053" y="154516"/>
                  </a:lnTo>
                  <a:lnTo>
                    <a:pt x="198211" y="166431"/>
                  </a:lnTo>
                  <a:lnTo>
                    <a:pt x="273710" y="173600"/>
                  </a:lnTo>
                  <a:lnTo>
                    <a:pt x="354554" y="178365"/>
                  </a:lnTo>
                  <a:lnTo>
                    <a:pt x="440075" y="178365"/>
                  </a:lnTo>
                  <a:lnTo>
                    <a:pt x="520918" y="173600"/>
                  </a:lnTo>
                  <a:lnTo>
                    <a:pt x="601317" y="166431"/>
                  </a:lnTo>
                  <a:lnTo>
                    <a:pt x="668575" y="154516"/>
                  </a:lnTo>
                  <a:lnTo>
                    <a:pt x="722471" y="142602"/>
                  </a:lnTo>
                  <a:lnTo>
                    <a:pt x="765008" y="125901"/>
                  </a:lnTo>
                  <a:lnTo>
                    <a:pt x="802646" y="90610"/>
                  </a:lnTo>
                  <a:lnTo>
                    <a:pt x="791956" y="71547"/>
                  </a:lnTo>
                  <a:lnTo>
                    <a:pt x="722471" y="35783"/>
                  </a:lnTo>
                  <a:lnTo>
                    <a:pt x="668575" y="23849"/>
                  </a:lnTo>
                  <a:lnTo>
                    <a:pt x="601317" y="11934"/>
                  </a:lnTo>
                  <a:lnTo>
                    <a:pt x="520918" y="4785"/>
                  </a:lnTo>
                  <a:lnTo>
                    <a:pt x="4400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5503864" y="5120436"/>
              <a:ext cx="803275" cy="462915"/>
            </a:xfrm>
            <a:custGeom>
              <a:avLst/>
              <a:gdLst/>
              <a:ahLst/>
              <a:cxnLst/>
              <a:rect l="l" t="t" r="r" b="b"/>
              <a:pathLst>
                <a:path w="803275" h="462914">
                  <a:moveTo>
                    <a:pt x="0" y="374810"/>
                  </a:moveTo>
                  <a:lnTo>
                    <a:pt x="28952" y="336664"/>
                  </a:lnTo>
                  <a:lnTo>
                    <a:pt x="72158" y="319983"/>
                  </a:lnTo>
                  <a:lnTo>
                    <a:pt x="126053" y="308049"/>
                  </a:lnTo>
                  <a:lnTo>
                    <a:pt x="198211" y="296134"/>
                  </a:lnTo>
                  <a:lnTo>
                    <a:pt x="273710" y="288985"/>
                  </a:lnTo>
                  <a:lnTo>
                    <a:pt x="354554" y="284200"/>
                  </a:lnTo>
                  <a:lnTo>
                    <a:pt x="440075" y="284200"/>
                  </a:lnTo>
                  <a:lnTo>
                    <a:pt x="520918" y="288985"/>
                  </a:lnTo>
                  <a:lnTo>
                    <a:pt x="601317" y="296134"/>
                  </a:lnTo>
                  <a:lnTo>
                    <a:pt x="668575" y="308049"/>
                  </a:lnTo>
                  <a:lnTo>
                    <a:pt x="722471" y="319983"/>
                  </a:lnTo>
                  <a:lnTo>
                    <a:pt x="765008" y="336664"/>
                  </a:lnTo>
                  <a:lnTo>
                    <a:pt x="802646" y="374810"/>
                  </a:lnTo>
                  <a:lnTo>
                    <a:pt x="791956" y="391038"/>
                  </a:lnTo>
                  <a:lnTo>
                    <a:pt x="722471" y="426802"/>
                  </a:lnTo>
                  <a:lnTo>
                    <a:pt x="668575" y="438716"/>
                  </a:lnTo>
                  <a:lnTo>
                    <a:pt x="601317" y="450631"/>
                  </a:lnTo>
                  <a:lnTo>
                    <a:pt x="520918" y="457800"/>
                  </a:lnTo>
                  <a:lnTo>
                    <a:pt x="440075" y="462566"/>
                  </a:lnTo>
                  <a:lnTo>
                    <a:pt x="354554" y="462566"/>
                  </a:lnTo>
                  <a:lnTo>
                    <a:pt x="273710" y="457800"/>
                  </a:lnTo>
                  <a:lnTo>
                    <a:pt x="198211" y="450631"/>
                  </a:lnTo>
                  <a:lnTo>
                    <a:pt x="126053" y="438716"/>
                  </a:lnTo>
                  <a:lnTo>
                    <a:pt x="72158" y="426802"/>
                  </a:lnTo>
                  <a:lnTo>
                    <a:pt x="28952" y="410101"/>
                  </a:lnTo>
                  <a:lnTo>
                    <a:pt x="0" y="374810"/>
                  </a:lnTo>
                  <a:close/>
                </a:path>
                <a:path w="803275" h="462914">
                  <a:moveTo>
                    <a:pt x="0" y="90118"/>
                  </a:moveTo>
                  <a:lnTo>
                    <a:pt x="28952" y="51971"/>
                  </a:lnTo>
                  <a:lnTo>
                    <a:pt x="72158" y="35271"/>
                  </a:lnTo>
                  <a:lnTo>
                    <a:pt x="126053" y="23356"/>
                  </a:lnTo>
                  <a:lnTo>
                    <a:pt x="198211" y="11442"/>
                  </a:lnTo>
                  <a:lnTo>
                    <a:pt x="273710" y="4273"/>
                  </a:lnTo>
                  <a:lnTo>
                    <a:pt x="354554" y="0"/>
                  </a:lnTo>
                  <a:lnTo>
                    <a:pt x="440075" y="0"/>
                  </a:lnTo>
                  <a:lnTo>
                    <a:pt x="520918" y="4273"/>
                  </a:lnTo>
                  <a:lnTo>
                    <a:pt x="601317" y="11442"/>
                  </a:lnTo>
                  <a:lnTo>
                    <a:pt x="668575" y="23356"/>
                  </a:lnTo>
                  <a:lnTo>
                    <a:pt x="722471" y="35271"/>
                  </a:lnTo>
                  <a:lnTo>
                    <a:pt x="765008" y="51971"/>
                  </a:lnTo>
                  <a:lnTo>
                    <a:pt x="802646" y="90118"/>
                  </a:lnTo>
                  <a:lnTo>
                    <a:pt x="791956" y="106326"/>
                  </a:lnTo>
                  <a:lnTo>
                    <a:pt x="722471" y="142109"/>
                  </a:lnTo>
                  <a:lnTo>
                    <a:pt x="668575" y="154024"/>
                  </a:lnTo>
                  <a:lnTo>
                    <a:pt x="601317" y="165939"/>
                  </a:lnTo>
                  <a:lnTo>
                    <a:pt x="520918" y="173088"/>
                  </a:lnTo>
                  <a:lnTo>
                    <a:pt x="440075" y="177873"/>
                  </a:lnTo>
                  <a:lnTo>
                    <a:pt x="354554" y="177873"/>
                  </a:lnTo>
                  <a:lnTo>
                    <a:pt x="273710" y="173088"/>
                  </a:lnTo>
                  <a:lnTo>
                    <a:pt x="198211" y="165939"/>
                  </a:lnTo>
                  <a:lnTo>
                    <a:pt x="126053" y="154024"/>
                  </a:lnTo>
                  <a:lnTo>
                    <a:pt x="72158" y="142109"/>
                  </a:lnTo>
                  <a:lnTo>
                    <a:pt x="28952" y="125409"/>
                  </a:lnTo>
                  <a:lnTo>
                    <a:pt x="0" y="90118"/>
                  </a:lnTo>
                  <a:close/>
                </a:path>
              </a:pathLst>
            </a:custGeom>
            <a:ln w="152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5455313" y="5369353"/>
              <a:ext cx="894715" cy="130810"/>
            </a:xfrm>
            <a:custGeom>
              <a:avLst/>
              <a:gdLst/>
              <a:ahLst/>
              <a:cxnLst/>
              <a:rect l="l" t="t" r="r" b="b"/>
              <a:pathLst>
                <a:path w="894714" h="130810">
                  <a:moveTo>
                    <a:pt x="894425" y="0"/>
                  </a:moveTo>
                  <a:lnTo>
                    <a:pt x="0" y="0"/>
                  </a:lnTo>
                  <a:lnTo>
                    <a:pt x="0" y="130187"/>
                  </a:lnTo>
                  <a:lnTo>
                    <a:pt x="894425" y="130187"/>
                  </a:lnTo>
                  <a:lnTo>
                    <a:pt x="8944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5503864" y="5198640"/>
              <a:ext cx="805815" cy="306070"/>
            </a:xfrm>
            <a:custGeom>
              <a:avLst/>
              <a:gdLst/>
              <a:ahLst/>
              <a:cxnLst/>
              <a:rect l="l" t="t" r="r" b="b"/>
              <a:pathLst>
                <a:path w="805814" h="306070">
                  <a:moveTo>
                    <a:pt x="0" y="0"/>
                  </a:moveTo>
                  <a:lnTo>
                    <a:pt x="0" y="305666"/>
                  </a:lnTo>
                </a:path>
                <a:path w="805814" h="306070">
                  <a:moveTo>
                    <a:pt x="805542" y="0"/>
                  </a:moveTo>
                  <a:lnTo>
                    <a:pt x="805542" y="305666"/>
                  </a:lnTo>
                </a:path>
              </a:pathLst>
            </a:custGeom>
            <a:ln w="152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5503864" y="5077504"/>
              <a:ext cx="803275" cy="175895"/>
            </a:xfrm>
            <a:custGeom>
              <a:avLst/>
              <a:gdLst/>
              <a:ahLst/>
              <a:cxnLst/>
              <a:rect l="l" t="t" r="r" b="b"/>
              <a:pathLst>
                <a:path w="803275" h="175895">
                  <a:moveTo>
                    <a:pt x="440075" y="0"/>
                  </a:moveTo>
                  <a:lnTo>
                    <a:pt x="354554" y="0"/>
                  </a:lnTo>
                  <a:lnTo>
                    <a:pt x="273710" y="4765"/>
                  </a:lnTo>
                  <a:lnTo>
                    <a:pt x="198211" y="11934"/>
                  </a:lnTo>
                  <a:lnTo>
                    <a:pt x="126053" y="23849"/>
                  </a:lnTo>
                  <a:lnTo>
                    <a:pt x="72158" y="35763"/>
                  </a:lnTo>
                  <a:lnTo>
                    <a:pt x="28952" y="49608"/>
                  </a:lnTo>
                  <a:lnTo>
                    <a:pt x="0" y="90138"/>
                  </a:lnTo>
                  <a:lnTo>
                    <a:pt x="7349" y="106818"/>
                  </a:lnTo>
                  <a:lnTo>
                    <a:pt x="72158" y="142109"/>
                  </a:lnTo>
                  <a:lnTo>
                    <a:pt x="126053" y="151641"/>
                  </a:lnTo>
                  <a:lnTo>
                    <a:pt x="198211" y="163576"/>
                  </a:lnTo>
                  <a:lnTo>
                    <a:pt x="273710" y="173107"/>
                  </a:lnTo>
                  <a:lnTo>
                    <a:pt x="354554" y="175490"/>
                  </a:lnTo>
                  <a:lnTo>
                    <a:pt x="440075" y="175490"/>
                  </a:lnTo>
                  <a:lnTo>
                    <a:pt x="520918" y="173107"/>
                  </a:lnTo>
                  <a:lnTo>
                    <a:pt x="601317" y="163576"/>
                  </a:lnTo>
                  <a:lnTo>
                    <a:pt x="722471" y="142109"/>
                  </a:lnTo>
                  <a:lnTo>
                    <a:pt x="765008" y="125901"/>
                  </a:lnTo>
                  <a:lnTo>
                    <a:pt x="802646" y="90138"/>
                  </a:lnTo>
                  <a:lnTo>
                    <a:pt x="791956" y="71054"/>
                  </a:lnTo>
                  <a:lnTo>
                    <a:pt x="722471" y="35763"/>
                  </a:lnTo>
                  <a:lnTo>
                    <a:pt x="668575" y="23849"/>
                  </a:lnTo>
                  <a:lnTo>
                    <a:pt x="601317" y="11934"/>
                  </a:lnTo>
                  <a:lnTo>
                    <a:pt x="520918" y="4765"/>
                  </a:lnTo>
                  <a:lnTo>
                    <a:pt x="4400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5503863" y="4792812"/>
              <a:ext cx="803275" cy="460375"/>
            </a:xfrm>
            <a:custGeom>
              <a:avLst/>
              <a:gdLst/>
              <a:ahLst/>
              <a:cxnLst/>
              <a:rect l="l" t="t" r="r" b="b"/>
              <a:pathLst>
                <a:path w="803275" h="460375">
                  <a:moveTo>
                    <a:pt x="0" y="374830"/>
                  </a:moveTo>
                  <a:lnTo>
                    <a:pt x="28952" y="334300"/>
                  </a:lnTo>
                  <a:lnTo>
                    <a:pt x="72158" y="320456"/>
                  </a:lnTo>
                  <a:lnTo>
                    <a:pt x="126053" y="308541"/>
                  </a:lnTo>
                  <a:lnTo>
                    <a:pt x="198211" y="296626"/>
                  </a:lnTo>
                  <a:lnTo>
                    <a:pt x="273710" y="289458"/>
                  </a:lnTo>
                  <a:lnTo>
                    <a:pt x="354554" y="284692"/>
                  </a:lnTo>
                  <a:lnTo>
                    <a:pt x="440075" y="284692"/>
                  </a:lnTo>
                  <a:lnTo>
                    <a:pt x="520918" y="289458"/>
                  </a:lnTo>
                  <a:lnTo>
                    <a:pt x="601317" y="296626"/>
                  </a:lnTo>
                  <a:lnTo>
                    <a:pt x="668575" y="308541"/>
                  </a:lnTo>
                  <a:lnTo>
                    <a:pt x="722471" y="320456"/>
                  </a:lnTo>
                  <a:lnTo>
                    <a:pt x="765008" y="334300"/>
                  </a:lnTo>
                  <a:lnTo>
                    <a:pt x="802646" y="374830"/>
                  </a:lnTo>
                  <a:lnTo>
                    <a:pt x="791956" y="391511"/>
                  </a:lnTo>
                  <a:lnTo>
                    <a:pt x="765008" y="410594"/>
                  </a:lnTo>
                  <a:lnTo>
                    <a:pt x="722471" y="426802"/>
                  </a:lnTo>
                  <a:lnTo>
                    <a:pt x="668575" y="436333"/>
                  </a:lnTo>
                  <a:lnTo>
                    <a:pt x="601317" y="448268"/>
                  </a:lnTo>
                  <a:lnTo>
                    <a:pt x="520918" y="457800"/>
                  </a:lnTo>
                  <a:lnTo>
                    <a:pt x="440075" y="460183"/>
                  </a:lnTo>
                  <a:lnTo>
                    <a:pt x="354554" y="460183"/>
                  </a:lnTo>
                  <a:lnTo>
                    <a:pt x="273710" y="457800"/>
                  </a:lnTo>
                  <a:lnTo>
                    <a:pt x="198211" y="448268"/>
                  </a:lnTo>
                  <a:lnTo>
                    <a:pt x="126053" y="436333"/>
                  </a:lnTo>
                  <a:lnTo>
                    <a:pt x="72158" y="426802"/>
                  </a:lnTo>
                  <a:lnTo>
                    <a:pt x="28952" y="410594"/>
                  </a:lnTo>
                  <a:lnTo>
                    <a:pt x="7349" y="391511"/>
                  </a:lnTo>
                  <a:lnTo>
                    <a:pt x="0" y="374830"/>
                  </a:lnTo>
                  <a:close/>
                </a:path>
                <a:path w="803275" h="460375">
                  <a:moveTo>
                    <a:pt x="0" y="90138"/>
                  </a:moveTo>
                  <a:lnTo>
                    <a:pt x="28952" y="49588"/>
                  </a:lnTo>
                  <a:lnTo>
                    <a:pt x="72158" y="35763"/>
                  </a:lnTo>
                  <a:lnTo>
                    <a:pt x="126053" y="23849"/>
                  </a:lnTo>
                  <a:lnTo>
                    <a:pt x="198211" y="11914"/>
                  </a:lnTo>
                  <a:lnTo>
                    <a:pt x="273710" y="4765"/>
                  </a:lnTo>
                  <a:lnTo>
                    <a:pt x="354554" y="0"/>
                  </a:lnTo>
                  <a:lnTo>
                    <a:pt x="440075" y="0"/>
                  </a:lnTo>
                  <a:lnTo>
                    <a:pt x="520918" y="4765"/>
                  </a:lnTo>
                  <a:lnTo>
                    <a:pt x="601317" y="11914"/>
                  </a:lnTo>
                  <a:lnTo>
                    <a:pt x="668575" y="23849"/>
                  </a:lnTo>
                  <a:lnTo>
                    <a:pt x="722471" y="35763"/>
                  </a:lnTo>
                  <a:lnTo>
                    <a:pt x="765008" y="49588"/>
                  </a:lnTo>
                  <a:lnTo>
                    <a:pt x="802646" y="90138"/>
                  </a:lnTo>
                  <a:lnTo>
                    <a:pt x="791956" y="106818"/>
                  </a:lnTo>
                  <a:lnTo>
                    <a:pt x="765008" y="125901"/>
                  </a:lnTo>
                  <a:lnTo>
                    <a:pt x="722471" y="142109"/>
                  </a:lnTo>
                  <a:lnTo>
                    <a:pt x="668575" y="151641"/>
                  </a:lnTo>
                  <a:lnTo>
                    <a:pt x="601317" y="163576"/>
                  </a:lnTo>
                  <a:lnTo>
                    <a:pt x="520918" y="173107"/>
                  </a:lnTo>
                  <a:lnTo>
                    <a:pt x="440075" y="175490"/>
                  </a:lnTo>
                  <a:lnTo>
                    <a:pt x="354554" y="175490"/>
                  </a:lnTo>
                  <a:lnTo>
                    <a:pt x="273710" y="173107"/>
                  </a:lnTo>
                  <a:lnTo>
                    <a:pt x="198211" y="163576"/>
                  </a:lnTo>
                  <a:lnTo>
                    <a:pt x="126053" y="151641"/>
                  </a:lnTo>
                  <a:lnTo>
                    <a:pt x="72158" y="142109"/>
                  </a:lnTo>
                  <a:lnTo>
                    <a:pt x="28952" y="125901"/>
                  </a:lnTo>
                  <a:lnTo>
                    <a:pt x="7349" y="106818"/>
                  </a:lnTo>
                  <a:lnTo>
                    <a:pt x="0" y="90138"/>
                  </a:lnTo>
                  <a:close/>
                </a:path>
              </a:pathLst>
            </a:custGeom>
            <a:ln w="152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5455313" y="5039361"/>
              <a:ext cx="894715" cy="130810"/>
            </a:xfrm>
            <a:custGeom>
              <a:avLst/>
              <a:gdLst/>
              <a:ahLst/>
              <a:cxnLst/>
              <a:rect l="l" t="t" r="r" b="b"/>
              <a:pathLst>
                <a:path w="894714" h="130810">
                  <a:moveTo>
                    <a:pt x="894425" y="0"/>
                  </a:moveTo>
                  <a:lnTo>
                    <a:pt x="0" y="0"/>
                  </a:lnTo>
                  <a:lnTo>
                    <a:pt x="0" y="130663"/>
                  </a:lnTo>
                  <a:lnTo>
                    <a:pt x="894425" y="130663"/>
                  </a:lnTo>
                  <a:lnTo>
                    <a:pt x="8944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5503863" y="4871015"/>
              <a:ext cx="805815" cy="306705"/>
            </a:xfrm>
            <a:custGeom>
              <a:avLst/>
              <a:gdLst/>
              <a:ahLst/>
              <a:cxnLst/>
              <a:rect l="l" t="t" r="r" b="b"/>
              <a:pathLst>
                <a:path w="805814" h="306704">
                  <a:moveTo>
                    <a:pt x="0" y="0"/>
                  </a:moveTo>
                  <a:lnTo>
                    <a:pt x="0" y="306158"/>
                  </a:lnTo>
                </a:path>
                <a:path w="805814" h="306704">
                  <a:moveTo>
                    <a:pt x="805542" y="0"/>
                  </a:moveTo>
                  <a:lnTo>
                    <a:pt x="805542" y="306158"/>
                  </a:lnTo>
                </a:path>
              </a:pathLst>
            </a:custGeom>
            <a:ln w="152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5503863" y="4745606"/>
              <a:ext cx="803275" cy="175895"/>
            </a:xfrm>
            <a:custGeom>
              <a:avLst/>
              <a:gdLst/>
              <a:ahLst/>
              <a:cxnLst/>
              <a:rect l="l" t="t" r="r" b="b"/>
              <a:pathLst>
                <a:path w="803275" h="175895">
                  <a:moveTo>
                    <a:pt x="440075" y="0"/>
                  </a:moveTo>
                  <a:lnTo>
                    <a:pt x="354554" y="0"/>
                  </a:lnTo>
                  <a:lnTo>
                    <a:pt x="273710" y="4293"/>
                  </a:lnTo>
                  <a:lnTo>
                    <a:pt x="198211" y="11442"/>
                  </a:lnTo>
                  <a:lnTo>
                    <a:pt x="126053" y="23356"/>
                  </a:lnTo>
                  <a:lnTo>
                    <a:pt x="72158" y="35291"/>
                  </a:lnTo>
                  <a:lnTo>
                    <a:pt x="28952" y="49588"/>
                  </a:lnTo>
                  <a:lnTo>
                    <a:pt x="0" y="90118"/>
                  </a:lnTo>
                  <a:lnTo>
                    <a:pt x="7349" y="106346"/>
                  </a:lnTo>
                  <a:lnTo>
                    <a:pt x="72158" y="142109"/>
                  </a:lnTo>
                  <a:lnTo>
                    <a:pt x="126053" y="151641"/>
                  </a:lnTo>
                  <a:lnTo>
                    <a:pt x="198211" y="163556"/>
                  </a:lnTo>
                  <a:lnTo>
                    <a:pt x="273710" y="173107"/>
                  </a:lnTo>
                  <a:lnTo>
                    <a:pt x="354554" y="175490"/>
                  </a:lnTo>
                  <a:lnTo>
                    <a:pt x="440075" y="175490"/>
                  </a:lnTo>
                  <a:lnTo>
                    <a:pt x="520918" y="173107"/>
                  </a:lnTo>
                  <a:lnTo>
                    <a:pt x="601317" y="163556"/>
                  </a:lnTo>
                  <a:lnTo>
                    <a:pt x="722471" y="142109"/>
                  </a:lnTo>
                  <a:lnTo>
                    <a:pt x="765008" y="125409"/>
                  </a:lnTo>
                  <a:lnTo>
                    <a:pt x="802646" y="90118"/>
                  </a:lnTo>
                  <a:lnTo>
                    <a:pt x="791956" y="71054"/>
                  </a:lnTo>
                  <a:lnTo>
                    <a:pt x="722471" y="35291"/>
                  </a:lnTo>
                  <a:lnTo>
                    <a:pt x="668575" y="23356"/>
                  </a:lnTo>
                  <a:lnTo>
                    <a:pt x="601317" y="11442"/>
                  </a:lnTo>
                  <a:lnTo>
                    <a:pt x="520918" y="4293"/>
                  </a:lnTo>
                  <a:lnTo>
                    <a:pt x="4400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5503863" y="4460913"/>
              <a:ext cx="803275" cy="460375"/>
            </a:xfrm>
            <a:custGeom>
              <a:avLst/>
              <a:gdLst/>
              <a:ahLst/>
              <a:cxnLst/>
              <a:rect l="l" t="t" r="r" b="b"/>
              <a:pathLst>
                <a:path w="803275" h="460375">
                  <a:moveTo>
                    <a:pt x="0" y="374810"/>
                  </a:moveTo>
                  <a:lnTo>
                    <a:pt x="28952" y="334281"/>
                  </a:lnTo>
                  <a:lnTo>
                    <a:pt x="72158" y="319983"/>
                  </a:lnTo>
                  <a:lnTo>
                    <a:pt x="126053" y="308049"/>
                  </a:lnTo>
                  <a:lnTo>
                    <a:pt x="198211" y="296134"/>
                  </a:lnTo>
                  <a:lnTo>
                    <a:pt x="273710" y="288985"/>
                  </a:lnTo>
                  <a:lnTo>
                    <a:pt x="354554" y="284692"/>
                  </a:lnTo>
                  <a:lnTo>
                    <a:pt x="440075" y="284692"/>
                  </a:lnTo>
                  <a:lnTo>
                    <a:pt x="520918" y="288985"/>
                  </a:lnTo>
                  <a:lnTo>
                    <a:pt x="601317" y="296134"/>
                  </a:lnTo>
                  <a:lnTo>
                    <a:pt x="668575" y="308049"/>
                  </a:lnTo>
                  <a:lnTo>
                    <a:pt x="722471" y="319983"/>
                  </a:lnTo>
                  <a:lnTo>
                    <a:pt x="765008" y="334281"/>
                  </a:lnTo>
                  <a:lnTo>
                    <a:pt x="802646" y="374810"/>
                  </a:lnTo>
                  <a:lnTo>
                    <a:pt x="791956" y="391038"/>
                  </a:lnTo>
                  <a:lnTo>
                    <a:pt x="765008" y="410101"/>
                  </a:lnTo>
                  <a:lnTo>
                    <a:pt x="722471" y="426802"/>
                  </a:lnTo>
                  <a:lnTo>
                    <a:pt x="668575" y="436333"/>
                  </a:lnTo>
                  <a:lnTo>
                    <a:pt x="601317" y="448248"/>
                  </a:lnTo>
                  <a:lnTo>
                    <a:pt x="520918" y="457800"/>
                  </a:lnTo>
                  <a:lnTo>
                    <a:pt x="440075" y="460183"/>
                  </a:lnTo>
                  <a:lnTo>
                    <a:pt x="354554" y="460183"/>
                  </a:lnTo>
                  <a:lnTo>
                    <a:pt x="273710" y="457800"/>
                  </a:lnTo>
                  <a:lnTo>
                    <a:pt x="198211" y="448248"/>
                  </a:lnTo>
                  <a:lnTo>
                    <a:pt x="126053" y="436333"/>
                  </a:lnTo>
                  <a:lnTo>
                    <a:pt x="72158" y="426802"/>
                  </a:lnTo>
                  <a:lnTo>
                    <a:pt x="28952" y="410101"/>
                  </a:lnTo>
                  <a:lnTo>
                    <a:pt x="7349" y="391038"/>
                  </a:lnTo>
                  <a:lnTo>
                    <a:pt x="0" y="374810"/>
                  </a:lnTo>
                  <a:close/>
                </a:path>
                <a:path w="803275" h="460375">
                  <a:moveTo>
                    <a:pt x="0" y="90118"/>
                  </a:moveTo>
                  <a:lnTo>
                    <a:pt x="28952" y="49588"/>
                  </a:lnTo>
                  <a:lnTo>
                    <a:pt x="72158" y="35271"/>
                  </a:lnTo>
                  <a:lnTo>
                    <a:pt x="126053" y="23356"/>
                  </a:lnTo>
                  <a:lnTo>
                    <a:pt x="198211" y="11442"/>
                  </a:lnTo>
                  <a:lnTo>
                    <a:pt x="273710" y="4765"/>
                  </a:lnTo>
                  <a:lnTo>
                    <a:pt x="354554" y="0"/>
                  </a:lnTo>
                  <a:lnTo>
                    <a:pt x="440075" y="0"/>
                  </a:lnTo>
                  <a:lnTo>
                    <a:pt x="520918" y="4765"/>
                  </a:lnTo>
                  <a:lnTo>
                    <a:pt x="601317" y="11442"/>
                  </a:lnTo>
                  <a:lnTo>
                    <a:pt x="668575" y="23356"/>
                  </a:lnTo>
                  <a:lnTo>
                    <a:pt x="722471" y="35271"/>
                  </a:lnTo>
                  <a:lnTo>
                    <a:pt x="765008" y="49588"/>
                  </a:lnTo>
                  <a:lnTo>
                    <a:pt x="802646" y="90118"/>
                  </a:lnTo>
                  <a:lnTo>
                    <a:pt x="791956" y="106326"/>
                  </a:lnTo>
                  <a:lnTo>
                    <a:pt x="765008" y="125409"/>
                  </a:lnTo>
                  <a:lnTo>
                    <a:pt x="722471" y="142109"/>
                  </a:lnTo>
                  <a:lnTo>
                    <a:pt x="668575" y="151641"/>
                  </a:lnTo>
                  <a:lnTo>
                    <a:pt x="601317" y="163556"/>
                  </a:lnTo>
                  <a:lnTo>
                    <a:pt x="520918" y="173107"/>
                  </a:lnTo>
                  <a:lnTo>
                    <a:pt x="440075" y="175490"/>
                  </a:lnTo>
                  <a:lnTo>
                    <a:pt x="354554" y="175490"/>
                  </a:lnTo>
                  <a:lnTo>
                    <a:pt x="273710" y="173107"/>
                  </a:lnTo>
                  <a:lnTo>
                    <a:pt x="198211" y="163556"/>
                  </a:lnTo>
                  <a:lnTo>
                    <a:pt x="126053" y="151641"/>
                  </a:lnTo>
                  <a:lnTo>
                    <a:pt x="72158" y="142109"/>
                  </a:lnTo>
                  <a:lnTo>
                    <a:pt x="28952" y="125409"/>
                  </a:lnTo>
                  <a:lnTo>
                    <a:pt x="7349" y="106326"/>
                  </a:lnTo>
                  <a:lnTo>
                    <a:pt x="0" y="90118"/>
                  </a:lnTo>
                  <a:close/>
                </a:path>
              </a:pathLst>
            </a:custGeom>
            <a:ln w="152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5455313" y="4707443"/>
              <a:ext cx="894715" cy="130810"/>
            </a:xfrm>
            <a:custGeom>
              <a:avLst/>
              <a:gdLst/>
              <a:ahLst/>
              <a:cxnLst/>
              <a:rect l="l" t="t" r="r" b="b"/>
              <a:pathLst>
                <a:path w="894714" h="130810">
                  <a:moveTo>
                    <a:pt x="894425" y="0"/>
                  </a:moveTo>
                  <a:lnTo>
                    <a:pt x="0" y="0"/>
                  </a:lnTo>
                  <a:lnTo>
                    <a:pt x="0" y="130663"/>
                  </a:lnTo>
                  <a:lnTo>
                    <a:pt x="894425" y="130663"/>
                  </a:lnTo>
                  <a:lnTo>
                    <a:pt x="8944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5503863" y="4539117"/>
              <a:ext cx="805815" cy="306070"/>
            </a:xfrm>
            <a:custGeom>
              <a:avLst/>
              <a:gdLst/>
              <a:ahLst/>
              <a:cxnLst/>
              <a:rect l="l" t="t" r="r" b="b"/>
              <a:pathLst>
                <a:path w="805814" h="306070">
                  <a:moveTo>
                    <a:pt x="0" y="0"/>
                  </a:moveTo>
                  <a:lnTo>
                    <a:pt x="0" y="305666"/>
                  </a:lnTo>
                </a:path>
                <a:path w="805814" h="306070">
                  <a:moveTo>
                    <a:pt x="805542" y="0"/>
                  </a:moveTo>
                  <a:lnTo>
                    <a:pt x="805542" y="305666"/>
                  </a:lnTo>
                </a:path>
              </a:pathLst>
            </a:custGeom>
            <a:ln w="152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5503863" y="4417981"/>
              <a:ext cx="803275" cy="175895"/>
            </a:xfrm>
            <a:custGeom>
              <a:avLst/>
              <a:gdLst/>
              <a:ahLst/>
              <a:cxnLst/>
              <a:rect l="l" t="t" r="r" b="b"/>
              <a:pathLst>
                <a:path w="803275" h="175895">
                  <a:moveTo>
                    <a:pt x="440075" y="0"/>
                  </a:moveTo>
                  <a:lnTo>
                    <a:pt x="354554" y="0"/>
                  </a:lnTo>
                  <a:lnTo>
                    <a:pt x="273710" y="2382"/>
                  </a:lnTo>
                  <a:lnTo>
                    <a:pt x="198211" y="11934"/>
                  </a:lnTo>
                  <a:lnTo>
                    <a:pt x="126053" y="23849"/>
                  </a:lnTo>
                  <a:lnTo>
                    <a:pt x="72158" y="33380"/>
                  </a:lnTo>
                  <a:lnTo>
                    <a:pt x="28952" y="49608"/>
                  </a:lnTo>
                  <a:lnTo>
                    <a:pt x="0" y="90138"/>
                  </a:lnTo>
                  <a:lnTo>
                    <a:pt x="7349" y="104435"/>
                  </a:lnTo>
                  <a:lnTo>
                    <a:pt x="72158" y="140199"/>
                  </a:lnTo>
                  <a:lnTo>
                    <a:pt x="126053" y="151661"/>
                  </a:lnTo>
                  <a:lnTo>
                    <a:pt x="198211" y="163576"/>
                  </a:lnTo>
                  <a:lnTo>
                    <a:pt x="273710" y="170724"/>
                  </a:lnTo>
                  <a:lnTo>
                    <a:pt x="354554" y="175490"/>
                  </a:lnTo>
                  <a:lnTo>
                    <a:pt x="440075" y="175490"/>
                  </a:lnTo>
                  <a:lnTo>
                    <a:pt x="520918" y="170724"/>
                  </a:lnTo>
                  <a:lnTo>
                    <a:pt x="601317" y="163576"/>
                  </a:lnTo>
                  <a:lnTo>
                    <a:pt x="668575" y="151661"/>
                  </a:lnTo>
                  <a:lnTo>
                    <a:pt x="722471" y="140199"/>
                  </a:lnTo>
                  <a:lnTo>
                    <a:pt x="765008" y="125901"/>
                  </a:lnTo>
                  <a:lnTo>
                    <a:pt x="802646" y="90138"/>
                  </a:lnTo>
                  <a:lnTo>
                    <a:pt x="791956" y="68671"/>
                  </a:lnTo>
                  <a:lnTo>
                    <a:pt x="722471" y="33380"/>
                  </a:lnTo>
                  <a:lnTo>
                    <a:pt x="601317" y="11934"/>
                  </a:lnTo>
                  <a:lnTo>
                    <a:pt x="520918" y="2382"/>
                  </a:lnTo>
                  <a:lnTo>
                    <a:pt x="4400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5503863" y="4133210"/>
              <a:ext cx="803275" cy="460375"/>
            </a:xfrm>
            <a:custGeom>
              <a:avLst/>
              <a:gdLst/>
              <a:ahLst/>
              <a:cxnLst/>
              <a:rect l="l" t="t" r="r" b="b"/>
              <a:pathLst>
                <a:path w="803275" h="460375">
                  <a:moveTo>
                    <a:pt x="0" y="374909"/>
                  </a:moveTo>
                  <a:lnTo>
                    <a:pt x="28952" y="334379"/>
                  </a:lnTo>
                  <a:lnTo>
                    <a:pt x="72158" y="318151"/>
                  </a:lnTo>
                  <a:lnTo>
                    <a:pt x="126053" y="308620"/>
                  </a:lnTo>
                  <a:lnTo>
                    <a:pt x="198211" y="296705"/>
                  </a:lnTo>
                  <a:lnTo>
                    <a:pt x="273710" y="287154"/>
                  </a:lnTo>
                  <a:lnTo>
                    <a:pt x="354554" y="284771"/>
                  </a:lnTo>
                  <a:lnTo>
                    <a:pt x="440075" y="284771"/>
                  </a:lnTo>
                  <a:lnTo>
                    <a:pt x="520918" y="287154"/>
                  </a:lnTo>
                  <a:lnTo>
                    <a:pt x="601317" y="296705"/>
                  </a:lnTo>
                  <a:lnTo>
                    <a:pt x="668575" y="308620"/>
                  </a:lnTo>
                  <a:lnTo>
                    <a:pt x="722471" y="318151"/>
                  </a:lnTo>
                  <a:lnTo>
                    <a:pt x="765008" y="334379"/>
                  </a:lnTo>
                  <a:lnTo>
                    <a:pt x="791956" y="353443"/>
                  </a:lnTo>
                  <a:lnTo>
                    <a:pt x="802646" y="374909"/>
                  </a:lnTo>
                  <a:lnTo>
                    <a:pt x="791956" y="389206"/>
                  </a:lnTo>
                  <a:lnTo>
                    <a:pt x="722471" y="424970"/>
                  </a:lnTo>
                  <a:lnTo>
                    <a:pt x="668575" y="436432"/>
                  </a:lnTo>
                  <a:lnTo>
                    <a:pt x="601317" y="448347"/>
                  </a:lnTo>
                  <a:lnTo>
                    <a:pt x="520918" y="455495"/>
                  </a:lnTo>
                  <a:lnTo>
                    <a:pt x="440075" y="460261"/>
                  </a:lnTo>
                  <a:lnTo>
                    <a:pt x="354554" y="460261"/>
                  </a:lnTo>
                  <a:lnTo>
                    <a:pt x="273710" y="455495"/>
                  </a:lnTo>
                  <a:lnTo>
                    <a:pt x="198211" y="448347"/>
                  </a:lnTo>
                  <a:lnTo>
                    <a:pt x="126053" y="436432"/>
                  </a:lnTo>
                  <a:lnTo>
                    <a:pt x="72158" y="424970"/>
                  </a:lnTo>
                  <a:lnTo>
                    <a:pt x="28952" y="410673"/>
                  </a:lnTo>
                  <a:lnTo>
                    <a:pt x="7349" y="389206"/>
                  </a:lnTo>
                  <a:lnTo>
                    <a:pt x="0" y="374909"/>
                  </a:lnTo>
                  <a:close/>
                </a:path>
                <a:path w="803275" h="460375">
                  <a:moveTo>
                    <a:pt x="0" y="90197"/>
                  </a:moveTo>
                  <a:lnTo>
                    <a:pt x="28952" y="50218"/>
                  </a:lnTo>
                  <a:lnTo>
                    <a:pt x="72158" y="33479"/>
                  </a:lnTo>
                  <a:lnTo>
                    <a:pt x="126053" y="23829"/>
                  </a:lnTo>
                  <a:lnTo>
                    <a:pt x="198211" y="12013"/>
                  </a:lnTo>
                  <a:lnTo>
                    <a:pt x="273710" y="2560"/>
                  </a:lnTo>
                  <a:lnTo>
                    <a:pt x="354554" y="0"/>
                  </a:lnTo>
                  <a:lnTo>
                    <a:pt x="440075" y="0"/>
                  </a:lnTo>
                  <a:lnTo>
                    <a:pt x="520918" y="2560"/>
                  </a:lnTo>
                  <a:lnTo>
                    <a:pt x="601317" y="12013"/>
                  </a:lnTo>
                  <a:lnTo>
                    <a:pt x="668575" y="23829"/>
                  </a:lnTo>
                  <a:lnTo>
                    <a:pt x="722471" y="33479"/>
                  </a:lnTo>
                  <a:lnTo>
                    <a:pt x="765008" y="50218"/>
                  </a:lnTo>
                  <a:lnTo>
                    <a:pt x="802646" y="90197"/>
                  </a:lnTo>
                  <a:lnTo>
                    <a:pt x="791956" y="104573"/>
                  </a:lnTo>
                  <a:lnTo>
                    <a:pt x="722471" y="140219"/>
                  </a:lnTo>
                  <a:lnTo>
                    <a:pt x="668575" y="151641"/>
                  </a:lnTo>
                  <a:lnTo>
                    <a:pt x="601317" y="163654"/>
                  </a:lnTo>
                  <a:lnTo>
                    <a:pt x="520918" y="170744"/>
                  </a:lnTo>
                  <a:lnTo>
                    <a:pt x="440075" y="175667"/>
                  </a:lnTo>
                  <a:lnTo>
                    <a:pt x="354554" y="175667"/>
                  </a:lnTo>
                  <a:lnTo>
                    <a:pt x="273710" y="170744"/>
                  </a:lnTo>
                  <a:lnTo>
                    <a:pt x="198211" y="163654"/>
                  </a:lnTo>
                  <a:lnTo>
                    <a:pt x="126053" y="151641"/>
                  </a:lnTo>
                  <a:lnTo>
                    <a:pt x="72158" y="140219"/>
                  </a:lnTo>
                  <a:lnTo>
                    <a:pt x="28952" y="126039"/>
                  </a:lnTo>
                  <a:lnTo>
                    <a:pt x="0" y="90197"/>
                  </a:lnTo>
                  <a:close/>
                </a:path>
              </a:pathLst>
            </a:custGeom>
            <a:ln w="152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5455313" y="4379838"/>
              <a:ext cx="894715" cy="130810"/>
            </a:xfrm>
            <a:custGeom>
              <a:avLst/>
              <a:gdLst/>
              <a:ahLst/>
              <a:cxnLst/>
              <a:rect l="l" t="t" r="r" b="b"/>
              <a:pathLst>
                <a:path w="894714" h="130810">
                  <a:moveTo>
                    <a:pt x="894425" y="0"/>
                  </a:moveTo>
                  <a:lnTo>
                    <a:pt x="0" y="0"/>
                  </a:lnTo>
                  <a:lnTo>
                    <a:pt x="0" y="130663"/>
                  </a:lnTo>
                  <a:lnTo>
                    <a:pt x="894425" y="130663"/>
                  </a:lnTo>
                  <a:lnTo>
                    <a:pt x="8944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5503863" y="4209031"/>
              <a:ext cx="805815" cy="306705"/>
            </a:xfrm>
            <a:custGeom>
              <a:avLst/>
              <a:gdLst/>
              <a:ahLst/>
              <a:cxnLst/>
              <a:rect l="l" t="t" r="r" b="b"/>
              <a:pathLst>
                <a:path w="805814" h="306704">
                  <a:moveTo>
                    <a:pt x="0" y="0"/>
                  </a:moveTo>
                  <a:lnTo>
                    <a:pt x="0" y="306237"/>
                  </a:lnTo>
                </a:path>
                <a:path w="805814" h="306704">
                  <a:moveTo>
                    <a:pt x="805542" y="0"/>
                  </a:moveTo>
                  <a:lnTo>
                    <a:pt x="805542" y="306237"/>
                  </a:lnTo>
                </a:path>
              </a:pathLst>
            </a:custGeom>
            <a:ln w="152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7" name="object 87" descr=""/>
          <p:cNvSpPr txBox="1"/>
          <p:nvPr/>
        </p:nvSpPr>
        <p:spPr>
          <a:xfrm>
            <a:off x="5603632" y="4989109"/>
            <a:ext cx="659130" cy="2044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50" spc="85" b="1">
                <a:solidFill>
                  <a:srgbClr val="000080"/>
                </a:solidFill>
                <a:latin typeface="Times New Roman"/>
                <a:cs typeface="Times New Roman"/>
              </a:rPr>
              <a:t>2</a:t>
            </a:r>
            <a:r>
              <a:rPr dirty="0" sz="1150" spc="45" b="1">
                <a:solidFill>
                  <a:srgbClr val="000080"/>
                </a:solidFill>
                <a:latin typeface="Times New Roman"/>
                <a:cs typeface="Times New Roman"/>
              </a:rPr>
              <a:t> </a:t>
            </a:r>
            <a:r>
              <a:rPr dirty="0" sz="1150" spc="150" b="1">
                <a:solidFill>
                  <a:srgbClr val="000080"/>
                </a:solidFill>
                <a:latin typeface="宋体"/>
                <a:cs typeface="宋体"/>
              </a:rPr>
              <a:t>的校验</a:t>
            </a:r>
            <a:endParaRPr sz="1150">
              <a:latin typeface="宋体"/>
              <a:cs typeface="宋体"/>
            </a:endParaRPr>
          </a:p>
        </p:txBody>
      </p:sp>
      <p:grpSp>
        <p:nvGrpSpPr>
          <p:cNvPr id="88" name="object 88" descr=""/>
          <p:cNvGrpSpPr/>
          <p:nvPr/>
        </p:nvGrpSpPr>
        <p:grpSpPr>
          <a:xfrm>
            <a:off x="6631444" y="4125907"/>
            <a:ext cx="892175" cy="1464945"/>
            <a:chOff x="6631444" y="4125907"/>
            <a:chExt cx="892175" cy="1464945"/>
          </a:xfrm>
        </p:grpSpPr>
        <p:sp>
          <p:nvSpPr>
            <p:cNvPr id="89" name="object 89" descr=""/>
            <p:cNvSpPr/>
            <p:nvPr/>
          </p:nvSpPr>
          <p:spPr>
            <a:xfrm>
              <a:off x="6677323" y="5404636"/>
              <a:ext cx="803910" cy="178435"/>
            </a:xfrm>
            <a:custGeom>
              <a:avLst/>
              <a:gdLst/>
              <a:ahLst/>
              <a:cxnLst/>
              <a:rect l="l" t="t" r="r" b="b"/>
              <a:pathLst>
                <a:path w="803909" h="178435">
                  <a:moveTo>
                    <a:pt x="443415" y="0"/>
                  </a:moveTo>
                  <a:lnTo>
                    <a:pt x="357226" y="0"/>
                  </a:lnTo>
                  <a:lnTo>
                    <a:pt x="277051" y="4785"/>
                  </a:lnTo>
                  <a:lnTo>
                    <a:pt x="201552" y="11934"/>
                  </a:lnTo>
                  <a:lnTo>
                    <a:pt x="128726" y="23849"/>
                  </a:lnTo>
                  <a:lnTo>
                    <a:pt x="75498" y="35783"/>
                  </a:lnTo>
                  <a:lnTo>
                    <a:pt x="29620" y="52464"/>
                  </a:lnTo>
                  <a:lnTo>
                    <a:pt x="0" y="90610"/>
                  </a:lnTo>
                  <a:lnTo>
                    <a:pt x="8017" y="106838"/>
                  </a:lnTo>
                  <a:lnTo>
                    <a:pt x="75498" y="142602"/>
                  </a:lnTo>
                  <a:lnTo>
                    <a:pt x="128726" y="154516"/>
                  </a:lnTo>
                  <a:lnTo>
                    <a:pt x="201552" y="166431"/>
                  </a:lnTo>
                  <a:lnTo>
                    <a:pt x="277051" y="173600"/>
                  </a:lnTo>
                  <a:lnTo>
                    <a:pt x="357226" y="178365"/>
                  </a:lnTo>
                  <a:lnTo>
                    <a:pt x="443415" y="178365"/>
                  </a:lnTo>
                  <a:lnTo>
                    <a:pt x="520918" y="173600"/>
                  </a:lnTo>
                  <a:lnTo>
                    <a:pt x="601762" y="166431"/>
                  </a:lnTo>
                  <a:lnTo>
                    <a:pt x="668575" y="154516"/>
                  </a:lnTo>
                  <a:lnTo>
                    <a:pt x="722471" y="142602"/>
                  </a:lnTo>
                  <a:lnTo>
                    <a:pt x="768349" y="125901"/>
                  </a:lnTo>
                  <a:lnTo>
                    <a:pt x="803315" y="90610"/>
                  </a:lnTo>
                  <a:lnTo>
                    <a:pt x="795297" y="71547"/>
                  </a:lnTo>
                  <a:lnTo>
                    <a:pt x="722471" y="35783"/>
                  </a:lnTo>
                  <a:lnTo>
                    <a:pt x="668575" y="23849"/>
                  </a:lnTo>
                  <a:lnTo>
                    <a:pt x="601762" y="11934"/>
                  </a:lnTo>
                  <a:lnTo>
                    <a:pt x="520918" y="4785"/>
                  </a:lnTo>
                  <a:lnTo>
                    <a:pt x="4434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6677323" y="5120436"/>
              <a:ext cx="803910" cy="462915"/>
            </a:xfrm>
            <a:custGeom>
              <a:avLst/>
              <a:gdLst/>
              <a:ahLst/>
              <a:cxnLst/>
              <a:rect l="l" t="t" r="r" b="b"/>
              <a:pathLst>
                <a:path w="803909" h="462914">
                  <a:moveTo>
                    <a:pt x="0" y="374810"/>
                  </a:moveTo>
                  <a:lnTo>
                    <a:pt x="29620" y="336664"/>
                  </a:lnTo>
                  <a:lnTo>
                    <a:pt x="75498" y="319983"/>
                  </a:lnTo>
                  <a:lnTo>
                    <a:pt x="128726" y="308049"/>
                  </a:lnTo>
                  <a:lnTo>
                    <a:pt x="201552" y="296134"/>
                  </a:lnTo>
                  <a:lnTo>
                    <a:pt x="277051" y="288985"/>
                  </a:lnTo>
                  <a:lnTo>
                    <a:pt x="357226" y="284200"/>
                  </a:lnTo>
                  <a:lnTo>
                    <a:pt x="443415" y="284200"/>
                  </a:lnTo>
                  <a:lnTo>
                    <a:pt x="520918" y="288985"/>
                  </a:lnTo>
                  <a:lnTo>
                    <a:pt x="601762" y="296134"/>
                  </a:lnTo>
                  <a:lnTo>
                    <a:pt x="668575" y="308049"/>
                  </a:lnTo>
                  <a:lnTo>
                    <a:pt x="722471" y="319983"/>
                  </a:lnTo>
                  <a:lnTo>
                    <a:pt x="768349" y="336664"/>
                  </a:lnTo>
                  <a:lnTo>
                    <a:pt x="803315" y="374810"/>
                  </a:lnTo>
                  <a:lnTo>
                    <a:pt x="795297" y="391038"/>
                  </a:lnTo>
                  <a:lnTo>
                    <a:pt x="722471" y="426802"/>
                  </a:lnTo>
                  <a:lnTo>
                    <a:pt x="668575" y="438716"/>
                  </a:lnTo>
                  <a:lnTo>
                    <a:pt x="601762" y="450631"/>
                  </a:lnTo>
                  <a:lnTo>
                    <a:pt x="520918" y="457800"/>
                  </a:lnTo>
                  <a:lnTo>
                    <a:pt x="443415" y="462566"/>
                  </a:lnTo>
                  <a:lnTo>
                    <a:pt x="357226" y="462566"/>
                  </a:lnTo>
                  <a:lnTo>
                    <a:pt x="277051" y="457800"/>
                  </a:lnTo>
                  <a:lnTo>
                    <a:pt x="201552" y="450631"/>
                  </a:lnTo>
                  <a:lnTo>
                    <a:pt x="128726" y="438716"/>
                  </a:lnTo>
                  <a:lnTo>
                    <a:pt x="75498" y="426802"/>
                  </a:lnTo>
                  <a:lnTo>
                    <a:pt x="29620" y="410101"/>
                  </a:lnTo>
                  <a:lnTo>
                    <a:pt x="0" y="374810"/>
                  </a:lnTo>
                  <a:close/>
                </a:path>
                <a:path w="803909" h="462914">
                  <a:moveTo>
                    <a:pt x="0" y="90118"/>
                  </a:moveTo>
                  <a:lnTo>
                    <a:pt x="29620" y="51971"/>
                  </a:lnTo>
                  <a:lnTo>
                    <a:pt x="75498" y="35271"/>
                  </a:lnTo>
                  <a:lnTo>
                    <a:pt x="128726" y="23356"/>
                  </a:lnTo>
                  <a:lnTo>
                    <a:pt x="201552" y="11442"/>
                  </a:lnTo>
                  <a:lnTo>
                    <a:pt x="277051" y="4273"/>
                  </a:lnTo>
                  <a:lnTo>
                    <a:pt x="357226" y="0"/>
                  </a:lnTo>
                  <a:lnTo>
                    <a:pt x="443415" y="0"/>
                  </a:lnTo>
                  <a:lnTo>
                    <a:pt x="520918" y="4273"/>
                  </a:lnTo>
                  <a:lnTo>
                    <a:pt x="601762" y="11442"/>
                  </a:lnTo>
                  <a:lnTo>
                    <a:pt x="668575" y="23356"/>
                  </a:lnTo>
                  <a:lnTo>
                    <a:pt x="722471" y="35271"/>
                  </a:lnTo>
                  <a:lnTo>
                    <a:pt x="768349" y="51971"/>
                  </a:lnTo>
                  <a:lnTo>
                    <a:pt x="803315" y="90118"/>
                  </a:lnTo>
                  <a:lnTo>
                    <a:pt x="795297" y="106326"/>
                  </a:lnTo>
                  <a:lnTo>
                    <a:pt x="722471" y="142109"/>
                  </a:lnTo>
                  <a:lnTo>
                    <a:pt x="668575" y="154024"/>
                  </a:lnTo>
                  <a:lnTo>
                    <a:pt x="601762" y="165939"/>
                  </a:lnTo>
                  <a:lnTo>
                    <a:pt x="520918" y="173088"/>
                  </a:lnTo>
                  <a:lnTo>
                    <a:pt x="443415" y="177873"/>
                  </a:lnTo>
                  <a:lnTo>
                    <a:pt x="357226" y="177873"/>
                  </a:lnTo>
                  <a:lnTo>
                    <a:pt x="277051" y="173088"/>
                  </a:lnTo>
                  <a:lnTo>
                    <a:pt x="201552" y="165939"/>
                  </a:lnTo>
                  <a:lnTo>
                    <a:pt x="128726" y="154024"/>
                  </a:lnTo>
                  <a:lnTo>
                    <a:pt x="75498" y="142109"/>
                  </a:lnTo>
                  <a:lnTo>
                    <a:pt x="29620" y="125409"/>
                  </a:lnTo>
                  <a:lnTo>
                    <a:pt x="0" y="90118"/>
                  </a:lnTo>
                  <a:close/>
                </a:path>
              </a:pathLst>
            </a:custGeom>
            <a:ln w="152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6631444" y="5369353"/>
              <a:ext cx="892175" cy="130810"/>
            </a:xfrm>
            <a:custGeom>
              <a:avLst/>
              <a:gdLst/>
              <a:ahLst/>
              <a:cxnLst/>
              <a:rect l="l" t="t" r="r" b="b"/>
              <a:pathLst>
                <a:path w="892175" h="130810">
                  <a:moveTo>
                    <a:pt x="891730" y="0"/>
                  </a:moveTo>
                  <a:lnTo>
                    <a:pt x="0" y="0"/>
                  </a:lnTo>
                  <a:lnTo>
                    <a:pt x="0" y="130187"/>
                  </a:lnTo>
                  <a:lnTo>
                    <a:pt x="891730" y="130187"/>
                  </a:lnTo>
                  <a:lnTo>
                    <a:pt x="8917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6677323" y="5198640"/>
              <a:ext cx="808990" cy="306070"/>
            </a:xfrm>
            <a:custGeom>
              <a:avLst/>
              <a:gdLst/>
              <a:ahLst/>
              <a:cxnLst/>
              <a:rect l="l" t="t" r="r" b="b"/>
              <a:pathLst>
                <a:path w="808990" h="306070">
                  <a:moveTo>
                    <a:pt x="0" y="0"/>
                  </a:moveTo>
                  <a:lnTo>
                    <a:pt x="0" y="305666"/>
                  </a:lnTo>
                </a:path>
                <a:path w="808990" h="306070">
                  <a:moveTo>
                    <a:pt x="808660" y="0"/>
                  </a:moveTo>
                  <a:lnTo>
                    <a:pt x="808660" y="305666"/>
                  </a:lnTo>
                </a:path>
              </a:pathLst>
            </a:custGeom>
            <a:ln w="152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6677323" y="5077504"/>
              <a:ext cx="803910" cy="175895"/>
            </a:xfrm>
            <a:custGeom>
              <a:avLst/>
              <a:gdLst/>
              <a:ahLst/>
              <a:cxnLst/>
              <a:rect l="l" t="t" r="r" b="b"/>
              <a:pathLst>
                <a:path w="803909" h="175895">
                  <a:moveTo>
                    <a:pt x="443415" y="0"/>
                  </a:moveTo>
                  <a:lnTo>
                    <a:pt x="357226" y="0"/>
                  </a:lnTo>
                  <a:lnTo>
                    <a:pt x="277051" y="4765"/>
                  </a:lnTo>
                  <a:lnTo>
                    <a:pt x="201552" y="11934"/>
                  </a:lnTo>
                  <a:lnTo>
                    <a:pt x="128726" y="23849"/>
                  </a:lnTo>
                  <a:lnTo>
                    <a:pt x="75498" y="35763"/>
                  </a:lnTo>
                  <a:lnTo>
                    <a:pt x="29620" y="49608"/>
                  </a:lnTo>
                  <a:lnTo>
                    <a:pt x="0" y="90138"/>
                  </a:lnTo>
                  <a:lnTo>
                    <a:pt x="8017" y="106818"/>
                  </a:lnTo>
                  <a:lnTo>
                    <a:pt x="75498" y="142109"/>
                  </a:lnTo>
                  <a:lnTo>
                    <a:pt x="128726" y="151641"/>
                  </a:lnTo>
                  <a:lnTo>
                    <a:pt x="201552" y="163576"/>
                  </a:lnTo>
                  <a:lnTo>
                    <a:pt x="277051" y="173107"/>
                  </a:lnTo>
                  <a:lnTo>
                    <a:pt x="357226" y="175490"/>
                  </a:lnTo>
                  <a:lnTo>
                    <a:pt x="443415" y="175490"/>
                  </a:lnTo>
                  <a:lnTo>
                    <a:pt x="520918" y="173107"/>
                  </a:lnTo>
                  <a:lnTo>
                    <a:pt x="601762" y="163576"/>
                  </a:lnTo>
                  <a:lnTo>
                    <a:pt x="722471" y="142109"/>
                  </a:lnTo>
                  <a:lnTo>
                    <a:pt x="768349" y="125901"/>
                  </a:lnTo>
                  <a:lnTo>
                    <a:pt x="803315" y="90138"/>
                  </a:lnTo>
                  <a:lnTo>
                    <a:pt x="795297" y="71054"/>
                  </a:lnTo>
                  <a:lnTo>
                    <a:pt x="722471" y="35763"/>
                  </a:lnTo>
                  <a:lnTo>
                    <a:pt x="668575" y="23849"/>
                  </a:lnTo>
                  <a:lnTo>
                    <a:pt x="601762" y="11934"/>
                  </a:lnTo>
                  <a:lnTo>
                    <a:pt x="520918" y="4765"/>
                  </a:lnTo>
                  <a:lnTo>
                    <a:pt x="4434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6677323" y="4792812"/>
              <a:ext cx="803910" cy="460375"/>
            </a:xfrm>
            <a:custGeom>
              <a:avLst/>
              <a:gdLst/>
              <a:ahLst/>
              <a:cxnLst/>
              <a:rect l="l" t="t" r="r" b="b"/>
              <a:pathLst>
                <a:path w="803909" h="460375">
                  <a:moveTo>
                    <a:pt x="0" y="374830"/>
                  </a:moveTo>
                  <a:lnTo>
                    <a:pt x="29620" y="334300"/>
                  </a:lnTo>
                  <a:lnTo>
                    <a:pt x="75498" y="320456"/>
                  </a:lnTo>
                  <a:lnTo>
                    <a:pt x="128726" y="308541"/>
                  </a:lnTo>
                  <a:lnTo>
                    <a:pt x="201552" y="296626"/>
                  </a:lnTo>
                  <a:lnTo>
                    <a:pt x="277051" y="289458"/>
                  </a:lnTo>
                  <a:lnTo>
                    <a:pt x="357226" y="284692"/>
                  </a:lnTo>
                  <a:lnTo>
                    <a:pt x="443415" y="284692"/>
                  </a:lnTo>
                  <a:lnTo>
                    <a:pt x="520918" y="289458"/>
                  </a:lnTo>
                  <a:lnTo>
                    <a:pt x="601762" y="296626"/>
                  </a:lnTo>
                  <a:lnTo>
                    <a:pt x="668575" y="308541"/>
                  </a:lnTo>
                  <a:lnTo>
                    <a:pt x="722471" y="320456"/>
                  </a:lnTo>
                  <a:lnTo>
                    <a:pt x="768349" y="334300"/>
                  </a:lnTo>
                  <a:lnTo>
                    <a:pt x="803315" y="374830"/>
                  </a:lnTo>
                  <a:lnTo>
                    <a:pt x="795297" y="391511"/>
                  </a:lnTo>
                  <a:lnTo>
                    <a:pt x="768349" y="410594"/>
                  </a:lnTo>
                  <a:lnTo>
                    <a:pt x="722471" y="426802"/>
                  </a:lnTo>
                  <a:lnTo>
                    <a:pt x="668575" y="436333"/>
                  </a:lnTo>
                  <a:lnTo>
                    <a:pt x="601762" y="448268"/>
                  </a:lnTo>
                  <a:lnTo>
                    <a:pt x="520918" y="457800"/>
                  </a:lnTo>
                  <a:lnTo>
                    <a:pt x="443415" y="460183"/>
                  </a:lnTo>
                  <a:lnTo>
                    <a:pt x="357226" y="460183"/>
                  </a:lnTo>
                  <a:lnTo>
                    <a:pt x="277051" y="457800"/>
                  </a:lnTo>
                  <a:lnTo>
                    <a:pt x="201552" y="448268"/>
                  </a:lnTo>
                  <a:lnTo>
                    <a:pt x="128726" y="436333"/>
                  </a:lnTo>
                  <a:lnTo>
                    <a:pt x="75498" y="426802"/>
                  </a:lnTo>
                  <a:lnTo>
                    <a:pt x="29620" y="410594"/>
                  </a:lnTo>
                  <a:lnTo>
                    <a:pt x="8017" y="391511"/>
                  </a:lnTo>
                  <a:lnTo>
                    <a:pt x="0" y="374830"/>
                  </a:lnTo>
                  <a:close/>
                </a:path>
                <a:path w="803909" h="460375">
                  <a:moveTo>
                    <a:pt x="0" y="90138"/>
                  </a:moveTo>
                  <a:lnTo>
                    <a:pt x="29620" y="49588"/>
                  </a:lnTo>
                  <a:lnTo>
                    <a:pt x="75498" y="35763"/>
                  </a:lnTo>
                  <a:lnTo>
                    <a:pt x="128726" y="23849"/>
                  </a:lnTo>
                  <a:lnTo>
                    <a:pt x="201552" y="11914"/>
                  </a:lnTo>
                  <a:lnTo>
                    <a:pt x="277051" y="4765"/>
                  </a:lnTo>
                  <a:lnTo>
                    <a:pt x="357226" y="0"/>
                  </a:lnTo>
                  <a:lnTo>
                    <a:pt x="443415" y="0"/>
                  </a:lnTo>
                  <a:lnTo>
                    <a:pt x="520918" y="4765"/>
                  </a:lnTo>
                  <a:lnTo>
                    <a:pt x="601762" y="11914"/>
                  </a:lnTo>
                  <a:lnTo>
                    <a:pt x="668575" y="23849"/>
                  </a:lnTo>
                  <a:lnTo>
                    <a:pt x="722471" y="35763"/>
                  </a:lnTo>
                  <a:lnTo>
                    <a:pt x="768349" y="49588"/>
                  </a:lnTo>
                  <a:lnTo>
                    <a:pt x="803315" y="90138"/>
                  </a:lnTo>
                  <a:lnTo>
                    <a:pt x="795297" y="106818"/>
                  </a:lnTo>
                  <a:lnTo>
                    <a:pt x="768349" y="125901"/>
                  </a:lnTo>
                  <a:lnTo>
                    <a:pt x="722471" y="142109"/>
                  </a:lnTo>
                  <a:lnTo>
                    <a:pt x="668575" y="151641"/>
                  </a:lnTo>
                  <a:lnTo>
                    <a:pt x="601762" y="163576"/>
                  </a:lnTo>
                  <a:lnTo>
                    <a:pt x="520918" y="173107"/>
                  </a:lnTo>
                  <a:lnTo>
                    <a:pt x="443415" y="175490"/>
                  </a:lnTo>
                  <a:lnTo>
                    <a:pt x="357226" y="175490"/>
                  </a:lnTo>
                  <a:lnTo>
                    <a:pt x="277051" y="173107"/>
                  </a:lnTo>
                  <a:lnTo>
                    <a:pt x="201552" y="163576"/>
                  </a:lnTo>
                  <a:lnTo>
                    <a:pt x="128726" y="151641"/>
                  </a:lnTo>
                  <a:lnTo>
                    <a:pt x="75498" y="142109"/>
                  </a:lnTo>
                  <a:lnTo>
                    <a:pt x="29620" y="125901"/>
                  </a:lnTo>
                  <a:lnTo>
                    <a:pt x="8017" y="106818"/>
                  </a:lnTo>
                  <a:lnTo>
                    <a:pt x="0" y="90138"/>
                  </a:lnTo>
                  <a:close/>
                </a:path>
              </a:pathLst>
            </a:custGeom>
            <a:ln w="152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6631444" y="5039361"/>
              <a:ext cx="892175" cy="130810"/>
            </a:xfrm>
            <a:custGeom>
              <a:avLst/>
              <a:gdLst/>
              <a:ahLst/>
              <a:cxnLst/>
              <a:rect l="l" t="t" r="r" b="b"/>
              <a:pathLst>
                <a:path w="892175" h="130810">
                  <a:moveTo>
                    <a:pt x="891730" y="0"/>
                  </a:moveTo>
                  <a:lnTo>
                    <a:pt x="0" y="0"/>
                  </a:lnTo>
                  <a:lnTo>
                    <a:pt x="0" y="130663"/>
                  </a:lnTo>
                  <a:lnTo>
                    <a:pt x="891730" y="130663"/>
                  </a:lnTo>
                  <a:lnTo>
                    <a:pt x="8917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6677323" y="4871015"/>
              <a:ext cx="808990" cy="306705"/>
            </a:xfrm>
            <a:custGeom>
              <a:avLst/>
              <a:gdLst/>
              <a:ahLst/>
              <a:cxnLst/>
              <a:rect l="l" t="t" r="r" b="b"/>
              <a:pathLst>
                <a:path w="808990" h="306704">
                  <a:moveTo>
                    <a:pt x="0" y="0"/>
                  </a:moveTo>
                  <a:lnTo>
                    <a:pt x="0" y="306158"/>
                  </a:lnTo>
                </a:path>
                <a:path w="808990" h="306704">
                  <a:moveTo>
                    <a:pt x="808660" y="0"/>
                  </a:moveTo>
                  <a:lnTo>
                    <a:pt x="808660" y="306158"/>
                  </a:lnTo>
                </a:path>
              </a:pathLst>
            </a:custGeom>
            <a:ln w="152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 descr=""/>
            <p:cNvSpPr/>
            <p:nvPr/>
          </p:nvSpPr>
          <p:spPr>
            <a:xfrm>
              <a:off x="6677323" y="4745606"/>
              <a:ext cx="803910" cy="175895"/>
            </a:xfrm>
            <a:custGeom>
              <a:avLst/>
              <a:gdLst/>
              <a:ahLst/>
              <a:cxnLst/>
              <a:rect l="l" t="t" r="r" b="b"/>
              <a:pathLst>
                <a:path w="803909" h="175895">
                  <a:moveTo>
                    <a:pt x="443415" y="0"/>
                  </a:moveTo>
                  <a:lnTo>
                    <a:pt x="357226" y="0"/>
                  </a:lnTo>
                  <a:lnTo>
                    <a:pt x="277051" y="4293"/>
                  </a:lnTo>
                  <a:lnTo>
                    <a:pt x="201552" y="11442"/>
                  </a:lnTo>
                  <a:lnTo>
                    <a:pt x="128726" y="23356"/>
                  </a:lnTo>
                  <a:lnTo>
                    <a:pt x="75498" y="35291"/>
                  </a:lnTo>
                  <a:lnTo>
                    <a:pt x="29620" y="49588"/>
                  </a:lnTo>
                  <a:lnTo>
                    <a:pt x="0" y="90118"/>
                  </a:lnTo>
                  <a:lnTo>
                    <a:pt x="8017" y="106346"/>
                  </a:lnTo>
                  <a:lnTo>
                    <a:pt x="75498" y="142109"/>
                  </a:lnTo>
                  <a:lnTo>
                    <a:pt x="128726" y="151641"/>
                  </a:lnTo>
                  <a:lnTo>
                    <a:pt x="201552" y="163556"/>
                  </a:lnTo>
                  <a:lnTo>
                    <a:pt x="277051" y="173107"/>
                  </a:lnTo>
                  <a:lnTo>
                    <a:pt x="357226" y="175490"/>
                  </a:lnTo>
                  <a:lnTo>
                    <a:pt x="443415" y="175490"/>
                  </a:lnTo>
                  <a:lnTo>
                    <a:pt x="520918" y="173107"/>
                  </a:lnTo>
                  <a:lnTo>
                    <a:pt x="601762" y="163556"/>
                  </a:lnTo>
                  <a:lnTo>
                    <a:pt x="722471" y="142109"/>
                  </a:lnTo>
                  <a:lnTo>
                    <a:pt x="768349" y="125409"/>
                  </a:lnTo>
                  <a:lnTo>
                    <a:pt x="803315" y="90118"/>
                  </a:lnTo>
                  <a:lnTo>
                    <a:pt x="795297" y="71054"/>
                  </a:lnTo>
                  <a:lnTo>
                    <a:pt x="722471" y="35291"/>
                  </a:lnTo>
                  <a:lnTo>
                    <a:pt x="668575" y="23356"/>
                  </a:lnTo>
                  <a:lnTo>
                    <a:pt x="601762" y="11442"/>
                  </a:lnTo>
                  <a:lnTo>
                    <a:pt x="520918" y="4293"/>
                  </a:lnTo>
                  <a:lnTo>
                    <a:pt x="4434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 descr=""/>
            <p:cNvSpPr/>
            <p:nvPr/>
          </p:nvSpPr>
          <p:spPr>
            <a:xfrm>
              <a:off x="6677323" y="4460913"/>
              <a:ext cx="803910" cy="460375"/>
            </a:xfrm>
            <a:custGeom>
              <a:avLst/>
              <a:gdLst/>
              <a:ahLst/>
              <a:cxnLst/>
              <a:rect l="l" t="t" r="r" b="b"/>
              <a:pathLst>
                <a:path w="803909" h="460375">
                  <a:moveTo>
                    <a:pt x="0" y="374810"/>
                  </a:moveTo>
                  <a:lnTo>
                    <a:pt x="29620" y="334281"/>
                  </a:lnTo>
                  <a:lnTo>
                    <a:pt x="75498" y="319983"/>
                  </a:lnTo>
                  <a:lnTo>
                    <a:pt x="128726" y="308049"/>
                  </a:lnTo>
                  <a:lnTo>
                    <a:pt x="201552" y="296134"/>
                  </a:lnTo>
                  <a:lnTo>
                    <a:pt x="277051" y="288985"/>
                  </a:lnTo>
                  <a:lnTo>
                    <a:pt x="357226" y="284692"/>
                  </a:lnTo>
                  <a:lnTo>
                    <a:pt x="443415" y="284692"/>
                  </a:lnTo>
                  <a:lnTo>
                    <a:pt x="520918" y="288985"/>
                  </a:lnTo>
                  <a:lnTo>
                    <a:pt x="601762" y="296134"/>
                  </a:lnTo>
                  <a:lnTo>
                    <a:pt x="668575" y="308049"/>
                  </a:lnTo>
                  <a:lnTo>
                    <a:pt x="722471" y="319983"/>
                  </a:lnTo>
                  <a:lnTo>
                    <a:pt x="768349" y="334281"/>
                  </a:lnTo>
                  <a:lnTo>
                    <a:pt x="803315" y="374810"/>
                  </a:lnTo>
                  <a:lnTo>
                    <a:pt x="795297" y="391038"/>
                  </a:lnTo>
                  <a:lnTo>
                    <a:pt x="768349" y="410101"/>
                  </a:lnTo>
                  <a:lnTo>
                    <a:pt x="722471" y="426802"/>
                  </a:lnTo>
                  <a:lnTo>
                    <a:pt x="668575" y="436333"/>
                  </a:lnTo>
                  <a:lnTo>
                    <a:pt x="601762" y="448248"/>
                  </a:lnTo>
                  <a:lnTo>
                    <a:pt x="520918" y="457800"/>
                  </a:lnTo>
                  <a:lnTo>
                    <a:pt x="443415" y="460183"/>
                  </a:lnTo>
                  <a:lnTo>
                    <a:pt x="357226" y="460183"/>
                  </a:lnTo>
                  <a:lnTo>
                    <a:pt x="277051" y="457800"/>
                  </a:lnTo>
                  <a:lnTo>
                    <a:pt x="201552" y="448248"/>
                  </a:lnTo>
                  <a:lnTo>
                    <a:pt x="128726" y="436333"/>
                  </a:lnTo>
                  <a:lnTo>
                    <a:pt x="75498" y="426802"/>
                  </a:lnTo>
                  <a:lnTo>
                    <a:pt x="29620" y="410101"/>
                  </a:lnTo>
                  <a:lnTo>
                    <a:pt x="8017" y="391038"/>
                  </a:lnTo>
                  <a:lnTo>
                    <a:pt x="0" y="374810"/>
                  </a:lnTo>
                  <a:close/>
                </a:path>
                <a:path w="803909" h="460375">
                  <a:moveTo>
                    <a:pt x="0" y="90118"/>
                  </a:moveTo>
                  <a:lnTo>
                    <a:pt x="29620" y="49588"/>
                  </a:lnTo>
                  <a:lnTo>
                    <a:pt x="75498" y="35271"/>
                  </a:lnTo>
                  <a:lnTo>
                    <a:pt x="128726" y="23356"/>
                  </a:lnTo>
                  <a:lnTo>
                    <a:pt x="201552" y="11442"/>
                  </a:lnTo>
                  <a:lnTo>
                    <a:pt x="277051" y="4765"/>
                  </a:lnTo>
                  <a:lnTo>
                    <a:pt x="357226" y="0"/>
                  </a:lnTo>
                  <a:lnTo>
                    <a:pt x="443415" y="0"/>
                  </a:lnTo>
                  <a:lnTo>
                    <a:pt x="520918" y="4765"/>
                  </a:lnTo>
                  <a:lnTo>
                    <a:pt x="601762" y="11442"/>
                  </a:lnTo>
                  <a:lnTo>
                    <a:pt x="668575" y="23356"/>
                  </a:lnTo>
                  <a:lnTo>
                    <a:pt x="722471" y="35271"/>
                  </a:lnTo>
                  <a:lnTo>
                    <a:pt x="768349" y="49588"/>
                  </a:lnTo>
                  <a:lnTo>
                    <a:pt x="803315" y="90118"/>
                  </a:lnTo>
                  <a:lnTo>
                    <a:pt x="795297" y="106326"/>
                  </a:lnTo>
                  <a:lnTo>
                    <a:pt x="768349" y="125409"/>
                  </a:lnTo>
                  <a:lnTo>
                    <a:pt x="722471" y="142109"/>
                  </a:lnTo>
                  <a:lnTo>
                    <a:pt x="668575" y="151641"/>
                  </a:lnTo>
                  <a:lnTo>
                    <a:pt x="601762" y="163556"/>
                  </a:lnTo>
                  <a:lnTo>
                    <a:pt x="520918" y="173107"/>
                  </a:lnTo>
                  <a:lnTo>
                    <a:pt x="443415" y="175490"/>
                  </a:lnTo>
                  <a:lnTo>
                    <a:pt x="357226" y="175490"/>
                  </a:lnTo>
                  <a:lnTo>
                    <a:pt x="277051" y="173107"/>
                  </a:lnTo>
                  <a:lnTo>
                    <a:pt x="201552" y="163556"/>
                  </a:lnTo>
                  <a:lnTo>
                    <a:pt x="128726" y="151641"/>
                  </a:lnTo>
                  <a:lnTo>
                    <a:pt x="75498" y="142109"/>
                  </a:lnTo>
                  <a:lnTo>
                    <a:pt x="29620" y="125409"/>
                  </a:lnTo>
                  <a:lnTo>
                    <a:pt x="8017" y="106326"/>
                  </a:lnTo>
                  <a:lnTo>
                    <a:pt x="0" y="90118"/>
                  </a:lnTo>
                  <a:close/>
                </a:path>
              </a:pathLst>
            </a:custGeom>
            <a:ln w="152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 descr=""/>
            <p:cNvSpPr/>
            <p:nvPr/>
          </p:nvSpPr>
          <p:spPr>
            <a:xfrm>
              <a:off x="6631444" y="4707443"/>
              <a:ext cx="892175" cy="130810"/>
            </a:xfrm>
            <a:custGeom>
              <a:avLst/>
              <a:gdLst/>
              <a:ahLst/>
              <a:cxnLst/>
              <a:rect l="l" t="t" r="r" b="b"/>
              <a:pathLst>
                <a:path w="892175" h="130810">
                  <a:moveTo>
                    <a:pt x="891730" y="0"/>
                  </a:moveTo>
                  <a:lnTo>
                    <a:pt x="0" y="0"/>
                  </a:lnTo>
                  <a:lnTo>
                    <a:pt x="0" y="130663"/>
                  </a:lnTo>
                  <a:lnTo>
                    <a:pt x="891730" y="130663"/>
                  </a:lnTo>
                  <a:lnTo>
                    <a:pt x="8917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6677323" y="4539117"/>
              <a:ext cx="808990" cy="306070"/>
            </a:xfrm>
            <a:custGeom>
              <a:avLst/>
              <a:gdLst/>
              <a:ahLst/>
              <a:cxnLst/>
              <a:rect l="l" t="t" r="r" b="b"/>
              <a:pathLst>
                <a:path w="808990" h="306070">
                  <a:moveTo>
                    <a:pt x="0" y="0"/>
                  </a:moveTo>
                  <a:lnTo>
                    <a:pt x="0" y="305666"/>
                  </a:lnTo>
                </a:path>
                <a:path w="808990" h="306070">
                  <a:moveTo>
                    <a:pt x="808660" y="0"/>
                  </a:moveTo>
                  <a:lnTo>
                    <a:pt x="808660" y="305666"/>
                  </a:lnTo>
                </a:path>
              </a:pathLst>
            </a:custGeom>
            <a:ln w="152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 descr=""/>
            <p:cNvSpPr/>
            <p:nvPr/>
          </p:nvSpPr>
          <p:spPr>
            <a:xfrm>
              <a:off x="6677323" y="4417981"/>
              <a:ext cx="803910" cy="175895"/>
            </a:xfrm>
            <a:custGeom>
              <a:avLst/>
              <a:gdLst/>
              <a:ahLst/>
              <a:cxnLst/>
              <a:rect l="l" t="t" r="r" b="b"/>
              <a:pathLst>
                <a:path w="803909" h="175895">
                  <a:moveTo>
                    <a:pt x="443415" y="0"/>
                  </a:moveTo>
                  <a:lnTo>
                    <a:pt x="357226" y="0"/>
                  </a:lnTo>
                  <a:lnTo>
                    <a:pt x="277051" y="2382"/>
                  </a:lnTo>
                  <a:lnTo>
                    <a:pt x="201552" y="11934"/>
                  </a:lnTo>
                  <a:lnTo>
                    <a:pt x="128726" y="23849"/>
                  </a:lnTo>
                  <a:lnTo>
                    <a:pt x="75498" y="33380"/>
                  </a:lnTo>
                  <a:lnTo>
                    <a:pt x="29620" y="49608"/>
                  </a:lnTo>
                  <a:lnTo>
                    <a:pt x="0" y="90138"/>
                  </a:lnTo>
                  <a:lnTo>
                    <a:pt x="8017" y="104435"/>
                  </a:lnTo>
                  <a:lnTo>
                    <a:pt x="75498" y="140199"/>
                  </a:lnTo>
                  <a:lnTo>
                    <a:pt x="128726" y="151661"/>
                  </a:lnTo>
                  <a:lnTo>
                    <a:pt x="201552" y="163576"/>
                  </a:lnTo>
                  <a:lnTo>
                    <a:pt x="277051" y="170724"/>
                  </a:lnTo>
                  <a:lnTo>
                    <a:pt x="357226" y="175490"/>
                  </a:lnTo>
                  <a:lnTo>
                    <a:pt x="443415" y="175490"/>
                  </a:lnTo>
                  <a:lnTo>
                    <a:pt x="520918" y="170724"/>
                  </a:lnTo>
                  <a:lnTo>
                    <a:pt x="601762" y="163576"/>
                  </a:lnTo>
                  <a:lnTo>
                    <a:pt x="668575" y="151661"/>
                  </a:lnTo>
                  <a:lnTo>
                    <a:pt x="722471" y="140199"/>
                  </a:lnTo>
                  <a:lnTo>
                    <a:pt x="768349" y="125901"/>
                  </a:lnTo>
                  <a:lnTo>
                    <a:pt x="803315" y="90138"/>
                  </a:lnTo>
                  <a:lnTo>
                    <a:pt x="795297" y="68671"/>
                  </a:lnTo>
                  <a:lnTo>
                    <a:pt x="722471" y="33380"/>
                  </a:lnTo>
                  <a:lnTo>
                    <a:pt x="601762" y="11934"/>
                  </a:lnTo>
                  <a:lnTo>
                    <a:pt x="520918" y="2382"/>
                  </a:lnTo>
                  <a:lnTo>
                    <a:pt x="4434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 descr=""/>
            <p:cNvSpPr/>
            <p:nvPr/>
          </p:nvSpPr>
          <p:spPr>
            <a:xfrm>
              <a:off x="6677323" y="4133210"/>
              <a:ext cx="803910" cy="460375"/>
            </a:xfrm>
            <a:custGeom>
              <a:avLst/>
              <a:gdLst/>
              <a:ahLst/>
              <a:cxnLst/>
              <a:rect l="l" t="t" r="r" b="b"/>
              <a:pathLst>
                <a:path w="803909" h="460375">
                  <a:moveTo>
                    <a:pt x="0" y="374909"/>
                  </a:moveTo>
                  <a:lnTo>
                    <a:pt x="29620" y="334379"/>
                  </a:lnTo>
                  <a:lnTo>
                    <a:pt x="75498" y="318151"/>
                  </a:lnTo>
                  <a:lnTo>
                    <a:pt x="128726" y="308620"/>
                  </a:lnTo>
                  <a:lnTo>
                    <a:pt x="201552" y="296705"/>
                  </a:lnTo>
                  <a:lnTo>
                    <a:pt x="277051" y="287154"/>
                  </a:lnTo>
                  <a:lnTo>
                    <a:pt x="357226" y="284771"/>
                  </a:lnTo>
                  <a:lnTo>
                    <a:pt x="443415" y="284771"/>
                  </a:lnTo>
                  <a:lnTo>
                    <a:pt x="520918" y="287154"/>
                  </a:lnTo>
                  <a:lnTo>
                    <a:pt x="601762" y="296705"/>
                  </a:lnTo>
                  <a:lnTo>
                    <a:pt x="668575" y="308620"/>
                  </a:lnTo>
                  <a:lnTo>
                    <a:pt x="722471" y="318151"/>
                  </a:lnTo>
                  <a:lnTo>
                    <a:pt x="768349" y="334379"/>
                  </a:lnTo>
                  <a:lnTo>
                    <a:pt x="795297" y="353443"/>
                  </a:lnTo>
                  <a:lnTo>
                    <a:pt x="803315" y="374909"/>
                  </a:lnTo>
                  <a:lnTo>
                    <a:pt x="795297" y="389206"/>
                  </a:lnTo>
                  <a:lnTo>
                    <a:pt x="722471" y="424970"/>
                  </a:lnTo>
                  <a:lnTo>
                    <a:pt x="668575" y="436432"/>
                  </a:lnTo>
                  <a:lnTo>
                    <a:pt x="601762" y="448347"/>
                  </a:lnTo>
                  <a:lnTo>
                    <a:pt x="520918" y="455495"/>
                  </a:lnTo>
                  <a:lnTo>
                    <a:pt x="443415" y="460261"/>
                  </a:lnTo>
                  <a:lnTo>
                    <a:pt x="357226" y="460261"/>
                  </a:lnTo>
                  <a:lnTo>
                    <a:pt x="277051" y="455495"/>
                  </a:lnTo>
                  <a:lnTo>
                    <a:pt x="201552" y="448347"/>
                  </a:lnTo>
                  <a:lnTo>
                    <a:pt x="128726" y="436432"/>
                  </a:lnTo>
                  <a:lnTo>
                    <a:pt x="75498" y="424970"/>
                  </a:lnTo>
                  <a:lnTo>
                    <a:pt x="29620" y="410673"/>
                  </a:lnTo>
                  <a:lnTo>
                    <a:pt x="8017" y="389206"/>
                  </a:lnTo>
                  <a:lnTo>
                    <a:pt x="0" y="374909"/>
                  </a:lnTo>
                  <a:close/>
                </a:path>
                <a:path w="803909" h="460375">
                  <a:moveTo>
                    <a:pt x="0" y="90197"/>
                  </a:moveTo>
                  <a:lnTo>
                    <a:pt x="29620" y="50218"/>
                  </a:lnTo>
                  <a:lnTo>
                    <a:pt x="75498" y="33479"/>
                  </a:lnTo>
                  <a:lnTo>
                    <a:pt x="128726" y="23829"/>
                  </a:lnTo>
                  <a:lnTo>
                    <a:pt x="201552" y="12013"/>
                  </a:lnTo>
                  <a:lnTo>
                    <a:pt x="277051" y="2560"/>
                  </a:lnTo>
                  <a:lnTo>
                    <a:pt x="357226" y="0"/>
                  </a:lnTo>
                  <a:lnTo>
                    <a:pt x="443415" y="0"/>
                  </a:lnTo>
                  <a:lnTo>
                    <a:pt x="520918" y="2560"/>
                  </a:lnTo>
                  <a:lnTo>
                    <a:pt x="601762" y="12013"/>
                  </a:lnTo>
                  <a:lnTo>
                    <a:pt x="668575" y="23829"/>
                  </a:lnTo>
                  <a:lnTo>
                    <a:pt x="722471" y="33479"/>
                  </a:lnTo>
                  <a:lnTo>
                    <a:pt x="768349" y="50218"/>
                  </a:lnTo>
                  <a:lnTo>
                    <a:pt x="803315" y="90197"/>
                  </a:lnTo>
                  <a:lnTo>
                    <a:pt x="795297" y="104573"/>
                  </a:lnTo>
                  <a:lnTo>
                    <a:pt x="722471" y="140219"/>
                  </a:lnTo>
                  <a:lnTo>
                    <a:pt x="668575" y="151641"/>
                  </a:lnTo>
                  <a:lnTo>
                    <a:pt x="601762" y="163654"/>
                  </a:lnTo>
                  <a:lnTo>
                    <a:pt x="520918" y="170744"/>
                  </a:lnTo>
                  <a:lnTo>
                    <a:pt x="443415" y="175667"/>
                  </a:lnTo>
                  <a:lnTo>
                    <a:pt x="357226" y="175667"/>
                  </a:lnTo>
                  <a:lnTo>
                    <a:pt x="277051" y="170744"/>
                  </a:lnTo>
                  <a:lnTo>
                    <a:pt x="201552" y="163654"/>
                  </a:lnTo>
                  <a:lnTo>
                    <a:pt x="128726" y="151641"/>
                  </a:lnTo>
                  <a:lnTo>
                    <a:pt x="75498" y="140219"/>
                  </a:lnTo>
                  <a:lnTo>
                    <a:pt x="29620" y="126039"/>
                  </a:lnTo>
                  <a:lnTo>
                    <a:pt x="0" y="90197"/>
                  </a:lnTo>
                  <a:close/>
                </a:path>
              </a:pathLst>
            </a:custGeom>
            <a:ln w="152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6631444" y="4379838"/>
              <a:ext cx="892175" cy="130810"/>
            </a:xfrm>
            <a:custGeom>
              <a:avLst/>
              <a:gdLst/>
              <a:ahLst/>
              <a:cxnLst/>
              <a:rect l="l" t="t" r="r" b="b"/>
              <a:pathLst>
                <a:path w="892175" h="130810">
                  <a:moveTo>
                    <a:pt x="891730" y="0"/>
                  </a:moveTo>
                  <a:lnTo>
                    <a:pt x="0" y="0"/>
                  </a:lnTo>
                  <a:lnTo>
                    <a:pt x="0" y="130663"/>
                  </a:lnTo>
                  <a:lnTo>
                    <a:pt x="891730" y="130663"/>
                  </a:lnTo>
                  <a:lnTo>
                    <a:pt x="8917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 descr=""/>
            <p:cNvSpPr/>
            <p:nvPr/>
          </p:nvSpPr>
          <p:spPr>
            <a:xfrm>
              <a:off x="6677323" y="4209031"/>
              <a:ext cx="808990" cy="306705"/>
            </a:xfrm>
            <a:custGeom>
              <a:avLst/>
              <a:gdLst/>
              <a:ahLst/>
              <a:cxnLst/>
              <a:rect l="l" t="t" r="r" b="b"/>
              <a:pathLst>
                <a:path w="808990" h="306704">
                  <a:moveTo>
                    <a:pt x="0" y="0"/>
                  </a:moveTo>
                  <a:lnTo>
                    <a:pt x="0" y="306237"/>
                  </a:lnTo>
                </a:path>
                <a:path w="808990" h="306704">
                  <a:moveTo>
                    <a:pt x="808660" y="0"/>
                  </a:moveTo>
                  <a:lnTo>
                    <a:pt x="808660" y="306237"/>
                  </a:lnTo>
                </a:path>
              </a:pathLst>
            </a:custGeom>
            <a:ln w="152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5" name="object 105" descr=""/>
          <p:cNvSpPr txBox="1"/>
          <p:nvPr/>
        </p:nvSpPr>
        <p:spPr>
          <a:xfrm>
            <a:off x="6777314" y="4661977"/>
            <a:ext cx="659765" cy="2044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50" spc="85" b="1">
                <a:solidFill>
                  <a:srgbClr val="000080"/>
                </a:solidFill>
                <a:latin typeface="Times New Roman"/>
                <a:cs typeface="Times New Roman"/>
              </a:rPr>
              <a:t>1</a:t>
            </a:r>
            <a:r>
              <a:rPr dirty="0" sz="1150" spc="45" b="1">
                <a:solidFill>
                  <a:srgbClr val="000080"/>
                </a:solidFill>
                <a:latin typeface="Times New Roman"/>
                <a:cs typeface="Times New Roman"/>
              </a:rPr>
              <a:t> </a:t>
            </a:r>
            <a:r>
              <a:rPr dirty="0" sz="1150" spc="150" b="1">
                <a:solidFill>
                  <a:srgbClr val="000080"/>
                </a:solidFill>
                <a:latin typeface="宋体"/>
                <a:cs typeface="宋体"/>
              </a:rPr>
              <a:t>的校验</a:t>
            </a:r>
            <a:endParaRPr sz="1150">
              <a:latin typeface="宋体"/>
              <a:cs typeface="宋体"/>
            </a:endParaRPr>
          </a:p>
        </p:txBody>
      </p:sp>
      <p:sp>
        <p:nvSpPr>
          <p:cNvPr id="106" name="object 106" descr=""/>
          <p:cNvSpPr txBox="1"/>
          <p:nvPr/>
        </p:nvSpPr>
        <p:spPr>
          <a:xfrm>
            <a:off x="3347134" y="5999643"/>
            <a:ext cx="422909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120" b="1">
                <a:solidFill>
                  <a:srgbClr val="993300"/>
                </a:solidFill>
                <a:latin typeface="Times New Roman"/>
                <a:cs typeface="Times New Roman"/>
              </a:rPr>
              <a:t>A</a:t>
            </a:r>
            <a:r>
              <a:rPr dirty="0" sz="1400" spc="50" b="1">
                <a:solidFill>
                  <a:srgbClr val="993300"/>
                </a:solidFill>
                <a:latin typeface="Times New Roman"/>
                <a:cs typeface="Times New Roman"/>
              </a:rPr>
              <a:t> </a:t>
            </a:r>
            <a:r>
              <a:rPr dirty="0" sz="1400" spc="130" b="1">
                <a:solidFill>
                  <a:srgbClr val="993300"/>
                </a:solidFill>
                <a:latin typeface="宋体"/>
                <a:cs typeface="宋体"/>
              </a:rPr>
              <a:t>块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107" name="object 107" descr=""/>
          <p:cNvSpPr txBox="1"/>
          <p:nvPr/>
        </p:nvSpPr>
        <p:spPr>
          <a:xfrm>
            <a:off x="4521217" y="6006796"/>
            <a:ext cx="41211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110" b="1">
                <a:solidFill>
                  <a:srgbClr val="993300"/>
                </a:solidFill>
                <a:latin typeface="Times New Roman"/>
                <a:cs typeface="Times New Roman"/>
              </a:rPr>
              <a:t>B</a:t>
            </a:r>
            <a:r>
              <a:rPr dirty="0" sz="1400" spc="50" b="1">
                <a:solidFill>
                  <a:srgbClr val="993300"/>
                </a:solidFill>
                <a:latin typeface="Times New Roman"/>
                <a:cs typeface="Times New Roman"/>
              </a:rPr>
              <a:t> </a:t>
            </a:r>
            <a:r>
              <a:rPr dirty="0" sz="1400" spc="130" b="1">
                <a:solidFill>
                  <a:srgbClr val="993300"/>
                </a:solidFill>
                <a:latin typeface="宋体"/>
                <a:cs typeface="宋体"/>
              </a:rPr>
              <a:t>块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108" name="object 108" descr=""/>
          <p:cNvSpPr txBox="1"/>
          <p:nvPr/>
        </p:nvSpPr>
        <p:spPr>
          <a:xfrm>
            <a:off x="5743271" y="6006796"/>
            <a:ext cx="422909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120" b="1">
                <a:solidFill>
                  <a:srgbClr val="993300"/>
                </a:solidFill>
                <a:latin typeface="Times New Roman"/>
                <a:cs typeface="Times New Roman"/>
              </a:rPr>
              <a:t>C</a:t>
            </a:r>
            <a:r>
              <a:rPr dirty="0" sz="1400" spc="50" b="1">
                <a:solidFill>
                  <a:srgbClr val="993300"/>
                </a:solidFill>
                <a:latin typeface="Times New Roman"/>
                <a:cs typeface="Times New Roman"/>
              </a:rPr>
              <a:t> </a:t>
            </a:r>
            <a:r>
              <a:rPr dirty="0" sz="1400" spc="130" b="1">
                <a:solidFill>
                  <a:srgbClr val="993300"/>
                </a:solidFill>
                <a:latin typeface="宋体"/>
                <a:cs typeface="宋体"/>
              </a:rPr>
              <a:t>块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109" name="object 109" descr=""/>
          <p:cNvSpPr txBox="1"/>
          <p:nvPr/>
        </p:nvSpPr>
        <p:spPr>
          <a:xfrm>
            <a:off x="6917398" y="6006796"/>
            <a:ext cx="422909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120" b="1">
                <a:solidFill>
                  <a:srgbClr val="993300"/>
                </a:solidFill>
                <a:latin typeface="Times New Roman"/>
                <a:cs typeface="Times New Roman"/>
              </a:rPr>
              <a:t>D</a:t>
            </a:r>
            <a:r>
              <a:rPr dirty="0" sz="1400" spc="50" b="1">
                <a:solidFill>
                  <a:srgbClr val="993300"/>
                </a:solidFill>
                <a:latin typeface="Times New Roman"/>
                <a:cs typeface="Times New Roman"/>
              </a:rPr>
              <a:t> </a:t>
            </a:r>
            <a:r>
              <a:rPr dirty="0" sz="1400" spc="130" b="1">
                <a:solidFill>
                  <a:srgbClr val="993300"/>
                </a:solidFill>
                <a:latin typeface="宋体"/>
                <a:cs typeface="宋体"/>
              </a:rPr>
              <a:t>块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110" name="object 110" descr=""/>
          <p:cNvSpPr txBox="1"/>
          <p:nvPr/>
        </p:nvSpPr>
        <p:spPr>
          <a:xfrm>
            <a:off x="8093530" y="6006796"/>
            <a:ext cx="41211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110" b="1">
                <a:solidFill>
                  <a:srgbClr val="993300"/>
                </a:solidFill>
                <a:latin typeface="Times New Roman"/>
                <a:cs typeface="Times New Roman"/>
              </a:rPr>
              <a:t>E</a:t>
            </a:r>
            <a:r>
              <a:rPr dirty="0" sz="1400" spc="50" b="1">
                <a:solidFill>
                  <a:srgbClr val="993300"/>
                </a:solidFill>
                <a:latin typeface="Times New Roman"/>
                <a:cs typeface="Times New Roman"/>
              </a:rPr>
              <a:t> </a:t>
            </a:r>
            <a:r>
              <a:rPr dirty="0" sz="1400" spc="130" b="1">
                <a:solidFill>
                  <a:srgbClr val="993300"/>
                </a:solidFill>
                <a:latin typeface="宋体"/>
                <a:cs typeface="宋体"/>
              </a:rPr>
              <a:t>块</a:t>
            </a:r>
            <a:endParaRPr sz="1400">
              <a:latin typeface="宋体"/>
              <a:cs typeface="宋体"/>
            </a:endParaRPr>
          </a:p>
        </p:txBody>
      </p:sp>
      <p:grpSp>
        <p:nvGrpSpPr>
          <p:cNvPr id="111" name="object 111" descr=""/>
          <p:cNvGrpSpPr/>
          <p:nvPr/>
        </p:nvGrpSpPr>
        <p:grpSpPr>
          <a:xfrm>
            <a:off x="3104975" y="4125907"/>
            <a:ext cx="894715" cy="1464945"/>
            <a:chOff x="3104975" y="4125907"/>
            <a:chExt cx="894715" cy="1464945"/>
          </a:xfrm>
        </p:grpSpPr>
        <p:sp>
          <p:nvSpPr>
            <p:cNvPr id="112" name="object 112" descr=""/>
            <p:cNvSpPr/>
            <p:nvPr/>
          </p:nvSpPr>
          <p:spPr>
            <a:xfrm>
              <a:off x="3153468" y="5404636"/>
              <a:ext cx="803275" cy="178435"/>
            </a:xfrm>
            <a:custGeom>
              <a:avLst/>
              <a:gdLst/>
              <a:ahLst/>
              <a:cxnLst/>
              <a:rect l="l" t="t" r="r" b="b"/>
              <a:pathLst>
                <a:path w="803275" h="178435">
                  <a:moveTo>
                    <a:pt x="440210" y="0"/>
                  </a:moveTo>
                  <a:lnTo>
                    <a:pt x="354534" y="0"/>
                  </a:lnTo>
                  <a:lnTo>
                    <a:pt x="273712" y="4785"/>
                  </a:lnTo>
                  <a:lnTo>
                    <a:pt x="198280" y="11934"/>
                  </a:lnTo>
                  <a:lnTo>
                    <a:pt x="126082" y="23849"/>
                  </a:lnTo>
                  <a:lnTo>
                    <a:pt x="72200" y="35783"/>
                  </a:lnTo>
                  <a:lnTo>
                    <a:pt x="29094" y="52464"/>
                  </a:lnTo>
                  <a:lnTo>
                    <a:pt x="0" y="90610"/>
                  </a:lnTo>
                  <a:lnTo>
                    <a:pt x="7543" y="106838"/>
                  </a:lnTo>
                  <a:lnTo>
                    <a:pt x="72200" y="142602"/>
                  </a:lnTo>
                  <a:lnTo>
                    <a:pt x="126082" y="154516"/>
                  </a:lnTo>
                  <a:lnTo>
                    <a:pt x="198280" y="166431"/>
                  </a:lnTo>
                  <a:lnTo>
                    <a:pt x="273712" y="173600"/>
                  </a:lnTo>
                  <a:lnTo>
                    <a:pt x="354534" y="178365"/>
                  </a:lnTo>
                  <a:lnTo>
                    <a:pt x="440210" y="178365"/>
                  </a:lnTo>
                  <a:lnTo>
                    <a:pt x="521032" y="173600"/>
                  </a:lnTo>
                  <a:lnTo>
                    <a:pt x="601319" y="166431"/>
                  </a:lnTo>
                  <a:lnTo>
                    <a:pt x="668666" y="154516"/>
                  </a:lnTo>
                  <a:lnTo>
                    <a:pt x="722540" y="142602"/>
                  </a:lnTo>
                  <a:lnTo>
                    <a:pt x="765122" y="125901"/>
                  </a:lnTo>
                  <a:lnTo>
                    <a:pt x="802827" y="90610"/>
                  </a:lnTo>
                  <a:lnTo>
                    <a:pt x="792048" y="71547"/>
                  </a:lnTo>
                  <a:lnTo>
                    <a:pt x="722540" y="35783"/>
                  </a:lnTo>
                  <a:lnTo>
                    <a:pt x="668666" y="23849"/>
                  </a:lnTo>
                  <a:lnTo>
                    <a:pt x="601319" y="11934"/>
                  </a:lnTo>
                  <a:lnTo>
                    <a:pt x="521032" y="4785"/>
                  </a:lnTo>
                  <a:lnTo>
                    <a:pt x="4402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 descr=""/>
            <p:cNvSpPr/>
            <p:nvPr/>
          </p:nvSpPr>
          <p:spPr>
            <a:xfrm>
              <a:off x="3153468" y="5120436"/>
              <a:ext cx="803275" cy="462915"/>
            </a:xfrm>
            <a:custGeom>
              <a:avLst/>
              <a:gdLst/>
              <a:ahLst/>
              <a:cxnLst/>
              <a:rect l="l" t="t" r="r" b="b"/>
              <a:pathLst>
                <a:path w="803275" h="462914">
                  <a:moveTo>
                    <a:pt x="0" y="374810"/>
                  </a:moveTo>
                  <a:lnTo>
                    <a:pt x="29094" y="336664"/>
                  </a:lnTo>
                  <a:lnTo>
                    <a:pt x="72200" y="319983"/>
                  </a:lnTo>
                  <a:lnTo>
                    <a:pt x="126082" y="308049"/>
                  </a:lnTo>
                  <a:lnTo>
                    <a:pt x="198280" y="296134"/>
                  </a:lnTo>
                  <a:lnTo>
                    <a:pt x="273712" y="288985"/>
                  </a:lnTo>
                  <a:lnTo>
                    <a:pt x="354534" y="284200"/>
                  </a:lnTo>
                  <a:lnTo>
                    <a:pt x="440210" y="284200"/>
                  </a:lnTo>
                  <a:lnTo>
                    <a:pt x="521032" y="288985"/>
                  </a:lnTo>
                  <a:lnTo>
                    <a:pt x="601319" y="296134"/>
                  </a:lnTo>
                  <a:lnTo>
                    <a:pt x="668666" y="308049"/>
                  </a:lnTo>
                  <a:lnTo>
                    <a:pt x="722540" y="319983"/>
                  </a:lnTo>
                  <a:lnTo>
                    <a:pt x="765122" y="336664"/>
                  </a:lnTo>
                  <a:lnTo>
                    <a:pt x="802827" y="374810"/>
                  </a:lnTo>
                  <a:lnTo>
                    <a:pt x="792048" y="391038"/>
                  </a:lnTo>
                  <a:lnTo>
                    <a:pt x="722540" y="426802"/>
                  </a:lnTo>
                  <a:lnTo>
                    <a:pt x="668666" y="438716"/>
                  </a:lnTo>
                  <a:lnTo>
                    <a:pt x="601319" y="450631"/>
                  </a:lnTo>
                  <a:lnTo>
                    <a:pt x="521032" y="457800"/>
                  </a:lnTo>
                  <a:lnTo>
                    <a:pt x="440210" y="462566"/>
                  </a:lnTo>
                  <a:lnTo>
                    <a:pt x="354534" y="462566"/>
                  </a:lnTo>
                  <a:lnTo>
                    <a:pt x="273712" y="457800"/>
                  </a:lnTo>
                  <a:lnTo>
                    <a:pt x="198281" y="450631"/>
                  </a:lnTo>
                  <a:lnTo>
                    <a:pt x="126082" y="438716"/>
                  </a:lnTo>
                  <a:lnTo>
                    <a:pt x="72200" y="426802"/>
                  </a:lnTo>
                  <a:lnTo>
                    <a:pt x="29094" y="410101"/>
                  </a:lnTo>
                  <a:lnTo>
                    <a:pt x="0" y="374810"/>
                  </a:lnTo>
                  <a:close/>
                </a:path>
                <a:path w="803275" h="462914">
                  <a:moveTo>
                    <a:pt x="0" y="90118"/>
                  </a:moveTo>
                  <a:lnTo>
                    <a:pt x="29094" y="51971"/>
                  </a:lnTo>
                  <a:lnTo>
                    <a:pt x="72200" y="35271"/>
                  </a:lnTo>
                  <a:lnTo>
                    <a:pt x="126082" y="23356"/>
                  </a:lnTo>
                  <a:lnTo>
                    <a:pt x="198280" y="11442"/>
                  </a:lnTo>
                  <a:lnTo>
                    <a:pt x="273712" y="4273"/>
                  </a:lnTo>
                  <a:lnTo>
                    <a:pt x="354534" y="0"/>
                  </a:lnTo>
                  <a:lnTo>
                    <a:pt x="440210" y="0"/>
                  </a:lnTo>
                  <a:lnTo>
                    <a:pt x="521032" y="4273"/>
                  </a:lnTo>
                  <a:lnTo>
                    <a:pt x="601319" y="11442"/>
                  </a:lnTo>
                  <a:lnTo>
                    <a:pt x="668666" y="23356"/>
                  </a:lnTo>
                  <a:lnTo>
                    <a:pt x="722540" y="35271"/>
                  </a:lnTo>
                  <a:lnTo>
                    <a:pt x="765122" y="51971"/>
                  </a:lnTo>
                  <a:lnTo>
                    <a:pt x="802827" y="90118"/>
                  </a:lnTo>
                  <a:lnTo>
                    <a:pt x="792048" y="106326"/>
                  </a:lnTo>
                  <a:lnTo>
                    <a:pt x="722540" y="142109"/>
                  </a:lnTo>
                  <a:lnTo>
                    <a:pt x="668666" y="154024"/>
                  </a:lnTo>
                  <a:lnTo>
                    <a:pt x="601319" y="165939"/>
                  </a:lnTo>
                  <a:lnTo>
                    <a:pt x="521032" y="173088"/>
                  </a:lnTo>
                  <a:lnTo>
                    <a:pt x="440210" y="177873"/>
                  </a:lnTo>
                  <a:lnTo>
                    <a:pt x="354534" y="177873"/>
                  </a:lnTo>
                  <a:lnTo>
                    <a:pt x="273712" y="173088"/>
                  </a:lnTo>
                  <a:lnTo>
                    <a:pt x="198280" y="165939"/>
                  </a:lnTo>
                  <a:lnTo>
                    <a:pt x="126082" y="154024"/>
                  </a:lnTo>
                  <a:lnTo>
                    <a:pt x="72200" y="142109"/>
                  </a:lnTo>
                  <a:lnTo>
                    <a:pt x="29094" y="125409"/>
                  </a:lnTo>
                  <a:lnTo>
                    <a:pt x="0" y="90118"/>
                  </a:lnTo>
                  <a:close/>
                </a:path>
              </a:pathLst>
            </a:custGeom>
            <a:ln w="152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 descr=""/>
            <p:cNvSpPr/>
            <p:nvPr/>
          </p:nvSpPr>
          <p:spPr>
            <a:xfrm>
              <a:off x="3104976" y="5369353"/>
              <a:ext cx="894715" cy="130810"/>
            </a:xfrm>
            <a:custGeom>
              <a:avLst/>
              <a:gdLst/>
              <a:ahLst/>
              <a:cxnLst/>
              <a:rect l="l" t="t" r="r" b="b"/>
              <a:pathLst>
                <a:path w="894714" h="130810">
                  <a:moveTo>
                    <a:pt x="894425" y="0"/>
                  </a:moveTo>
                  <a:lnTo>
                    <a:pt x="0" y="0"/>
                  </a:lnTo>
                  <a:lnTo>
                    <a:pt x="0" y="130187"/>
                  </a:lnTo>
                  <a:lnTo>
                    <a:pt x="894425" y="130187"/>
                  </a:lnTo>
                  <a:lnTo>
                    <a:pt x="8944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 descr=""/>
            <p:cNvSpPr/>
            <p:nvPr/>
          </p:nvSpPr>
          <p:spPr>
            <a:xfrm>
              <a:off x="3153468" y="5198640"/>
              <a:ext cx="805815" cy="306070"/>
            </a:xfrm>
            <a:custGeom>
              <a:avLst/>
              <a:gdLst/>
              <a:ahLst/>
              <a:cxnLst/>
              <a:rect l="l" t="t" r="r" b="b"/>
              <a:pathLst>
                <a:path w="805814" h="306070">
                  <a:moveTo>
                    <a:pt x="0" y="0"/>
                  </a:moveTo>
                  <a:lnTo>
                    <a:pt x="0" y="305666"/>
                  </a:lnTo>
                </a:path>
                <a:path w="805814" h="306070">
                  <a:moveTo>
                    <a:pt x="805522" y="0"/>
                  </a:moveTo>
                  <a:lnTo>
                    <a:pt x="805522" y="305666"/>
                  </a:lnTo>
                </a:path>
              </a:pathLst>
            </a:custGeom>
            <a:ln w="152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 descr=""/>
            <p:cNvSpPr/>
            <p:nvPr/>
          </p:nvSpPr>
          <p:spPr>
            <a:xfrm>
              <a:off x="3153468" y="5077504"/>
              <a:ext cx="803275" cy="175895"/>
            </a:xfrm>
            <a:custGeom>
              <a:avLst/>
              <a:gdLst/>
              <a:ahLst/>
              <a:cxnLst/>
              <a:rect l="l" t="t" r="r" b="b"/>
              <a:pathLst>
                <a:path w="803275" h="175895">
                  <a:moveTo>
                    <a:pt x="440210" y="0"/>
                  </a:moveTo>
                  <a:lnTo>
                    <a:pt x="354534" y="0"/>
                  </a:lnTo>
                  <a:lnTo>
                    <a:pt x="273712" y="4765"/>
                  </a:lnTo>
                  <a:lnTo>
                    <a:pt x="198280" y="11934"/>
                  </a:lnTo>
                  <a:lnTo>
                    <a:pt x="126082" y="23849"/>
                  </a:lnTo>
                  <a:lnTo>
                    <a:pt x="72200" y="35763"/>
                  </a:lnTo>
                  <a:lnTo>
                    <a:pt x="29094" y="49608"/>
                  </a:lnTo>
                  <a:lnTo>
                    <a:pt x="0" y="90138"/>
                  </a:lnTo>
                  <a:lnTo>
                    <a:pt x="7543" y="106818"/>
                  </a:lnTo>
                  <a:lnTo>
                    <a:pt x="72200" y="142109"/>
                  </a:lnTo>
                  <a:lnTo>
                    <a:pt x="126082" y="151641"/>
                  </a:lnTo>
                  <a:lnTo>
                    <a:pt x="198280" y="163576"/>
                  </a:lnTo>
                  <a:lnTo>
                    <a:pt x="273712" y="173107"/>
                  </a:lnTo>
                  <a:lnTo>
                    <a:pt x="354534" y="175490"/>
                  </a:lnTo>
                  <a:lnTo>
                    <a:pt x="440210" y="175490"/>
                  </a:lnTo>
                  <a:lnTo>
                    <a:pt x="521032" y="173107"/>
                  </a:lnTo>
                  <a:lnTo>
                    <a:pt x="601319" y="163576"/>
                  </a:lnTo>
                  <a:lnTo>
                    <a:pt x="722540" y="142109"/>
                  </a:lnTo>
                  <a:lnTo>
                    <a:pt x="765122" y="125901"/>
                  </a:lnTo>
                  <a:lnTo>
                    <a:pt x="802827" y="90138"/>
                  </a:lnTo>
                  <a:lnTo>
                    <a:pt x="792048" y="71054"/>
                  </a:lnTo>
                  <a:lnTo>
                    <a:pt x="722540" y="35763"/>
                  </a:lnTo>
                  <a:lnTo>
                    <a:pt x="668666" y="23849"/>
                  </a:lnTo>
                  <a:lnTo>
                    <a:pt x="601319" y="11934"/>
                  </a:lnTo>
                  <a:lnTo>
                    <a:pt x="521032" y="4765"/>
                  </a:lnTo>
                  <a:lnTo>
                    <a:pt x="4402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 descr=""/>
            <p:cNvSpPr/>
            <p:nvPr/>
          </p:nvSpPr>
          <p:spPr>
            <a:xfrm>
              <a:off x="3153468" y="4792812"/>
              <a:ext cx="803275" cy="460375"/>
            </a:xfrm>
            <a:custGeom>
              <a:avLst/>
              <a:gdLst/>
              <a:ahLst/>
              <a:cxnLst/>
              <a:rect l="l" t="t" r="r" b="b"/>
              <a:pathLst>
                <a:path w="803275" h="460375">
                  <a:moveTo>
                    <a:pt x="0" y="374830"/>
                  </a:moveTo>
                  <a:lnTo>
                    <a:pt x="29094" y="334300"/>
                  </a:lnTo>
                  <a:lnTo>
                    <a:pt x="72200" y="320456"/>
                  </a:lnTo>
                  <a:lnTo>
                    <a:pt x="126082" y="308541"/>
                  </a:lnTo>
                  <a:lnTo>
                    <a:pt x="198280" y="296626"/>
                  </a:lnTo>
                  <a:lnTo>
                    <a:pt x="273712" y="289458"/>
                  </a:lnTo>
                  <a:lnTo>
                    <a:pt x="354534" y="284692"/>
                  </a:lnTo>
                  <a:lnTo>
                    <a:pt x="440210" y="284692"/>
                  </a:lnTo>
                  <a:lnTo>
                    <a:pt x="521032" y="289458"/>
                  </a:lnTo>
                  <a:lnTo>
                    <a:pt x="601319" y="296626"/>
                  </a:lnTo>
                  <a:lnTo>
                    <a:pt x="668666" y="308541"/>
                  </a:lnTo>
                  <a:lnTo>
                    <a:pt x="722540" y="320456"/>
                  </a:lnTo>
                  <a:lnTo>
                    <a:pt x="765122" y="334300"/>
                  </a:lnTo>
                  <a:lnTo>
                    <a:pt x="802827" y="374830"/>
                  </a:lnTo>
                  <a:lnTo>
                    <a:pt x="792048" y="391511"/>
                  </a:lnTo>
                  <a:lnTo>
                    <a:pt x="765122" y="410594"/>
                  </a:lnTo>
                  <a:lnTo>
                    <a:pt x="722540" y="426802"/>
                  </a:lnTo>
                  <a:lnTo>
                    <a:pt x="668666" y="436333"/>
                  </a:lnTo>
                  <a:lnTo>
                    <a:pt x="601319" y="448268"/>
                  </a:lnTo>
                  <a:lnTo>
                    <a:pt x="521032" y="457800"/>
                  </a:lnTo>
                  <a:lnTo>
                    <a:pt x="440210" y="460183"/>
                  </a:lnTo>
                  <a:lnTo>
                    <a:pt x="354534" y="460183"/>
                  </a:lnTo>
                  <a:lnTo>
                    <a:pt x="273712" y="457800"/>
                  </a:lnTo>
                  <a:lnTo>
                    <a:pt x="198281" y="448268"/>
                  </a:lnTo>
                  <a:lnTo>
                    <a:pt x="126082" y="436333"/>
                  </a:lnTo>
                  <a:lnTo>
                    <a:pt x="72200" y="426802"/>
                  </a:lnTo>
                  <a:lnTo>
                    <a:pt x="29094" y="410594"/>
                  </a:lnTo>
                  <a:lnTo>
                    <a:pt x="7543" y="391511"/>
                  </a:lnTo>
                  <a:lnTo>
                    <a:pt x="0" y="374830"/>
                  </a:lnTo>
                  <a:close/>
                </a:path>
                <a:path w="803275" h="460375">
                  <a:moveTo>
                    <a:pt x="0" y="90138"/>
                  </a:moveTo>
                  <a:lnTo>
                    <a:pt x="29094" y="49588"/>
                  </a:lnTo>
                  <a:lnTo>
                    <a:pt x="72200" y="35763"/>
                  </a:lnTo>
                  <a:lnTo>
                    <a:pt x="126082" y="23849"/>
                  </a:lnTo>
                  <a:lnTo>
                    <a:pt x="198280" y="11914"/>
                  </a:lnTo>
                  <a:lnTo>
                    <a:pt x="273712" y="4765"/>
                  </a:lnTo>
                  <a:lnTo>
                    <a:pt x="354534" y="0"/>
                  </a:lnTo>
                  <a:lnTo>
                    <a:pt x="440210" y="0"/>
                  </a:lnTo>
                  <a:lnTo>
                    <a:pt x="521032" y="4765"/>
                  </a:lnTo>
                  <a:lnTo>
                    <a:pt x="601319" y="11914"/>
                  </a:lnTo>
                  <a:lnTo>
                    <a:pt x="668666" y="23849"/>
                  </a:lnTo>
                  <a:lnTo>
                    <a:pt x="722540" y="35763"/>
                  </a:lnTo>
                  <a:lnTo>
                    <a:pt x="765122" y="49588"/>
                  </a:lnTo>
                  <a:lnTo>
                    <a:pt x="802827" y="90138"/>
                  </a:lnTo>
                  <a:lnTo>
                    <a:pt x="792048" y="106818"/>
                  </a:lnTo>
                  <a:lnTo>
                    <a:pt x="765122" y="125901"/>
                  </a:lnTo>
                  <a:lnTo>
                    <a:pt x="722540" y="142109"/>
                  </a:lnTo>
                  <a:lnTo>
                    <a:pt x="668666" y="151641"/>
                  </a:lnTo>
                  <a:lnTo>
                    <a:pt x="601319" y="163576"/>
                  </a:lnTo>
                  <a:lnTo>
                    <a:pt x="521032" y="173107"/>
                  </a:lnTo>
                  <a:lnTo>
                    <a:pt x="440210" y="175490"/>
                  </a:lnTo>
                  <a:lnTo>
                    <a:pt x="354534" y="175490"/>
                  </a:lnTo>
                  <a:lnTo>
                    <a:pt x="273712" y="173107"/>
                  </a:lnTo>
                  <a:lnTo>
                    <a:pt x="198280" y="163576"/>
                  </a:lnTo>
                  <a:lnTo>
                    <a:pt x="126082" y="151641"/>
                  </a:lnTo>
                  <a:lnTo>
                    <a:pt x="72200" y="142109"/>
                  </a:lnTo>
                  <a:lnTo>
                    <a:pt x="29094" y="125901"/>
                  </a:lnTo>
                  <a:lnTo>
                    <a:pt x="7543" y="106818"/>
                  </a:lnTo>
                  <a:lnTo>
                    <a:pt x="0" y="90138"/>
                  </a:lnTo>
                  <a:close/>
                </a:path>
              </a:pathLst>
            </a:custGeom>
            <a:ln w="152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 descr=""/>
            <p:cNvSpPr/>
            <p:nvPr/>
          </p:nvSpPr>
          <p:spPr>
            <a:xfrm>
              <a:off x="3104976" y="5039361"/>
              <a:ext cx="894715" cy="130810"/>
            </a:xfrm>
            <a:custGeom>
              <a:avLst/>
              <a:gdLst/>
              <a:ahLst/>
              <a:cxnLst/>
              <a:rect l="l" t="t" r="r" b="b"/>
              <a:pathLst>
                <a:path w="894714" h="130810">
                  <a:moveTo>
                    <a:pt x="894425" y="0"/>
                  </a:moveTo>
                  <a:lnTo>
                    <a:pt x="0" y="0"/>
                  </a:lnTo>
                  <a:lnTo>
                    <a:pt x="0" y="130663"/>
                  </a:lnTo>
                  <a:lnTo>
                    <a:pt x="894425" y="130663"/>
                  </a:lnTo>
                  <a:lnTo>
                    <a:pt x="8944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 descr=""/>
            <p:cNvSpPr/>
            <p:nvPr/>
          </p:nvSpPr>
          <p:spPr>
            <a:xfrm>
              <a:off x="3153468" y="4871015"/>
              <a:ext cx="805815" cy="306705"/>
            </a:xfrm>
            <a:custGeom>
              <a:avLst/>
              <a:gdLst/>
              <a:ahLst/>
              <a:cxnLst/>
              <a:rect l="l" t="t" r="r" b="b"/>
              <a:pathLst>
                <a:path w="805814" h="306704">
                  <a:moveTo>
                    <a:pt x="0" y="0"/>
                  </a:moveTo>
                  <a:lnTo>
                    <a:pt x="0" y="306158"/>
                  </a:lnTo>
                </a:path>
                <a:path w="805814" h="306704">
                  <a:moveTo>
                    <a:pt x="805522" y="0"/>
                  </a:moveTo>
                  <a:lnTo>
                    <a:pt x="805522" y="306158"/>
                  </a:lnTo>
                </a:path>
              </a:pathLst>
            </a:custGeom>
            <a:ln w="152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 descr=""/>
            <p:cNvSpPr/>
            <p:nvPr/>
          </p:nvSpPr>
          <p:spPr>
            <a:xfrm>
              <a:off x="3153468" y="4745606"/>
              <a:ext cx="803275" cy="175895"/>
            </a:xfrm>
            <a:custGeom>
              <a:avLst/>
              <a:gdLst/>
              <a:ahLst/>
              <a:cxnLst/>
              <a:rect l="l" t="t" r="r" b="b"/>
              <a:pathLst>
                <a:path w="803275" h="175895">
                  <a:moveTo>
                    <a:pt x="440210" y="0"/>
                  </a:moveTo>
                  <a:lnTo>
                    <a:pt x="354534" y="0"/>
                  </a:lnTo>
                  <a:lnTo>
                    <a:pt x="273712" y="4293"/>
                  </a:lnTo>
                  <a:lnTo>
                    <a:pt x="198280" y="11442"/>
                  </a:lnTo>
                  <a:lnTo>
                    <a:pt x="126082" y="23356"/>
                  </a:lnTo>
                  <a:lnTo>
                    <a:pt x="72200" y="35291"/>
                  </a:lnTo>
                  <a:lnTo>
                    <a:pt x="29094" y="49588"/>
                  </a:lnTo>
                  <a:lnTo>
                    <a:pt x="0" y="90118"/>
                  </a:lnTo>
                  <a:lnTo>
                    <a:pt x="7543" y="106346"/>
                  </a:lnTo>
                  <a:lnTo>
                    <a:pt x="72200" y="142109"/>
                  </a:lnTo>
                  <a:lnTo>
                    <a:pt x="126082" y="151641"/>
                  </a:lnTo>
                  <a:lnTo>
                    <a:pt x="198280" y="163556"/>
                  </a:lnTo>
                  <a:lnTo>
                    <a:pt x="273712" y="173107"/>
                  </a:lnTo>
                  <a:lnTo>
                    <a:pt x="354534" y="175490"/>
                  </a:lnTo>
                  <a:lnTo>
                    <a:pt x="440210" y="175490"/>
                  </a:lnTo>
                  <a:lnTo>
                    <a:pt x="521032" y="173107"/>
                  </a:lnTo>
                  <a:lnTo>
                    <a:pt x="601319" y="163556"/>
                  </a:lnTo>
                  <a:lnTo>
                    <a:pt x="722540" y="142109"/>
                  </a:lnTo>
                  <a:lnTo>
                    <a:pt x="765122" y="125409"/>
                  </a:lnTo>
                  <a:lnTo>
                    <a:pt x="802827" y="90118"/>
                  </a:lnTo>
                  <a:lnTo>
                    <a:pt x="792048" y="71054"/>
                  </a:lnTo>
                  <a:lnTo>
                    <a:pt x="722540" y="35291"/>
                  </a:lnTo>
                  <a:lnTo>
                    <a:pt x="668666" y="23356"/>
                  </a:lnTo>
                  <a:lnTo>
                    <a:pt x="601319" y="11442"/>
                  </a:lnTo>
                  <a:lnTo>
                    <a:pt x="521032" y="4293"/>
                  </a:lnTo>
                  <a:lnTo>
                    <a:pt x="4402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 descr=""/>
            <p:cNvSpPr/>
            <p:nvPr/>
          </p:nvSpPr>
          <p:spPr>
            <a:xfrm>
              <a:off x="3153468" y="4460913"/>
              <a:ext cx="803275" cy="460375"/>
            </a:xfrm>
            <a:custGeom>
              <a:avLst/>
              <a:gdLst/>
              <a:ahLst/>
              <a:cxnLst/>
              <a:rect l="l" t="t" r="r" b="b"/>
              <a:pathLst>
                <a:path w="803275" h="460375">
                  <a:moveTo>
                    <a:pt x="0" y="374810"/>
                  </a:moveTo>
                  <a:lnTo>
                    <a:pt x="29094" y="334281"/>
                  </a:lnTo>
                  <a:lnTo>
                    <a:pt x="72200" y="319983"/>
                  </a:lnTo>
                  <a:lnTo>
                    <a:pt x="126082" y="308049"/>
                  </a:lnTo>
                  <a:lnTo>
                    <a:pt x="198280" y="296134"/>
                  </a:lnTo>
                  <a:lnTo>
                    <a:pt x="273712" y="288985"/>
                  </a:lnTo>
                  <a:lnTo>
                    <a:pt x="354534" y="284692"/>
                  </a:lnTo>
                  <a:lnTo>
                    <a:pt x="440210" y="284692"/>
                  </a:lnTo>
                  <a:lnTo>
                    <a:pt x="521032" y="288985"/>
                  </a:lnTo>
                  <a:lnTo>
                    <a:pt x="601319" y="296134"/>
                  </a:lnTo>
                  <a:lnTo>
                    <a:pt x="668666" y="308049"/>
                  </a:lnTo>
                  <a:lnTo>
                    <a:pt x="722540" y="319983"/>
                  </a:lnTo>
                  <a:lnTo>
                    <a:pt x="765122" y="334281"/>
                  </a:lnTo>
                  <a:lnTo>
                    <a:pt x="802827" y="374810"/>
                  </a:lnTo>
                  <a:lnTo>
                    <a:pt x="792048" y="391038"/>
                  </a:lnTo>
                  <a:lnTo>
                    <a:pt x="722540" y="426802"/>
                  </a:lnTo>
                  <a:lnTo>
                    <a:pt x="668666" y="436333"/>
                  </a:lnTo>
                  <a:lnTo>
                    <a:pt x="601319" y="448248"/>
                  </a:lnTo>
                  <a:lnTo>
                    <a:pt x="521032" y="457800"/>
                  </a:lnTo>
                  <a:lnTo>
                    <a:pt x="440210" y="460183"/>
                  </a:lnTo>
                  <a:lnTo>
                    <a:pt x="354534" y="460183"/>
                  </a:lnTo>
                  <a:lnTo>
                    <a:pt x="273712" y="457800"/>
                  </a:lnTo>
                  <a:lnTo>
                    <a:pt x="198281" y="448248"/>
                  </a:lnTo>
                  <a:lnTo>
                    <a:pt x="126082" y="436333"/>
                  </a:lnTo>
                  <a:lnTo>
                    <a:pt x="72200" y="426802"/>
                  </a:lnTo>
                  <a:lnTo>
                    <a:pt x="29094" y="410101"/>
                  </a:lnTo>
                  <a:lnTo>
                    <a:pt x="0" y="374810"/>
                  </a:lnTo>
                  <a:close/>
                </a:path>
                <a:path w="803275" h="460375">
                  <a:moveTo>
                    <a:pt x="0" y="90118"/>
                  </a:moveTo>
                  <a:lnTo>
                    <a:pt x="29094" y="49588"/>
                  </a:lnTo>
                  <a:lnTo>
                    <a:pt x="72200" y="35271"/>
                  </a:lnTo>
                  <a:lnTo>
                    <a:pt x="126082" y="23356"/>
                  </a:lnTo>
                  <a:lnTo>
                    <a:pt x="198280" y="11442"/>
                  </a:lnTo>
                  <a:lnTo>
                    <a:pt x="273712" y="4765"/>
                  </a:lnTo>
                  <a:lnTo>
                    <a:pt x="354534" y="0"/>
                  </a:lnTo>
                  <a:lnTo>
                    <a:pt x="440210" y="0"/>
                  </a:lnTo>
                  <a:lnTo>
                    <a:pt x="521032" y="4765"/>
                  </a:lnTo>
                  <a:lnTo>
                    <a:pt x="601319" y="11442"/>
                  </a:lnTo>
                  <a:lnTo>
                    <a:pt x="668666" y="23356"/>
                  </a:lnTo>
                  <a:lnTo>
                    <a:pt x="722540" y="35271"/>
                  </a:lnTo>
                  <a:lnTo>
                    <a:pt x="765122" y="49588"/>
                  </a:lnTo>
                  <a:lnTo>
                    <a:pt x="802827" y="90118"/>
                  </a:lnTo>
                  <a:lnTo>
                    <a:pt x="792048" y="106326"/>
                  </a:lnTo>
                  <a:lnTo>
                    <a:pt x="722540" y="142109"/>
                  </a:lnTo>
                  <a:lnTo>
                    <a:pt x="668666" y="151641"/>
                  </a:lnTo>
                  <a:lnTo>
                    <a:pt x="601319" y="163556"/>
                  </a:lnTo>
                  <a:lnTo>
                    <a:pt x="521032" y="173107"/>
                  </a:lnTo>
                  <a:lnTo>
                    <a:pt x="440210" y="175490"/>
                  </a:lnTo>
                  <a:lnTo>
                    <a:pt x="354534" y="175490"/>
                  </a:lnTo>
                  <a:lnTo>
                    <a:pt x="273712" y="173107"/>
                  </a:lnTo>
                  <a:lnTo>
                    <a:pt x="198280" y="163556"/>
                  </a:lnTo>
                  <a:lnTo>
                    <a:pt x="126082" y="151641"/>
                  </a:lnTo>
                  <a:lnTo>
                    <a:pt x="72200" y="142109"/>
                  </a:lnTo>
                  <a:lnTo>
                    <a:pt x="29094" y="125409"/>
                  </a:lnTo>
                  <a:lnTo>
                    <a:pt x="0" y="90118"/>
                  </a:lnTo>
                  <a:close/>
                </a:path>
              </a:pathLst>
            </a:custGeom>
            <a:ln w="152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 descr=""/>
            <p:cNvSpPr/>
            <p:nvPr/>
          </p:nvSpPr>
          <p:spPr>
            <a:xfrm>
              <a:off x="3104976" y="4707443"/>
              <a:ext cx="894715" cy="130810"/>
            </a:xfrm>
            <a:custGeom>
              <a:avLst/>
              <a:gdLst/>
              <a:ahLst/>
              <a:cxnLst/>
              <a:rect l="l" t="t" r="r" b="b"/>
              <a:pathLst>
                <a:path w="894714" h="130810">
                  <a:moveTo>
                    <a:pt x="894425" y="0"/>
                  </a:moveTo>
                  <a:lnTo>
                    <a:pt x="0" y="0"/>
                  </a:lnTo>
                  <a:lnTo>
                    <a:pt x="0" y="130663"/>
                  </a:lnTo>
                  <a:lnTo>
                    <a:pt x="894425" y="130663"/>
                  </a:lnTo>
                  <a:lnTo>
                    <a:pt x="8944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 descr=""/>
            <p:cNvSpPr/>
            <p:nvPr/>
          </p:nvSpPr>
          <p:spPr>
            <a:xfrm>
              <a:off x="3153468" y="4539117"/>
              <a:ext cx="805815" cy="306070"/>
            </a:xfrm>
            <a:custGeom>
              <a:avLst/>
              <a:gdLst/>
              <a:ahLst/>
              <a:cxnLst/>
              <a:rect l="l" t="t" r="r" b="b"/>
              <a:pathLst>
                <a:path w="805814" h="306070">
                  <a:moveTo>
                    <a:pt x="0" y="0"/>
                  </a:moveTo>
                  <a:lnTo>
                    <a:pt x="0" y="305666"/>
                  </a:lnTo>
                </a:path>
                <a:path w="805814" h="306070">
                  <a:moveTo>
                    <a:pt x="805522" y="0"/>
                  </a:moveTo>
                  <a:lnTo>
                    <a:pt x="805522" y="305666"/>
                  </a:lnTo>
                </a:path>
              </a:pathLst>
            </a:custGeom>
            <a:ln w="152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 descr=""/>
            <p:cNvSpPr/>
            <p:nvPr/>
          </p:nvSpPr>
          <p:spPr>
            <a:xfrm>
              <a:off x="3153468" y="4417981"/>
              <a:ext cx="803275" cy="175895"/>
            </a:xfrm>
            <a:custGeom>
              <a:avLst/>
              <a:gdLst/>
              <a:ahLst/>
              <a:cxnLst/>
              <a:rect l="l" t="t" r="r" b="b"/>
              <a:pathLst>
                <a:path w="803275" h="175895">
                  <a:moveTo>
                    <a:pt x="440210" y="0"/>
                  </a:moveTo>
                  <a:lnTo>
                    <a:pt x="354534" y="0"/>
                  </a:lnTo>
                  <a:lnTo>
                    <a:pt x="273712" y="2382"/>
                  </a:lnTo>
                  <a:lnTo>
                    <a:pt x="198280" y="11934"/>
                  </a:lnTo>
                  <a:lnTo>
                    <a:pt x="126082" y="23849"/>
                  </a:lnTo>
                  <a:lnTo>
                    <a:pt x="72200" y="33380"/>
                  </a:lnTo>
                  <a:lnTo>
                    <a:pt x="29094" y="49608"/>
                  </a:lnTo>
                  <a:lnTo>
                    <a:pt x="0" y="90138"/>
                  </a:lnTo>
                  <a:lnTo>
                    <a:pt x="7543" y="104435"/>
                  </a:lnTo>
                  <a:lnTo>
                    <a:pt x="72200" y="140199"/>
                  </a:lnTo>
                  <a:lnTo>
                    <a:pt x="126082" y="151661"/>
                  </a:lnTo>
                  <a:lnTo>
                    <a:pt x="198280" y="163576"/>
                  </a:lnTo>
                  <a:lnTo>
                    <a:pt x="273712" y="170724"/>
                  </a:lnTo>
                  <a:lnTo>
                    <a:pt x="354534" y="175490"/>
                  </a:lnTo>
                  <a:lnTo>
                    <a:pt x="440210" y="175490"/>
                  </a:lnTo>
                  <a:lnTo>
                    <a:pt x="521032" y="170724"/>
                  </a:lnTo>
                  <a:lnTo>
                    <a:pt x="601319" y="163576"/>
                  </a:lnTo>
                  <a:lnTo>
                    <a:pt x="668666" y="151661"/>
                  </a:lnTo>
                  <a:lnTo>
                    <a:pt x="722540" y="140199"/>
                  </a:lnTo>
                  <a:lnTo>
                    <a:pt x="765122" y="125901"/>
                  </a:lnTo>
                  <a:lnTo>
                    <a:pt x="802827" y="90138"/>
                  </a:lnTo>
                  <a:lnTo>
                    <a:pt x="792048" y="68671"/>
                  </a:lnTo>
                  <a:lnTo>
                    <a:pt x="722540" y="33380"/>
                  </a:lnTo>
                  <a:lnTo>
                    <a:pt x="601319" y="11934"/>
                  </a:lnTo>
                  <a:lnTo>
                    <a:pt x="521032" y="2382"/>
                  </a:lnTo>
                  <a:lnTo>
                    <a:pt x="4402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 descr=""/>
            <p:cNvSpPr/>
            <p:nvPr/>
          </p:nvSpPr>
          <p:spPr>
            <a:xfrm>
              <a:off x="3153468" y="4133210"/>
              <a:ext cx="803275" cy="460375"/>
            </a:xfrm>
            <a:custGeom>
              <a:avLst/>
              <a:gdLst/>
              <a:ahLst/>
              <a:cxnLst/>
              <a:rect l="l" t="t" r="r" b="b"/>
              <a:pathLst>
                <a:path w="803275" h="460375">
                  <a:moveTo>
                    <a:pt x="0" y="374909"/>
                  </a:moveTo>
                  <a:lnTo>
                    <a:pt x="29094" y="334379"/>
                  </a:lnTo>
                  <a:lnTo>
                    <a:pt x="72200" y="318151"/>
                  </a:lnTo>
                  <a:lnTo>
                    <a:pt x="126082" y="308620"/>
                  </a:lnTo>
                  <a:lnTo>
                    <a:pt x="198280" y="296705"/>
                  </a:lnTo>
                  <a:lnTo>
                    <a:pt x="273712" y="287154"/>
                  </a:lnTo>
                  <a:lnTo>
                    <a:pt x="354534" y="284771"/>
                  </a:lnTo>
                  <a:lnTo>
                    <a:pt x="440210" y="284771"/>
                  </a:lnTo>
                  <a:lnTo>
                    <a:pt x="521032" y="287154"/>
                  </a:lnTo>
                  <a:lnTo>
                    <a:pt x="601319" y="296705"/>
                  </a:lnTo>
                  <a:lnTo>
                    <a:pt x="668666" y="308620"/>
                  </a:lnTo>
                  <a:lnTo>
                    <a:pt x="722540" y="318151"/>
                  </a:lnTo>
                  <a:lnTo>
                    <a:pt x="765122" y="334379"/>
                  </a:lnTo>
                  <a:lnTo>
                    <a:pt x="802827" y="374909"/>
                  </a:lnTo>
                  <a:lnTo>
                    <a:pt x="792048" y="389206"/>
                  </a:lnTo>
                  <a:lnTo>
                    <a:pt x="722540" y="424970"/>
                  </a:lnTo>
                  <a:lnTo>
                    <a:pt x="668666" y="436432"/>
                  </a:lnTo>
                  <a:lnTo>
                    <a:pt x="601319" y="448347"/>
                  </a:lnTo>
                  <a:lnTo>
                    <a:pt x="521032" y="455495"/>
                  </a:lnTo>
                  <a:lnTo>
                    <a:pt x="440210" y="460261"/>
                  </a:lnTo>
                  <a:lnTo>
                    <a:pt x="354534" y="460261"/>
                  </a:lnTo>
                  <a:lnTo>
                    <a:pt x="273712" y="455495"/>
                  </a:lnTo>
                  <a:lnTo>
                    <a:pt x="198281" y="448347"/>
                  </a:lnTo>
                  <a:lnTo>
                    <a:pt x="126082" y="436432"/>
                  </a:lnTo>
                  <a:lnTo>
                    <a:pt x="72200" y="424970"/>
                  </a:lnTo>
                  <a:lnTo>
                    <a:pt x="29094" y="410673"/>
                  </a:lnTo>
                  <a:lnTo>
                    <a:pt x="0" y="374909"/>
                  </a:lnTo>
                  <a:close/>
                </a:path>
                <a:path w="803275" h="460375">
                  <a:moveTo>
                    <a:pt x="0" y="90197"/>
                  </a:moveTo>
                  <a:lnTo>
                    <a:pt x="29094" y="50218"/>
                  </a:lnTo>
                  <a:lnTo>
                    <a:pt x="72200" y="33479"/>
                  </a:lnTo>
                  <a:lnTo>
                    <a:pt x="126082" y="23829"/>
                  </a:lnTo>
                  <a:lnTo>
                    <a:pt x="198280" y="12013"/>
                  </a:lnTo>
                  <a:lnTo>
                    <a:pt x="273712" y="2560"/>
                  </a:lnTo>
                  <a:lnTo>
                    <a:pt x="354534" y="0"/>
                  </a:lnTo>
                  <a:lnTo>
                    <a:pt x="440210" y="0"/>
                  </a:lnTo>
                  <a:lnTo>
                    <a:pt x="521032" y="2560"/>
                  </a:lnTo>
                  <a:lnTo>
                    <a:pt x="601319" y="12013"/>
                  </a:lnTo>
                  <a:lnTo>
                    <a:pt x="668666" y="23829"/>
                  </a:lnTo>
                  <a:lnTo>
                    <a:pt x="722540" y="33479"/>
                  </a:lnTo>
                  <a:lnTo>
                    <a:pt x="765122" y="50218"/>
                  </a:lnTo>
                  <a:lnTo>
                    <a:pt x="802827" y="90197"/>
                  </a:lnTo>
                  <a:lnTo>
                    <a:pt x="792048" y="104573"/>
                  </a:lnTo>
                  <a:lnTo>
                    <a:pt x="722540" y="140219"/>
                  </a:lnTo>
                  <a:lnTo>
                    <a:pt x="668666" y="151641"/>
                  </a:lnTo>
                  <a:lnTo>
                    <a:pt x="601319" y="163654"/>
                  </a:lnTo>
                  <a:lnTo>
                    <a:pt x="521032" y="170744"/>
                  </a:lnTo>
                  <a:lnTo>
                    <a:pt x="440210" y="175667"/>
                  </a:lnTo>
                  <a:lnTo>
                    <a:pt x="354534" y="175667"/>
                  </a:lnTo>
                  <a:lnTo>
                    <a:pt x="273712" y="170744"/>
                  </a:lnTo>
                  <a:lnTo>
                    <a:pt x="198280" y="163654"/>
                  </a:lnTo>
                  <a:lnTo>
                    <a:pt x="126082" y="151641"/>
                  </a:lnTo>
                  <a:lnTo>
                    <a:pt x="72200" y="140219"/>
                  </a:lnTo>
                  <a:lnTo>
                    <a:pt x="29094" y="126039"/>
                  </a:lnTo>
                  <a:lnTo>
                    <a:pt x="0" y="90197"/>
                  </a:lnTo>
                  <a:close/>
                </a:path>
              </a:pathLst>
            </a:custGeom>
            <a:ln w="152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 descr=""/>
            <p:cNvSpPr/>
            <p:nvPr/>
          </p:nvSpPr>
          <p:spPr>
            <a:xfrm>
              <a:off x="3104975" y="4379838"/>
              <a:ext cx="894715" cy="130810"/>
            </a:xfrm>
            <a:custGeom>
              <a:avLst/>
              <a:gdLst/>
              <a:ahLst/>
              <a:cxnLst/>
              <a:rect l="l" t="t" r="r" b="b"/>
              <a:pathLst>
                <a:path w="894714" h="130810">
                  <a:moveTo>
                    <a:pt x="894425" y="0"/>
                  </a:moveTo>
                  <a:lnTo>
                    <a:pt x="0" y="0"/>
                  </a:lnTo>
                  <a:lnTo>
                    <a:pt x="0" y="130663"/>
                  </a:lnTo>
                  <a:lnTo>
                    <a:pt x="894425" y="130663"/>
                  </a:lnTo>
                  <a:lnTo>
                    <a:pt x="8944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 descr=""/>
            <p:cNvSpPr/>
            <p:nvPr/>
          </p:nvSpPr>
          <p:spPr>
            <a:xfrm>
              <a:off x="3153468" y="4209031"/>
              <a:ext cx="805815" cy="306705"/>
            </a:xfrm>
            <a:custGeom>
              <a:avLst/>
              <a:gdLst/>
              <a:ahLst/>
              <a:cxnLst/>
              <a:rect l="l" t="t" r="r" b="b"/>
              <a:pathLst>
                <a:path w="805814" h="306704">
                  <a:moveTo>
                    <a:pt x="0" y="0"/>
                  </a:moveTo>
                  <a:lnTo>
                    <a:pt x="0" y="306237"/>
                  </a:lnTo>
                </a:path>
                <a:path w="805814" h="306704">
                  <a:moveTo>
                    <a:pt x="805522" y="0"/>
                  </a:moveTo>
                  <a:lnTo>
                    <a:pt x="805522" y="306237"/>
                  </a:lnTo>
                </a:path>
              </a:pathLst>
            </a:custGeom>
            <a:ln w="152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8" name="object 128" descr=""/>
          <p:cNvSpPr txBox="1"/>
          <p:nvPr/>
        </p:nvSpPr>
        <p:spPr>
          <a:xfrm>
            <a:off x="3419871" y="5015369"/>
            <a:ext cx="26543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50">
                <a:latin typeface="Times New Roman"/>
                <a:cs typeface="Times New Roman"/>
              </a:rPr>
              <a:t>A2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9" name="object 129" descr=""/>
          <p:cNvSpPr txBox="1"/>
          <p:nvPr/>
        </p:nvSpPr>
        <p:spPr>
          <a:xfrm>
            <a:off x="3419871" y="5313886"/>
            <a:ext cx="26543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50">
                <a:latin typeface="Times New Roman"/>
                <a:cs typeface="Times New Roman"/>
              </a:rPr>
              <a:t>A3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30" name="object 130" descr=""/>
          <p:cNvSpPr/>
          <p:nvPr/>
        </p:nvSpPr>
        <p:spPr>
          <a:xfrm>
            <a:off x="3526332" y="3817520"/>
            <a:ext cx="4749165" cy="406400"/>
          </a:xfrm>
          <a:custGeom>
            <a:avLst/>
            <a:gdLst/>
            <a:ahLst/>
            <a:cxnLst/>
            <a:rect l="l" t="t" r="r" b="b"/>
            <a:pathLst>
              <a:path w="4749165" h="406400">
                <a:moveTo>
                  <a:pt x="0" y="0"/>
                </a:moveTo>
                <a:lnTo>
                  <a:pt x="2694" y="405887"/>
                </a:lnTo>
              </a:path>
              <a:path w="4749165" h="406400">
                <a:moveTo>
                  <a:pt x="1222566" y="0"/>
                </a:moveTo>
                <a:lnTo>
                  <a:pt x="1214482" y="405887"/>
                </a:lnTo>
              </a:path>
              <a:path w="4749165" h="406400">
                <a:moveTo>
                  <a:pt x="0" y="0"/>
                </a:moveTo>
                <a:lnTo>
                  <a:pt x="4749157" y="0"/>
                </a:lnTo>
              </a:path>
              <a:path w="4749165" h="406400">
                <a:moveTo>
                  <a:pt x="2387986" y="0"/>
                </a:moveTo>
                <a:lnTo>
                  <a:pt x="2379968" y="405887"/>
                </a:lnTo>
              </a:path>
              <a:path w="4749165" h="406400">
                <a:moveTo>
                  <a:pt x="3572803" y="0"/>
                </a:moveTo>
                <a:lnTo>
                  <a:pt x="3564785" y="405887"/>
                </a:lnTo>
              </a:path>
            </a:pathLst>
          </a:custGeom>
          <a:ln w="203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1" name="object 131" descr=""/>
          <p:cNvSpPr txBox="1"/>
          <p:nvPr/>
        </p:nvSpPr>
        <p:spPr>
          <a:xfrm>
            <a:off x="3419871" y="4331997"/>
            <a:ext cx="26860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65">
                <a:latin typeface="Times New Roman"/>
                <a:cs typeface="Times New Roman"/>
              </a:rPr>
              <a:t>A0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32" name="object 132" descr=""/>
          <p:cNvSpPr txBox="1"/>
          <p:nvPr/>
        </p:nvSpPr>
        <p:spPr>
          <a:xfrm>
            <a:off x="4596114" y="4331997"/>
            <a:ext cx="26035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70">
                <a:latin typeface="Times New Roman"/>
                <a:cs typeface="Times New Roman"/>
              </a:rPr>
              <a:t>B0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33" name="object 133" descr=""/>
          <p:cNvSpPr txBox="1"/>
          <p:nvPr/>
        </p:nvSpPr>
        <p:spPr>
          <a:xfrm>
            <a:off x="5770219" y="4331997"/>
            <a:ext cx="26035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70">
                <a:latin typeface="Times New Roman"/>
                <a:cs typeface="Times New Roman"/>
              </a:rPr>
              <a:t>C0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34" name="object 134" descr=""/>
          <p:cNvSpPr txBox="1"/>
          <p:nvPr/>
        </p:nvSpPr>
        <p:spPr>
          <a:xfrm>
            <a:off x="6946351" y="4339145"/>
            <a:ext cx="27114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70">
                <a:latin typeface="Times New Roman"/>
                <a:cs typeface="Times New Roman"/>
              </a:rPr>
              <a:t>D0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35" name="object 135" descr=""/>
          <p:cNvSpPr txBox="1"/>
          <p:nvPr/>
        </p:nvSpPr>
        <p:spPr>
          <a:xfrm>
            <a:off x="3422566" y="4675829"/>
            <a:ext cx="26543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50">
                <a:latin typeface="Times New Roman"/>
                <a:cs typeface="Times New Roman"/>
              </a:rPr>
              <a:t>A1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36" name="object 136" descr=""/>
          <p:cNvSpPr txBox="1"/>
          <p:nvPr/>
        </p:nvSpPr>
        <p:spPr>
          <a:xfrm>
            <a:off x="5770219" y="5311503"/>
            <a:ext cx="26035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70">
                <a:latin typeface="Times New Roman"/>
                <a:cs typeface="Times New Roman"/>
              </a:rPr>
              <a:t>C3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37" name="object 137" descr=""/>
          <p:cNvSpPr txBox="1"/>
          <p:nvPr/>
        </p:nvSpPr>
        <p:spPr>
          <a:xfrm>
            <a:off x="4606893" y="5015369"/>
            <a:ext cx="26035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70">
                <a:latin typeface="Times New Roman"/>
                <a:cs typeface="Times New Roman"/>
              </a:rPr>
              <a:t>B2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38" name="object 138" descr=""/>
          <p:cNvSpPr txBox="1"/>
          <p:nvPr/>
        </p:nvSpPr>
        <p:spPr>
          <a:xfrm>
            <a:off x="6954591" y="5015369"/>
            <a:ext cx="27114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70">
                <a:latin typeface="Times New Roman"/>
                <a:cs typeface="Times New Roman"/>
              </a:rPr>
              <a:t>D2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39" name="object 139" descr=""/>
          <p:cNvSpPr txBox="1"/>
          <p:nvPr/>
        </p:nvSpPr>
        <p:spPr>
          <a:xfrm>
            <a:off x="4604198" y="4678212"/>
            <a:ext cx="26035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70">
                <a:latin typeface="Times New Roman"/>
                <a:cs typeface="Times New Roman"/>
              </a:rPr>
              <a:t>B1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40" name="object 140" descr=""/>
          <p:cNvSpPr txBox="1"/>
          <p:nvPr/>
        </p:nvSpPr>
        <p:spPr>
          <a:xfrm>
            <a:off x="5778237" y="4682978"/>
            <a:ext cx="26035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70">
                <a:latin typeface="Times New Roman"/>
                <a:cs typeface="Times New Roman"/>
              </a:rPr>
              <a:t>C1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41" name="object 141" descr=""/>
          <p:cNvSpPr txBox="1"/>
          <p:nvPr/>
        </p:nvSpPr>
        <p:spPr>
          <a:xfrm>
            <a:off x="6951696" y="5311503"/>
            <a:ext cx="27114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70">
                <a:latin typeface="Times New Roman"/>
                <a:cs typeface="Times New Roman"/>
              </a:rPr>
              <a:t>D3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53605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34809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15" b="1">
                <a:solidFill>
                  <a:srgbClr val="40458B"/>
                </a:solidFill>
                <a:latin typeface="宋体"/>
                <a:cs typeface="宋体"/>
              </a:rPr>
              <a:t>39/81</a:t>
            </a:r>
            <a:endParaRPr baseline="1736" sz="2400">
              <a:latin typeface="宋体"/>
              <a:cs typeface="宋体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1555750" y="549275"/>
            <a:ext cx="7588250" cy="0"/>
          </a:xfrm>
          <a:custGeom>
            <a:avLst/>
            <a:gdLst/>
            <a:ahLst/>
            <a:cxnLst/>
            <a:rect l="l" t="t" r="r" b="b"/>
            <a:pathLst>
              <a:path w="7588250" h="0">
                <a:moveTo>
                  <a:pt x="0" y="0"/>
                </a:moveTo>
                <a:lnTo>
                  <a:pt x="7588250" y="0"/>
                </a:lnTo>
              </a:path>
            </a:pathLst>
          </a:custGeom>
          <a:ln w="38100">
            <a:solidFill>
              <a:srgbClr val="2C44A3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119062" y="188976"/>
            <a:ext cx="1437005" cy="274955"/>
            <a:chOff x="119062" y="188976"/>
            <a:chExt cx="1437005" cy="274955"/>
          </a:xfrm>
        </p:grpSpPr>
        <p:sp>
          <p:nvSpPr>
            <p:cNvPr id="5" name="object 5" descr=""/>
            <p:cNvSpPr/>
            <p:nvPr/>
          </p:nvSpPr>
          <p:spPr>
            <a:xfrm>
              <a:off x="119062" y="188976"/>
              <a:ext cx="499745" cy="274955"/>
            </a:xfrm>
            <a:custGeom>
              <a:avLst/>
              <a:gdLst/>
              <a:ahLst/>
              <a:cxnLst/>
              <a:rect l="l" t="t" r="r" b="b"/>
              <a:pathLst>
                <a:path w="499745" h="274955">
                  <a:moveTo>
                    <a:pt x="119837" y="0"/>
                  </a:moveTo>
                  <a:lnTo>
                    <a:pt x="4993" y="41528"/>
                  </a:lnTo>
                  <a:lnTo>
                    <a:pt x="264655" y="135508"/>
                  </a:lnTo>
                  <a:lnTo>
                    <a:pt x="0" y="231266"/>
                  </a:lnTo>
                  <a:lnTo>
                    <a:pt x="119837" y="274574"/>
                  </a:lnTo>
                  <a:lnTo>
                    <a:pt x="499338" y="137287"/>
                  </a:lnTo>
                  <a:lnTo>
                    <a:pt x="119837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85546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9621" y="0"/>
                  </a:moveTo>
                  <a:lnTo>
                    <a:pt x="4991" y="41528"/>
                  </a:lnTo>
                  <a:lnTo>
                    <a:pt x="264147" y="135508"/>
                  </a:lnTo>
                  <a:lnTo>
                    <a:pt x="0" y="231266"/>
                  </a:lnTo>
                  <a:lnTo>
                    <a:pt x="119621" y="274574"/>
                  </a:lnTo>
                  <a:lnTo>
                    <a:pt x="497141" y="137287"/>
                  </a:lnTo>
                  <a:lnTo>
                    <a:pt x="119621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058608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8363" y="0"/>
                  </a:moveTo>
                  <a:lnTo>
                    <a:pt x="4978" y="41528"/>
                  </a:lnTo>
                  <a:lnTo>
                    <a:pt x="264096" y="135508"/>
                  </a:lnTo>
                  <a:lnTo>
                    <a:pt x="0" y="231266"/>
                  </a:lnTo>
                  <a:lnTo>
                    <a:pt x="118363" y="274574"/>
                  </a:lnTo>
                  <a:lnTo>
                    <a:pt x="497141" y="137287"/>
                  </a:lnTo>
                  <a:lnTo>
                    <a:pt x="118363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154939" y="666724"/>
            <a:ext cx="8918575" cy="4599305"/>
          </a:xfrm>
          <a:prstGeom prst="rect">
            <a:avLst/>
          </a:prstGeom>
        </p:spPr>
        <p:txBody>
          <a:bodyPr wrap="square" lIns="0" tIns="168275" rIns="0" bIns="0" rtlCol="0" vert="horz">
            <a:spAutoFit/>
          </a:bodyPr>
          <a:lstStyle/>
          <a:p>
            <a:pPr marL="83820">
              <a:lnSpc>
                <a:spcPct val="100000"/>
              </a:lnSpc>
              <a:spcBef>
                <a:spcPts val="1325"/>
              </a:spcBef>
            </a:pPr>
            <a:r>
              <a:rPr dirty="0" sz="2400">
                <a:solidFill>
                  <a:srgbClr val="E14B04"/>
                </a:solidFill>
                <a:latin typeface="Tahoma"/>
                <a:cs typeface="Tahoma"/>
              </a:rPr>
              <a:t>RAID5</a:t>
            </a:r>
            <a:r>
              <a:rPr dirty="0" sz="2400" spc="-10">
                <a:solidFill>
                  <a:srgbClr val="E14B04"/>
                </a:solidFill>
                <a:latin typeface="Tahoma"/>
                <a:cs typeface="Tahoma"/>
              </a:rPr>
              <a:t> </a:t>
            </a:r>
            <a:r>
              <a:rPr dirty="0" sz="2400" spc="-225">
                <a:solidFill>
                  <a:srgbClr val="E14B04"/>
                </a:solidFill>
                <a:latin typeface="黑体"/>
                <a:cs typeface="黑体"/>
              </a:rPr>
              <a:t>与 </a:t>
            </a:r>
            <a:r>
              <a:rPr dirty="0" sz="2400" spc="-10">
                <a:solidFill>
                  <a:srgbClr val="E14B04"/>
                </a:solidFill>
                <a:latin typeface="Tahoma"/>
                <a:cs typeface="Tahoma"/>
              </a:rPr>
              <a:t>RAID4</a:t>
            </a:r>
            <a:endParaRPr sz="2400">
              <a:latin typeface="Tahoma"/>
              <a:cs typeface="Tahoma"/>
            </a:endParaRPr>
          </a:p>
          <a:p>
            <a:pPr algn="just" marL="984885" marR="50800" indent="-271780">
              <a:lnSpc>
                <a:spcPct val="120000"/>
              </a:lnSpc>
              <a:spcBef>
                <a:spcPts val="550"/>
              </a:spcBef>
              <a:buSzPct val="90000"/>
              <a:buFont typeface="Wingdings"/>
              <a:buChar char=""/>
              <a:tabLst>
                <a:tab pos="984885" algn="l"/>
              </a:tabLst>
            </a:pPr>
            <a:r>
              <a:rPr dirty="0" sz="2000">
                <a:solidFill>
                  <a:srgbClr val="40458B"/>
                </a:solidFill>
                <a:latin typeface="黑体"/>
                <a:cs typeface="黑体"/>
              </a:rPr>
              <a:t>在</a:t>
            </a:r>
            <a:r>
              <a:rPr dirty="0" sz="2000" spc="-10">
                <a:solidFill>
                  <a:srgbClr val="40458B"/>
                </a:solidFill>
                <a:latin typeface="Tahoma"/>
                <a:cs typeface="Tahoma"/>
              </a:rPr>
              <a:t>RAID4</a:t>
            </a:r>
            <a:r>
              <a:rPr dirty="0" sz="2000" spc="-5">
                <a:solidFill>
                  <a:srgbClr val="40458B"/>
                </a:solidFill>
                <a:latin typeface="黑体"/>
                <a:cs typeface="黑体"/>
              </a:rPr>
              <a:t>中，所有的</a:t>
            </a:r>
            <a:r>
              <a:rPr dirty="0" sz="2000" spc="-10">
                <a:solidFill>
                  <a:srgbClr val="CC00FF"/>
                </a:solidFill>
                <a:latin typeface="黑体"/>
                <a:cs typeface="黑体"/>
              </a:rPr>
              <a:t>写入</a:t>
            </a:r>
            <a:r>
              <a:rPr dirty="0" sz="2000" spc="-15">
                <a:solidFill>
                  <a:srgbClr val="40458B"/>
                </a:solidFill>
                <a:latin typeface="黑体"/>
                <a:cs typeface="黑体"/>
              </a:rPr>
              <a:t>操作都必须读和写校验盘。当同时处理多个小</a:t>
            </a:r>
            <a:r>
              <a:rPr dirty="0" sz="2000" spc="-20">
                <a:solidFill>
                  <a:srgbClr val="40458B"/>
                </a:solidFill>
                <a:latin typeface="黑体"/>
                <a:cs typeface="黑体"/>
              </a:rPr>
              <a:t>规模写访问时，它们都必须访问校验盘，而系统中的校验盘只有一个，</a:t>
            </a:r>
            <a:r>
              <a:rPr dirty="0" sz="2000" spc="-15">
                <a:solidFill>
                  <a:srgbClr val="40458B"/>
                </a:solidFill>
                <a:latin typeface="黑体"/>
                <a:cs typeface="黑体"/>
              </a:rPr>
              <a:t>很容易成为瓶颈。</a:t>
            </a:r>
            <a:endParaRPr sz="2000">
              <a:latin typeface="黑体"/>
              <a:cs typeface="黑体"/>
            </a:endParaRPr>
          </a:p>
          <a:p>
            <a:pPr algn="just" marL="984250" indent="-270510">
              <a:lnSpc>
                <a:spcPct val="100000"/>
              </a:lnSpc>
              <a:spcBef>
                <a:spcPts val="960"/>
              </a:spcBef>
              <a:buSzPct val="90000"/>
              <a:buFont typeface="Wingdings"/>
              <a:buChar char=""/>
              <a:tabLst>
                <a:tab pos="984250" algn="l"/>
              </a:tabLst>
            </a:pPr>
            <a:r>
              <a:rPr dirty="0" sz="2000">
                <a:solidFill>
                  <a:srgbClr val="40458B"/>
                </a:solidFill>
                <a:latin typeface="Tahoma"/>
                <a:cs typeface="Tahoma"/>
              </a:rPr>
              <a:t>RAID5</a:t>
            </a:r>
            <a:r>
              <a:rPr dirty="0" sz="2000" spc="-1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dirty="0" sz="2000" spc="-15">
                <a:solidFill>
                  <a:srgbClr val="40458B"/>
                </a:solidFill>
                <a:latin typeface="黑体"/>
                <a:cs typeface="黑体"/>
              </a:rPr>
              <a:t>通过把校验信息分布到磁盘阵列中的各个磁盘来解决这个问题</a:t>
            </a:r>
            <a:r>
              <a:rPr dirty="0" sz="2000" spc="-50">
                <a:solidFill>
                  <a:srgbClr val="40458B"/>
                </a:solidFill>
                <a:latin typeface="黑体"/>
                <a:cs typeface="黑体"/>
              </a:rPr>
              <a:t>（</a:t>
            </a:r>
            <a:endParaRPr sz="2000">
              <a:latin typeface="黑体"/>
              <a:cs typeface="黑体"/>
            </a:endParaRPr>
          </a:p>
          <a:p>
            <a:pPr marL="984885">
              <a:lnSpc>
                <a:spcPts val="2430"/>
              </a:lnSpc>
              <a:spcBef>
                <a:spcPts val="495"/>
              </a:spcBef>
            </a:pP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单校验盘瓶颈</a:t>
            </a:r>
            <a:r>
              <a:rPr dirty="0" sz="2000">
                <a:solidFill>
                  <a:srgbClr val="40458B"/>
                </a:solidFill>
                <a:latin typeface="黑体"/>
                <a:cs typeface="黑体"/>
              </a:rPr>
              <a:t>）</a:t>
            </a:r>
            <a:r>
              <a:rPr dirty="0" sz="2000" spc="-50">
                <a:solidFill>
                  <a:srgbClr val="40458B"/>
                </a:solidFill>
                <a:latin typeface="黑体"/>
                <a:cs typeface="黑体"/>
              </a:rPr>
              <a:t>。</a:t>
            </a:r>
            <a:endParaRPr sz="2000">
              <a:latin typeface="黑体"/>
              <a:cs typeface="黑体"/>
            </a:endParaRPr>
          </a:p>
          <a:p>
            <a:pPr marL="12700">
              <a:lnSpc>
                <a:spcPts val="2670"/>
              </a:lnSpc>
            </a:pPr>
            <a:r>
              <a:rPr dirty="0" sz="2400">
                <a:solidFill>
                  <a:srgbClr val="E14B04"/>
                </a:solidFill>
                <a:latin typeface="Tahoma"/>
                <a:cs typeface="Tahoma"/>
              </a:rPr>
              <a:t>RAID5</a:t>
            </a:r>
            <a:r>
              <a:rPr dirty="0" sz="2400" spc="-10">
                <a:solidFill>
                  <a:srgbClr val="E14B04"/>
                </a:solidFill>
                <a:latin typeface="Tahoma"/>
                <a:cs typeface="Tahoma"/>
              </a:rPr>
              <a:t> </a:t>
            </a:r>
            <a:r>
              <a:rPr dirty="0" sz="2400" spc="-225">
                <a:solidFill>
                  <a:srgbClr val="E14B04"/>
                </a:solidFill>
                <a:latin typeface="黑体"/>
                <a:cs typeface="黑体"/>
              </a:rPr>
              <a:t>与 </a:t>
            </a:r>
            <a:r>
              <a:rPr dirty="0" sz="2400" spc="-10">
                <a:solidFill>
                  <a:srgbClr val="E14B04"/>
                </a:solidFill>
                <a:latin typeface="Tahoma"/>
                <a:cs typeface="Tahoma"/>
              </a:rPr>
              <a:t>RAID3</a:t>
            </a:r>
            <a:endParaRPr sz="2400">
              <a:latin typeface="Tahoma"/>
              <a:cs typeface="Tahoma"/>
            </a:endParaRPr>
          </a:p>
          <a:p>
            <a:pPr marL="913130" indent="-271145">
              <a:lnSpc>
                <a:spcPct val="100000"/>
              </a:lnSpc>
              <a:spcBef>
                <a:spcPts val="1090"/>
              </a:spcBef>
              <a:buSzPct val="88636"/>
              <a:buFont typeface="Wingdings"/>
              <a:buChar char=""/>
              <a:tabLst>
                <a:tab pos="913130" algn="l"/>
              </a:tabLst>
            </a:pPr>
            <a:r>
              <a:rPr dirty="0" sz="2200" spc="-20">
                <a:solidFill>
                  <a:srgbClr val="40458B"/>
                </a:solidFill>
                <a:latin typeface="黑体"/>
                <a:cs typeface="黑体"/>
              </a:rPr>
              <a:t>与</a:t>
            </a:r>
            <a:r>
              <a:rPr dirty="0" sz="2200" spc="-20">
                <a:solidFill>
                  <a:srgbClr val="40458B"/>
                </a:solidFill>
                <a:latin typeface="Tahoma"/>
                <a:cs typeface="Tahoma"/>
              </a:rPr>
              <a:t>RAID3</a:t>
            </a:r>
            <a:r>
              <a:rPr dirty="0" sz="2200" spc="-20">
                <a:solidFill>
                  <a:srgbClr val="40458B"/>
                </a:solidFill>
                <a:latin typeface="黑体"/>
                <a:cs typeface="黑体"/>
              </a:rPr>
              <a:t>和</a:t>
            </a:r>
            <a:r>
              <a:rPr dirty="0" sz="2200" spc="-20">
                <a:solidFill>
                  <a:srgbClr val="40458B"/>
                </a:solidFill>
                <a:latin typeface="Tahoma"/>
                <a:cs typeface="Tahoma"/>
              </a:rPr>
              <a:t>RAID4</a:t>
            </a:r>
            <a:r>
              <a:rPr dirty="0" sz="2200" spc="-20">
                <a:solidFill>
                  <a:srgbClr val="40458B"/>
                </a:solidFill>
                <a:latin typeface="黑体"/>
                <a:cs typeface="黑体"/>
              </a:rPr>
              <a:t>一样，</a:t>
            </a:r>
            <a:r>
              <a:rPr dirty="0" sz="2200" spc="-20">
                <a:solidFill>
                  <a:srgbClr val="40458B"/>
                </a:solidFill>
                <a:latin typeface="Tahoma"/>
                <a:cs typeface="Tahoma"/>
              </a:rPr>
              <a:t>RAID5</a:t>
            </a: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的校验空间开销也比较小。</a:t>
            </a:r>
            <a:endParaRPr sz="2200">
              <a:latin typeface="黑体"/>
              <a:cs typeface="黑体"/>
            </a:endParaRPr>
          </a:p>
          <a:p>
            <a:pPr marL="913130" marR="175260" indent="-271780">
              <a:lnSpc>
                <a:spcPct val="120100"/>
              </a:lnSpc>
              <a:spcBef>
                <a:spcPts val="525"/>
              </a:spcBef>
              <a:buSzPct val="88636"/>
              <a:buFont typeface="Wingdings"/>
              <a:buChar char=""/>
              <a:tabLst>
                <a:tab pos="913130" algn="l"/>
              </a:tabLst>
            </a:pPr>
            <a:r>
              <a:rPr dirty="0" sz="2200" spc="-20">
                <a:solidFill>
                  <a:srgbClr val="40458B"/>
                </a:solidFill>
                <a:latin typeface="Tahoma"/>
                <a:cs typeface="Tahoma"/>
              </a:rPr>
              <a:t>RAID5</a:t>
            </a:r>
            <a:r>
              <a:rPr dirty="0" sz="2200" spc="-20">
                <a:solidFill>
                  <a:srgbClr val="40458B"/>
                </a:solidFill>
                <a:latin typeface="黑体"/>
                <a:cs typeface="黑体"/>
              </a:rPr>
              <a:t>除了能跟</a:t>
            </a:r>
            <a:r>
              <a:rPr dirty="0" sz="2200" spc="-20">
                <a:solidFill>
                  <a:srgbClr val="40458B"/>
                </a:solidFill>
                <a:latin typeface="Tahoma"/>
                <a:cs typeface="Tahoma"/>
              </a:rPr>
              <a:t>RAID3</a:t>
            </a: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一样快地处理大规模访问、能跟</a:t>
            </a:r>
            <a:r>
              <a:rPr dirty="0" sz="2200" spc="-20">
                <a:solidFill>
                  <a:srgbClr val="40458B"/>
                </a:solidFill>
                <a:latin typeface="Tahoma"/>
                <a:cs typeface="Tahoma"/>
              </a:rPr>
              <a:t>RAID4</a:t>
            </a:r>
            <a:r>
              <a:rPr dirty="0" sz="2200" spc="-50">
                <a:solidFill>
                  <a:srgbClr val="40458B"/>
                </a:solidFill>
                <a:latin typeface="黑体"/>
                <a:cs typeface="黑体"/>
              </a:rPr>
              <a:t>一</a:t>
            </a: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样快地处理小规模读操作以外，还能比它们都更快地处理小规模</a:t>
            </a: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写操作。其控制器是经典</a:t>
            </a:r>
            <a:r>
              <a:rPr dirty="0" sz="2200">
                <a:solidFill>
                  <a:srgbClr val="40458B"/>
                </a:solidFill>
                <a:latin typeface="Tahoma"/>
                <a:cs typeface="Tahoma"/>
              </a:rPr>
              <a:t>RAID(RAID1</a:t>
            </a:r>
            <a:r>
              <a:rPr dirty="0" sz="2200" spc="-2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dirty="0" sz="2200">
                <a:solidFill>
                  <a:srgbClr val="40458B"/>
                </a:solidFill>
                <a:latin typeface="Tahoma"/>
                <a:cs typeface="Tahoma"/>
              </a:rPr>
              <a:t>~</a:t>
            </a:r>
            <a:r>
              <a:rPr dirty="0" sz="2200" spc="5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dirty="0" sz="2200" spc="-10">
                <a:solidFill>
                  <a:srgbClr val="40458B"/>
                </a:solidFill>
                <a:latin typeface="Tahoma"/>
                <a:cs typeface="Tahoma"/>
              </a:rPr>
              <a:t>RAID5)</a:t>
            </a:r>
            <a:r>
              <a:rPr dirty="0" sz="2200" spc="-25">
                <a:solidFill>
                  <a:srgbClr val="40458B"/>
                </a:solidFill>
                <a:latin typeface="黑体"/>
                <a:cs typeface="黑体"/>
              </a:rPr>
              <a:t>中最复杂的。</a:t>
            </a:r>
            <a:endParaRPr sz="2200">
              <a:latin typeface="黑体"/>
              <a:cs typeface="黑体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888606" y="168020"/>
            <a:ext cx="1843405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>
                <a:solidFill>
                  <a:srgbClr val="0000CC"/>
                </a:solidFill>
                <a:latin typeface="黑体"/>
                <a:cs typeface="黑体"/>
              </a:rPr>
              <a:t>8.3.6</a:t>
            </a:r>
            <a:r>
              <a:rPr dirty="0" sz="2600" spc="-15">
                <a:solidFill>
                  <a:srgbClr val="0000CC"/>
                </a:solidFill>
                <a:latin typeface="黑体"/>
                <a:cs typeface="黑体"/>
              </a:rPr>
              <a:t> </a:t>
            </a:r>
            <a:r>
              <a:rPr dirty="0" sz="2600" spc="-20">
                <a:solidFill>
                  <a:srgbClr val="0000CC"/>
                </a:solidFill>
                <a:latin typeface="黑体"/>
                <a:cs typeface="黑体"/>
              </a:rPr>
              <a:t>RAID</a:t>
            </a:r>
            <a:r>
              <a:rPr dirty="0" sz="2600" spc="-20">
                <a:solidFill>
                  <a:srgbClr val="FF0000"/>
                </a:solidFill>
                <a:latin typeface="黑体"/>
                <a:cs typeface="黑体"/>
              </a:rPr>
              <a:t>5</a:t>
            </a:r>
            <a:endParaRPr sz="2600">
              <a:latin typeface="黑体"/>
              <a:cs typeface="黑体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945639" y="66547"/>
            <a:ext cx="459803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none"/>
              <a:t>8.3 廉价磁盘冗余阵列</a:t>
            </a:r>
            <a:r>
              <a:rPr dirty="0" u="none" spc="-20"/>
              <a:t>RAID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53605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34809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15" b="1">
                <a:solidFill>
                  <a:srgbClr val="40458B"/>
                </a:solidFill>
                <a:latin typeface="宋体"/>
                <a:cs typeface="宋体"/>
              </a:rPr>
              <a:t>40/81</a:t>
            </a:r>
            <a:endParaRPr baseline="1736" sz="2400">
              <a:latin typeface="宋体"/>
              <a:cs typeface="宋体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1555750" y="549275"/>
            <a:ext cx="7588250" cy="0"/>
          </a:xfrm>
          <a:custGeom>
            <a:avLst/>
            <a:gdLst/>
            <a:ahLst/>
            <a:cxnLst/>
            <a:rect l="l" t="t" r="r" b="b"/>
            <a:pathLst>
              <a:path w="7588250" h="0">
                <a:moveTo>
                  <a:pt x="0" y="0"/>
                </a:moveTo>
                <a:lnTo>
                  <a:pt x="7588250" y="0"/>
                </a:lnTo>
              </a:path>
            </a:pathLst>
          </a:custGeom>
          <a:ln w="38100">
            <a:solidFill>
              <a:srgbClr val="2C44A3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119062" y="188976"/>
            <a:ext cx="1437005" cy="274955"/>
            <a:chOff x="119062" y="188976"/>
            <a:chExt cx="1437005" cy="274955"/>
          </a:xfrm>
        </p:grpSpPr>
        <p:sp>
          <p:nvSpPr>
            <p:cNvPr id="5" name="object 5" descr=""/>
            <p:cNvSpPr/>
            <p:nvPr/>
          </p:nvSpPr>
          <p:spPr>
            <a:xfrm>
              <a:off x="119062" y="188976"/>
              <a:ext cx="499745" cy="274955"/>
            </a:xfrm>
            <a:custGeom>
              <a:avLst/>
              <a:gdLst/>
              <a:ahLst/>
              <a:cxnLst/>
              <a:rect l="l" t="t" r="r" b="b"/>
              <a:pathLst>
                <a:path w="499745" h="274955">
                  <a:moveTo>
                    <a:pt x="119837" y="0"/>
                  </a:moveTo>
                  <a:lnTo>
                    <a:pt x="4993" y="41528"/>
                  </a:lnTo>
                  <a:lnTo>
                    <a:pt x="264655" y="135508"/>
                  </a:lnTo>
                  <a:lnTo>
                    <a:pt x="0" y="231266"/>
                  </a:lnTo>
                  <a:lnTo>
                    <a:pt x="119837" y="274574"/>
                  </a:lnTo>
                  <a:lnTo>
                    <a:pt x="499338" y="137287"/>
                  </a:lnTo>
                  <a:lnTo>
                    <a:pt x="119837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85546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9621" y="0"/>
                  </a:moveTo>
                  <a:lnTo>
                    <a:pt x="4991" y="41528"/>
                  </a:lnTo>
                  <a:lnTo>
                    <a:pt x="264147" y="135508"/>
                  </a:lnTo>
                  <a:lnTo>
                    <a:pt x="0" y="231266"/>
                  </a:lnTo>
                  <a:lnTo>
                    <a:pt x="119621" y="274574"/>
                  </a:lnTo>
                  <a:lnTo>
                    <a:pt x="497141" y="137287"/>
                  </a:lnTo>
                  <a:lnTo>
                    <a:pt x="119621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058608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8363" y="0"/>
                  </a:moveTo>
                  <a:lnTo>
                    <a:pt x="4978" y="41528"/>
                  </a:lnTo>
                  <a:lnTo>
                    <a:pt x="264096" y="135508"/>
                  </a:lnTo>
                  <a:lnTo>
                    <a:pt x="0" y="231266"/>
                  </a:lnTo>
                  <a:lnTo>
                    <a:pt x="118363" y="274574"/>
                  </a:lnTo>
                  <a:lnTo>
                    <a:pt x="497141" y="137287"/>
                  </a:lnTo>
                  <a:lnTo>
                    <a:pt x="118363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638426" y="51892"/>
            <a:ext cx="4598035" cy="48323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none"/>
              <a:t>8.3</a:t>
            </a:r>
            <a:r>
              <a:rPr dirty="0" u="none" spc="-10"/>
              <a:t> 廉价磁盘冗余阵列</a:t>
            </a:r>
            <a:r>
              <a:rPr dirty="0" u="none" spc="-20"/>
              <a:t>RAID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113792" y="612775"/>
            <a:ext cx="8935085" cy="3099435"/>
          </a:xfrm>
          <a:prstGeom prst="rect">
            <a:avLst/>
          </a:prstGeom>
        </p:spPr>
        <p:txBody>
          <a:bodyPr wrap="square" lIns="0" tIns="121920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60"/>
              </a:spcBef>
              <a:buClr>
                <a:srgbClr val="40458B"/>
              </a:buClr>
              <a:buAutoNum type="arabicPeriod"/>
              <a:tabLst>
                <a:tab pos="469265" algn="l"/>
              </a:tabLst>
            </a:pPr>
            <a:r>
              <a:rPr dirty="0" sz="2400">
                <a:solidFill>
                  <a:srgbClr val="E14B04"/>
                </a:solidFill>
                <a:latin typeface="黑体"/>
                <a:cs typeface="黑体"/>
              </a:rPr>
              <a:t>P＋Q</a:t>
            </a:r>
            <a:r>
              <a:rPr dirty="0" sz="2400" spc="-10">
                <a:solidFill>
                  <a:srgbClr val="E14B04"/>
                </a:solidFill>
                <a:latin typeface="黑体"/>
                <a:cs typeface="黑体"/>
              </a:rPr>
              <a:t>双校验磁盘阵列</a:t>
            </a:r>
            <a:endParaRPr sz="2400">
              <a:latin typeface="黑体"/>
              <a:cs typeface="黑体"/>
            </a:endParaRPr>
          </a:p>
          <a:p>
            <a:pPr marL="12700" marR="73660" indent="304800">
              <a:lnSpc>
                <a:spcPct val="110000"/>
              </a:lnSpc>
              <a:spcBef>
                <a:spcPts val="580"/>
              </a:spcBef>
              <a:tabLst>
                <a:tab pos="3975100" algn="l"/>
                <a:tab pos="5804535" algn="l"/>
                <a:tab pos="7176134" algn="l"/>
                <a:tab pos="7938134" algn="l"/>
              </a:tabLst>
            </a:pPr>
            <a:r>
              <a:rPr dirty="0" sz="2400">
                <a:solidFill>
                  <a:srgbClr val="006FC0"/>
                </a:solidFill>
                <a:latin typeface="黑体"/>
                <a:cs typeface="黑体"/>
              </a:rPr>
              <a:t>原因：随着磁盘容量从</a:t>
            </a:r>
            <a:r>
              <a:rPr dirty="0" sz="2400" spc="5">
                <a:solidFill>
                  <a:srgbClr val="006FC0"/>
                </a:solidFill>
                <a:latin typeface="黑体"/>
                <a:cs typeface="黑体"/>
              </a:rPr>
              <a:t> </a:t>
            </a:r>
            <a:r>
              <a:rPr dirty="0" sz="2400" spc="-25">
                <a:solidFill>
                  <a:srgbClr val="006FC0"/>
                </a:solidFill>
                <a:latin typeface="黑体"/>
                <a:cs typeface="黑体"/>
              </a:rPr>
              <a:t>MB</a:t>
            </a:r>
            <a:r>
              <a:rPr dirty="0" sz="2400">
                <a:solidFill>
                  <a:srgbClr val="006FC0"/>
                </a:solidFill>
                <a:latin typeface="黑体"/>
                <a:cs typeface="黑体"/>
              </a:rPr>
              <a:t>	级跃升至 </a:t>
            </a:r>
            <a:r>
              <a:rPr dirty="0" sz="2400" spc="-25">
                <a:solidFill>
                  <a:srgbClr val="006FC0"/>
                </a:solidFill>
                <a:latin typeface="黑体"/>
                <a:cs typeface="黑体"/>
              </a:rPr>
              <a:t>GB</a:t>
            </a:r>
            <a:r>
              <a:rPr dirty="0" sz="2400">
                <a:solidFill>
                  <a:srgbClr val="006FC0"/>
                </a:solidFill>
                <a:latin typeface="黑体"/>
                <a:cs typeface="黑体"/>
              </a:rPr>
              <a:t>	级</a:t>
            </a:r>
            <a:r>
              <a:rPr dirty="0" sz="2400" spc="-10">
                <a:solidFill>
                  <a:srgbClr val="006FC0"/>
                </a:solidFill>
                <a:latin typeface="黑体"/>
                <a:cs typeface="黑体"/>
              </a:rPr>
              <a:t>，RAID</a:t>
            </a:r>
            <a:r>
              <a:rPr dirty="0" sz="2400">
                <a:solidFill>
                  <a:srgbClr val="006FC0"/>
                </a:solidFill>
                <a:latin typeface="黑体"/>
                <a:cs typeface="黑体"/>
              </a:rPr>
              <a:t>	5 </a:t>
            </a:r>
            <a:r>
              <a:rPr dirty="0" sz="2400" spc="-50">
                <a:solidFill>
                  <a:srgbClr val="006FC0"/>
                </a:solidFill>
                <a:latin typeface="黑体"/>
                <a:cs typeface="黑体"/>
              </a:rPr>
              <a:t>的</a:t>
            </a:r>
            <a:r>
              <a:rPr dirty="0" sz="2400">
                <a:solidFill>
                  <a:srgbClr val="006FC0"/>
                </a:solidFill>
                <a:latin typeface="黑体"/>
                <a:cs typeface="黑体"/>
              </a:rPr>
              <a:t>	“单</a:t>
            </a:r>
            <a:r>
              <a:rPr dirty="0" sz="2400" spc="-50">
                <a:solidFill>
                  <a:srgbClr val="006FC0"/>
                </a:solidFill>
                <a:latin typeface="黑体"/>
                <a:cs typeface="黑体"/>
              </a:rPr>
              <a:t>盘</a:t>
            </a:r>
            <a:r>
              <a:rPr dirty="0" sz="2400" spc="-10">
                <a:solidFill>
                  <a:srgbClr val="006FC0"/>
                </a:solidFill>
                <a:latin typeface="黑体"/>
                <a:cs typeface="黑体"/>
              </a:rPr>
              <a:t>容错</a:t>
            </a:r>
            <a:r>
              <a:rPr dirty="0" sz="2400">
                <a:solidFill>
                  <a:srgbClr val="006FC0"/>
                </a:solidFill>
                <a:latin typeface="黑体"/>
                <a:cs typeface="黑体"/>
              </a:rPr>
              <a:t>”</a:t>
            </a:r>
            <a:r>
              <a:rPr dirty="0" sz="2400" spc="95">
                <a:solidFill>
                  <a:srgbClr val="006FC0"/>
                </a:solidFill>
                <a:latin typeface="黑体"/>
                <a:cs typeface="黑体"/>
              </a:rPr>
              <a:t> </a:t>
            </a:r>
            <a:r>
              <a:rPr dirty="0" sz="2400" spc="-10">
                <a:solidFill>
                  <a:srgbClr val="006FC0"/>
                </a:solidFill>
                <a:latin typeface="黑体"/>
                <a:cs typeface="黑体"/>
              </a:rPr>
              <a:t>能力逐渐不足（多盘同时故障概率上升）</a:t>
            </a:r>
            <a:r>
              <a:rPr dirty="0" sz="2400" spc="-50">
                <a:solidFill>
                  <a:srgbClr val="006FC0"/>
                </a:solidFill>
                <a:latin typeface="黑体"/>
                <a:cs typeface="黑体"/>
              </a:rPr>
              <a:t>。</a:t>
            </a:r>
            <a:endParaRPr sz="2400">
              <a:latin typeface="黑体"/>
              <a:cs typeface="黑体"/>
            </a:endParaRPr>
          </a:p>
          <a:p>
            <a:pPr marL="469265" indent="-456565">
              <a:lnSpc>
                <a:spcPct val="100000"/>
              </a:lnSpc>
              <a:spcBef>
                <a:spcPts val="865"/>
              </a:spcBef>
              <a:buClr>
                <a:srgbClr val="40458B"/>
              </a:buClr>
              <a:buFont typeface="Tahoma"/>
              <a:buAutoNum type="arabicPeriod"/>
              <a:tabLst>
                <a:tab pos="469265" algn="l"/>
              </a:tabLst>
            </a:pPr>
            <a:r>
              <a:rPr dirty="0" sz="2400" spc="-25">
                <a:solidFill>
                  <a:srgbClr val="E14B04"/>
                </a:solidFill>
                <a:latin typeface="黑体"/>
                <a:cs typeface="黑体"/>
              </a:rPr>
              <a:t>特点</a:t>
            </a:r>
            <a:endParaRPr sz="2400">
              <a:latin typeface="黑体"/>
              <a:cs typeface="黑体"/>
            </a:endParaRPr>
          </a:p>
          <a:p>
            <a:pPr lvl="1" marL="1099185" indent="-457200">
              <a:lnSpc>
                <a:spcPct val="100000"/>
              </a:lnSpc>
              <a:spcBef>
                <a:spcPts val="825"/>
              </a:spcBef>
              <a:buSzPct val="88636"/>
              <a:buFont typeface="Wingdings"/>
              <a:buChar char=""/>
              <a:tabLst>
                <a:tab pos="1099185" algn="l"/>
              </a:tabLst>
            </a:pP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校验空间开销是</a:t>
            </a:r>
            <a:r>
              <a:rPr dirty="0" sz="2200" spc="-10">
                <a:solidFill>
                  <a:srgbClr val="9933FF"/>
                </a:solidFill>
                <a:latin typeface="黑体"/>
                <a:cs typeface="黑体"/>
              </a:rPr>
              <a:t>RAID5</a:t>
            </a:r>
            <a:r>
              <a:rPr dirty="0" sz="2200" spc="-40">
                <a:solidFill>
                  <a:srgbClr val="40458B"/>
                </a:solidFill>
                <a:latin typeface="黑体"/>
                <a:cs typeface="黑体"/>
              </a:rPr>
              <a:t>的两倍</a:t>
            </a:r>
            <a:endParaRPr sz="2200">
              <a:latin typeface="黑体"/>
              <a:cs typeface="黑体"/>
            </a:endParaRPr>
          </a:p>
          <a:p>
            <a:pPr lvl="1" marL="1099185" marR="5080" indent="-457200">
              <a:lnSpc>
                <a:spcPct val="110100"/>
              </a:lnSpc>
              <a:spcBef>
                <a:spcPts val="525"/>
              </a:spcBef>
              <a:buSzPct val="88636"/>
              <a:buFont typeface="Wingdings"/>
              <a:buChar char=""/>
              <a:tabLst>
                <a:tab pos="1099185" algn="l"/>
              </a:tabLst>
            </a:pP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容忍两个磁盘出错 （在</a:t>
            </a:r>
            <a:r>
              <a:rPr dirty="0" sz="2200" spc="-10">
                <a:solidFill>
                  <a:srgbClr val="40458B"/>
                </a:solidFill>
                <a:latin typeface="黑体"/>
                <a:cs typeface="黑体"/>
              </a:rPr>
              <a:t>RAID5</a:t>
            </a: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度基础上增加了一个独立的校验信</a:t>
            </a: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息，放在另一个校验盘中</a:t>
            </a:r>
            <a:r>
              <a:rPr dirty="0" sz="2200" spc="-50">
                <a:solidFill>
                  <a:srgbClr val="40458B"/>
                </a:solidFill>
                <a:latin typeface="黑体"/>
                <a:cs typeface="黑体"/>
              </a:rPr>
              <a:t>）</a:t>
            </a:r>
            <a:endParaRPr sz="2200">
              <a:latin typeface="黑体"/>
              <a:cs typeface="黑体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578854" y="124790"/>
            <a:ext cx="1843405" cy="42290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00">
                <a:solidFill>
                  <a:srgbClr val="0000CC"/>
                </a:solidFill>
                <a:latin typeface="黑体"/>
                <a:cs typeface="黑体"/>
              </a:rPr>
              <a:t>8.3.7 </a:t>
            </a:r>
            <a:r>
              <a:rPr dirty="0" sz="2600" spc="-10">
                <a:solidFill>
                  <a:srgbClr val="0000CC"/>
                </a:solidFill>
                <a:latin typeface="黑体"/>
                <a:cs typeface="黑体"/>
              </a:rPr>
              <a:t>RAID</a:t>
            </a:r>
            <a:r>
              <a:rPr dirty="0" sz="2600" spc="-10">
                <a:solidFill>
                  <a:srgbClr val="FF0000"/>
                </a:solidFill>
                <a:latin typeface="黑体"/>
                <a:cs typeface="黑体"/>
              </a:rPr>
              <a:t>6</a:t>
            </a:r>
            <a:endParaRPr sz="2600">
              <a:latin typeface="黑体"/>
              <a:cs typeface="黑体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2597598" y="3662581"/>
            <a:ext cx="5285105" cy="2001520"/>
            <a:chOff x="2597598" y="3662581"/>
            <a:chExt cx="5285105" cy="2001520"/>
          </a:xfrm>
        </p:grpSpPr>
        <p:sp>
          <p:nvSpPr>
            <p:cNvPr id="13" name="object 13" descr=""/>
            <p:cNvSpPr/>
            <p:nvPr/>
          </p:nvSpPr>
          <p:spPr>
            <a:xfrm>
              <a:off x="2652157" y="5184383"/>
              <a:ext cx="962025" cy="464820"/>
            </a:xfrm>
            <a:custGeom>
              <a:avLst/>
              <a:gdLst/>
              <a:ahLst/>
              <a:cxnLst/>
              <a:rect l="l" t="t" r="r" b="b"/>
              <a:pathLst>
                <a:path w="962025" h="464820">
                  <a:moveTo>
                    <a:pt x="0" y="378764"/>
                  </a:moveTo>
                  <a:lnTo>
                    <a:pt x="38513" y="340314"/>
                  </a:lnTo>
                  <a:lnTo>
                    <a:pt x="89864" y="323500"/>
                  </a:lnTo>
                  <a:lnTo>
                    <a:pt x="153413" y="311471"/>
                  </a:lnTo>
                  <a:lnTo>
                    <a:pt x="240056" y="299462"/>
                  </a:lnTo>
                  <a:lnTo>
                    <a:pt x="329945" y="292256"/>
                  </a:lnTo>
                  <a:lnTo>
                    <a:pt x="426228" y="287452"/>
                  </a:lnTo>
                  <a:lnTo>
                    <a:pt x="528931" y="287452"/>
                  </a:lnTo>
                  <a:lnTo>
                    <a:pt x="624551" y="292256"/>
                  </a:lnTo>
                  <a:lnTo>
                    <a:pt x="720834" y="299462"/>
                  </a:lnTo>
                  <a:lnTo>
                    <a:pt x="801091" y="311471"/>
                  </a:lnTo>
                  <a:lnTo>
                    <a:pt x="865271" y="323500"/>
                  </a:lnTo>
                  <a:lnTo>
                    <a:pt x="916610" y="340314"/>
                  </a:lnTo>
                  <a:lnTo>
                    <a:pt x="961554" y="378764"/>
                  </a:lnTo>
                  <a:lnTo>
                    <a:pt x="948713" y="395120"/>
                  </a:lnTo>
                  <a:lnTo>
                    <a:pt x="865271" y="431169"/>
                  </a:lnTo>
                  <a:lnTo>
                    <a:pt x="801092" y="440776"/>
                  </a:lnTo>
                  <a:lnTo>
                    <a:pt x="720834" y="452786"/>
                  </a:lnTo>
                  <a:lnTo>
                    <a:pt x="624551" y="462413"/>
                  </a:lnTo>
                  <a:lnTo>
                    <a:pt x="528931" y="464815"/>
                  </a:lnTo>
                  <a:lnTo>
                    <a:pt x="426228" y="464815"/>
                  </a:lnTo>
                  <a:lnTo>
                    <a:pt x="329945" y="462413"/>
                  </a:lnTo>
                  <a:lnTo>
                    <a:pt x="240056" y="452786"/>
                  </a:lnTo>
                  <a:lnTo>
                    <a:pt x="153413" y="440776"/>
                  </a:lnTo>
                  <a:lnTo>
                    <a:pt x="89864" y="431169"/>
                  </a:lnTo>
                  <a:lnTo>
                    <a:pt x="38513" y="414336"/>
                  </a:lnTo>
                  <a:lnTo>
                    <a:pt x="0" y="378764"/>
                  </a:lnTo>
                  <a:close/>
                </a:path>
                <a:path w="962025" h="464820">
                  <a:moveTo>
                    <a:pt x="0" y="91331"/>
                  </a:moveTo>
                  <a:lnTo>
                    <a:pt x="38513" y="52881"/>
                  </a:lnTo>
                  <a:lnTo>
                    <a:pt x="89864" y="36048"/>
                  </a:lnTo>
                  <a:lnTo>
                    <a:pt x="153413" y="24038"/>
                  </a:lnTo>
                  <a:lnTo>
                    <a:pt x="240056" y="12009"/>
                  </a:lnTo>
                  <a:lnTo>
                    <a:pt x="329945" y="4803"/>
                  </a:lnTo>
                  <a:lnTo>
                    <a:pt x="426228" y="0"/>
                  </a:lnTo>
                  <a:lnTo>
                    <a:pt x="528931" y="0"/>
                  </a:lnTo>
                  <a:lnTo>
                    <a:pt x="624551" y="4803"/>
                  </a:lnTo>
                  <a:lnTo>
                    <a:pt x="720834" y="12009"/>
                  </a:lnTo>
                  <a:lnTo>
                    <a:pt x="801091" y="24038"/>
                  </a:lnTo>
                  <a:lnTo>
                    <a:pt x="865271" y="36048"/>
                  </a:lnTo>
                  <a:lnTo>
                    <a:pt x="916610" y="52881"/>
                  </a:lnTo>
                  <a:lnTo>
                    <a:pt x="961554" y="91331"/>
                  </a:lnTo>
                  <a:lnTo>
                    <a:pt x="948713" y="108144"/>
                  </a:lnTo>
                  <a:lnTo>
                    <a:pt x="865271" y="143716"/>
                  </a:lnTo>
                  <a:lnTo>
                    <a:pt x="801091" y="153343"/>
                  </a:lnTo>
                  <a:lnTo>
                    <a:pt x="720834" y="165353"/>
                  </a:lnTo>
                  <a:lnTo>
                    <a:pt x="624551" y="174960"/>
                  </a:lnTo>
                  <a:lnTo>
                    <a:pt x="528931" y="177362"/>
                  </a:lnTo>
                  <a:lnTo>
                    <a:pt x="426228" y="177362"/>
                  </a:lnTo>
                  <a:lnTo>
                    <a:pt x="329945" y="174960"/>
                  </a:lnTo>
                  <a:lnTo>
                    <a:pt x="240056" y="165353"/>
                  </a:lnTo>
                  <a:lnTo>
                    <a:pt x="153413" y="153343"/>
                  </a:lnTo>
                  <a:lnTo>
                    <a:pt x="89864" y="143716"/>
                  </a:lnTo>
                  <a:lnTo>
                    <a:pt x="38513" y="126903"/>
                  </a:lnTo>
                  <a:lnTo>
                    <a:pt x="0" y="91331"/>
                  </a:lnTo>
                  <a:close/>
                </a:path>
              </a:pathLst>
            </a:custGeom>
            <a:ln w="168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2597598" y="5433846"/>
              <a:ext cx="1064260" cy="132080"/>
            </a:xfrm>
            <a:custGeom>
              <a:avLst/>
              <a:gdLst/>
              <a:ahLst/>
              <a:cxnLst/>
              <a:rect l="l" t="t" r="r" b="b"/>
              <a:pathLst>
                <a:path w="1064260" h="132079">
                  <a:moveTo>
                    <a:pt x="1064257" y="0"/>
                  </a:moveTo>
                  <a:lnTo>
                    <a:pt x="0" y="0"/>
                  </a:lnTo>
                  <a:lnTo>
                    <a:pt x="0" y="131702"/>
                  </a:lnTo>
                  <a:lnTo>
                    <a:pt x="1064257" y="131702"/>
                  </a:lnTo>
                  <a:lnTo>
                    <a:pt x="106425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2652157" y="5263705"/>
              <a:ext cx="965200" cy="309245"/>
            </a:xfrm>
            <a:custGeom>
              <a:avLst/>
              <a:gdLst/>
              <a:ahLst/>
              <a:cxnLst/>
              <a:rect l="l" t="t" r="r" b="b"/>
              <a:pathLst>
                <a:path w="965200" h="309245">
                  <a:moveTo>
                    <a:pt x="0" y="0"/>
                  </a:moveTo>
                  <a:lnTo>
                    <a:pt x="0" y="309069"/>
                  </a:lnTo>
                </a:path>
                <a:path w="965200" h="309245">
                  <a:moveTo>
                    <a:pt x="964764" y="0"/>
                  </a:moveTo>
                  <a:lnTo>
                    <a:pt x="964764" y="309069"/>
                  </a:lnTo>
                </a:path>
              </a:pathLst>
            </a:custGeom>
            <a:ln w="168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2652157" y="5146409"/>
              <a:ext cx="962025" cy="177165"/>
            </a:xfrm>
            <a:custGeom>
              <a:avLst/>
              <a:gdLst/>
              <a:ahLst/>
              <a:cxnLst/>
              <a:rect l="l" t="t" r="r" b="b"/>
              <a:pathLst>
                <a:path w="962025" h="177164">
                  <a:moveTo>
                    <a:pt x="528931" y="0"/>
                  </a:moveTo>
                  <a:lnTo>
                    <a:pt x="426228" y="0"/>
                  </a:lnTo>
                  <a:lnTo>
                    <a:pt x="329945" y="4803"/>
                  </a:lnTo>
                  <a:lnTo>
                    <a:pt x="240056" y="12029"/>
                  </a:lnTo>
                  <a:lnTo>
                    <a:pt x="153413" y="23562"/>
                  </a:lnTo>
                  <a:lnTo>
                    <a:pt x="89864" y="35571"/>
                  </a:lnTo>
                  <a:lnTo>
                    <a:pt x="38513" y="49983"/>
                  </a:lnTo>
                  <a:lnTo>
                    <a:pt x="0" y="90854"/>
                  </a:lnTo>
                  <a:lnTo>
                    <a:pt x="12838" y="107668"/>
                  </a:lnTo>
                  <a:lnTo>
                    <a:pt x="89864" y="143716"/>
                  </a:lnTo>
                  <a:lnTo>
                    <a:pt x="240056" y="164876"/>
                  </a:lnTo>
                  <a:lnTo>
                    <a:pt x="329945" y="174484"/>
                  </a:lnTo>
                  <a:lnTo>
                    <a:pt x="426228" y="176886"/>
                  </a:lnTo>
                  <a:lnTo>
                    <a:pt x="528931" y="176886"/>
                  </a:lnTo>
                  <a:lnTo>
                    <a:pt x="624551" y="174484"/>
                  </a:lnTo>
                  <a:lnTo>
                    <a:pt x="720834" y="164876"/>
                  </a:lnTo>
                  <a:lnTo>
                    <a:pt x="801091" y="152847"/>
                  </a:lnTo>
                  <a:lnTo>
                    <a:pt x="865271" y="143716"/>
                  </a:lnTo>
                  <a:lnTo>
                    <a:pt x="916610" y="126903"/>
                  </a:lnTo>
                  <a:lnTo>
                    <a:pt x="948713" y="107668"/>
                  </a:lnTo>
                  <a:lnTo>
                    <a:pt x="961554" y="90854"/>
                  </a:lnTo>
                  <a:lnTo>
                    <a:pt x="948713" y="71620"/>
                  </a:lnTo>
                  <a:lnTo>
                    <a:pt x="916610" y="49983"/>
                  </a:lnTo>
                  <a:lnTo>
                    <a:pt x="865271" y="35571"/>
                  </a:lnTo>
                  <a:lnTo>
                    <a:pt x="801091" y="23562"/>
                  </a:lnTo>
                  <a:lnTo>
                    <a:pt x="720834" y="12029"/>
                  </a:lnTo>
                  <a:lnTo>
                    <a:pt x="624551" y="4803"/>
                  </a:lnTo>
                  <a:lnTo>
                    <a:pt x="5289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2652157" y="4858977"/>
              <a:ext cx="962025" cy="464820"/>
            </a:xfrm>
            <a:custGeom>
              <a:avLst/>
              <a:gdLst/>
              <a:ahLst/>
              <a:cxnLst/>
              <a:rect l="l" t="t" r="r" b="b"/>
              <a:pathLst>
                <a:path w="962025" h="464820">
                  <a:moveTo>
                    <a:pt x="0" y="378287"/>
                  </a:moveTo>
                  <a:lnTo>
                    <a:pt x="38513" y="337415"/>
                  </a:lnTo>
                  <a:lnTo>
                    <a:pt x="89864" y="323004"/>
                  </a:lnTo>
                  <a:lnTo>
                    <a:pt x="153413" y="310995"/>
                  </a:lnTo>
                  <a:lnTo>
                    <a:pt x="240056" y="299462"/>
                  </a:lnTo>
                  <a:lnTo>
                    <a:pt x="329945" y="292236"/>
                  </a:lnTo>
                  <a:lnTo>
                    <a:pt x="426228" y="287432"/>
                  </a:lnTo>
                  <a:lnTo>
                    <a:pt x="528931" y="287432"/>
                  </a:lnTo>
                  <a:lnTo>
                    <a:pt x="624551" y="292236"/>
                  </a:lnTo>
                  <a:lnTo>
                    <a:pt x="720834" y="299462"/>
                  </a:lnTo>
                  <a:lnTo>
                    <a:pt x="801091" y="310995"/>
                  </a:lnTo>
                  <a:lnTo>
                    <a:pt x="865271" y="323004"/>
                  </a:lnTo>
                  <a:lnTo>
                    <a:pt x="916610" y="337415"/>
                  </a:lnTo>
                  <a:lnTo>
                    <a:pt x="948713" y="359052"/>
                  </a:lnTo>
                  <a:lnTo>
                    <a:pt x="961554" y="378287"/>
                  </a:lnTo>
                  <a:lnTo>
                    <a:pt x="948713" y="395101"/>
                  </a:lnTo>
                  <a:lnTo>
                    <a:pt x="916610" y="414336"/>
                  </a:lnTo>
                  <a:lnTo>
                    <a:pt x="865271" y="431149"/>
                  </a:lnTo>
                  <a:lnTo>
                    <a:pt x="801092" y="440280"/>
                  </a:lnTo>
                  <a:lnTo>
                    <a:pt x="720834" y="452309"/>
                  </a:lnTo>
                  <a:lnTo>
                    <a:pt x="624551" y="461917"/>
                  </a:lnTo>
                  <a:lnTo>
                    <a:pt x="528931" y="464319"/>
                  </a:lnTo>
                  <a:lnTo>
                    <a:pt x="426228" y="464319"/>
                  </a:lnTo>
                  <a:lnTo>
                    <a:pt x="329945" y="461917"/>
                  </a:lnTo>
                  <a:lnTo>
                    <a:pt x="240056" y="452309"/>
                  </a:lnTo>
                  <a:lnTo>
                    <a:pt x="153413" y="440280"/>
                  </a:lnTo>
                  <a:lnTo>
                    <a:pt x="89864" y="431149"/>
                  </a:lnTo>
                  <a:lnTo>
                    <a:pt x="38513" y="414336"/>
                  </a:lnTo>
                  <a:lnTo>
                    <a:pt x="12838" y="395101"/>
                  </a:lnTo>
                  <a:lnTo>
                    <a:pt x="0" y="378287"/>
                  </a:lnTo>
                  <a:close/>
                </a:path>
                <a:path w="962025" h="464820">
                  <a:moveTo>
                    <a:pt x="0" y="90835"/>
                  </a:moveTo>
                  <a:lnTo>
                    <a:pt x="38513" y="49983"/>
                  </a:lnTo>
                  <a:lnTo>
                    <a:pt x="89864" y="35571"/>
                  </a:lnTo>
                  <a:lnTo>
                    <a:pt x="153413" y="24018"/>
                  </a:lnTo>
                  <a:lnTo>
                    <a:pt x="240056" y="12009"/>
                  </a:lnTo>
                  <a:lnTo>
                    <a:pt x="329945" y="4803"/>
                  </a:lnTo>
                  <a:lnTo>
                    <a:pt x="426228" y="0"/>
                  </a:lnTo>
                  <a:lnTo>
                    <a:pt x="528931" y="0"/>
                  </a:lnTo>
                  <a:lnTo>
                    <a:pt x="624551" y="4803"/>
                  </a:lnTo>
                  <a:lnTo>
                    <a:pt x="720834" y="12009"/>
                  </a:lnTo>
                  <a:lnTo>
                    <a:pt x="801091" y="24018"/>
                  </a:lnTo>
                  <a:lnTo>
                    <a:pt x="865271" y="35571"/>
                  </a:lnTo>
                  <a:lnTo>
                    <a:pt x="916610" y="49983"/>
                  </a:lnTo>
                  <a:lnTo>
                    <a:pt x="948713" y="71620"/>
                  </a:lnTo>
                  <a:lnTo>
                    <a:pt x="961554" y="90835"/>
                  </a:lnTo>
                  <a:lnTo>
                    <a:pt x="948713" y="107668"/>
                  </a:lnTo>
                  <a:lnTo>
                    <a:pt x="865271" y="143716"/>
                  </a:lnTo>
                  <a:lnTo>
                    <a:pt x="801091" y="153323"/>
                  </a:lnTo>
                  <a:lnTo>
                    <a:pt x="720834" y="164857"/>
                  </a:lnTo>
                  <a:lnTo>
                    <a:pt x="624551" y="174484"/>
                  </a:lnTo>
                  <a:lnTo>
                    <a:pt x="528931" y="176886"/>
                  </a:lnTo>
                  <a:lnTo>
                    <a:pt x="426228" y="176886"/>
                  </a:lnTo>
                  <a:lnTo>
                    <a:pt x="329945" y="174484"/>
                  </a:lnTo>
                  <a:lnTo>
                    <a:pt x="240056" y="164857"/>
                  </a:lnTo>
                  <a:lnTo>
                    <a:pt x="153413" y="153323"/>
                  </a:lnTo>
                  <a:lnTo>
                    <a:pt x="89864" y="143716"/>
                  </a:lnTo>
                  <a:lnTo>
                    <a:pt x="38513" y="126883"/>
                  </a:lnTo>
                  <a:lnTo>
                    <a:pt x="0" y="90835"/>
                  </a:lnTo>
                  <a:close/>
                </a:path>
              </a:pathLst>
            </a:custGeom>
            <a:ln w="168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2597598" y="5107963"/>
              <a:ext cx="1064260" cy="132080"/>
            </a:xfrm>
            <a:custGeom>
              <a:avLst/>
              <a:gdLst/>
              <a:ahLst/>
              <a:cxnLst/>
              <a:rect l="l" t="t" r="r" b="b"/>
              <a:pathLst>
                <a:path w="1064260" h="132079">
                  <a:moveTo>
                    <a:pt x="1064257" y="0"/>
                  </a:moveTo>
                  <a:lnTo>
                    <a:pt x="0" y="0"/>
                  </a:lnTo>
                  <a:lnTo>
                    <a:pt x="0" y="131702"/>
                  </a:lnTo>
                  <a:lnTo>
                    <a:pt x="1064257" y="131702"/>
                  </a:lnTo>
                  <a:lnTo>
                    <a:pt x="106425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2652157" y="4937802"/>
              <a:ext cx="965200" cy="309245"/>
            </a:xfrm>
            <a:custGeom>
              <a:avLst/>
              <a:gdLst/>
              <a:ahLst/>
              <a:cxnLst/>
              <a:rect l="l" t="t" r="r" b="b"/>
              <a:pathLst>
                <a:path w="965200" h="309245">
                  <a:moveTo>
                    <a:pt x="0" y="0"/>
                  </a:moveTo>
                  <a:lnTo>
                    <a:pt x="0" y="309069"/>
                  </a:lnTo>
                </a:path>
                <a:path w="965200" h="309245">
                  <a:moveTo>
                    <a:pt x="964764" y="0"/>
                  </a:moveTo>
                  <a:lnTo>
                    <a:pt x="964764" y="309069"/>
                  </a:lnTo>
                </a:path>
              </a:pathLst>
            </a:custGeom>
            <a:ln w="168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2652157" y="4815703"/>
              <a:ext cx="962025" cy="177800"/>
            </a:xfrm>
            <a:custGeom>
              <a:avLst/>
              <a:gdLst/>
              <a:ahLst/>
              <a:cxnLst/>
              <a:rect l="l" t="t" r="r" b="b"/>
              <a:pathLst>
                <a:path w="962025" h="177800">
                  <a:moveTo>
                    <a:pt x="528931" y="0"/>
                  </a:moveTo>
                  <a:lnTo>
                    <a:pt x="426228" y="0"/>
                  </a:lnTo>
                  <a:lnTo>
                    <a:pt x="329945" y="2421"/>
                  </a:lnTo>
                  <a:lnTo>
                    <a:pt x="240056" y="12029"/>
                  </a:lnTo>
                  <a:lnTo>
                    <a:pt x="153413" y="24038"/>
                  </a:lnTo>
                  <a:lnTo>
                    <a:pt x="89864" y="33646"/>
                  </a:lnTo>
                  <a:lnTo>
                    <a:pt x="38513" y="50479"/>
                  </a:lnTo>
                  <a:lnTo>
                    <a:pt x="0" y="90854"/>
                  </a:lnTo>
                  <a:lnTo>
                    <a:pt x="12838" y="105266"/>
                  </a:lnTo>
                  <a:lnTo>
                    <a:pt x="89864" y="141334"/>
                  </a:lnTo>
                  <a:lnTo>
                    <a:pt x="153413" y="153343"/>
                  </a:lnTo>
                  <a:lnTo>
                    <a:pt x="240056" y="165353"/>
                  </a:lnTo>
                  <a:lnTo>
                    <a:pt x="329945" y="172578"/>
                  </a:lnTo>
                  <a:lnTo>
                    <a:pt x="426228" y="177382"/>
                  </a:lnTo>
                  <a:lnTo>
                    <a:pt x="528931" y="177382"/>
                  </a:lnTo>
                  <a:lnTo>
                    <a:pt x="624551" y="172578"/>
                  </a:lnTo>
                  <a:lnTo>
                    <a:pt x="720834" y="165353"/>
                  </a:lnTo>
                  <a:lnTo>
                    <a:pt x="801091" y="153343"/>
                  </a:lnTo>
                  <a:lnTo>
                    <a:pt x="865271" y="141334"/>
                  </a:lnTo>
                  <a:lnTo>
                    <a:pt x="916610" y="126903"/>
                  </a:lnTo>
                  <a:lnTo>
                    <a:pt x="948713" y="105266"/>
                  </a:lnTo>
                  <a:lnTo>
                    <a:pt x="961554" y="90854"/>
                  </a:lnTo>
                  <a:lnTo>
                    <a:pt x="948713" y="69218"/>
                  </a:lnTo>
                  <a:lnTo>
                    <a:pt x="865271" y="33646"/>
                  </a:lnTo>
                  <a:lnTo>
                    <a:pt x="720834" y="12029"/>
                  </a:lnTo>
                  <a:lnTo>
                    <a:pt x="624551" y="2421"/>
                  </a:lnTo>
                  <a:lnTo>
                    <a:pt x="5289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2652157" y="4528270"/>
              <a:ext cx="962025" cy="464820"/>
            </a:xfrm>
            <a:custGeom>
              <a:avLst/>
              <a:gdLst/>
              <a:ahLst/>
              <a:cxnLst/>
              <a:rect l="l" t="t" r="r" b="b"/>
              <a:pathLst>
                <a:path w="962025" h="464820">
                  <a:moveTo>
                    <a:pt x="0" y="378287"/>
                  </a:moveTo>
                  <a:lnTo>
                    <a:pt x="38513" y="337912"/>
                  </a:lnTo>
                  <a:lnTo>
                    <a:pt x="89864" y="321079"/>
                  </a:lnTo>
                  <a:lnTo>
                    <a:pt x="153413" y="311471"/>
                  </a:lnTo>
                  <a:lnTo>
                    <a:pt x="240056" y="299462"/>
                  </a:lnTo>
                  <a:lnTo>
                    <a:pt x="329945" y="289854"/>
                  </a:lnTo>
                  <a:lnTo>
                    <a:pt x="426228" y="287432"/>
                  </a:lnTo>
                  <a:lnTo>
                    <a:pt x="528931" y="287432"/>
                  </a:lnTo>
                  <a:lnTo>
                    <a:pt x="624551" y="289854"/>
                  </a:lnTo>
                  <a:lnTo>
                    <a:pt x="720834" y="299462"/>
                  </a:lnTo>
                  <a:lnTo>
                    <a:pt x="801091" y="311471"/>
                  </a:lnTo>
                  <a:lnTo>
                    <a:pt x="865271" y="321079"/>
                  </a:lnTo>
                  <a:lnTo>
                    <a:pt x="916610" y="337912"/>
                  </a:lnTo>
                  <a:lnTo>
                    <a:pt x="961554" y="378287"/>
                  </a:lnTo>
                  <a:lnTo>
                    <a:pt x="948713" y="392699"/>
                  </a:lnTo>
                  <a:lnTo>
                    <a:pt x="916610" y="414336"/>
                  </a:lnTo>
                  <a:lnTo>
                    <a:pt x="865271" y="428767"/>
                  </a:lnTo>
                  <a:lnTo>
                    <a:pt x="801092" y="440776"/>
                  </a:lnTo>
                  <a:lnTo>
                    <a:pt x="720834" y="452786"/>
                  </a:lnTo>
                  <a:lnTo>
                    <a:pt x="624551" y="460011"/>
                  </a:lnTo>
                  <a:lnTo>
                    <a:pt x="528931" y="464815"/>
                  </a:lnTo>
                  <a:lnTo>
                    <a:pt x="426228" y="464815"/>
                  </a:lnTo>
                  <a:lnTo>
                    <a:pt x="329945" y="460011"/>
                  </a:lnTo>
                  <a:lnTo>
                    <a:pt x="240056" y="452786"/>
                  </a:lnTo>
                  <a:lnTo>
                    <a:pt x="153413" y="440776"/>
                  </a:lnTo>
                  <a:lnTo>
                    <a:pt x="89864" y="428767"/>
                  </a:lnTo>
                  <a:lnTo>
                    <a:pt x="38513" y="414336"/>
                  </a:lnTo>
                  <a:lnTo>
                    <a:pt x="0" y="378287"/>
                  </a:lnTo>
                  <a:close/>
                </a:path>
                <a:path w="962025" h="464820">
                  <a:moveTo>
                    <a:pt x="0" y="90854"/>
                  </a:moveTo>
                  <a:lnTo>
                    <a:pt x="38513" y="50479"/>
                  </a:lnTo>
                  <a:lnTo>
                    <a:pt x="89864" y="33646"/>
                  </a:lnTo>
                  <a:lnTo>
                    <a:pt x="153413" y="24038"/>
                  </a:lnTo>
                  <a:lnTo>
                    <a:pt x="240056" y="12009"/>
                  </a:lnTo>
                  <a:lnTo>
                    <a:pt x="329945" y="2401"/>
                  </a:lnTo>
                  <a:lnTo>
                    <a:pt x="426228" y="0"/>
                  </a:lnTo>
                  <a:lnTo>
                    <a:pt x="528931" y="0"/>
                  </a:lnTo>
                  <a:lnTo>
                    <a:pt x="624551" y="2401"/>
                  </a:lnTo>
                  <a:lnTo>
                    <a:pt x="720834" y="12009"/>
                  </a:lnTo>
                  <a:lnTo>
                    <a:pt x="801091" y="24038"/>
                  </a:lnTo>
                  <a:lnTo>
                    <a:pt x="865271" y="33646"/>
                  </a:lnTo>
                  <a:lnTo>
                    <a:pt x="916610" y="50479"/>
                  </a:lnTo>
                  <a:lnTo>
                    <a:pt x="948713" y="69694"/>
                  </a:lnTo>
                  <a:lnTo>
                    <a:pt x="961554" y="90854"/>
                  </a:lnTo>
                  <a:lnTo>
                    <a:pt x="948713" y="105266"/>
                  </a:lnTo>
                  <a:lnTo>
                    <a:pt x="916610" y="126903"/>
                  </a:lnTo>
                  <a:lnTo>
                    <a:pt x="865271" y="141314"/>
                  </a:lnTo>
                  <a:lnTo>
                    <a:pt x="801091" y="153343"/>
                  </a:lnTo>
                  <a:lnTo>
                    <a:pt x="720834" y="165353"/>
                  </a:lnTo>
                  <a:lnTo>
                    <a:pt x="624551" y="172558"/>
                  </a:lnTo>
                  <a:lnTo>
                    <a:pt x="528931" y="177362"/>
                  </a:lnTo>
                  <a:lnTo>
                    <a:pt x="426228" y="177362"/>
                  </a:lnTo>
                  <a:lnTo>
                    <a:pt x="329945" y="172558"/>
                  </a:lnTo>
                  <a:lnTo>
                    <a:pt x="240056" y="165353"/>
                  </a:lnTo>
                  <a:lnTo>
                    <a:pt x="153413" y="153343"/>
                  </a:lnTo>
                  <a:lnTo>
                    <a:pt x="89864" y="141314"/>
                  </a:lnTo>
                  <a:lnTo>
                    <a:pt x="38513" y="126903"/>
                  </a:lnTo>
                  <a:lnTo>
                    <a:pt x="12838" y="105266"/>
                  </a:lnTo>
                  <a:lnTo>
                    <a:pt x="0" y="90854"/>
                  </a:lnTo>
                  <a:close/>
                </a:path>
              </a:pathLst>
            </a:custGeom>
            <a:ln w="168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2597598" y="4777257"/>
              <a:ext cx="1064260" cy="132080"/>
            </a:xfrm>
            <a:custGeom>
              <a:avLst/>
              <a:gdLst/>
              <a:ahLst/>
              <a:cxnLst/>
              <a:rect l="l" t="t" r="r" b="b"/>
              <a:pathLst>
                <a:path w="1064260" h="132079">
                  <a:moveTo>
                    <a:pt x="1064257" y="0"/>
                  </a:moveTo>
                  <a:lnTo>
                    <a:pt x="0" y="0"/>
                  </a:lnTo>
                  <a:lnTo>
                    <a:pt x="0" y="131702"/>
                  </a:lnTo>
                  <a:lnTo>
                    <a:pt x="1064257" y="131702"/>
                  </a:lnTo>
                  <a:lnTo>
                    <a:pt x="106425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2652157" y="4605170"/>
              <a:ext cx="965200" cy="308610"/>
            </a:xfrm>
            <a:custGeom>
              <a:avLst/>
              <a:gdLst/>
              <a:ahLst/>
              <a:cxnLst/>
              <a:rect l="l" t="t" r="r" b="b"/>
              <a:pathLst>
                <a:path w="965200" h="308610">
                  <a:moveTo>
                    <a:pt x="0" y="0"/>
                  </a:moveTo>
                  <a:lnTo>
                    <a:pt x="0" y="308593"/>
                  </a:lnTo>
                </a:path>
                <a:path w="965200" h="308610">
                  <a:moveTo>
                    <a:pt x="964764" y="0"/>
                  </a:moveTo>
                  <a:lnTo>
                    <a:pt x="964764" y="308593"/>
                  </a:lnTo>
                </a:path>
              </a:pathLst>
            </a:custGeom>
            <a:ln w="168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2652157" y="4480212"/>
              <a:ext cx="962025" cy="177800"/>
            </a:xfrm>
            <a:custGeom>
              <a:avLst/>
              <a:gdLst/>
              <a:ahLst/>
              <a:cxnLst/>
              <a:rect l="l" t="t" r="r" b="b"/>
              <a:pathLst>
                <a:path w="962025" h="177800">
                  <a:moveTo>
                    <a:pt x="528931" y="0"/>
                  </a:moveTo>
                  <a:lnTo>
                    <a:pt x="426228" y="0"/>
                  </a:lnTo>
                  <a:lnTo>
                    <a:pt x="329945" y="2401"/>
                  </a:lnTo>
                  <a:lnTo>
                    <a:pt x="240056" y="12009"/>
                  </a:lnTo>
                  <a:lnTo>
                    <a:pt x="153413" y="24018"/>
                  </a:lnTo>
                  <a:lnTo>
                    <a:pt x="89864" y="33646"/>
                  </a:lnTo>
                  <a:lnTo>
                    <a:pt x="38513" y="50459"/>
                  </a:lnTo>
                  <a:lnTo>
                    <a:pt x="0" y="91311"/>
                  </a:lnTo>
                  <a:lnTo>
                    <a:pt x="12838" y="105742"/>
                  </a:lnTo>
                  <a:lnTo>
                    <a:pt x="89864" y="141314"/>
                  </a:lnTo>
                  <a:lnTo>
                    <a:pt x="153413" y="153323"/>
                  </a:lnTo>
                  <a:lnTo>
                    <a:pt x="240056" y="165333"/>
                  </a:lnTo>
                  <a:lnTo>
                    <a:pt x="329945" y="172558"/>
                  </a:lnTo>
                  <a:lnTo>
                    <a:pt x="426228" y="177362"/>
                  </a:lnTo>
                  <a:lnTo>
                    <a:pt x="528931" y="177362"/>
                  </a:lnTo>
                  <a:lnTo>
                    <a:pt x="624551" y="172558"/>
                  </a:lnTo>
                  <a:lnTo>
                    <a:pt x="720834" y="165333"/>
                  </a:lnTo>
                  <a:lnTo>
                    <a:pt x="801091" y="153323"/>
                  </a:lnTo>
                  <a:lnTo>
                    <a:pt x="865271" y="141314"/>
                  </a:lnTo>
                  <a:lnTo>
                    <a:pt x="916610" y="127359"/>
                  </a:lnTo>
                  <a:lnTo>
                    <a:pt x="948713" y="105742"/>
                  </a:lnTo>
                  <a:lnTo>
                    <a:pt x="961554" y="91311"/>
                  </a:lnTo>
                  <a:lnTo>
                    <a:pt x="948713" y="69694"/>
                  </a:lnTo>
                  <a:lnTo>
                    <a:pt x="865271" y="33646"/>
                  </a:lnTo>
                  <a:lnTo>
                    <a:pt x="720834" y="12009"/>
                  </a:lnTo>
                  <a:lnTo>
                    <a:pt x="624551" y="2401"/>
                  </a:lnTo>
                  <a:lnTo>
                    <a:pt x="5289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2652157" y="4193296"/>
              <a:ext cx="962025" cy="464820"/>
            </a:xfrm>
            <a:custGeom>
              <a:avLst/>
              <a:gdLst/>
              <a:ahLst/>
              <a:cxnLst/>
              <a:rect l="l" t="t" r="r" b="b"/>
              <a:pathLst>
                <a:path w="962025" h="464820">
                  <a:moveTo>
                    <a:pt x="0" y="378228"/>
                  </a:moveTo>
                  <a:lnTo>
                    <a:pt x="38513" y="337376"/>
                  </a:lnTo>
                  <a:lnTo>
                    <a:pt x="89864" y="320563"/>
                  </a:lnTo>
                  <a:lnTo>
                    <a:pt x="153413" y="310935"/>
                  </a:lnTo>
                  <a:lnTo>
                    <a:pt x="240056" y="298926"/>
                  </a:lnTo>
                  <a:lnTo>
                    <a:pt x="329945" y="289318"/>
                  </a:lnTo>
                  <a:lnTo>
                    <a:pt x="426228" y="286916"/>
                  </a:lnTo>
                  <a:lnTo>
                    <a:pt x="528931" y="286916"/>
                  </a:lnTo>
                  <a:lnTo>
                    <a:pt x="624551" y="289318"/>
                  </a:lnTo>
                  <a:lnTo>
                    <a:pt x="720834" y="298926"/>
                  </a:lnTo>
                  <a:lnTo>
                    <a:pt x="801091" y="310935"/>
                  </a:lnTo>
                  <a:lnTo>
                    <a:pt x="865271" y="320563"/>
                  </a:lnTo>
                  <a:lnTo>
                    <a:pt x="916610" y="337376"/>
                  </a:lnTo>
                  <a:lnTo>
                    <a:pt x="961554" y="378228"/>
                  </a:lnTo>
                  <a:lnTo>
                    <a:pt x="948713" y="392659"/>
                  </a:lnTo>
                  <a:lnTo>
                    <a:pt x="916610" y="414276"/>
                  </a:lnTo>
                  <a:lnTo>
                    <a:pt x="865271" y="428231"/>
                  </a:lnTo>
                  <a:lnTo>
                    <a:pt x="801092" y="440240"/>
                  </a:lnTo>
                  <a:lnTo>
                    <a:pt x="720834" y="452250"/>
                  </a:lnTo>
                  <a:lnTo>
                    <a:pt x="624551" y="459475"/>
                  </a:lnTo>
                  <a:lnTo>
                    <a:pt x="528931" y="464279"/>
                  </a:lnTo>
                  <a:lnTo>
                    <a:pt x="426228" y="464279"/>
                  </a:lnTo>
                  <a:lnTo>
                    <a:pt x="329945" y="459475"/>
                  </a:lnTo>
                  <a:lnTo>
                    <a:pt x="240056" y="452250"/>
                  </a:lnTo>
                  <a:lnTo>
                    <a:pt x="153413" y="440240"/>
                  </a:lnTo>
                  <a:lnTo>
                    <a:pt x="89864" y="428231"/>
                  </a:lnTo>
                  <a:lnTo>
                    <a:pt x="38513" y="414276"/>
                  </a:lnTo>
                  <a:lnTo>
                    <a:pt x="0" y="378228"/>
                  </a:lnTo>
                  <a:close/>
                </a:path>
                <a:path w="962025" h="464820">
                  <a:moveTo>
                    <a:pt x="0" y="90795"/>
                  </a:moveTo>
                  <a:lnTo>
                    <a:pt x="38513" y="50022"/>
                  </a:lnTo>
                  <a:lnTo>
                    <a:pt x="89864" y="33150"/>
                  </a:lnTo>
                  <a:lnTo>
                    <a:pt x="153413" y="23423"/>
                  </a:lnTo>
                  <a:lnTo>
                    <a:pt x="240056" y="11513"/>
                  </a:lnTo>
                  <a:lnTo>
                    <a:pt x="329945" y="1786"/>
                  </a:lnTo>
                  <a:lnTo>
                    <a:pt x="426228" y="0"/>
                  </a:lnTo>
                  <a:lnTo>
                    <a:pt x="528931" y="0"/>
                  </a:lnTo>
                  <a:lnTo>
                    <a:pt x="624551" y="1786"/>
                  </a:lnTo>
                  <a:lnTo>
                    <a:pt x="720834" y="11513"/>
                  </a:lnTo>
                  <a:lnTo>
                    <a:pt x="801091" y="23423"/>
                  </a:lnTo>
                  <a:lnTo>
                    <a:pt x="865271" y="33150"/>
                  </a:lnTo>
                  <a:lnTo>
                    <a:pt x="916610" y="50022"/>
                  </a:lnTo>
                  <a:lnTo>
                    <a:pt x="961554" y="90795"/>
                  </a:lnTo>
                  <a:lnTo>
                    <a:pt x="948713" y="105206"/>
                  </a:lnTo>
                  <a:lnTo>
                    <a:pt x="916610" y="126843"/>
                  </a:lnTo>
                  <a:lnTo>
                    <a:pt x="865271" y="140778"/>
                  </a:lnTo>
                  <a:lnTo>
                    <a:pt x="801091" y="152807"/>
                  </a:lnTo>
                  <a:lnTo>
                    <a:pt x="720834" y="164817"/>
                  </a:lnTo>
                  <a:lnTo>
                    <a:pt x="624551" y="172022"/>
                  </a:lnTo>
                  <a:lnTo>
                    <a:pt x="528931" y="176826"/>
                  </a:lnTo>
                  <a:lnTo>
                    <a:pt x="426228" y="176826"/>
                  </a:lnTo>
                  <a:lnTo>
                    <a:pt x="329945" y="172022"/>
                  </a:lnTo>
                  <a:lnTo>
                    <a:pt x="240056" y="164817"/>
                  </a:lnTo>
                  <a:lnTo>
                    <a:pt x="153413" y="152807"/>
                  </a:lnTo>
                  <a:lnTo>
                    <a:pt x="89864" y="140778"/>
                  </a:lnTo>
                  <a:lnTo>
                    <a:pt x="38513" y="126843"/>
                  </a:lnTo>
                  <a:lnTo>
                    <a:pt x="0" y="90795"/>
                  </a:lnTo>
                  <a:close/>
                </a:path>
              </a:pathLst>
            </a:custGeom>
            <a:ln w="168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2597598" y="4442223"/>
              <a:ext cx="1064260" cy="132080"/>
            </a:xfrm>
            <a:custGeom>
              <a:avLst/>
              <a:gdLst/>
              <a:ahLst/>
              <a:cxnLst/>
              <a:rect l="l" t="t" r="r" b="b"/>
              <a:pathLst>
                <a:path w="1064260" h="132079">
                  <a:moveTo>
                    <a:pt x="1064257" y="0"/>
                  </a:moveTo>
                  <a:lnTo>
                    <a:pt x="0" y="0"/>
                  </a:lnTo>
                  <a:lnTo>
                    <a:pt x="0" y="131702"/>
                  </a:lnTo>
                  <a:lnTo>
                    <a:pt x="1064257" y="131702"/>
                  </a:lnTo>
                  <a:lnTo>
                    <a:pt x="106425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2652157" y="4269680"/>
              <a:ext cx="965200" cy="309245"/>
            </a:xfrm>
            <a:custGeom>
              <a:avLst/>
              <a:gdLst/>
              <a:ahLst/>
              <a:cxnLst/>
              <a:rect l="l" t="t" r="r" b="b"/>
              <a:pathLst>
                <a:path w="965200" h="309245">
                  <a:moveTo>
                    <a:pt x="0" y="0"/>
                  </a:moveTo>
                  <a:lnTo>
                    <a:pt x="0" y="309069"/>
                  </a:lnTo>
                </a:path>
                <a:path w="965200" h="309245">
                  <a:moveTo>
                    <a:pt x="964764" y="0"/>
                  </a:moveTo>
                  <a:lnTo>
                    <a:pt x="964764" y="309069"/>
                  </a:lnTo>
                </a:path>
              </a:pathLst>
            </a:custGeom>
            <a:ln w="168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2652157" y="4147640"/>
              <a:ext cx="962025" cy="179705"/>
            </a:xfrm>
            <a:custGeom>
              <a:avLst/>
              <a:gdLst/>
              <a:ahLst/>
              <a:cxnLst/>
              <a:rect l="l" t="t" r="r" b="b"/>
              <a:pathLst>
                <a:path w="962025" h="179704">
                  <a:moveTo>
                    <a:pt x="528931" y="0"/>
                  </a:moveTo>
                  <a:lnTo>
                    <a:pt x="426228" y="0"/>
                  </a:lnTo>
                  <a:lnTo>
                    <a:pt x="329945" y="4764"/>
                  </a:lnTo>
                  <a:lnTo>
                    <a:pt x="240056" y="11910"/>
                  </a:lnTo>
                  <a:lnTo>
                    <a:pt x="153413" y="24018"/>
                  </a:lnTo>
                  <a:lnTo>
                    <a:pt x="89864" y="35929"/>
                  </a:lnTo>
                  <a:lnTo>
                    <a:pt x="38513" y="52404"/>
                  </a:lnTo>
                  <a:lnTo>
                    <a:pt x="0" y="90716"/>
                  </a:lnTo>
                  <a:lnTo>
                    <a:pt x="12838" y="107588"/>
                  </a:lnTo>
                  <a:lnTo>
                    <a:pt x="89864" y="143656"/>
                  </a:lnTo>
                  <a:lnTo>
                    <a:pt x="153413" y="155686"/>
                  </a:lnTo>
                  <a:lnTo>
                    <a:pt x="240056" y="167695"/>
                  </a:lnTo>
                  <a:lnTo>
                    <a:pt x="329945" y="174901"/>
                  </a:lnTo>
                  <a:lnTo>
                    <a:pt x="426228" y="179705"/>
                  </a:lnTo>
                  <a:lnTo>
                    <a:pt x="528931" y="179705"/>
                  </a:lnTo>
                  <a:lnTo>
                    <a:pt x="624551" y="174901"/>
                  </a:lnTo>
                  <a:lnTo>
                    <a:pt x="720834" y="167695"/>
                  </a:lnTo>
                  <a:lnTo>
                    <a:pt x="801091" y="155686"/>
                  </a:lnTo>
                  <a:lnTo>
                    <a:pt x="865271" y="143656"/>
                  </a:lnTo>
                  <a:lnTo>
                    <a:pt x="916610" y="126843"/>
                  </a:lnTo>
                  <a:lnTo>
                    <a:pt x="961554" y="90716"/>
                  </a:lnTo>
                  <a:lnTo>
                    <a:pt x="948713" y="71461"/>
                  </a:lnTo>
                  <a:lnTo>
                    <a:pt x="865271" y="35929"/>
                  </a:lnTo>
                  <a:lnTo>
                    <a:pt x="801091" y="24018"/>
                  </a:lnTo>
                  <a:lnTo>
                    <a:pt x="720834" y="11910"/>
                  </a:lnTo>
                  <a:lnTo>
                    <a:pt x="624551" y="4764"/>
                  </a:lnTo>
                  <a:lnTo>
                    <a:pt x="5289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2652157" y="3860207"/>
              <a:ext cx="962025" cy="467359"/>
            </a:xfrm>
            <a:custGeom>
              <a:avLst/>
              <a:gdLst/>
              <a:ahLst/>
              <a:cxnLst/>
              <a:rect l="l" t="t" r="r" b="b"/>
              <a:pathLst>
                <a:path w="962025" h="467360">
                  <a:moveTo>
                    <a:pt x="0" y="378148"/>
                  </a:moveTo>
                  <a:lnTo>
                    <a:pt x="38513" y="339837"/>
                  </a:lnTo>
                  <a:lnTo>
                    <a:pt x="89864" y="323361"/>
                  </a:lnTo>
                  <a:lnTo>
                    <a:pt x="153413" y="311451"/>
                  </a:lnTo>
                  <a:lnTo>
                    <a:pt x="240056" y="299343"/>
                  </a:lnTo>
                  <a:lnTo>
                    <a:pt x="329945" y="292196"/>
                  </a:lnTo>
                  <a:lnTo>
                    <a:pt x="426228" y="287432"/>
                  </a:lnTo>
                  <a:lnTo>
                    <a:pt x="528931" y="287432"/>
                  </a:lnTo>
                  <a:lnTo>
                    <a:pt x="624551" y="292196"/>
                  </a:lnTo>
                  <a:lnTo>
                    <a:pt x="720834" y="299343"/>
                  </a:lnTo>
                  <a:lnTo>
                    <a:pt x="801091" y="311451"/>
                  </a:lnTo>
                  <a:lnTo>
                    <a:pt x="865271" y="323361"/>
                  </a:lnTo>
                  <a:lnTo>
                    <a:pt x="916610" y="339837"/>
                  </a:lnTo>
                  <a:lnTo>
                    <a:pt x="961554" y="378148"/>
                  </a:lnTo>
                  <a:lnTo>
                    <a:pt x="948713" y="395021"/>
                  </a:lnTo>
                  <a:lnTo>
                    <a:pt x="865271" y="431089"/>
                  </a:lnTo>
                  <a:lnTo>
                    <a:pt x="801092" y="443119"/>
                  </a:lnTo>
                  <a:lnTo>
                    <a:pt x="720834" y="455128"/>
                  </a:lnTo>
                  <a:lnTo>
                    <a:pt x="624551" y="462334"/>
                  </a:lnTo>
                  <a:lnTo>
                    <a:pt x="528931" y="467137"/>
                  </a:lnTo>
                  <a:lnTo>
                    <a:pt x="426228" y="467137"/>
                  </a:lnTo>
                  <a:lnTo>
                    <a:pt x="329945" y="462334"/>
                  </a:lnTo>
                  <a:lnTo>
                    <a:pt x="240056" y="455128"/>
                  </a:lnTo>
                  <a:lnTo>
                    <a:pt x="153413" y="443119"/>
                  </a:lnTo>
                  <a:lnTo>
                    <a:pt x="89864" y="431089"/>
                  </a:lnTo>
                  <a:lnTo>
                    <a:pt x="38513" y="414276"/>
                  </a:lnTo>
                  <a:lnTo>
                    <a:pt x="0" y="378148"/>
                  </a:lnTo>
                  <a:close/>
                </a:path>
                <a:path w="962025" h="467360">
                  <a:moveTo>
                    <a:pt x="0" y="90716"/>
                  </a:moveTo>
                  <a:lnTo>
                    <a:pt x="38513" y="52801"/>
                  </a:lnTo>
                  <a:lnTo>
                    <a:pt x="89864" y="35929"/>
                  </a:lnTo>
                  <a:lnTo>
                    <a:pt x="153413" y="24018"/>
                  </a:lnTo>
                  <a:lnTo>
                    <a:pt x="240056" y="11910"/>
                  </a:lnTo>
                  <a:lnTo>
                    <a:pt x="329945" y="4764"/>
                  </a:lnTo>
                  <a:lnTo>
                    <a:pt x="426228" y="0"/>
                  </a:lnTo>
                  <a:lnTo>
                    <a:pt x="528931" y="0"/>
                  </a:lnTo>
                  <a:lnTo>
                    <a:pt x="624551" y="4764"/>
                  </a:lnTo>
                  <a:lnTo>
                    <a:pt x="720834" y="11910"/>
                  </a:lnTo>
                  <a:lnTo>
                    <a:pt x="801091" y="24018"/>
                  </a:lnTo>
                  <a:lnTo>
                    <a:pt x="865271" y="35929"/>
                  </a:lnTo>
                  <a:lnTo>
                    <a:pt x="916610" y="52801"/>
                  </a:lnTo>
                  <a:lnTo>
                    <a:pt x="961554" y="90716"/>
                  </a:lnTo>
                  <a:lnTo>
                    <a:pt x="948713" y="107588"/>
                  </a:lnTo>
                  <a:lnTo>
                    <a:pt x="865271" y="143716"/>
                  </a:lnTo>
                  <a:lnTo>
                    <a:pt x="801091" y="155626"/>
                  </a:lnTo>
                  <a:lnTo>
                    <a:pt x="720834" y="167735"/>
                  </a:lnTo>
                  <a:lnTo>
                    <a:pt x="624551" y="174881"/>
                  </a:lnTo>
                  <a:lnTo>
                    <a:pt x="528931" y="179645"/>
                  </a:lnTo>
                  <a:lnTo>
                    <a:pt x="426228" y="179645"/>
                  </a:lnTo>
                  <a:lnTo>
                    <a:pt x="329945" y="174881"/>
                  </a:lnTo>
                  <a:lnTo>
                    <a:pt x="240056" y="167735"/>
                  </a:lnTo>
                  <a:lnTo>
                    <a:pt x="153413" y="155626"/>
                  </a:lnTo>
                  <a:lnTo>
                    <a:pt x="89864" y="143716"/>
                  </a:lnTo>
                  <a:lnTo>
                    <a:pt x="38513" y="126843"/>
                  </a:lnTo>
                  <a:lnTo>
                    <a:pt x="0" y="90716"/>
                  </a:lnTo>
                  <a:close/>
                </a:path>
              </a:pathLst>
            </a:custGeom>
            <a:ln w="168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2597598" y="4111615"/>
              <a:ext cx="1064260" cy="132080"/>
            </a:xfrm>
            <a:custGeom>
              <a:avLst/>
              <a:gdLst/>
              <a:ahLst/>
              <a:cxnLst/>
              <a:rect l="l" t="t" r="r" b="b"/>
              <a:pathLst>
                <a:path w="1064260" h="132079">
                  <a:moveTo>
                    <a:pt x="1064257" y="0"/>
                  </a:moveTo>
                  <a:lnTo>
                    <a:pt x="0" y="0"/>
                  </a:lnTo>
                  <a:lnTo>
                    <a:pt x="0" y="131702"/>
                  </a:lnTo>
                  <a:lnTo>
                    <a:pt x="1064257" y="131702"/>
                  </a:lnTo>
                  <a:lnTo>
                    <a:pt x="106425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2652157" y="3939013"/>
              <a:ext cx="965200" cy="309245"/>
            </a:xfrm>
            <a:custGeom>
              <a:avLst/>
              <a:gdLst/>
              <a:ahLst/>
              <a:cxnLst/>
              <a:rect l="l" t="t" r="r" b="b"/>
              <a:pathLst>
                <a:path w="965200" h="309245">
                  <a:moveTo>
                    <a:pt x="0" y="0"/>
                  </a:moveTo>
                  <a:lnTo>
                    <a:pt x="0" y="309069"/>
                  </a:lnTo>
                </a:path>
                <a:path w="965200" h="309245">
                  <a:moveTo>
                    <a:pt x="964764" y="0"/>
                  </a:moveTo>
                  <a:lnTo>
                    <a:pt x="964764" y="309069"/>
                  </a:lnTo>
                </a:path>
              </a:pathLst>
            </a:custGeom>
            <a:ln w="168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3113672" y="3675599"/>
              <a:ext cx="3810" cy="285115"/>
            </a:xfrm>
            <a:custGeom>
              <a:avLst/>
              <a:gdLst/>
              <a:ahLst/>
              <a:cxnLst/>
              <a:rect l="l" t="t" r="r" b="b"/>
              <a:pathLst>
                <a:path w="3810" h="285114">
                  <a:moveTo>
                    <a:pt x="0" y="0"/>
                  </a:moveTo>
                  <a:lnTo>
                    <a:pt x="3210" y="285050"/>
                  </a:lnTo>
                </a:path>
              </a:pathLst>
            </a:custGeom>
            <a:ln w="256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6872549" y="5189187"/>
              <a:ext cx="958850" cy="467359"/>
            </a:xfrm>
            <a:custGeom>
              <a:avLst/>
              <a:gdLst/>
              <a:ahLst/>
              <a:cxnLst/>
              <a:rect l="l" t="t" r="r" b="b"/>
              <a:pathLst>
                <a:path w="958850" h="467360">
                  <a:moveTo>
                    <a:pt x="0" y="378764"/>
                  </a:moveTo>
                  <a:lnTo>
                    <a:pt x="35286" y="340314"/>
                  </a:lnTo>
                  <a:lnTo>
                    <a:pt x="89941" y="323500"/>
                  </a:lnTo>
                  <a:lnTo>
                    <a:pt x="154148" y="311471"/>
                  </a:lnTo>
                  <a:lnTo>
                    <a:pt x="240640" y="299462"/>
                  </a:lnTo>
                  <a:lnTo>
                    <a:pt x="330051" y="292256"/>
                  </a:lnTo>
                  <a:lnTo>
                    <a:pt x="426361" y="287452"/>
                  </a:lnTo>
                  <a:lnTo>
                    <a:pt x="529038" y="287452"/>
                  </a:lnTo>
                  <a:lnTo>
                    <a:pt x="622163" y="292256"/>
                  </a:lnTo>
                  <a:lnTo>
                    <a:pt x="718207" y="299462"/>
                  </a:lnTo>
                  <a:lnTo>
                    <a:pt x="797802" y="311471"/>
                  </a:lnTo>
                  <a:lnTo>
                    <a:pt x="862008" y="323500"/>
                  </a:lnTo>
                  <a:lnTo>
                    <a:pt x="916663" y="340314"/>
                  </a:lnTo>
                  <a:lnTo>
                    <a:pt x="958317" y="378764"/>
                  </a:lnTo>
                  <a:lnTo>
                    <a:pt x="948766" y="395120"/>
                  </a:lnTo>
                  <a:lnTo>
                    <a:pt x="862008" y="431169"/>
                  </a:lnTo>
                  <a:lnTo>
                    <a:pt x="797802" y="443178"/>
                  </a:lnTo>
                  <a:lnTo>
                    <a:pt x="718207" y="455207"/>
                  </a:lnTo>
                  <a:lnTo>
                    <a:pt x="622163" y="462413"/>
                  </a:lnTo>
                  <a:lnTo>
                    <a:pt x="529038" y="467217"/>
                  </a:lnTo>
                  <a:lnTo>
                    <a:pt x="426361" y="467217"/>
                  </a:lnTo>
                  <a:lnTo>
                    <a:pt x="330051" y="462413"/>
                  </a:lnTo>
                  <a:lnTo>
                    <a:pt x="240640" y="455207"/>
                  </a:lnTo>
                  <a:lnTo>
                    <a:pt x="154148" y="443178"/>
                  </a:lnTo>
                  <a:lnTo>
                    <a:pt x="89941" y="431169"/>
                  </a:lnTo>
                  <a:lnTo>
                    <a:pt x="35286" y="414336"/>
                  </a:lnTo>
                  <a:lnTo>
                    <a:pt x="0" y="378764"/>
                  </a:lnTo>
                  <a:close/>
                </a:path>
                <a:path w="958850" h="467360">
                  <a:moveTo>
                    <a:pt x="0" y="91331"/>
                  </a:moveTo>
                  <a:lnTo>
                    <a:pt x="35286" y="52881"/>
                  </a:lnTo>
                  <a:lnTo>
                    <a:pt x="89941" y="36048"/>
                  </a:lnTo>
                  <a:lnTo>
                    <a:pt x="154147" y="24038"/>
                  </a:lnTo>
                  <a:lnTo>
                    <a:pt x="240640" y="12029"/>
                  </a:lnTo>
                  <a:lnTo>
                    <a:pt x="330051" y="4803"/>
                  </a:lnTo>
                  <a:lnTo>
                    <a:pt x="426361" y="0"/>
                  </a:lnTo>
                  <a:lnTo>
                    <a:pt x="529038" y="0"/>
                  </a:lnTo>
                  <a:lnTo>
                    <a:pt x="622163" y="4803"/>
                  </a:lnTo>
                  <a:lnTo>
                    <a:pt x="718207" y="12029"/>
                  </a:lnTo>
                  <a:lnTo>
                    <a:pt x="797802" y="24038"/>
                  </a:lnTo>
                  <a:lnTo>
                    <a:pt x="862008" y="36048"/>
                  </a:lnTo>
                  <a:lnTo>
                    <a:pt x="916663" y="52881"/>
                  </a:lnTo>
                  <a:lnTo>
                    <a:pt x="958317" y="91331"/>
                  </a:lnTo>
                  <a:lnTo>
                    <a:pt x="948766" y="108164"/>
                  </a:lnTo>
                  <a:lnTo>
                    <a:pt x="862008" y="143716"/>
                  </a:lnTo>
                  <a:lnTo>
                    <a:pt x="797802" y="155745"/>
                  </a:lnTo>
                  <a:lnTo>
                    <a:pt x="718207" y="167755"/>
                  </a:lnTo>
                  <a:lnTo>
                    <a:pt x="622163" y="174960"/>
                  </a:lnTo>
                  <a:lnTo>
                    <a:pt x="529038" y="179784"/>
                  </a:lnTo>
                  <a:lnTo>
                    <a:pt x="426361" y="179784"/>
                  </a:lnTo>
                  <a:lnTo>
                    <a:pt x="330051" y="174960"/>
                  </a:lnTo>
                  <a:lnTo>
                    <a:pt x="240640" y="167755"/>
                  </a:lnTo>
                  <a:lnTo>
                    <a:pt x="154147" y="155745"/>
                  </a:lnTo>
                  <a:lnTo>
                    <a:pt x="89941" y="143716"/>
                  </a:lnTo>
                  <a:lnTo>
                    <a:pt x="35286" y="126903"/>
                  </a:lnTo>
                  <a:lnTo>
                    <a:pt x="0" y="91331"/>
                  </a:lnTo>
                  <a:close/>
                </a:path>
              </a:pathLst>
            </a:custGeom>
            <a:ln w="168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6818159" y="5440591"/>
              <a:ext cx="1064260" cy="132715"/>
            </a:xfrm>
            <a:custGeom>
              <a:avLst/>
              <a:gdLst/>
              <a:ahLst/>
              <a:cxnLst/>
              <a:rect l="l" t="t" r="r" b="b"/>
              <a:pathLst>
                <a:path w="1064259" h="132714">
                  <a:moveTo>
                    <a:pt x="1064257" y="0"/>
                  </a:moveTo>
                  <a:lnTo>
                    <a:pt x="0" y="0"/>
                  </a:lnTo>
                  <a:lnTo>
                    <a:pt x="0" y="132183"/>
                  </a:lnTo>
                  <a:lnTo>
                    <a:pt x="1064257" y="132183"/>
                  </a:lnTo>
                  <a:lnTo>
                    <a:pt x="106425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5471951" y="5189187"/>
              <a:ext cx="2365375" cy="467359"/>
            </a:xfrm>
            <a:custGeom>
              <a:avLst/>
              <a:gdLst/>
              <a:ahLst/>
              <a:cxnLst/>
              <a:rect l="l" t="t" r="r" b="b"/>
              <a:pathLst>
                <a:path w="2365375" h="467360">
                  <a:moveTo>
                    <a:pt x="1400597" y="79321"/>
                  </a:moveTo>
                  <a:lnTo>
                    <a:pt x="1400597" y="387915"/>
                  </a:lnTo>
                </a:path>
                <a:path w="2365375" h="467360">
                  <a:moveTo>
                    <a:pt x="2365282" y="79321"/>
                  </a:moveTo>
                  <a:lnTo>
                    <a:pt x="2365282" y="387915"/>
                  </a:lnTo>
                </a:path>
                <a:path w="2365375" h="467360">
                  <a:moveTo>
                    <a:pt x="0" y="378764"/>
                  </a:moveTo>
                  <a:lnTo>
                    <a:pt x="35286" y="340314"/>
                  </a:lnTo>
                  <a:lnTo>
                    <a:pt x="86758" y="323500"/>
                  </a:lnTo>
                  <a:lnTo>
                    <a:pt x="150964" y="311471"/>
                  </a:lnTo>
                  <a:lnTo>
                    <a:pt x="237456" y="299462"/>
                  </a:lnTo>
                  <a:lnTo>
                    <a:pt x="327398" y="292256"/>
                  </a:lnTo>
                  <a:lnTo>
                    <a:pt x="422912" y="287452"/>
                  </a:lnTo>
                  <a:lnTo>
                    <a:pt x="525854" y="287452"/>
                  </a:lnTo>
                  <a:lnTo>
                    <a:pt x="621898" y="292256"/>
                  </a:lnTo>
                  <a:lnTo>
                    <a:pt x="718207" y="299462"/>
                  </a:lnTo>
                  <a:lnTo>
                    <a:pt x="798598" y="311471"/>
                  </a:lnTo>
                  <a:lnTo>
                    <a:pt x="862008" y="323500"/>
                  </a:lnTo>
                  <a:lnTo>
                    <a:pt x="913479" y="340314"/>
                  </a:lnTo>
                  <a:lnTo>
                    <a:pt x="958317" y="378764"/>
                  </a:lnTo>
                  <a:lnTo>
                    <a:pt x="945582" y="395120"/>
                  </a:lnTo>
                  <a:lnTo>
                    <a:pt x="862008" y="431169"/>
                  </a:lnTo>
                  <a:lnTo>
                    <a:pt x="798598" y="443178"/>
                  </a:lnTo>
                  <a:lnTo>
                    <a:pt x="718207" y="455207"/>
                  </a:lnTo>
                  <a:lnTo>
                    <a:pt x="621898" y="462413"/>
                  </a:lnTo>
                  <a:lnTo>
                    <a:pt x="525854" y="467217"/>
                  </a:lnTo>
                  <a:lnTo>
                    <a:pt x="422912" y="467217"/>
                  </a:lnTo>
                  <a:lnTo>
                    <a:pt x="327398" y="462413"/>
                  </a:lnTo>
                  <a:lnTo>
                    <a:pt x="237456" y="455207"/>
                  </a:lnTo>
                  <a:lnTo>
                    <a:pt x="150964" y="443178"/>
                  </a:lnTo>
                  <a:lnTo>
                    <a:pt x="86758" y="431169"/>
                  </a:lnTo>
                  <a:lnTo>
                    <a:pt x="35286" y="414336"/>
                  </a:lnTo>
                  <a:lnTo>
                    <a:pt x="0" y="378764"/>
                  </a:lnTo>
                  <a:close/>
                </a:path>
                <a:path w="2365375" h="467360">
                  <a:moveTo>
                    <a:pt x="0" y="91331"/>
                  </a:moveTo>
                  <a:lnTo>
                    <a:pt x="35286" y="52881"/>
                  </a:lnTo>
                  <a:lnTo>
                    <a:pt x="86757" y="36048"/>
                  </a:lnTo>
                  <a:lnTo>
                    <a:pt x="150964" y="24038"/>
                  </a:lnTo>
                  <a:lnTo>
                    <a:pt x="237456" y="12029"/>
                  </a:lnTo>
                  <a:lnTo>
                    <a:pt x="327398" y="4803"/>
                  </a:lnTo>
                  <a:lnTo>
                    <a:pt x="422912" y="0"/>
                  </a:lnTo>
                  <a:lnTo>
                    <a:pt x="525854" y="0"/>
                  </a:lnTo>
                  <a:lnTo>
                    <a:pt x="621898" y="4803"/>
                  </a:lnTo>
                  <a:lnTo>
                    <a:pt x="718207" y="12029"/>
                  </a:lnTo>
                  <a:lnTo>
                    <a:pt x="798598" y="24038"/>
                  </a:lnTo>
                  <a:lnTo>
                    <a:pt x="862008" y="36048"/>
                  </a:lnTo>
                  <a:lnTo>
                    <a:pt x="913479" y="52881"/>
                  </a:lnTo>
                  <a:lnTo>
                    <a:pt x="958317" y="91331"/>
                  </a:lnTo>
                  <a:lnTo>
                    <a:pt x="945582" y="108164"/>
                  </a:lnTo>
                  <a:lnTo>
                    <a:pt x="862008" y="143716"/>
                  </a:lnTo>
                  <a:lnTo>
                    <a:pt x="798598" y="155745"/>
                  </a:lnTo>
                  <a:lnTo>
                    <a:pt x="718207" y="167755"/>
                  </a:lnTo>
                  <a:lnTo>
                    <a:pt x="621898" y="174960"/>
                  </a:lnTo>
                  <a:lnTo>
                    <a:pt x="525854" y="179784"/>
                  </a:lnTo>
                  <a:lnTo>
                    <a:pt x="422912" y="179784"/>
                  </a:lnTo>
                  <a:lnTo>
                    <a:pt x="327398" y="174960"/>
                  </a:lnTo>
                  <a:lnTo>
                    <a:pt x="237456" y="167755"/>
                  </a:lnTo>
                  <a:lnTo>
                    <a:pt x="150964" y="155745"/>
                  </a:lnTo>
                  <a:lnTo>
                    <a:pt x="86757" y="143716"/>
                  </a:lnTo>
                  <a:lnTo>
                    <a:pt x="35286" y="126903"/>
                  </a:lnTo>
                  <a:lnTo>
                    <a:pt x="0" y="91331"/>
                  </a:lnTo>
                  <a:close/>
                </a:path>
              </a:pathLst>
            </a:custGeom>
            <a:ln w="168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5414112" y="5440591"/>
              <a:ext cx="1068070" cy="132715"/>
            </a:xfrm>
            <a:custGeom>
              <a:avLst/>
              <a:gdLst/>
              <a:ahLst/>
              <a:cxnLst/>
              <a:rect l="l" t="t" r="r" b="b"/>
              <a:pathLst>
                <a:path w="1068070" h="132714">
                  <a:moveTo>
                    <a:pt x="1067468" y="0"/>
                  </a:moveTo>
                  <a:lnTo>
                    <a:pt x="0" y="0"/>
                  </a:lnTo>
                  <a:lnTo>
                    <a:pt x="0" y="132183"/>
                  </a:lnTo>
                  <a:lnTo>
                    <a:pt x="1067468" y="132183"/>
                  </a:lnTo>
                  <a:lnTo>
                    <a:pt x="10674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4068806" y="5189187"/>
              <a:ext cx="2364740" cy="467359"/>
            </a:xfrm>
            <a:custGeom>
              <a:avLst/>
              <a:gdLst/>
              <a:ahLst/>
              <a:cxnLst/>
              <a:rect l="l" t="t" r="r" b="b"/>
              <a:pathLst>
                <a:path w="2364740" h="467360">
                  <a:moveTo>
                    <a:pt x="1403144" y="79321"/>
                  </a:moveTo>
                  <a:lnTo>
                    <a:pt x="1403144" y="387915"/>
                  </a:lnTo>
                </a:path>
                <a:path w="2364740" h="467360">
                  <a:moveTo>
                    <a:pt x="2364646" y="79321"/>
                  </a:moveTo>
                  <a:lnTo>
                    <a:pt x="2364646" y="387915"/>
                  </a:lnTo>
                </a:path>
                <a:path w="2364740" h="467360">
                  <a:moveTo>
                    <a:pt x="0" y="378764"/>
                  </a:moveTo>
                  <a:lnTo>
                    <a:pt x="34676" y="340314"/>
                  </a:lnTo>
                  <a:lnTo>
                    <a:pt x="89225" y="323500"/>
                  </a:lnTo>
                  <a:lnTo>
                    <a:pt x="153405" y="311471"/>
                  </a:lnTo>
                  <a:lnTo>
                    <a:pt x="240083" y="299462"/>
                  </a:lnTo>
                  <a:lnTo>
                    <a:pt x="329945" y="292256"/>
                  </a:lnTo>
                  <a:lnTo>
                    <a:pt x="426228" y="287452"/>
                  </a:lnTo>
                  <a:lnTo>
                    <a:pt x="528268" y="287452"/>
                  </a:lnTo>
                  <a:lnTo>
                    <a:pt x="621367" y="292256"/>
                  </a:lnTo>
                  <a:lnTo>
                    <a:pt x="717650" y="299462"/>
                  </a:lnTo>
                  <a:lnTo>
                    <a:pt x="797881" y="311471"/>
                  </a:lnTo>
                  <a:lnTo>
                    <a:pt x="862061" y="323500"/>
                  </a:lnTo>
                  <a:lnTo>
                    <a:pt x="915973" y="340314"/>
                  </a:lnTo>
                  <a:lnTo>
                    <a:pt x="957707" y="378764"/>
                  </a:lnTo>
                  <a:lnTo>
                    <a:pt x="948076" y="395120"/>
                  </a:lnTo>
                  <a:lnTo>
                    <a:pt x="862061" y="431169"/>
                  </a:lnTo>
                  <a:lnTo>
                    <a:pt x="797881" y="443178"/>
                  </a:lnTo>
                  <a:lnTo>
                    <a:pt x="717650" y="455207"/>
                  </a:lnTo>
                  <a:lnTo>
                    <a:pt x="621367" y="462413"/>
                  </a:lnTo>
                  <a:lnTo>
                    <a:pt x="528268" y="467217"/>
                  </a:lnTo>
                  <a:lnTo>
                    <a:pt x="426228" y="467217"/>
                  </a:lnTo>
                  <a:lnTo>
                    <a:pt x="329945" y="462413"/>
                  </a:lnTo>
                  <a:lnTo>
                    <a:pt x="240083" y="455207"/>
                  </a:lnTo>
                  <a:lnTo>
                    <a:pt x="153405" y="443178"/>
                  </a:lnTo>
                  <a:lnTo>
                    <a:pt x="89225" y="431169"/>
                  </a:lnTo>
                  <a:lnTo>
                    <a:pt x="34676" y="414336"/>
                  </a:lnTo>
                  <a:lnTo>
                    <a:pt x="0" y="378764"/>
                  </a:lnTo>
                  <a:close/>
                </a:path>
                <a:path w="2364740" h="467360">
                  <a:moveTo>
                    <a:pt x="0" y="91331"/>
                  </a:moveTo>
                  <a:lnTo>
                    <a:pt x="34676" y="52881"/>
                  </a:lnTo>
                  <a:lnTo>
                    <a:pt x="89225" y="36048"/>
                  </a:lnTo>
                  <a:lnTo>
                    <a:pt x="153405" y="24038"/>
                  </a:lnTo>
                  <a:lnTo>
                    <a:pt x="240083" y="12029"/>
                  </a:lnTo>
                  <a:lnTo>
                    <a:pt x="329945" y="4803"/>
                  </a:lnTo>
                  <a:lnTo>
                    <a:pt x="426228" y="0"/>
                  </a:lnTo>
                  <a:lnTo>
                    <a:pt x="528268" y="0"/>
                  </a:lnTo>
                  <a:lnTo>
                    <a:pt x="621367" y="4803"/>
                  </a:lnTo>
                  <a:lnTo>
                    <a:pt x="717650" y="12029"/>
                  </a:lnTo>
                  <a:lnTo>
                    <a:pt x="797881" y="24038"/>
                  </a:lnTo>
                  <a:lnTo>
                    <a:pt x="862061" y="36048"/>
                  </a:lnTo>
                  <a:lnTo>
                    <a:pt x="915973" y="52881"/>
                  </a:lnTo>
                  <a:lnTo>
                    <a:pt x="957707" y="91331"/>
                  </a:lnTo>
                  <a:lnTo>
                    <a:pt x="948076" y="108164"/>
                  </a:lnTo>
                  <a:lnTo>
                    <a:pt x="862061" y="143716"/>
                  </a:lnTo>
                  <a:lnTo>
                    <a:pt x="797881" y="155745"/>
                  </a:lnTo>
                  <a:lnTo>
                    <a:pt x="717650" y="167755"/>
                  </a:lnTo>
                  <a:lnTo>
                    <a:pt x="621367" y="174960"/>
                  </a:lnTo>
                  <a:lnTo>
                    <a:pt x="528268" y="179784"/>
                  </a:lnTo>
                  <a:lnTo>
                    <a:pt x="426228" y="179784"/>
                  </a:lnTo>
                  <a:lnTo>
                    <a:pt x="329945" y="174960"/>
                  </a:lnTo>
                  <a:lnTo>
                    <a:pt x="240083" y="167755"/>
                  </a:lnTo>
                  <a:lnTo>
                    <a:pt x="153405" y="155745"/>
                  </a:lnTo>
                  <a:lnTo>
                    <a:pt x="89225" y="143716"/>
                  </a:lnTo>
                  <a:lnTo>
                    <a:pt x="34676" y="126903"/>
                  </a:lnTo>
                  <a:lnTo>
                    <a:pt x="0" y="91331"/>
                  </a:lnTo>
                  <a:close/>
                </a:path>
              </a:pathLst>
            </a:custGeom>
            <a:ln w="168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4014258" y="5440591"/>
              <a:ext cx="1063625" cy="132715"/>
            </a:xfrm>
            <a:custGeom>
              <a:avLst/>
              <a:gdLst/>
              <a:ahLst/>
              <a:cxnLst/>
              <a:rect l="l" t="t" r="r" b="b"/>
              <a:pathLst>
                <a:path w="1063625" h="132714">
                  <a:moveTo>
                    <a:pt x="1063621" y="0"/>
                  </a:moveTo>
                  <a:lnTo>
                    <a:pt x="0" y="0"/>
                  </a:lnTo>
                  <a:lnTo>
                    <a:pt x="0" y="132183"/>
                  </a:lnTo>
                  <a:lnTo>
                    <a:pt x="1063621" y="132183"/>
                  </a:lnTo>
                  <a:lnTo>
                    <a:pt x="106362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4068806" y="5268509"/>
              <a:ext cx="964565" cy="308610"/>
            </a:xfrm>
            <a:custGeom>
              <a:avLst/>
              <a:gdLst/>
              <a:ahLst/>
              <a:cxnLst/>
              <a:rect l="l" t="t" r="r" b="b"/>
              <a:pathLst>
                <a:path w="964564" h="308610">
                  <a:moveTo>
                    <a:pt x="0" y="0"/>
                  </a:moveTo>
                  <a:lnTo>
                    <a:pt x="0" y="308593"/>
                  </a:lnTo>
                </a:path>
                <a:path w="964564" h="308610">
                  <a:moveTo>
                    <a:pt x="964128" y="0"/>
                  </a:moveTo>
                  <a:lnTo>
                    <a:pt x="964128" y="308593"/>
                  </a:lnTo>
                </a:path>
              </a:pathLst>
            </a:custGeom>
            <a:ln w="168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 descr=""/>
          <p:cNvSpPr txBox="1"/>
          <p:nvPr/>
        </p:nvSpPr>
        <p:spPr>
          <a:xfrm>
            <a:off x="4392473" y="5391994"/>
            <a:ext cx="306705" cy="24130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400" spc="250">
                <a:latin typeface="Times New Roman"/>
                <a:cs typeface="Times New Roman"/>
              </a:rPr>
              <a:t>B4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5802569" y="5394396"/>
            <a:ext cx="306705" cy="24130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400" spc="250">
                <a:latin typeface="Times New Roman"/>
                <a:cs typeface="Times New Roman"/>
              </a:rPr>
              <a:t>C4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7202636" y="5387190"/>
            <a:ext cx="318770" cy="24130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400" spc="260">
                <a:latin typeface="Times New Roman"/>
                <a:cs typeface="Times New Roman"/>
              </a:rPr>
              <a:t>D4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43" name="object 43" descr=""/>
          <p:cNvGrpSpPr/>
          <p:nvPr/>
        </p:nvGrpSpPr>
        <p:grpSpPr>
          <a:xfrm>
            <a:off x="4014258" y="3857351"/>
            <a:ext cx="1063625" cy="1478915"/>
            <a:chOff x="4014258" y="3857351"/>
            <a:chExt cx="1063625" cy="1478915"/>
          </a:xfrm>
        </p:grpSpPr>
        <p:sp>
          <p:nvSpPr>
            <p:cNvPr id="44" name="object 44" descr=""/>
            <p:cNvSpPr/>
            <p:nvPr/>
          </p:nvSpPr>
          <p:spPr>
            <a:xfrm>
              <a:off x="4068806" y="5151213"/>
              <a:ext cx="958215" cy="177165"/>
            </a:xfrm>
            <a:custGeom>
              <a:avLst/>
              <a:gdLst/>
              <a:ahLst/>
              <a:cxnLst/>
              <a:rect l="l" t="t" r="r" b="b"/>
              <a:pathLst>
                <a:path w="958214" h="177164">
                  <a:moveTo>
                    <a:pt x="528268" y="0"/>
                  </a:moveTo>
                  <a:lnTo>
                    <a:pt x="426228" y="0"/>
                  </a:lnTo>
                  <a:lnTo>
                    <a:pt x="329945" y="4803"/>
                  </a:lnTo>
                  <a:lnTo>
                    <a:pt x="240083" y="11533"/>
                  </a:lnTo>
                  <a:lnTo>
                    <a:pt x="153405" y="23562"/>
                  </a:lnTo>
                  <a:lnTo>
                    <a:pt x="89225" y="35571"/>
                  </a:lnTo>
                  <a:lnTo>
                    <a:pt x="34676" y="50002"/>
                  </a:lnTo>
                  <a:lnTo>
                    <a:pt x="0" y="90854"/>
                  </a:lnTo>
                  <a:lnTo>
                    <a:pt x="9630" y="107668"/>
                  </a:lnTo>
                  <a:lnTo>
                    <a:pt x="89225" y="143736"/>
                  </a:lnTo>
                  <a:lnTo>
                    <a:pt x="240083" y="164876"/>
                  </a:lnTo>
                  <a:lnTo>
                    <a:pt x="329945" y="174484"/>
                  </a:lnTo>
                  <a:lnTo>
                    <a:pt x="426228" y="176886"/>
                  </a:lnTo>
                  <a:lnTo>
                    <a:pt x="528268" y="176886"/>
                  </a:lnTo>
                  <a:lnTo>
                    <a:pt x="621367" y="174484"/>
                  </a:lnTo>
                  <a:lnTo>
                    <a:pt x="717650" y="164876"/>
                  </a:lnTo>
                  <a:lnTo>
                    <a:pt x="797881" y="152867"/>
                  </a:lnTo>
                  <a:lnTo>
                    <a:pt x="862061" y="143736"/>
                  </a:lnTo>
                  <a:lnTo>
                    <a:pt x="915973" y="126903"/>
                  </a:lnTo>
                  <a:lnTo>
                    <a:pt x="948076" y="107668"/>
                  </a:lnTo>
                  <a:lnTo>
                    <a:pt x="957707" y="90854"/>
                  </a:lnTo>
                  <a:lnTo>
                    <a:pt x="948076" y="71620"/>
                  </a:lnTo>
                  <a:lnTo>
                    <a:pt x="915973" y="50002"/>
                  </a:lnTo>
                  <a:lnTo>
                    <a:pt x="862061" y="35571"/>
                  </a:lnTo>
                  <a:lnTo>
                    <a:pt x="797881" y="23562"/>
                  </a:lnTo>
                  <a:lnTo>
                    <a:pt x="717650" y="11533"/>
                  </a:lnTo>
                  <a:lnTo>
                    <a:pt x="621367" y="4803"/>
                  </a:lnTo>
                  <a:lnTo>
                    <a:pt x="5282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4068806" y="4863780"/>
              <a:ext cx="958215" cy="464820"/>
            </a:xfrm>
            <a:custGeom>
              <a:avLst/>
              <a:gdLst/>
              <a:ahLst/>
              <a:cxnLst/>
              <a:rect l="l" t="t" r="r" b="b"/>
              <a:pathLst>
                <a:path w="958214" h="464820">
                  <a:moveTo>
                    <a:pt x="0" y="378287"/>
                  </a:moveTo>
                  <a:lnTo>
                    <a:pt x="34676" y="337435"/>
                  </a:lnTo>
                  <a:lnTo>
                    <a:pt x="89225" y="323004"/>
                  </a:lnTo>
                  <a:lnTo>
                    <a:pt x="153405" y="310995"/>
                  </a:lnTo>
                  <a:lnTo>
                    <a:pt x="240083" y="298965"/>
                  </a:lnTo>
                  <a:lnTo>
                    <a:pt x="329945" y="292236"/>
                  </a:lnTo>
                  <a:lnTo>
                    <a:pt x="426228" y="287432"/>
                  </a:lnTo>
                  <a:lnTo>
                    <a:pt x="528268" y="287432"/>
                  </a:lnTo>
                  <a:lnTo>
                    <a:pt x="621367" y="292236"/>
                  </a:lnTo>
                  <a:lnTo>
                    <a:pt x="717650" y="298965"/>
                  </a:lnTo>
                  <a:lnTo>
                    <a:pt x="797881" y="310995"/>
                  </a:lnTo>
                  <a:lnTo>
                    <a:pt x="862061" y="323004"/>
                  </a:lnTo>
                  <a:lnTo>
                    <a:pt x="915973" y="337435"/>
                  </a:lnTo>
                  <a:lnTo>
                    <a:pt x="948076" y="359052"/>
                  </a:lnTo>
                  <a:lnTo>
                    <a:pt x="957707" y="378287"/>
                  </a:lnTo>
                  <a:lnTo>
                    <a:pt x="948076" y="395101"/>
                  </a:lnTo>
                  <a:lnTo>
                    <a:pt x="915973" y="414336"/>
                  </a:lnTo>
                  <a:lnTo>
                    <a:pt x="862061" y="431169"/>
                  </a:lnTo>
                  <a:lnTo>
                    <a:pt x="797881" y="440300"/>
                  </a:lnTo>
                  <a:lnTo>
                    <a:pt x="717650" y="452309"/>
                  </a:lnTo>
                  <a:lnTo>
                    <a:pt x="621367" y="461917"/>
                  </a:lnTo>
                  <a:lnTo>
                    <a:pt x="528268" y="464319"/>
                  </a:lnTo>
                  <a:lnTo>
                    <a:pt x="426228" y="464319"/>
                  </a:lnTo>
                  <a:lnTo>
                    <a:pt x="329945" y="461917"/>
                  </a:lnTo>
                  <a:lnTo>
                    <a:pt x="240083" y="452309"/>
                  </a:lnTo>
                  <a:lnTo>
                    <a:pt x="153405" y="440300"/>
                  </a:lnTo>
                  <a:lnTo>
                    <a:pt x="89225" y="431169"/>
                  </a:lnTo>
                  <a:lnTo>
                    <a:pt x="34676" y="414336"/>
                  </a:lnTo>
                  <a:lnTo>
                    <a:pt x="9630" y="395101"/>
                  </a:lnTo>
                  <a:lnTo>
                    <a:pt x="0" y="378287"/>
                  </a:lnTo>
                  <a:close/>
                </a:path>
                <a:path w="958214" h="464820">
                  <a:moveTo>
                    <a:pt x="0" y="90835"/>
                  </a:moveTo>
                  <a:lnTo>
                    <a:pt x="34676" y="49983"/>
                  </a:lnTo>
                  <a:lnTo>
                    <a:pt x="89225" y="35571"/>
                  </a:lnTo>
                  <a:lnTo>
                    <a:pt x="153405" y="23542"/>
                  </a:lnTo>
                  <a:lnTo>
                    <a:pt x="240083" y="12009"/>
                  </a:lnTo>
                  <a:lnTo>
                    <a:pt x="329945" y="4803"/>
                  </a:lnTo>
                  <a:lnTo>
                    <a:pt x="426228" y="0"/>
                  </a:lnTo>
                  <a:lnTo>
                    <a:pt x="528268" y="0"/>
                  </a:lnTo>
                  <a:lnTo>
                    <a:pt x="621367" y="4803"/>
                  </a:lnTo>
                  <a:lnTo>
                    <a:pt x="717650" y="12009"/>
                  </a:lnTo>
                  <a:lnTo>
                    <a:pt x="797881" y="23542"/>
                  </a:lnTo>
                  <a:lnTo>
                    <a:pt x="862061" y="35571"/>
                  </a:lnTo>
                  <a:lnTo>
                    <a:pt x="915973" y="49983"/>
                  </a:lnTo>
                  <a:lnTo>
                    <a:pt x="948076" y="71620"/>
                  </a:lnTo>
                  <a:lnTo>
                    <a:pt x="957707" y="90835"/>
                  </a:lnTo>
                  <a:lnTo>
                    <a:pt x="948076" y="107668"/>
                  </a:lnTo>
                  <a:lnTo>
                    <a:pt x="862061" y="143716"/>
                  </a:lnTo>
                  <a:lnTo>
                    <a:pt x="797881" y="153323"/>
                  </a:lnTo>
                  <a:lnTo>
                    <a:pt x="717650" y="164876"/>
                  </a:lnTo>
                  <a:lnTo>
                    <a:pt x="621367" y="174484"/>
                  </a:lnTo>
                  <a:lnTo>
                    <a:pt x="528268" y="176886"/>
                  </a:lnTo>
                  <a:lnTo>
                    <a:pt x="426228" y="176886"/>
                  </a:lnTo>
                  <a:lnTo>
                    <a:pt x="329945" y="174484"/>
                  </a:lnTo>
                  <a:lnTo>
                    <a:pt x="240083" y="164876"/>
                  </a:lnTo>
                  <a:lnTo>
                    <a:pt x="153405" y="153323"/>
                  </a:lnTo>
                  <a:lnTo>
                    <a:pt x="89225" y="143716"/>
                  </a:lnTo>
                  <a:lnTo>
                    <a:pt x="34676" y="126903"/>
                  </a:lnTo>
                  <a:lnTo>
                    <a:pt x="0" y="90835"/>
                  </a:lnTo>
                  <a:close/>
                </a:path>
              </a:pathLst>
            </a:custGeom>
            <a:ln w="168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4014258" y="5112767"/>
              <a:ext cx="1063625" cy="132080"/>
            </a:xfrm>
            <a:custGeom>
              <a:avLst/>
              <a:gdLst/>
              <a:ahLst/>
              <a:cxnLst/>
              <a:rect l="l" t="t" r="r" b="b"/>
              <a:pathLst>
                <a:path w="1063625" h="132079">
                  <a:moveTo>
                    <a:pt x="1063621" y="0"/>
                  </a:moveTo>
                  <a:lnTo>
                    <a:pt x="0" y="0"/>
                  </a:lnTo>
                  <a:lnTo>
                    <a:pt x="0" y="131702"/>
                  </a:lnTo>
                  <a:lnTo>
                    <a:pt x="1063621" y="131702"/>
                  </a:lnTo>
                  <a:lnTo>
                    <a:pt x="106362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4068806" y="4942606"/>
              <a:ext cx="964565" cy="309245"/>
            </a:xfrm>
            <a:custGeom>
              <a:avLst/>
              <a:gdLst/>
              <a:ahLst/>
              <a:cxnLst/>
              <a:rect l="l" t="t" r="r" b="b"/>
              <a:pathLst>
                <a:path w="964564" h="309245">
                  <a:moveTo>
                    <a:pt x="0" y="0"/>
                  </a:moveTo>
                  <a:lnTo>
                    <a:pt x="0" y="309069"/>
                  </a:lnTo>
                </a:path>
                <a:path w="964564" h="309245">
                  <a:moveTo>
                    <a:pt x="964128" y="0"/>
                  </a:moveTo>
                  <a:lnTo>
                    <a:pt x="964128" y="309069"/>
                  </a:lnTo>
                </a:path>
              </a:pathLst>
            </a:custGeom>
            <a:ln w="168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4068806" y="4820526"/>
              <a:ext cx="958215" cy="177800"/>
            </a:xfrm>
            <a:custGeom>
              <a:avLst/>
              <a:gdLst/>
              <a:ahLst/>
              <a:cxnLst/>
              <a:rect l="l" t="t" r="r" b="b"/>
              <a:pathLst>
                <a:path w="958214" h="177800">
                  <a:moveTo>
                    <a:pt x="528268" y="0"/>
                  </a:moveTo>
                  <a:lnTo>
                    <a:pt x="426228" y="0"/>
                  </a:lnTo>
                  <a:lnTo>
                    <a:pt x="329945" y="2401"/>
                  </a:lnTo>
                  <a:lnTo>
                    <a:pt x="240083" y="12009"/>
                  </a:lnTo>
                  <a:lnTo>
                    <a:pt x="153405" y="24018"/>
                  </a:lnTo>
                  <a:lnTo>
                    <a:pt x="89225" y="33646"/>
                  </a:lnTo>
                  <a:lnTo>
                    <a:pt x="34676" y="50459"/>
                  </a:lnTo>
                  <a:lnTo>
                    <a:pt x="0" y="90835"/>
                  </a:lnTo>
                  <a:lnTo>
                    <a:pt x="9630" y="105266"/>
                  </a:lnTo>
                  <a:lnTo>
                    <a:pt x="89225" y="141314"/>
                  </a:lnTo>
                  <a:lnTo>
                    <a:pt x="153405" y="153323"/>
                  </a:lnTo>
                  <a:lnTo>
                    <a:pt x="240083" y="165333"/>
                  </a:lnTo>
                  <a:lnTo>
                    <a:pt x="329945" y="172558"/>
                  </a:lnTo>
                  <a:lnTo>
                    <a:pt x="426228" y="177362"/>
                  </a:lnTo>
                  <a:lnTo>
                    <a:pt x="528268" y="177362"/>
                  </a:lnTo>
                  <a:lnTo>
                    <a:pt x="621367" y="172558"/>
                  </a:lnTo>
                  <a:lnTo>
                    <a:pt x="717650" y="165333"/>
                  </a:lnTo>
                  <a:lnTo>
                    <a:pt x="797881" y="153323"/>
                  </a:lnTo>
                  <a:lnTo>
                    <a:pt x="862061" y="141314"/>
                  </a:lnTo>
                  <a:lnTo>
                    <a:pt x="915973" y="126883"/>
                  </a:lnTo>
                  <a:lnTo>
                    <a:pt x="948076" y="105266"/>
                  </a:lnTo>
                  <a:lnTo>
                    <a:pt x="957707" y="90835"/>
                  </a:lnTo>
                  <a:lnTo>
                    <a:pt x="948076" y="69198"/>
                  </a:lnTo>
                  <a:lnTo>
                    <a:pt x="862061" y="33646"/>
                  </a:lnTo>
                  <a:lnTo>
                    <a:pt x="717650" y="12009"/>
                  </a:lnTo>
                  <a:lnTo>
                    <a:pt x="621367" y="2401"/>
                  </a:lnTo>
                  <a:lnTo>
                    <a:pt x="5282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4068806" y="4533074"/>
              <a:ext cx="958215" cy="464820"/>
            </a:xfrm>
            <a:custGeom>
              <a:avLst/>
              <a:gdLst/>
              <a:ahLst/>
              <a:cxnLst/>
              <a:rect l="l" t="t" r="r" b="b"/>
              <a:pathLst>
                <a:path w="958214" h="464820">
                  <a:moveTo>
                    <a:pt x="0" y="378287"/>
                  </a:moveTo>
                  <a:lnTo>
                    <a:pt x="34676" y="337912"/>
                  </a:lnTo>
                  <a:lnTo>
                    <a:pt x="89225" y="321099"/>
                  </a:lnTo>
                  <a:lnTo>
                    <a:pt x="153405" y="311471"/>
                  </a:lnTo>
                  <a:lnTo>
                    <a:pt x="240083" y="299462"/>
                  </a:lnTo>
                  <a:lnTo>
                    <a:pt x="329945" y="289854"/>
                  </a:lnTo>
                  <a:lnTo>
                    <a:pt x="426228" y="287452"/>
                  </a:lnTo>
                  <a:lnTo>
                    <a:pt x="528268" y="287452"/>
                  </a:lnTo>
                  <a:lnTo>
                    <a:pt x="621367" y="289854"/>
                  </a:lnTo>
                  <a:lnTo>
                    <a:pt x="717650" y="299462"/>
                  </a:lnTo>
                  <a:lnTo>
                    <a:pt x="797881" y="311471"/>
                  </a:lnTo>
                  <a:lnTo>
                    <a:pt x="862061" y="321099"/>
                  </a:lnTo>
                  <a:lnTo>
                    <a:pt x="915973" y="337912"/>
                  </a:lnTo>
                  <a:lnTo>
                    <a:pt x="957707" y="378287"/>
                  </a:lnTo>
                  <a:lnTo>
                    <a:pt x="948076" y="392719"/>
                  </a:lnTo>
                  <a:lnTo>
                    <a:pt x="915973" y="414336"/>
                  </a:lnTo>
                  <a:lnTo>
                    <a:pt x="862061" y="428767"/>
                  </a:lnTo>
                  <a:lnTo>
                    <a:pt x="797881" y="440776"/>
                  </a:lnTo>
                  <a:lnTo>
                    <a:pt x="717650" y="452786"/>
                  </a:lnTo>
                  <a:lnTo>
                    <a:pt x="621367" y="460011"/>
                  </a:lnTo>
                  <a:lnTo>
                    <a:pt x="528268" y="464815"/>
                  </a:lnTo>
                  <a:lnTo>
                    <a:pt x="426228" y="464815"/>
                  </a:lnTo>
                  <a:lnTo>
                    <a:pt x="329945" y="460011"/>
                  </a:lnTo>
                  <a:lnTo>
                    <a:pt x="240083" y="452786"/>
                  </a:lnTo>
                  <a:lnTo>
                    <a:pt x="153405" y="440776"/>
                  </a:lnTo>
                  <a:lnTo>
                    <a:pt x="89225" y="428767"/>
                  </a:lnTo>
                  <a:lnTo>
                    <a:pt x="34676" y="414336"/>
                  </a:lnTo>
                  <a:lnTo>
                    <a:pt x="0" y="378287"/>
                  </a:lnTo>
                  <a:close/>
                </a:path>
                <a:path w="958214" h="464820">
                  <a:moveTo>
                    <a:pt x="0" y="90854"/>
                  </a:moveTo>
                  <a:lnTo>
                    <a:pt x="34676" y="50479"/>
                  </a:lnTo>
                  <a:lnTo>
                    <a:pt x="89225" y="33646"/>
                  </a:lnTo>
                  <a:lnTo>
                    <a:pt x="153405" y="24038"/>
                  </a:lnTo>
                  <a:lnTo>
                    <a:pt x="240083" y="12029"/>
                  </a:lnTo>
                  <a:lnTo>
                    <a:pt x="329945" y="2401"/>
                  </a:lnTo>
                  <a:lnTo>
                    <a:pt x="426228" y="0"/>
                  </a:lnTo>
                  <a:lnTo>
                    <a:pt x="528268" y="0"/>
                  </a:lnTo>
                  <a:lnTo>
                    <a:pt x="621367" y="2401"/>
                  </a:lnTo>
                  <a:lnTo>
                    <a:pt x="717650" y="12029"/>
                  </a:lnTo>
                  <a:lnTo>
                    <a:pt x="797881" y="24038"/>
                  </a:lnTo>
                  <a:lnTo>
                    <a:pt x="862061" y="33646"/>
                  </a:lnTo>
                  <a:lnTo>
                    <a:pt x="915973" y="50479"/>
                  </a:lnTo>
                  <a:lnTo>
                    <a:pt x="957707" y="90854"/>
                  </a:lnTo>
                  <a:lnTo>
                    <a:pt x="948076" y="105266"/>
                  </a:lnTo>
                  <a:lnTo>
                    <a:pt x="915973" y="126903"/>
                  </a:lnTo>
                  <a:lnTo>
                    <a:pt x="862061" y="141314"/>
                  </a:lnTo>
                  <a:lnTo>
                    <a:pt x="797881" y="153343"/>
                  </a:lnTo>
                  <a:lnTo>
                    <a:pt x="717650" y="165353"/>
                  </a:lnTo>
                  <a:lnTo>
                    <a:pt x="621367" y="172558"/>
                  </a:lnTo>
                  <a:lnTo>
                    <a:pt x="528268" y="177362"/>
                  </a:lnTo>
                  <a:lnTo>
                    <a:pt x="426228" y="177362"/>
                  </a:lnTo>
                  <a:lnTo>
                    <a:pt x="329945" y="172558"/>
                  </a:lnTo>
                  <a:lnTo>
                    <a:pt x="240083" y="165353"/>
                  </a:lnTo>
                  <a:lnTo>
                    <a:pt x="153405" y="153343"/>
                  </a:lnTo>
                  <a:lnTo>
                    <a:pt x="89225" y="141314"/>
                  </a:lnTo>
                  <a:lnTo>
                    <a:pt x="34676" y="126903"/>
                  </a:lnTo>
                  <a:lnTo>
                    <a:pt x="0" y="90854"/>
                  </a:lnTo>
                  <a:close/>
                </a:path>
              </a:pathLst>
            </a:custGeom>
            <a:ln w="168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4014258" y="4782060"/>
              <a:ext cx="1063625" cy="132080"/>
            </a:xfrm>
            <a:custGeom>
              <a:avLst/>
              <a:gdLst/>
              <a:ahLst/>
              <a:cxnLst/>
              <a:rect l="l" t="t" r="r" b="b"/>
              <a:pathLst>
                <a:path w="1063625" h="132079">
                  <a:moveTo>
                    <a:pt x="1063621" y="0"/>
                  </a:moveTo>
                  <a:lnTo>
                    <a:pt x="0" y="0"/>
                  </a:lnTo>
                  <a:lnTo>
                    <a:pt x="0" y="131702"/>
                  </a:lnTo>
                  <a:lnTo>
                    <a:pt x="1063621" y="131702"/>
                  </a:lnTo>
                  <a:lnTo>
                    <a:pt x="106362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4068806" y="4609497"/>
              <a:ext cx="964565" cy="309245"/>
            </a:xfrm>
            <a:custGeom>
              <a:avLst/>
              <a:gdLst/>
              <a:ahLst/>
              <a:cxnLst/>
              <a:rect l="l" t="t" r="r" b="b"/>
              <a:pathLst>
                <a:path w="964564" h="309245">
                  <a:moveTo>
                    <a:pt x="0" y="0"/>
                  </a:moveTo>
                  <a:lnTo>
                    <a:pt x="0" y="309069"/>
                  </a:lnTo>
                </a:path>
                <a:path w="964564" h="309245">
                  <a:moveTo>
                    <a:pt x="964128" y="0"/>
                  </a:moveTo>
                  <a:lnTo>
                    <a:pt x="964128" y="309069"/>
                  </a:lnTo>
                </a:path>
              </a:pathLst>
            </a:custGeom>
            <a:ln w="168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4068806" y="4485016"/>
              <a:ext cx="958215" cy="177800"/>
            </a:xfrm>
            <a:custGeom>
              <a:avLst/>
              <a:gdLst/>
              <a:ahLst/>
              <a:cxnLst/>
              <a:rect l="l" t="t" r="r" b="b"/>
              <a:pathLst>
                <a:path w="958214" h="177800">
                  <a:moveTo>
                    <a:pt x="528268" y="0"/>
                  </a:moveTo>
                  <a:lnTo>
                    <a:pt x="426228" y="0"/>
                  </a:lnTo>
                  <a:lnTo>
                    <a:pt x="329945" y="2401"/>
                  </a:lnTo>
                  <a:lnTo>
                    <a:pt x="240083" y="12009"/>
                  </a:lnTo>
                  <a:lnTo>
                    <a:pt x="153405" y="24018"/>
                  </a:lnTo>
                  <a:lnTo>
                    <a:pt x="89225" y="33646"/>
                  </a:lnTo>
                  <a:lnTo>
                    <a:pt x="34676" y="50459"/>
                  </a:lnTo>
                  <a:lnTo>
                    <a:pt x="0" y="91331"/>
                  </a:lnTo>
                  <a:lnTo>
                    <a:pt x="9630" y="105742"/>
                  </a:lnTo>
                  <a:lnTo>
                    <a:pt x="89225" y="141314"/>
                  </a:lnTo>
                  <a:lnTo>
                    <a:pt x="153405" y="153323"/>
                  </a:lnTo>
                  <a:lnTo>
                    <a:pt x="240083" y="165353"/>
                  </a:lnTo>
                  <a:lnTo>
                    <a:pt x="329945" y="172558"/>
                  </a:lnTo>
                  <a:lnTo>
                    <a:pt x="426228" y="177362"/>
                  </a:lnTo>
                  <a:lnTo>
                    <a:pt x="528268" y="177362"/>
                  </a:lnTo>
                  <a:lnTo>
                    <a:pt x="621367" y="172558"/>
                  </a:lnTo>
                  <a:lnTo>
                    <a:pt x="717650" y="165353"/>
                  </a:lnTo>
                  <a:lnTo>
                    <a:pt x="797881" y="153323"/>
                  </a:lnTo>
                  <a:lnTo>
                    <a:pt x="862061" y="141314"/>
                  </a:lnTo>
                  <a:lnTo>
                    <a:pt x="915973" y="126883"/>
                  </a:lnTo>
                  <a:lnTo>
                    <a:pt x="948076" y="105742"/>
                  </a:lnTo>
                  <a:lnTo>
                    <a:pt x="957707" y="91331"/>
                  </a:lnTo>
                  <a:lnTo>
                    <a:pt x="948076" y="69694"/>
                  </a:lnTo>
                  <a:lnTo>
                    <a:pt x="862061" y="33646"/>
                  </a:lnTo>
                  <a:lnTo>
                    <a:pt x="717650" y="12009"/>
                  </a:lnTo>
                  <a:lnTo>
                    <a:pt x="621367" y="2401"/>
                  </a:lnTo>
                  <a:lnTo>
                    <a:pt x="5282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4068806" y="4197662"/>
              <a:ext cx="958215" cy="464820"/>
            </a:xfrm>
            <a:custGeom>
              <a:avLst/>
              <a:gdLst/>
              <a:ahLst/>
              <a:cxnLst/>
              <a:rect l="l" t="t" r="r" b="b"/>
              <a:pathLst>
                <a:path w="958214" h="464820">
                  <a:moveTo>
                    <a:pt x="0" y="378684"/>
                  </a:moveTo>
                  <a:lnTo>
                    <a:pt x="34676" y="337812"/>
                  </a:lnTo>
                  <a:lnTo>
                    <a:pt x="89225" y="320999"/>
                  </a:lnTo>
                  <a:lnTo>
                    <a:pt x="153405" y="311372"/>
                  </a:lnTo>
                  <a:lnTo>
                    <a:pt x="240083" y="299362"/>
                  </a:lnTo>
                  <a:lnTo>
                    <a:pt x="329945" y="289755"/>
                  </a:lnTo>
                  <a:lnTo>
                    <a:pt x="426228" y="287353"/>
                  </a:lnTo>
                  <a:lnTo>
                    <a:pt x="528268" y="287353"/>
                  </a:lnTo>
                  <a:lnTo>
                    <a:pt x="621367" y="289755"/>
                  </a:lnTo>
                  <a:lnTo>
                    <a:pt x="717650" y="299362"/>
                  </a:lnTo>
                  <a:lnTo>
                    <a:pt x="797881" y="311372"/>
                  </a:lnTo>
                  <a:lnTo>
                    <a:pt x="862061" y="320999"/>
                  </a:lnTo>
                  <a:lnTo>
                    <a:pt x="915973" y="337812"/>
                  </a:lnTo>
                  <a:lnTo>
                    <a:pt x="957707" y="378684"/>
                  </a:lnTo>
                  <a:lnTo>
                    <a:pt x="948076" y="393096"/>
                  </a:lnTo>
                  <a:lnTo>
                    <a:pt x="915973" y="414236"/>
                  </a:lnTo>
                  <a:lnTo>
                    <a:pt x="862061" y="428667"/>
                  </a:lnTo>
                  <a:lnTo>
                    <a:pt x="797881" y="440677"/>
                  </a:lnTo>
                  <a:lnTo>
                    <a:pt x="717650" y="452706"/>
                  </a:lnTo>
                  <a:lnTo>
                    <a:pt x="621367" y="459912"/>
                  </a:lnTo>
                  <a:lnTo>
                    <a:pt x="528268" y="464716"/>
                  </a:lnTo>
                  <a:lnTo>
                    <a:pt x="426228" y="464716"/>
                  </a:lnTo>
                  <a:lnTo>
                    <a:pt x="329945" y="459912"/>
                  </a:lnTo>
                  <a:lnTo>
                    <a:pt x="240083" y="452706"/>
                  </a:lnTo>
                  <a:lnTo>
                    <a:pt x="153405" y="440677"/>
                  </a:lnTo>
                  <a:lnTo>
                    <a:pt x="89225" y="428667"/>
                  </a:lnTo>
                  <a:lnTo>
                    <a:pt x="34676" y="414236"/>
                  </a:lnTo>
                  <a:lnTo>
                    <a:pt x="0" y="378684"/>
                  </a:lnTo>
                  <a:close/>
                </a:path>
                <a:path w="958214" h="464820">
                  <a:moveTo>
                    <a:pt x="0" y="91232"/>
                  </a:moveTo>
                  <a:lnTo>
                    <a:pt x="34676" y="50419"/>
                  </a:lnTo>
                  <a:lnTo>
                    <a:pt x="89225" y="33547"/>
                  </a:lnTo>
                  <a:lnTo>
                    <a:pt x="153405" y="24018"/>
                  </a:lnTo>
                  <a:lnTo>
                    <a:pt x="240083" y="11910"/>
                  </a:lnTo>
                  <a:lnTo>
                    <a:pt x="329945" y="2382"/>
                  </a:lnTo>
                  <a:lnTo>
                    <a:pt x="426228" y="0"/>
                  </a:lnTo>
                  <a:lnTo>
                    <a:pt x="528268" y="0"/>
                  </a:lnTo>
                  <a:lnTo>
                    <a:pt x="621367" y="2382"/>
                  </a:lnTo>
                  <a:lnTo>
                    <a:pt x="717650" y="11910"/>
                  </a:lnTo>
                  <a:lnTo>
                    <a:pt x="797881" y="24018"/>
                  </a:lnTo>
                  <a:lnTo>
                    <a:pt x="862061" y="33547"/>
                  </a:lnTo>
                  <a:lnTo>
                    <a:pt x="915973" y="50419"/>
                  </a:lnTo>
                  <a:lnTo>
                    <a:pt x="948076" y="69595"/>
                  </a:lnTo>
                  <a:lnTo>
                    <a:pt x="957707" y="91232"/>
                  </a:lnTo>
                  <a:lnTo>
                    <a:pt x="948076" y="105663"/>
                  </a:lnTo>
                  <a:lnTo>
                    <a:pt x="915973" y="127280"/>
                  </a:lnTo>
                  <a:lnTo>
                    <a:pt x="862061" y="141215"/>
                  </a:lnTo>
                  <a:lnTo>
                    <a:pt x="797881" y="153244"/>
                  </a:lnTo>
                  <a:lnTo>
                    <a:pt x="717650" y="165254"/>
                  </a:lnTo>
                  <a:lnTo>
                    <a:pt x="621367" y="172459"/>
                  </a:lnTo>
                  <a:lnTo>
                    <a:pt x="528268" y="177283"/>
                  </a:lnTo>
                  <a:lnTo>
                    <a:pt x="426228" y="177283"/>
                  </a:lnTo>
                  <a:lnTo>
                    <a:pt x="329945" y="172459"/>
                  </a:lnTo>
                  <a:lnTo>
                    <a:pt x="240083" y="165254"/>
                  </a:lnTo>
                  <a:lnTo>
                    <a:pt x="153405" y="153244"/>
                  </a:lnTo>
                  <a:lnTo>
                    <a:pt x="89225" y="141215"/>
                  </a:lnTo>
                  <a:lnTo>
                    <a:pt x="34676" y="127280"/>
                  </a:lnTo>
                  <a:lnTo>
                    <a:pt x="9630" y="105663"/>
                  </a:lnTo>
                  <a:lnTo>
                    <a:pt x="0" y="91232"/>
                  </a:lnTo>
                  <a:close/>
                </a:path>
              </a:pathLst>
            </a:custGeom>
            <a:ln w="168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4014258" y="4447046"/>
              <a:ext cx="1063625" cy="132080"/>
            </a:xfrm>
            <a:custGeom>
              <a:avLst/>
              <a:gdLst/>
              <a:ahLst/>
              <a:cxnLst/>
              <a:rect l="l" t="t" r="r" b="b"/>
              <a:pathLst>
                <a:path w="1063625" h="132079">
                  <a:moveTo>
                    <a:pt x="1063621" y="0"/>
                  </a:moveTo>
                  <a:lnTo>
                    <a:pt x="0" y="0"/>
                  </a:lnTo>
                  <a:lnTo>
                    <a:pt x="0" y="131702"/>
                  </a:lnTo>
                  <a:lnTo>
                    <a:pt x="1063621" y="131702"/>
                  </a:lnTo>
                  <a:lnTo>
                    <a:pt x="106362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4068806" y="4274483"/>
              <a:ext cx="964565" cy="309245"/>
            </a:xfrm>
            <a:custGeom>
              <a:avLst/>
              <a:gdLst/>
              <a:ahLst/>
              <a:cxnLst/>
              <a:rect l="l" t="t" r="r" b="b"/>
              <a:pathLst>
                <a:path w="964564" h="309245">
                  <a:moveTo>
                    <a:pt x="0" y="0"/>
                  </a:moveTo>
                  <a:lnTo>
                    <a:pt x="0" y="309069"/>
                  </a:lnTo>
                </a:path>
                <a:path w="964564" h="309245">
                  <a:moveTo>
                    <a:pt x="964128" y="0"/>
                  </a:moveTo>
                  <a:lnTo>
                    <a:pt x="964128" y="309069"/>
                  </a:lnTo>
                </a:path>
              </a:pathLst>
            </a:custGeom>
            <a:ln w="168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4068806" y="4152404"/>
              <a:ext cx="958215" cy="179705"/>
            </a:xfrm>
            <a:custGeom>
              <a:avLst/>
              <a:gdLst/>
              <a:ahLst/>
              <a:cxnLst/>
              <a:rect l="l" t="t" r="r" b="b"/>
              <a:pathLst>
                <a:path w="958214" h="179704">
                  <a:moveTo>
                    <a:pt x="528268" y="0"/>
                  </a:moveTo>
                  <a:lnTo>
                    <a:pt x="426228" y="0"/>
                  </a:lnTo>
                  <a:lnTo>
                    <a:pt x="329945" y="4764"/>
                  </a:lnTo>
                  <a:lnTo>
                    <a:pt x="240083" y="11910"/>
                  </a:lnTo>
                  <a:lnTo>
                    <a:pt x="153405" y="24018"/>
                  </a:lnTo>
                  <a:lnTo>
                    <a:pt x="89225" y="36127"/>
                  </a:lnTo>
                  <a:lnTo>
                    <a:pt x="34676" y="52404"/>
                  </a:lnTo>
                  <a:lnTo>
                    <a:pt x="0" y="90914"/>
                  </a:lnTo>
                  <a:lnTo>
                    <a:pt x="9630" y="107588"/>
                  </a:lnTo>
                  <a:lnTo>
                    <a:pt x="89225" y="143696"/>
                  </a:lnTo>
                  <a:lnTo>
                    <a:pt x="153405" y="155725"/>
                  </a:lnTo>
                  <a:lnTo>
                    <a:pt x="240083" y="167735"/>
                  </a:lnTo>
                  <a:lnTo>
                    <a:pt x="329945" y="174940"/>
                  </a:lnTo>
                  <a:lnTo>
                    <a:pt x="426228" y="179268"/>
                  </a:lnTo>
                  <a:lnTo>
                    <a:pt x="528268" y="179268"/>
                  </a:lnTo>
                  <a:lnTo>
                    <a:pt x="621367" y="174940"/>
                  </a:lnTo>
                  <a:lnTo>
                    <a:pt x="717650" y="167735"/>
                  </a:lnTo>
                  <a:lnTo>
                    <a:pt x="797881" y="155725"/>
                  </a:lnTo>
                  <a:lnTo>
                    <a:pt x="862061" y="143696"/>
                  </a:lnTo>
                  <a:lnTo>
                    <a:pt x="915973" y="126883"/>
                  </a:lnTo>
                  <a:lnTo>
                    <a:pt x="957707" y="90914"/>
                  </a:lnTo>
                  <a:lnTo>
                    <a:pt x="948076" y="71659"/>
                  </a:lnTo>
                  <a:lnTo>
                    <a:pt x="862061" y="36127"/>
                  </a:lnTo>
                  <a:lnTo>
                    <a:pt x="797881" y="24018"/>
                  </a:lnTo>
                  <a:lnTo>
                    <a:pt x="717650" y="11910"/>
                  </a:lnTo>
                  <a:lnTo>
                    <a:pt x="621367" y="4764"/>
                  </a:lnTo>
                  <a:lnTo>
                    <a:pt x="5282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4068806" y="3864971"/>
              <a:ext cx="958215" cy="466725"/>
            </a:xfrm>
            <a:custGeom>
              <a:avLst/>
              <a:gdLst/>
              <a:ahLst/>
              <a:cxnLst/>
              <a:rect l="l" t="t" r="r" b="b"/>
              <a:pathLst>
                <a:path w="958214" h="466725">
                  <a:moveTo>
                    <a:pt x="0" y="378347"/>
                  </a:moveTo>
                  <a:lnTo>
                    <a:pt x="34676" y="339837"/>
                  </a:lnTo>
                  <a:lnTo>
                    <a:pt x="89225" y="323560"/>
                  </a:lnTo>
                  <a:lnTo>
                    <a:pt x="153405" y="311451"/>
                  </a:lnTo>
                  <a:lnTo>
                    <a:pt x="240083" y="299343"/>
                  </a:lnTo>
                  <a:lnTo>
                    <a:pt x="329945" y="292196"/>
                  </a:lnTo>
                  <a:lnTo>
                    <a:pt x="426228" y="287432"/>
                  </a:lnTo>
                  <a:lnTo>
                    <a:pt x="528268" y="287432"/>
                  </a:lnTo>
                  <a:lnTo>
                    <a:pt x="621367" y="292196"/>
                  </a:lnTo>
                  <a:lnTo>
                    <a:pt x="717650" y="299343"/>
                  </a:lnTo>
                  <a:lnTo>
                    <a:pt x="797881" y="311451"/>
                  </a:lnTo>
                  <a:lnTo>
                    <a:pt x="862061" y="323560"/>
                  </a:lnTo>
                  <a:lnTo>
                    <a:pt x="915973" y="339837"/>
                  </a:lnTo>
                  <a:lnTo>
                    <a:pt x="957707" y="378347"/>
                  </a:lnTo>
                  <a:lnTo>
                    <a:pt x="948076" y="395021"/>
                  </a:lnTo>
                  <a:lnTo>
                    <a:pt x="862061" y="431129"/>
                  </a:lnTo>
                  <a:lnTo>
                    <a:pt x="797881" y="443158"/>
                  </a:lnTo>
                  <a:lnTo>
                    <a:pt x="717650" y="455168"/>
                  </a:lnTo>
                  <a:lnTo>
                    <a:pt x="621367" y="462373"/>
                  </a:lnTo>
                  <a:lnTo>
                    <a:pt x="528268" y="466701"/>
                  </a:lnTo>
                  <a:lnTo>
                    <a:pt x="426228" y="466701"/>
                  </a:lnTo>
                  <a:lnTo>
                    <a:pt x="329945" y="462373"/>
                  </a:lnTo>
                  <a:lnTo>
                    <a:pt x="240083" y="455168"/>
                  </a:lnTo>
                  <a:lnTo>
                    <a:pt x="153405" y="443158"/>
                  </a:lnTo>
                  <a:lnTo>
                    <a:pt x="89225" y="431129"/>
                  </a:lnTo>
                  <a:lnTo>
                    <a:pt x="34676" y="414316"/>
                  </a:lnTo>
                  <a:lnTo>
                    <a:pt x="0" y="378347"/>
                  </a:lnTo>
                  <a:close/>
                </a:path>
                <a:path w="958214" h="466725">
                  <a:moveTo>
                    <a:pt x="0" y="90914"/>
                  </a:moveTo>
                  <a:lnTo>
                    <a:pt x="34676" y="52404"/>
                  </a:lnTo>
                  <a:lnTo>
                    <a:pt x="89225" y="35929"/>
                  </a:lnTo>
                  <a:lnTo>
                    <a:pt x="153405" y="24018"/>
                  </a:lnTo>
                  <a:lnTo>
                    <a:pt x="240083" y="11910"/>
                  </a:lnTo>
                  <a:lnTo>
                    <a:pt x="329945" y="4764"/>
                  </a:lnTo>
                  <a:lnTo>
                    <a:pt x="426228" y="0"/>
                  </a:lnTo>
                  <a:lnTo>
                    <a:pt x="528268" y="0"/>
                  </a:lnTo>
                  <a:lnTo>
                    <a:pt x="621367" y="4764"/>
                  </a:lnTo>
                  <a:lnTo>
                    <a:pt x="717650" y="11910"/>
                  </a:lnTo>
                  <a:lnTo>
                    <a:pt x="797881" y="24018"/>
                  </a:lnTo>
                  <a:lnTo>
                    <a:pt x="862061" y="35929"/>
                  </a:lnTo>
                  <a:lnTo>
                    <a:pt x="915973" y="52404"/>
                  </a:lnTo>
                  <a:lnTo>
                    <a:pt x="957707" y="90914"/>
                  </a:lnTo>
                  <a:lnTo>
                    <a:pt x="948076" y="107588"/>
                  </a:lnTo>
                  <a:lnTo>
                    <a:pt x="862061" y="143716"/>
                  </a:lnTo>
                  <a:lnTo>
                    <a:pt x="797881" y="155626"/>
                  </a:lnTo>
                  <a:lnTo>
                    <a:pt x="717650" y="167735"/>
                  </a:lnTo>
                  <a:lnTo>
                    <a:pt x="621367" y="174881"/>
                  </a:lnTo>
                  <a:lnTo>
                    <a:pt x="528268" y="179844"/>
                  </a:lnTo>
                  <a:lnTo>
                    <a:pt x="426228" y="179844"/>
                  </a:lnTo>
                  <a:lnTo>
                    <a:pt x="329945" y="174881"/>
                  </a:lnTo>
                  <a:lnTo>
                    <a:pt x="240083" y="167735"/>
                  </a:lnTo>
                  <a:lnTo>
                    <a:pt x="153405" y="155626"/>
                  </a:lnTo>
                  <a:lnTo>
                    <a:pt x="89225" y="143716"/>
                  </a:lnTo>
                  <a:lnTo>
                    <a:pt x="34676" y="126843"/>
                  </a:lnTo>
                  <a:lnTo>
                    <a:pt x="0" y="90914"/>
                  </a:lnTo>
                  <a:close/>
                </a:path>
              </a:pathLst>
            </a:custGeom>
            <a:ln w="168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4014258" y="4116379"/>
              <a:ext cx="1063625" cy="132080"/>
            </a:xfrm>
            <a:custGeom>
              <a:avLst/>
              <a:gdLst/>
              <a:ahLst/>
              <a:cxnLst/>
              <a:rect l="l" t="t" r="r" b="b"/>
              <a:pathLst>
                <a:path w="1063625" h="132079">
                  <a:moveTo>
                    <a:pt x="1063621" y="0"/>
                  </a:moveTo>
                  <a:lnTo>
                    <a:pt x="0" y="0"/>
                  </a:lnTo>
                  <a:lnTo>
                    <a:pt x="0" y="131702"/>
                  </a:lnTo>
                  <a:lnTo>
                    <a:pt x="1063621" y="131702"/>
                  </a:lnTo>
                  <a:lnTo>
                    <a:pt x="106362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4068806" y="3943777"/>
              <a:ext cx="964565" cy="309245"/>
            </a:xfrm>
            <a:custGeom>
              <a:avLst/>
              <a:gdLst/>
              <a:ahLst/>
              <a:cxnLst/>
              <a:rect l="l" t="t" r="r" b="b"/>
              <a:pathLst>
                <a:path w="964564" h="309245">
                  <a:moveTo>
                    <a:pt x="0" y="0"/>
                  </a:moveTo>
                  <a:lnTo>
                    <a:pt x="0" y="309069"/>
                  </a:lnTo>
                </a:path>
                <a:path w="964564" h="309245">
                  <a:moveTo>
                    <a:pt x="964128" y="0"/>
                  </a:moveTo>
                  <a:lnTo>
                    <a:pt x="964128" y="309069"/>
                  </a:lnTo>
                </a:path>
              </a:pathLst>
            </a:custGeom>
            <a:ln w="168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0" name="object 60" descr=""/>
          <p:cNvSpPr txBox="1"/>
          <p:nvPr/>
        </p:nvSpPr>
        <p:spPr>
          <a:xfrm>
            <a:off x="4395683" y="5056960"/>
            <a:ext cx="306705" cy="24130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400" spc="250">
                <a:latin typeface="Times New Roman"/>
                <a:cs typeface="Times New Roman"/>
              </a:rPr>
              <a:t>B3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61" name="object 61" descr=""/>
          <p:cNvGrpSpPr/>
          <p:nvPr/>
        </p:nvGrpSpPr>
        <p:grpSpPr>
          <a:xfrm>
            <a:off x="5414112" y="3852587"/>
            <a:ext cx="1068070" cy="1478915"/>
            <a:chOff x="5414112" y="3852587"/>
            <a:chExt cx="1068070" cy="1478915"/>
          </a:xfrm>
        </p:grpSpPr>
        <p:sp>
          <p:nvSpPr>
            <p:cNvPr id="62" name="object 62" descr=""/>
            <p:cNvSpPr/>
            <p:nvPr/>
          </p:nvSpPr>
          <p:spPr>
            <a:xfrm>
              <a:off x="5471951" y="5146409"/>
              <a:ext cx="958850" cy="177165"/>
            </a:xfrm>
            <a:custGeom>
              <a:avLst/>
              <a:gdLst/>
              <a:ahLst/>
              <a:cxnLst/>
              <a:rect l="l" t="t" r="r" b="b"/>
              <a:pathLst>
                <a:path w="958850" h="177164">
                  <a:moveTo>
                    <a:pt x="525854" y="0"/>
                  </a:moveTo>
                  <a:lnTo>
                    <a:pt x="422912" y="0"/>
                  </a:lnTo>
                  <a:lnTo>
                    <a:pt x="327398" y="4803"/>
                  </a:lnTo>
                  <a:lnTo>
                    <a:pt x="237456" y="12029"/>
                  </a:lnTo>
                  <a:lnTo>
                    <a:pt x="150964" y="23562"/>
                  </a:lnTo>
                  <a:lnTo>
                    <a:pt x="86757" y="35571"/>
                  </a:lnTo>
                  <a:lnTo>
                    <a:pt x="35286" y="49983"/>
                  </a:lnTo>
                  <a:lnTo>
                    <a:pt x="0" y="90854"/>
                  </a:lnTo>
                  <a:lnTo>
                    <a:pt x="9551" y="107668"/>
                  </a:lnTo>
                  <a:lnTo>
                    <a:pt x="86757" y="143716"/>
                  </a:lnTo>
                  <a:lnTo>
                    <a:pt x="237456" y="164876"/>
                  </a:lnTo>
                  <a:lnTo>
                    <a:pt x="327398" y="174484"/>
                  </a:lnTo>
                  <a:lnTo>
                    <a:pt x="422912" y="176886"/>
                  </a:lnTo>
                  <a:lnTo>
                    <a:pt x="525854" y="176886"/>
                  </a:lnTo>
                  <a:lnTo>
                    <a:pt x="621898" y="174484"/>
                  </a:lnTo>
                  <a:lnTo>
                    <a:pt x="718207" y="164876"/>
                  </a:lnTo>
                  <a:lnTo>
                    <a:pt x="862008" y="143716"/>
                  </a:lnTo>
                  <a:lnTo>
                    <a:pt x="913479" y="126903"/>
                  </a:lnTo>
                  <a:lnTo>
                    <a:pt x="958317" y="90854"/>
                  </a:lnTo>
                  <a:lnTo>
                    <a:pt x="945582" y="71620"/>
                  </a:lnTo>
                  <a:lnTo>
                    <a:pt x="913479" y="49983"/>
                  </a:lnTo>
                  <a:lnTo>
                    <a:pt x="862008" y="35571"/>
                  </a:lnTo>
                  <a:lnTo>
                    <a:pt x="798598" y="23562"/>
                  </a:lnTo>
                  <a:lnTo>
                    <a:pt x="718207" y="12029"/>
                  </a:lnTo>
                  <a:lnTo>
                    <a:pt x="621898" y="4803"/>
                  </a:lnTo>
                  <a:lnTo>
                    <a:pt x="5258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5471951" y="4858976"/>
              <a:ext cx="958850" cy="464820"/>
            </a:xfrm>
            <a:custGeom>
              <a:avLst/>
              <a:gdLst/>
              <a:ahLst/>
              <a:cxnLst/>
              <a:rect l="l" t="t" r="r" b="b"/>
              <a:pathLst>
                <a:path w="958850" h="464820">
                  <a:moveTo>
                    <a:pt x="0" y="378287"/>
                  </a:moveTo>
                  <a:lnTo>
                    <a:pt x="35286" y="337415"/>
                  </a:lnTo>
                  <a:lnTo>
                    <a:pt x="86758" y="323004"/>
                  </a:lnTo>
                  <a:lnTo>
                    <a:pt x="150964" y="310995"/>
                  </a:lnTo>
                  <a:lnTo>
                    <a:pt x="237456" y="299462"/>
                  </a:lnTo>
                  <a:lnTo>
                    <a:pt x="327398" y="292236"/>
                  </a:lnTo>
                  <a:lnTo>
                    <a:pt x="422912" y="287432"/>
                  </a:lnTo>
                  <a:lnTo>
                    <a:pt x="525854" y="287432"/>
                  </a:lnTo>
                  <a:lnTo>
                    <a:pt x="621898" y="292236"/>
                  </a:lnTo>
                  <a:lnTo>
                    <a:pt x="718207" y="299462"/>
                  </a:lnTo>
                  <a:lnTo>
                    <a:pt x="798598" y="310995"/>
                  </a:lnTo>
                  <a:lnTo>
                    <a:pt x="862008" y="323004"/>
                  </a:lnTo>
                  <a:lnTo>
                    <a:pt x="913479" y="337415"/>
                  </a:lnTo>
                  <a:lnTo>
                    <a:pt x="945582" y="359052"/>
                  </a:lnTo>
                  <a:lnTo>
                    <a:pt x="958317" y="378287"/>
                  </a:lnTo>
                  <a:lnTo>
                    <a:pt x="945582" y="395101"/>
                  </a:lnTo>
                  <a:lnTo>
                    <a:pt x="913479" y="414336"/>
                  </a:lnTo>
                  <a:lnTo>
                    <a:pt x="862008" y="431149"/>
                  </a:lnTo>
                  <a:lnTo>
                    <a:pt x="798598" y="440280"/>
                  </a:lnTo>
                  <a:lnTo>
                    <a:pt x="718207" y="452309"/>
                  </a:lnTo>
                  <a:lnTo>
                    <a:pt x="621898" y="461917"/>
                  </a:lnTo>
                  <a:lnTo>
                    <a:pt x="525854" y="464319"/>
                  </a:lnTo>
                  <a:lnTo>
                    <a:pt x="422912" y="464319"/>
                  </a:lnTo>
                  <a:lnTo>
                    <a:pt x="327398" y="461917"/>
                  </a:lnTo>
                  <a:lnTo>
                    <a:pt x="237456" y="452309"/>
                  </a:lnTo>
                  <a:lnTo>
                    <a:pt x="150964" y="440280"/>
                  </a:lnTo>
                  <a:lnTo>
                    <a:pt x="86758" y="431149"/>
                  </a:lnTo>
                  <a:lnTo>
                    <a:pt x="35286" y="414336"/>
                  </a:lnTo>
                  <a:lnTo>
                    <a:pt x="9551" y="395101"/>
                  </a:lnTo>
                  <a:lnTo>
                    <a:pt x="0" y="378287"/>
                  </a:lnTo>
                  <a:close/>
                </a:path>
                <a:path w="958850" h="464820">
                  <a:moveTo>
                    <a:pt x="0" y="90835"/>
                  </a:moveTo>
                  <a:lnTo>
                    <a:pt x="35286" y="49983"/>
                  </a:lnTo>
                  <a:lnTo>
                    <a:pt x="86757" y="35571"/>
                  </a:lnTo>
                  <a:lnTo>
                    <a:pt x="150964" y="24018"/>
                  </a:lnTo>
                  <a:lnTo>
                    <a:pt x="237456" y="12009"/>
                  </a:lnTo>
                  <a:lnTo>
                    <a:pt x="327398" y="4803"/>
                  </a:lnTo>
                  <a:lnTo>
                    <a:pt x="422912" y="0"/>
                  </a:lnTo>
                  <a:lnTo>
                    <a:pt x="525854" y="0"/>
                  </a:lnTo>
                  <a:lnTo>
                    <a:pt x="621898" y="4803"/>
                  </a:lnTo>
                  <a:lnTo>
                    <a:pt x="718207" y="12009"/>
                  </a:lnTo>
                  <a:lnTo>
                    <a:pt x="798598" y="24018"/>
                  </a:lnTo>
                  <a:lnTo>
                    <a:pt x="862008" y="35571"/>
                  </a:lnTo>
                  <a:lnTo>
                    <a:pt x="913479" y="49983"/>
                  </a:lnTo>
                  <a:lnTo>
                    <a:pt x="945582" y="71620"/>
                  </a:lnTo>
                  <a:lnTo>
                    <a:pt x="958317" y="90835"/>
                  </a:lnTo>
                  <a:lnTo>
                    <a:pt x="945582" y="107668"/>
                  </a:lnTo>
                  <a:lnTo>
                    <a:pt x="862008" y="143716"/>
                  </a:lnTo>
                  <a:lnTo>
                    <a:pt x="798598" y="153323"/>
                  </a:lnTo>
                  <a:lnTo>
                    <a:pt x="718207" y="164857"/>
                  </a:lnTo>
                  <a:lnTo>
                    <a:pt x="621898" y="174484"/>
                  </a:lnTo>
                  <a:lnTo>
                    <a:pt x="525854" y="176886"/>
                  </a:lnTo>
                  <a:lnTo>
                    <a:pt x="422912" y="176886"/>
                  </a:lnTo>
                  <a:lnTo>
                    <a:pt x="327398" y="174484"/>
                  </a:lnTo>
                  <a:lnTo>
                    <a:pt x="237456" y="164857"/>
                  </a:lnTo>
                  <a:lnTo>
                    <a:pt x="150964" y="153323"/>
                  </a:lnTo>
                  <a:lnTo>
                    <a:pt x="86757" y="143716"/>
                  </a:lnTo>
                  <a:lnTo>
                    <a:pt x="35286" y="126883"/>
                  </a:lnTo>
                  <a:lnTo>
                    <a:pt x="0" y="90835"/>
                  </a:lnTo>
                  <a:close/>
                </a:path>
              </a:pathLst>
            </a:custGeom>
            <a:ln w="168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5414113" y="5107963"/>
              <a:ext cx="1068070" cy="132080"/>
            </a:xfrm>
            <a:custGeom>
              <a:avLst/>
              <a:gdLst/>
              <a:ahLst/>
              <a:cxnLst/>
              <a:rect l="l" t="t" r="r" b="b"/>
              <a:pathLst>
                <a:path w="1068070" h="132079">
                  <a:moveTo>
                    <a:pt x="1067468" y="0"/>
                  </a:moveTo>
                  <a:lnTo>
                    <a:pt x="0" y="0"/>
                  </a:lnTo>
                  <a:lnTo>
                    <a:pt x="0" y="131702"/>
                  </a:lnTo>
                  <a:lnTo>
                    <a:pt x="1067468" y="131702"/>
                  </a:lnTo>
                  <a:lnTo>
                    <a:pt x="10674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5471951" y="4937802"/>
              <a:ext cx="962025" cy="309245"/>
            </a:xfrm>
            <a:custGeom>
              <a:avLst/>
              <a:gdLst/>
              <a:ahLst/>
              <a:cxnLst/>
              <a:rect l="l" t="t" r="r" b="b"/>
              <a:pathLst>
                <a:path w="962025" h="309245">
                  <a:moveTo>
                    <a:pt x="0" y="0"/>
                  </a:moveTo>
                  <a:lnTo>
                    <a:pt x="0" y="309069"/>
                  </a:lnTo>
                </a:path>
                <a:path w="962025" h="309245">
                  <a:moveTo>
                    <a:pt x="961501" y="0"/>
                  </a:moveTo>
                  <a:lnTo>
                    <a:pt x="961501" y="309069"/>
                  </a:lnTo>
                </a:path>
              </a:pathLst>
            </a:custGeom>
            <a:ln w="168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5471951" y="4815703"/>
              <a:ext cx="958850" cy="177800"/>
            </a:xfrm>
            <a:custGeom>
              <a:avLst/>
              <a:gdLst/>
              <a:ahLst/>
              <a:cxnLst/>
              <a:rect l="l" t="t" r="r" b="b"/>
              <a:pathLst>
                <a:path w="958850" h="177800">
                  <a:moveTo>
                    <a:pt x="525854" y="0"/>
                  </a:moveTo>
                  <a:lnTo>
                    <a:pt x="422912" y="0"/>
                  </a:lnTo>
                  <a:lnTo>
                    <a:pt x="327398" y="2421"/>
                  </a:lnTo>
                  <a:lnTo>
                    <a:pt x="237456" y="12029"/>
                  </a:lnTo>
                  <a:lnTo>
                    <a:pt x="150964" y="24038"/>
                  </a:lnTo>
                  <a:lnTo>
                    <a:pt x="86757" y="33646"/>
                  </a:lnTo>
                  <a:lnTo>
                    <a:pt x="35286" y="50479"/>
                  </a:lnTo>
                  <a:lnTo>
                    <a:pt x="0" y="90854"/>
                  </a:lnTo>
                  <a:lnTo>
                    <a:pt x="9551" y="105266"/>
                  </a:lnTo>
                  <a:lnTo>
                    <a:pt x="86757" y="141334"/>
                  </a:lnTo>
                  <a:lnTo>
                    <a:pt x="150964" y="153343"/>
                  </a:lnTo>
                  <a:lnTo>
                    <a:pt x="237456" y="165353"/>
                  </a:lnTo>
                  <a:lnTo>
                    <a:pt x="327398" y="172578"/>
                  </a:lnTo>
                  <a:lnTo>
                    <a:pt x="422912" y="177382"/>
                  </a:lnTo>
                  <a:lnTo>
                    <a:pt x="525854" y="177382"/>
                  </a:lnTo>
                  <a:lnTo>
                    <a:pt x="621898" y="172578"/>
                  </a:lnTo>
                  <a:lnTo>
                    <a:pt x="718207" y="165353"/>
                  </a:lnTo>
                  <a:lnTo>
                    <a:pt x="798598" y="153343"/>
                  </a:lnTo>
                  <a:lnTo>
                    <a:pt x="862008" y="141334"/>
                  </a:lnTo>
                  <a:lnTo>
                    <a:pt x="913479" y="126903"/>
                  </a:lnTo>
                  <a:lnTo>
                    <a:pt x="945582" y="105266"/>
                  </a:lnTo>
                  <a:lnTo>
                    <a:pt x="958317" y="90854"/>
                  </a:lnTo>
                  <a:lnTo>
                    <a:pt x="945582" y="69218"/>
                  </a:lnTo>
                  <a:lnTo>
                    <a:pt x="862008" y="33646"/>
                  </a:lnTo>
                  <a:lnTo>
                    <a:pt x="718207" y="12029"/>
                  </a:lnTo>
                  <a:lnTo>
                    <a:pt x="621898" y="2421"/>
                  </a:lnTo>
                  <a:lnTo>
                    <a:pt x="5258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5471951" y="4528270"/>
              <a:ext cx="958850" cy="464820"/>
            </a:xfrm>
            <a:custGeom>
              <a:avLst/>
              <a:gdLst/>
              <a:ahLst/>
              <a:cxnLst/>
              <a:rect l="l" t="t" r="r" b="b"/>
              <a:pathLst>
                <a:path w="958850" h="464820">
                  <a:moveTo>
                    <a:pt x="0" y="378287"/>
                  </a:moveTo>
                  <a:lnTo>
                    <a:pt x="35286" y="337912"/>
                  </a:lnTo>
                  <a:lnTo>
                    <a:pt x="86758" y="321079"/>
                  </a:lnTo>
                  <a:lnTo>
                    <a:pt x="150964" y="311471"/>
                  </a:lnTo>
                  <a:lnTo>
                    <a:pt x="237456" y="299462"/>
                  </a:lnTo>
                  <a:lnTo>
                    <a:pt x="327398" y="289854"/>
                  </a:lnTo>
                  <a:lnTo>
                    <a:pt x="422912" y="287432"/>
                  </a:lnTo>
                  <a:lnTo>
                    <a:pt x="525854" y="287432"/>
                  </a:lnTo>
                  <a:lnTo>
                    <a:pt x="621898" y="289854"/>
                  </a:lnTo>
                  <a:lnTo>
                    <a:pt x="718207" y="299462"/>
                  </a:lnTo>
                  <a:lnTo>
                    <a:pt x="798598" y="311471"/>
                  </a:lnTo>
                  <a:lnTo>
                    <a:pt x="862008" y="321079"/>
                  </a:lnTo>
                  <a:lnTo>
                    <a:pt x="913479" y="337912"/>
                  </a:lnTo>
                  <a:lnTo>
                    <a:pt x="958317" y="378287"/>
                  </a:lnTo>
                  <a:lnTo>
                    <a:pt x="945582" y="392699"/>
                  </a:lnTo>
                  <a:lnTo>
                    <a:pt x="913479" y="414336"/>
                  </a:lnTo>
                  <a:lnTo>
                    <a:pt x="862008" y="428767"/>
                  </a:lnTo>
                  <a:lnTo>
                    <a:pt x="798598" y="440776"/>
                  </a:lnTo>
                  <a:lnTo>
                    <a:pt x="718207" y="452786"/>
                  </a:lnTo>
                  <a:lnTo>
                    <a:pt x="621898" y="460011"/>
                  </a:lnTo>
                  <a:lnTo>
                    <a:pt x="525854" y="464815"/>
                  </a:lnTo>
                  <a:lnTo>
                    <a:pt x="422912" y="464815"/>
                  </a:lnTo>
                  <a:lnTo>
                    <a:pt x="327398" y="460011"/>
                  </a:lnTo>
                  <a:lnTo>
                    <a:pt x="237456" y="452786"/>
                  </a:lnTo>
                  <a:lnTo>
                    <a:pt x="150964" y="440776"/>
                  </a:lnTo>
                  <a:lnTo>
                    <a:pt x="86758" y="428767"/>
                  </a:lnTo>
                  <a:lnTo>
                    <a:pt x="35286" y="414336"/>
                  </a:lnTo>
                  <a:lnTo>
                    <a:pt x="0" y="378287"/>
                  </a:lnTo>
                  <a:close/>
                </a:path>
                <a:path w="958850" h="464820">
                  <a:moveTo>
                    <a:pt x="0" y="90854"/>
                  </a:moveTo>
                  <a:lnTo>
                    <a:pt x="35286" y="50479"/>
                  </a:lnTo>
                  <a:lnTo>
                    <a:pt x="86757" y="33646"/>
                  </a:lnTo>
                  <a:lnTo>
                    <a:pt x="150964" y="24038"/>
                  </a:lnTo>
                  <a:lnTo>
                    <a:pt x="237456" y="12009"/>
                  </a:lnTo>
                  <a:lnTo>
                    <a:pt x="327398" y="2401"/>
                  </a:lnTo>
                  <a:lnTo>
                    <a:pt x="422912" y="0"/>
                  </a:lnTo>
                  <a:lnTo>
                    <a:pt x="525854" y="0"/>
                  </a:lnTo>
                  <a:lnTo>
                    <a:pt x="621898" y="2401"/>
                  </a:lnTo>
                  <a:lnTo>
                    <a:pt x="718207" y="12009"/>
                  </a:lnTo>
                  <a:lnTo>
                    <a:pt x="798598" y="24038"/>
                  </a:lnTo>
                  <a:lnTo>
                    <a:pt x="862008" y="33646"/>
                  </a:lnTo>
                  <a:lnTo>
                    <a:pt x="913479" y="50479"/>
                  </a:lnTo>
                  <a:lnTo>
                    <a:pt x="958317" y="90854"/>
                  </a:lnTo>
                  <a:lnTo>
                    <a:pt x="945582" y="105266"/>
                  </a:lnTo>
                  <a:lnTo>
                    <a:pt x="913479" y="126903"/>
                  </a:lnTo>
                  <a:lnTo>
                    <a:pt x="862008" y="141314"/>
                  </a:lnTo>
                  <a:lnTo>
                    <a:pt x="798598" y="153343"/>
                  </a:lnTo>
                  <a:lnTo>
                    <a:pt x="718207" y="165353"/>
                  </a:lnTo>
                  <a:lnTo>
                    <a:pt x="621898" y="172558"/>
                  </a:lnTo>
                  <a:lnTo>
                    <a:pt x="525854" y="177362"/>
                  </a:lnTo>
                  <a:lnTo>
                    <a:pt x="422912" y="177362"/>
                  </a:lnTo>
                  <a:lnTo>
                    <a:pt x="327398" y="172558"/>
                  </a:lnTo>
                  <a:lnTo>
                    <a:pt x="237456" y="165353"/>
                  </a:lnTo>
                  <a:lnTo>
                    <a:pt x="150964" y="153343"/>
                  </a:lnTo>
                  <a:lnTo>
                    <a:pt x="86757" y="141314"/>
                  </a:lnTo>
                  <a:lnTo>
                    <a:pt x="35286" y="126903"/>
                  </a:lnTo>
                  <a:lnTo>
                    <a:pt x="0" y="90854"/>
                  </a:lnTo>
                  <a:close/>
                </a:path>
              </a:pathLst>
            </a:custGeom>
            <a:ln w="168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5414112" y="4777257"/>
              <a:ext cx="1068070" cy="132080"/>
            </a:xfrm>
            <a:custGeom>
              <a:avLst/>
              <a:gdLst/>
              <a:ahLst/>
              <a:cxnLst/>
              <a:rect l="l" t="t" r="r" b="b"/>
              <a:pathLst>
                <a:path w="1068070" h="132079">
                  <a:moveTo>
                    <a:pt x="1067468" y="0"/>
                  </a:moveTo>
                  <a:lnTo>
                    <a:pt x="0" y="0"/>
                  </a:lnTo>
                  <a:lnTo>
                    <a:pt x="0" y="131702"/>
                  </a:lnTo>
                  <a:lnTo>
                    <a:pt x="1067468" y="131702"/>
                  </a:lnTo>
                  <a:lnTo>
                    <a:pt x="10674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5471951" y="4605170"/>
              <a:ext cx="962025" cy="308610"/>
            </a:xfrm>
            <a:custGeom>
              <a:avLst/>
              <a:gdLst/>
              <a:ahLst/>
              <a:cxnLst/>
              <a:rect l="l" t="t" r="r" b="b"/>
              <a:pathLst>
                <a:path w="962025" h="308610">
                  <a:moveTo>
                    <a:pt x="0" y="0"/>
                  </a:moveTo>
                  <a:lnTo>
                    <a:pt x="0" y="308593"/>
                  </a:lnTo>
                </a:path>
                <a:path w="962025" h="308610">
                  <a:moveTo>
                    <a:pt x="961501" y="0"/>
                  </a:moveTo>
                  <a:lnTo>
                    <a:pt x="961501" y="308593"/>
                  </a:lnTo>
                </a:path>
              </a:pathLst>
            </a:custGeom>
            <a:ln w="168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5471951" y="4480212"/>
              <a:ext cx="958850" cy="177800"/>
            </a:xfrm>
            <a:custGeom>
              <a:avLst/>
              <a:gdLst/>
              <a:ahLst/>
              <a:cxnLst/>
              <a:rect l="l" t="t" r="r" b="b"/>
              <a:pathLst>
                <a:path w="958850" h="177800">
                  <a:moveTo>
                    <a:pt x="525854" y="0"/>
                  </a:moveTo>
                  <a:lnTo>
                    <a:pt x="422912" y="0"/>
                  </a:lnTo>
                  <a:lnTo>
                    <a:pt x="327398" y="2401"/>
                  </a:lnTo>
                  <a:lnTo>
                    <a:pt x="237456" y="12009"/>
                  </a:lnTo>
                  <a:lnTo>
                    <a:pt x="150964" y="24018"/>
                  </a:lnTo>
                  <a:lnTo>
                    <a:pt x="86757" y="33646"/>
                  </a:lnTo>
                  <a:lnTo>
                    <a:pt x="35286" y="50459"/>
                  </a:lnTo>
                  <a:lnTo>
                    <a:pt x="0" y="91311"/>
                  </a:lnTo>
                  <a:lnTo>
                    <a:pt x="9551" y="105742"/>
                  </a:lnTo>
                  <a:lnTo>
                    <a:pt x="86757" y="141314"/>
                  </a:lnTo>
                  <a:lnTo>
                    <a:pt x="150964" y="153323"/>
                  </a:lnTo>
                  <a:lnTo>
                    <a:pt x="237456" y="165333"/>
                  </a:lnTo>
                  <a:lnTo>
                    <a:pt x="327398" y="172558"/>
                  </a:lnTo>
                  <a:lnTo>
                    <a:pt x="422912" y="177362"/>
                  </a:lnTo>
                  <a:lnTo>
                    <a:pt x="525854" y="177362"/>
                  </a:lnTo>
                  <a:lnTo>
                    <a:pt x="621898" y="172558"/>
                  </a:lnTo>
                  <a:lnTo>
                    <a:pt x="718207" y="165333"/>
                  </a:lnTo>
                  <a:lnTo>
                    <a:pt x="798598" y="153323"/>
                  </a:lnTo>
                  <a:lnTo>
                    <a:pt x="862008" y="141314"/>
                  </a:lnTo>
                  <a:lnTo>
                    <a:pt x="913479" y="127359"/>
                  </a:lnTo>
                  <a:lnTo>
                    <a:pt x="945582" y="105742"/>
                  </a:lnTo>
                  <a:lnTo>
                    <a:pt x="958317" y="91311"/>
                  </a:lnTo>
                  <a:lnTo>
                    <a:pt x="945582" y="69694"/>
                  </a:lnTo>
                  <a:lnTo>
                    <a:pt x="862008" y="33646"/>
                  </a:lnTo>
                  <a:lnTo>
                    <a:pt x="718207" y="12009"/>
                  </a:lnTo>
                  <a:lnTo>
                    <a:pt x="621898" y="2401"/>
                  </a:lnTo>
                  <a:lnTo>
                    <a:pt x="5258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5471951" y="4193295"/>
              <a:ext cx="958850" cy="464820"/>
            </a:xfrm>
            <a:custGeom>
              <a:avLst/>
              <a:gdLst/>
              <a:ahLst/>
              <a:cxnLst/>
              <a:rect l="l" t="t" r="r" b="b"/>
              <a:pathLst>
                <a:path w="958850" h="464820">
                  <a:moveTo>
                    <a:pt x="0" y="378228"/>
                  </a:moveTo>
                  <a:lnTo>
                    <a:pt x="35286" y="337376"/>
                  </a:lnTo>
                  <a:lnTo>
                    <a:pt x="86758" y="320563"/>
                  </a:lnTo>
                  <a:lnTo>
                    <a:pt x="150964" y="310935"/>
                  </a:lnTo>
                  <a:lnTo>
                    <a:pt x="237456" y="298926"/>
                  </a:lnTo>
                  <a:lnTo>
                    <a:pt x="327398" y="289318"/>
                  </a:lnTo>
                  <a:lnTo>
                    <a:pt x="422912" y="286916"/>
                  </a:lnTo>
                  <a:lnTo>
                    <a:pt x="525854" y="286916"/>
                  </a:lnTo>
                  <a:lnTo>
                    <a:pt x="621898" y="289318"/>
                  </a:lnTo>
                  <a:lnTo>
                    <a:pt x="718207" y="298926"/>
                  </a:lnTo>
                  <a:lnTo>
                    <a:pt x="798598" y="310935"/>
                  </a:lnTo>
                  <a:lnTo>
                    <a:pt x="862008" y="320563"/>
                  </a:lnTo>
                  <a:lnTo>
                    <a:pt x="913479" y="337376"/>
                  </a:lnTo>
                  <a:lnTo>
                    <a:pt x="958317" y="378228"/>
                  </a:lnTo>
                  <a:lnTo>
                    <a:pt x="945582" y="392659"/>
                  </a:lnTo>
                  <a:lnTo>
                    <a:pt x="913479" y="414276"/>
                  </a:lnTo>
                  <a:lnTo>
                    <a:pt x="862008" y="428231"/>
                  </a:lnTo>
                  <a:lnTo>
                    <a:pt x="798598" y="440240"/>
                  </a:lnTo>
                  <a:lnTo>
                    <a:pt x="718207" y="452250"/>
                  </a:lnTo>
                  <a:lnTo>
                    <a:pt x="621898" y="459475"/>
                  </a:lnTo>
                  <a:lnTo>
                    <a:pt x="525854" y="464279"/>
                  </a:lnTo>
                  <a:lnTo>
                    <a:pt x="422912" y="464279"/>
                  </a:lnTo>
                  <a:lnTo>
                    <a:pt x="327398" y="459475"/>
                  </a:lnTo>
                  <a:lnTo>
                    <a:pt x="237456" y="452250"/>
                  </a:lnTo>
                  <a:lnTo>
                    <a:pt x="150964" y="440240"/>
                  </a:lnTo>
                  <a:lnTo>
                    <a:pt x="86758" y="428231"/>
                  </a:lnTo>
                  <a:lnTo>
                    <a:pt x="35286" y="414276"/>
                  </a:lnTo>
                  <a:lnTo>
                    <a:pt x="0" y="378228"/>
                  </a:lnTo>
                  <a:close/>
                </a:path>
                <a:path w="958850" h="464820">
                  <a:moveTo>
                    <a:pt x="0" y="90795"/>
                  </a:moveTo>
                  <a:lnTo>
                    <a:pt x="35286" y="50022"/>
                  </a:lnTo>
                  <a:lnTo>
                    <a:pt x="86757" y="33150"/>
                  </a:lnTo>
                  <a:lnTo>
                    <a:pt x="150964" y="23423"/>
                  </a:lnTo>
                  <a:lnTo>
                    <a:pt x="237456" y="11513"/>
                  </a:lnTo>
                  <a:lnTo>
                    <a:pt x="327398" y="1786"/>
                  </a:lnTo>
                  <a:lnTo>
                    <a:pt x="422912" y="0"/>
                  </a:lnTo>
                  <a:lnTo>
                    <a:pt x="525854" y="0"/>
                  </a:lnTo>
                  <a:lnTo>
                    <a:pt x="621898" y="1786"/>
                  </a:lnTo>
                  <a:lnTo>
                    <a:pt x="718207" y="11513"/>
                  </a:lnTo>
                  <a:lnTo>
                    <a:pt x="798598" y="23423"/>
                  </a:lnTo>
                  <a:lnTo>
                    <a:pt x="862008" y="33150"/>
                  </a:lnTo>
                  <a:lnTo>
                    <a:pt x="913479" y="50022"/>
                  </a:lnTo>
                  <a:lnTo>
                    <a:pt x="958317" y="90795"/>
                  </a:lnTo>
                  <a:lnTo>
                    <a:pt x="945582" y="105206"/>
                  </a:lnTo>
                  <a:lnTo>
                    <a:pt x="913479" y="126843"/>
                  </a:lnTo>
                  <a:lnTo>
                    <a:pt x="862008" y="140778"/>
                  </a:lnTo>
                  <a:lnTo>
                    <a:pt x="798598" y="152807"/>
                  </a:lnTo>
                  <a:lnTo>
                    <a:pt x="718207" y="164817"/>
                  </a:lnTo>
                  <a:lnTo>
                    <a:pt x="621898" y="172022"/>
                  </a:lnTo>
                  <a:lnTo>
                    <a:pt x="525854" y="176826"/>
                  </a:lnTo>
                  <a:lnTo>
                    <a:pt x="422912" y="176826"/>
                  </a:lnTo>
                  <a:lnTo>
                    <a:pt x="327398" y="172022"/>
                  </a:lnTo>
                  <a:lnTo>
                    <a:pt x="237456" y="164817"/>
                  </a:lnTo>
                  <a:lnTo>
                    <a:pt x="150964" y="152807"/>
                  </a:lnTo>
                  <a:lnTo>
                    <a:pt x="86757" y="140778"/>
                  </a:lnTo>
                  <a:lnTo>
                    <a:pt x="35286" y="126843"/>
                  </a:lnTo>
                  <a:lnTo>
                    <a:pt x="0" y="90795"/>
                  </a:lnTo>
                  <a:close/>
                </a:path>
              </a:pathLst>
            </a:custGeom>
            <a:ln w="168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5414112" y="4442223"/>
              <a:ext cx="1068070" cy="132080"/>
            </a:xfrm>
            <a:custGeom>
              <a:avLst/>
              <a:gdLst/>
              <a:ahLst/>
              <a:cxnLst/>
              <a:rect l="l" t="t" r="r" b="b"/>
              <a:pathLst>
                <a:path w="1068070" h="132079">
                  <a:moveTo>
                    <a:pt x="1067468" y="0"/>
                  </a:moveTo>
                  <a:lnTo>
                    <a:pt x="0" y="0"/>
                  </a:lnTo>
                  <a:lnTo>
                    <a:pt x="0" y="131702"/>
                  </a:lnTo>
                  <a:lnTo>
                    <a:pt x="1067468" y="131702"/>
                  </a:lnTo>
                  <a:lnTo>
                    <a:pt x="10674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5471951" y="4269680"/>
              <a:ext cx="962025" cy="309245"/>
            </a:xfrm>
            <a:custGeom>
              <a:avLst/>
              <a:gdLst/>
              <a:ahLst/>
              <a:cxnLst/>
              <a:rect l="l" t="t" r="r" b="b"/>
              <a:pathLst>
                <a:path w="962025" h="309245">
                  <a:moveTo>
                    <a:pt x="0" y="0"/>
                  </a:moveTo>
                  <a:lnTo>
                    <a:pt x="0" y="309069"/>
                  </a:lnTo>
                </a:path>
                <a:path w="962025" h="309245">
                  <a:moveTo>
                    <a:pt x="961501" y="0"/>
                  </a:moveTo>
                  <a:lnTo>
                    <a:pt x="961501" y="309069"/>
                  </a:lnTo>
                </a:path>
              </a:pathLst>
            </a:custGeom>
            <a:ln w="168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5471951" y="4147640"/>
              <a:ext cx="958850" cy="179705"/>
            </a:xfrm>
            <a:custGeom>
              <a:avLst/>
              <a:gdLst/>
              <a:ahLst/>
              <a:cxnLst/>
              <a:rect l="l" t="t" r="r" b="b"/>
              <a:pathLst>
                <a:path w="958850" h="179704">
                  <a:moveTo>
                    <a:pt x="525854" y="0"/>
                  </a:moveTo>
                  <a:lnTo>
                    <a:pt x="422912" y="0"/>
                  </a:lnTo>
                  <a:lnTo>
                    <a:pt x="327398" y="4764"/>
                  </a:lnTo>
                  <a:lnTo>
                    <a:pt x="237456" y="11910"/>
                  </a:lnTo>
                  <a:lnTo>
                    <a:pt x="150964" y="24018"/>
                  </a:lnTo>
                  <a:lnTo>
                    <a:pt x="86757" y="35929"/>
                  </a:lnTo>
                  <a:lnTo>
                    <a:pt x="35286" y="52404"/>
                  </a:lnTo>
                  <a:lnTo>
                    <a:pt x="0" y="90716"/>
                  </a:lnTo>
                  <a:lnTo>
                    <a:pt x="9551" y="107588"/>
                  </a:lnTo>
                  <a:lnTo>
                    <a:pt x="86757" y="143656"/>
                  </a:lnTo>
                  <a:lnTo>
                    <a:pt x="150964" y="155686"/>
                  </a:lnTo>
                  <a:lnTo>
                    <a:pt x="237456" y="167695"/>
                  </a:lnTo>
                  <a:lnTo>
                    <a:pt x="327398" y="174901"/>
                  </a:lnTo>
                  <a:lnTo>
                    <a:pt x="422912" y="179705"/>
                  </a:lnTo>
                  <a:lnTo>
                    <a:pt x="525854" y="179705"/>
                  </a:lnTo>
                  <a:lnTo>
                    <a:pt x="621898" y="174901"/>
                  </a:lnTo>
                  <a:lnTo>
                    <a:pt x="718207" y="167695"/>
                  </a:lnTo>
                  <a:lnTo>
                    <a:pt x="798598" y="155686"/>
                  </a:lnTo>
                  <a:lnTo>
                    <a:pt x="862008" y="143656"/>
                  </a:lnTo>
                  <a:lnTo>
                    <a:pt x="913479" y="126843"/>
                  </a:lnTo>
                  <a:lnTo>
                    <a:pt x="958317" y="90716"/>
                  </a:lnTo>
                  <a:lnTo>
                    <a:pt x="945582" y="71461"/>
                  </a:lnTo>
                  <a:lnTo>
                    <a:pt x="862008" y="35929"/>
                  </a:lnTo>
                  <a:lnTo>
                    <a:pt x="798598" y="24018"/>
                  </a:lnTo>
                  <a:lnTo>
                    <a:pt x="718207" y="11910"/>
                  </a:lnTo>
                  <a:lnTo>
                    <a:pt x="621898" y="4764"/>
                  </a:lnTo>
                  <a:lnTo>
                    <a:pt x="5258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5471951" y="3860207"/>
              <a:ext cx="958850" cy="467359"/>
            </a:xfrm>
            <a:custGeom>
              <a:avLst/>
              <a:gdLst/>
              <a:ahLst/>
              <a:cxnLst/>
              <a:rect l="l" t="t" r="r" b="b"/>
              <a:pathLst>
                <a:path w="958850" h="467360">
                  <a:moveTo>
                    <a:pt x="0" y="378148"/>
                  </a:moveTo>
                  <a:lnTo>
                    <a:pt x="35286" y="339837"/>
                  </a:lnTo>
                  <a:lnTo>
                    <a:pt x="86758" y="323361"/>
                  </a:lnTo>
                  <a:lnTo>
                    <a:pt x="150964" y="311451"/>
                  </a:lnTo>
                  <a:lnTo>
                    <a:pt x="237456" y="299343"/>
                  </a:lnTo>
                  <a:lnTo>
                    <a:pt x="327398" y="292196"/>
                  </a:lnTo>
                  <a:lnTo>
                    <a:pt x="422912" y="287432"/>
                  </a:lnTo>
                  <a:lnTo>
                    <a:pt x="525854" y="287432"/>
                  </a:lnTo>
                  <a:lnTo>
                    <a:pt x="621898" y="292196"/>
                  </a:lnTo>
                  <a:lnTo>
                    <a:pt x="718207" y="299343"/>
                  </a:lnTo>
                  <a:lnTo>
                    <a:pt x="798598" y="311451"/>
                  </a:lnTo>
                  <a:lnTo>
                    <a:pt x="862008" y="323361"/>
                  </a:lnTo>
                  <a:lnTo>
                    <a:pt x="913479" y="339837"/>
                  </a:lnTo>
                  <a:lnTo>
                    <a:pt x="958317" y="378148"/>
                  </a:lnTo>
                  <a:lnTo>
                    <a:pt x="945582" y="395021"/>
                  </a:lnTo>
                  <a:lnTo>
                    <a:pt x="862008" y="431089"/>
                  </a:lnTo>
                  <a:lnTo>
                    <a:pt x="798598" y="443119"/>
                  </a:lnTo>
                  <a:lnTo>
                    <a:pt x="718207" y="455128"/>
                  </a:lnTo>
                  <a:lnTo>
                    <a:pt x="621898" y="462334"/>
                  </a:lnTo>
                  <a:lnTo>
                    <a:pt x="525854" y="467137"/>
                  </a:lnTo>
                  <a:lnTo>
                    <a:pt x="422912" y="467137"/>
                  </a:lnTo>
                  <a:lnTo>
                    <a:pt x="327398" y="462334"/>
                  </a:lnTo>
                  <a:lnTo>
                    <a:pt x="237456" y="455128"/>
                  </a:lnTo>
                  <a:lnTo>
                    <a:pt x="150964" y="443119"/>
                  </a:lnTo>
                  <a:lnTo>
                    <a:pt x="86758" y="431089"/>
                  </a:lnTo>
                  <a:lnTo>
                    <a:pt x="35286" y="414276"/>
                  </a:lnTo>
                  <a:lnTo>
                    <a:pt x="0" y="378148"/>
                  </a:lnTo>
                  <a:close/>
                </a:path>
                <a:path w="958850" h="467360">
                  <a:moveTo>
                    <a:pt x="0" y="90716"/>
                  </a:moveTo>
                  <a:lnTo>
                    <a:pt x="35286" y="52801"/>
                  </a:lnTo>
                  <a:lnTo>
                    <a:pt x="86757" y="35929"/>
                  </a:lnTo>
                  <a:lnTo>
                    <a:pt x="150964" y="24018"/>
                  </a:lnTo>
                  <a:lnTo>
                    <a:pt x="237456" y="11910"/>
                  </a:lnTo>
                  <a:lnTo>
                    <a:pt x="327398" y="4764"/>
                  </a:lnTo>
                  <a:lnTo>
                    <a:pt x="422912" y="0"/>
                  </a:lnTo>
                  <a:lnTo>
                    <a:pt x="525854" y="0"/>
                  </a:lnTo>
                  <a:lnTo>
                    <a:pt x="621898" y="4764"/>
                  </a:lnTo>
                  <a:lnTo>
                    <a:pt x="718207" y="11910"/>
                  </a:lnTo>
                  <a:lnTo>
                    <a:pt x="798598" y="24018"/>
                  </a:lnTo>
                  <a:lnTo>
                    <a:pt x="862008" y="35929"/>
                  </a:lnTo>
                  <a:lnTo>
                    <a:pt x="913479" y="52801"/>
                  </a:lnTo>
                  <a:lnTo>
                    <a:pt x="958317" y="90716"/>
                  </a:lnTo>
                  <a:lnTo>
                    <a:pt x="945582" y="107588"/>
                  </a:lnTo>
                  <a:lnTo>
                    <a:pt x="862008" y="143716"/>
                  </a:lnTo>
                  <a:lnTo>
                    <a:pt x="798598" y="155626"/>
                  </a:lnTo>
                  <a:lnTo>
                    <a:pt x="718207" y="167735"/>
                  </a:lnTo>
                  <a:lnTo>
                    <a:pt x="621898" y="174881"/>
                  </a:lnTo>
                  <a:lnTo>
                    <a:pt x="525854" y="179645"/>
                  </a:lnTo>
                  <a:lnTo>
                    <a:pt x="422912" y="179645"/>
                  </a:lnTo>
                  <a:lnTo>
                    <a:pt x="327398" y="174881"/>
                  </a:lnTo>
                  <a:lnTo>
                    <a:pt x="237456" y="167735"/>
                  </a:lnTo>
                  <a:lnTo>
                    <a:pt x="150964" y="155626"/>
                  </a:lnTo>
                  <a:lnTo>
                    <a:pt x="86757" y="143716"/>
                  </a:lnTo>
                  <a:lnTo>
                    <a:pt x="35286" y="126843"/>
                  </a:lnTo>
                  <a:lnTo>
                    <a:pt x="0" y="90716"/>
                  </a:lnTo>
                  <a:close/>
                </a:path>
              </a:pathLst>
            </a:custGeom>
            <a:ln w="168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5414112" y="4111615"/>
              <a:ext cx="1068070" cy="132080"/>
            </a:xfrm>
            <a:custGeom>
              <a:avLst/>
              <a:gdLst/>
              <a:ahLst/>
              <a:cxnLst/>
              <a:rect l="l" t="t" r="r" b="b"/>
              <a:pathLst>
                <a:path w="1068070" h="132079">
                  <a:moveTo>
                    <a:pt x="1067468" y="0"/>
                  </a:moveTo>
                  <a:lnTo>
                    <a:pt x="0" y="0"/>
                  </a:lnTo>
                  <a:lnTo>
                    <a:pt x="0" y="131702"/>
                  </a:lnTo>
                  <a:lnTo>
                    <a:pt x="1067468" y="131702"/>
                  </a:lnTo>
                  <a:lnTo>
                    <a:pt x="10674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5471951" y="3939013"/>
              <a:ext cx="962025" cy="309245"/>
            </a:xfrm>
            <a:custGeom>
              <a:avLst/>
              <a:gdLst/>
              <a:ahLst/>
              <a:cxnLst/>
              <a:rect l="l" t="t" r="r" b="b"/>
              <a:pathLst>
                <a:path w="962025" h="309245">
                  <a:moveTo>
                    <a:pt x="0" y="0"/>
                  </a:moveTo>
                  <a:lnTo>
                    <a:pt x="0" y="309069"/>
                  </a:lnTo>
                </a:path>
                <a:path w="962025" h="309245">
                  <a:moveTo>
                    <a:pt x="961501" y="0"/>
                  </a:moveTo>
                  <a:lnTo>
                    <a:pt x="961501" y="309069"/>
                  </a:lnTo>
                </a:path>
              </a:pathLst>
            </a:custGeom>
            <a:ln w="168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8" name="object 78" descr=""/>
          <p:cNvSpPr txBox="1"/>
          <p:nvPr/>
        </p:nvSpPr>
        <p:spPr>
          <a:xfrm>
            <a:off x="5783466" y="4714244"/>
            <a:ext cx="306705" cy="24130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400" spc="250">
                <a:latin typeface="Times New Roman"/>
                <a:cs typeface="Times New Roman"/>
              </a:rPr>
              <a:t>C2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79" name="object 79" descr=""/>
          <p:cNvGrpSpPr/>
          <p:nvPr/>
        </p:nvGrpSpPr>
        <p:grpSpPr>
          <a:xfrm>
            <a:off x="6818159" y="3852587"/>
            <a:ext cx="1064260" cy="1478915"/>
            <a:chOff x="6818159" y="3852587"/>
            <a:chExt cx="1064260" cy="1478915"/>
          </a:xfrm>
        </p:grpSpPr>
        <p:sp>
          <p:nvSpPr>
            <p:cNvPr id="80" name="object 80" descr=""/>
            <p:cNvSpPr/>
            <p:nvPr/>
          </p:nvSpPr>
          <p:spPr>
            <a:xfrm>
              <a:off x="6872549" y="5146409"/>
              <a:ext cx="958850" cy="177165"/>
            </a:xfrm>
            <a:custGeom>
              <a:avLst/>
              <a:gdLst/>
              <a:ahLst/>
              <a:cxnLst/>
              <a:rect l="l" t="t" r="r" b="b"/>
              <a:pathLst>
                <a:path w="958850" h="177164">
                  <a:moveTo>
                    <a:pt x="529038" y="0"/>
                  </a:moveTo>
                  <a:lnTo>
                    <a:pt x="426361" y="0"/>
                  </a:lnTo>
                  <a:lnTo>
                    <a:pt x="330051" y="4803"/>
                  </a:lnTo>
                  <a:lnTo>
                    <a:pt x="240640" y="12029"/>
                  </a:lnTo>
                  <a:lnTo>
                    <a:pt x="154147" y="23562"/>
                  </a:lnTo>
                  <a:lnTo>
                    <a:pt x="89941" y="35571"/>
                  </a:lnTo>
                  <a:lnTo>
                    <a:pt x="35286" y="49983"/>
                  </a:lnTo>
                  <a:lnTo>
                    <a:pt x="0" y="90854"/>
                  </a:lnTo>
                  <a:lnTo>
                    <a:pt x="9551" y="107668"/>
                  </a:lnTo>
                  <a:lnTo>
                    <a:pt x="89941" y="143716"/>
                  </a:lnTo>
                  <a:lnTo>
                    <a:pt x="240640" y="164876"/>
                  </a:lnTo>
                  <a:lnTo>
                    <a:pt x="330051" y="174484"/>
                  </a:lnTo>
                  <a:lnTo>
                    <a:pt x="426361" y="176886"/>
                  </a:lnTo>
                  <a:lnTo>
                    <a:pt x="529038" y="176886"/>
                  </a:lnTo>
                  <a:lnTo>
                    <a:pt x="622163" y="174484"/>
                  </a:lnTo>
                  <a:lnTo>
                    <a:pt x="718207" y="164876"/>
                  </a:lnTo>
                  <a:lnTo>
                    <a:pt x="797802" y="152847"/>
                  </a:lnTo>
                  <a:lnTo>
                    <a:pt x="862008" y="143716"/>
                  </a:lnTo>
                  <a:lnTo>
                    <a:pt x="916663" y="126903"/>
                  </a:lnTo>
                  <a:lnTo>
                    <a:pt x="948766" y="107668"/>
                  </a:lnTo>
                  <a:lnTo>
                    <a:pt x="958317" y="90854"/>
                  </a:lnTo>
                  <a:lnTo>
                    <a:pt x="948766" y="71620"/>
                  </a:lnTo>
                  <a:lnTo>
                    <a:pt x="916663" y="49983"/>
                  </a:lnTo>
                  <a:lnTo>
                    <a:pt x="862008" y="35571"/>
                  </a:lnTo>
                  <a:lnTo>
                    <a:pt x="797802" y="23562"/>
                  </a:lnTo>
                  <a:lnTo>
                    <a:pt x="718207" y="12029"/>
                  </a:lnTo>
                  <a:lnTo>
                    <a:pt x="622163" y="4803"/>
                  </a:lnTo>
                  <a:lnTo>
                    <a:pt x="5290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6872549" y="4858976"/>
              <a:ext cx="958850" cy="464820"/>
            </a:xfrm>
            <a:custGeom>
              <a:avLst/>
              <a:gdLst/>
              <a:ahLst/>
              <a:cxnLst/>
              <a:rect l="l" t="t" r="r" b="b"/>
              <a:pathLst>
                <a:path w="958850" h="464820">
                  <a:moveTo>
                    <a:pt x="0" y="378287"/>
                  </a:moveTo>
                  <a:lnTo>
                    <a:pt x="35286" y="337415"/>
                  </a:lnTo>
                  <a:lnTo>
                    <a:pt x="89941" y="323004"/>
                  </a:lnTo>
                  <a:lnTo>
                    <a:pt x="154148" y="310995"/>
                  </a:lnTo>
                  <a:lnTo>
                    <a:pt x="240640" y="299462"/>
                  </a:lnTo>
                  <a:lnTo>
                    <a:pt x="330051" y="292236"/>
                  </a:lnTo>
                  <a:lnTo>
                    <a:pt x="426361" y="287432"/>
                  </a:lnTo>
                  <a:lnTo>
                    <a:pt x="529038" y="287432"/>
                  </a:lnTo>
                  <a:lnTo>
                    <a:pt x="622163" y="292236"/>
                  </a:lnTo>
                  <a:lnTo>
                    <a:pt x="718207" y="299462"/>
                  </a:lnTo>
                  <a:lnTo>
                    <a:pt x="797802" y="310995"/>
                  </a:lnTo>
                  <a:lnTo>
                    <a:pt x="862008" y="323004"/>
                  </a:lnTo>
                  <a:lnTo>
                    <a:pt x="916663" y="337415"/>
                  </a:lnTo>
                  <a:lnTo>
                    <a:pt x="948766" y="359052"/>
                  </a:lnTo>
                  <a:lnTo>
                    <a:pt x="958317" y="378287"/>
                  </a:lnTo>
                  <a:lnTo>
                    <a:pt x="948766" y="395101"/>
                  </a:lnTo>
                  <a:lnTo>
                    <a:pt x="916663" y="414336"/>
                  </a:lnTo>
                  <a:lnTo>
                    <a:pt x="862008" y="431149"/>
                  </a:lnTo>
                  <a:lnTo>
                    <a:pt x="797802" y="440280"/>
                  </a:lnTo>
                  <a:lnTo>
                    <a:pt x="718207" y="452309"/>
                  </a:lnTo>
                  <a:lnTo>
                    <a:pt x="622163" y="461917"/>
                  </a:lnTo>
                  <a:lnTo>
                    <a:pt x="529038" y="464319"/>
                  </a:lnTo>
                  <a:lnTo>
                    <a:pt x="426361" y="464319"/>
                  </a:lnTo>
                  <a:lnTo>
                    <a:pt x="330051" y="461917"/>
                  </a:lnTo>
                  <a:lnTo>
                    <a:pt x="240640" y="452309"/>
                  </a:lnTo>
                  <a:lnTo>
                    <a:pt x="154148" y="440280"/>
                  </a:lnTo>
                  <a:lnTo>
                    <a:pt x="89941" y="431149"/>
                  </a:lnTo>
                  <a:lnTo>
                    <a:pt x="35286" y="414336"/>
                  </a:lnTo>
                  <a:lnTo>
                    <a:pt x="9551" y="395101"/>
                  </a:lnTo>
                  <a:lnTo>
                    <a:pt x="0" y="378287"/>
                  </a:lnTo>
                  <a:close/>
                </a:path>
                <a:path w="958850" h="464820">
                  <a:moveTo>
                    <a:pt x="0" y="90835"/>
                  </a:moveTo>
                  <a:lnTo>
                    <a:pt x="35286" y="49983"/>
                  </a:lnTo>
                  <a:lnTo>
                    <a:pt x="89941" y="35571"/>
                  </a:lnTo>
                  <a:lnTo>
                    <a:pt x="154147" y="24018"/>
                  </a:lnTo>
                  <a:lnTo>
                    <a:pt x="240640" y="12009"/>
                  </a:lnTo>
                  <a:lnTo>
                    <a:pt x="330051" y="4803"/>
                  </a:lnTo>
                  <a:lnTo>
                    <a:pt x="426361" y="0"/>
                  </a:lnTo>
                  <a:lnTo>
                    <a:pt x="529038" y="0"/>
                  </a:lnTo>
                  <a:lnTo>
                    <a:pt x="622163" y="4803"/>
                  </a:lnTo>
                  <a:lnTo>
                    <a:pt x="718207" y="12009"/>
                  </a:lnTo>
                  <a:lnTo>
                    <a:pt x="797802" y="24018"/>
                  </a:lnTo>
                  <a:lnTo>
                    <a:pt x="862008" y="35571"/>
                  </a:lnTo>
                  <a:lnTo>
                    <a:pt x="916663" y="49983"/>
                  </a:lnTo>
                  <a:lnTo>
                    <a:pt x="948766" y="71620"/>
                  </a:lnTo>
                  <a:lnTo>
                    <a:pt x="958317" y="90835"/>
                  </a:lnTo>
                  <a:lnTo>
                    <a:pt x="948766" y="107668"/>
                  </a:lnTo>
                  <a:lnTo>
                    <a:pt x="862008" y="143716"/>
                  </a:lnTo>
                  <a:lnTo>
                    <a:pt x="797802" y="153323"/>
                  </a:lnTo>
                  <a:lnTo>
                    <a:pt x="718207" y="164857"/>
                  </a:lnTo>
                  <a:lnTo>
                    <a:pt x="622163" y="174484"/>
                  </a:lnTo>
                  <a:lnTo>
                    <a:pt x="529038" y="176886"/>
                  </a:lnTo>
                  <a:lnTo>
                    <a:pt x="426361" y="176886"/>
                  </a:lnTo>
                  <a:lnTo>
                    <a:pt x="330051" y="174484"/>
                  </a:lnTo>
                  <a:lnTo>
                    <a:pt x="240640" y="164857"/>
                  </a:lnTo>
                  <a:lnTo>
                    <a:pt x="154147" y="153323"/>
                  </a:lnTo>
                  <a:lnTo>
                    <a:pt x="89941" y="143716"/>
                  </a:lnTo>
                  <a:lnTo>
                    <a:pt x="35286" y="126883"/>
                  </a:lnTo>
                  <a:lnTo>
                    <a:pt x="0" y="90835"/>
                  </a:lnTo>
                  <a:close/>
                </a:path>
              </a:pathLst>
            </a:custGeom>
            <a:ln w="168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6818159" y="5107963"/>
              <a:ext cx="1064260" cy="132080"/>
            </a:xfrm>
            <a:custGeom>
              <a:avLst/>
              <a:gdLst/>
              <a:ahLst/>
              <a:cxnLst/>
              <a:rect l="l" t="t" r="r" b="b"/>
              <a:pathLst>
                <a:path w="1064259" h="132079">
                  <a:moveTo>
                    <a:pt x="1064257" y="0"/>
                  </a:moveTo>
                  <a:lnTo>
                    <a:pt x="0" y="0"/>
                  </a:lnTo>
                  <a:lnTo>
                    <a:pt x="0" y="131702"/>
                  </a:lnTo>
                  <a:lnTo>
                    <a:pt x="1064257" y="131702"/>
                  </a:lnTo>
                  <a:lnTo>
                    <a:pt x="106425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6872549" y="4937802"/>
              <a:ext cx="965200" cy="309245"/>
            </a:xfrm>
            <a:custGeom>
              <a:avLst/>
              <a:gdLst/>
              <a:ahLst/>
              <a:cxnLst/>
              <a:rect l="l" t="t" r="r" b="b"/>
              <a:pathLst>
                <a:path w="965200" h="309245">
                  <a:moveTo>
                    <a:pt x="0" y="0"/>
                  </a:moveTo>
                  <a:lnTo>
                    <a:pt x="0" y="309069"/>
                  </a:lnTo>
                </a:path>
                <a:path w="965200" h="309245">
                  <a:moveTo>
                    <a:pt x="964685" y="0"/>
                  </a:moveTo>
                  <a:lnTo>
                    <a:pt x="964685" y="309069"/>
                  </a:lnTo>
                </a:path>
              </a:pathLst>
            </a:custGeom>
            <a:ln w="168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6872549" y="4815703"/>
              <a:ext cx="958850" cy="177800"/>
            </a:xfrm>
            <a:custGeom>
              <a:avLst/>
              <a:gdLst/>
              <a:ahLst/>
              <a:cxnLst/>
              <a:rect l="l" t="t" r="r" b="b"/>
              <a:pathLst>
                <a:path w="958850" h="177800">
                  <a:moveTo>
                    <a:pt x="529038" y="0"/>
                  </a:moveTo>
                  <a:lnTo>
                    <a:pt x="426361" y="0"/>
                  </a:lnTo>
                  <a:lnTo>
                    <a:pt x="330051" y="2421"/>
                  </a:lnTo>
                  <a:lnTo>
                    <a:pt x="240640" y="12029"/>
                  </a:lnTo>
                  <a:lnTo>
                    <a:pt x="154147" y="24038"/>
                  </a:lnTo>
                  <a:lnTo>
                    <a:pt x="89941" y="33646"/>
                  </a:lnTo>
                  <a:lnTo>
                    <a:pt x="35286" y="50479"/>
                  </a:lnTo>
                  <a:lnTo>
                    <a:pt x="0" y="90854"/>
                  </a:lnTo>
                  <a:lnTo>
                    <a:pt x="9551" y="105266"/>
                  </a:lnTo>
                  <a:lnTo>
                    <a:pt x="89941" y="141334"/>
                  </a:lnTo>
                  <a:lnTo>
                    <a:pt x="154147" y="153343"/>
                  </a:lnTo>
                  <a:lnTo>
                    <a:pt x="240640" y="165353"/>
                  </a:lnTo>
                  <a:lnTo>
                    <a:pt x="330051" y="172578"/>
                  </a:lnTo>
                  <a:lnTo>
                    <a:pt x="426361" y="177382"/>
                  </a:lnTo>
                  <a:lnTo>
                    <a:pt x="529038" y="177382"/>
                  </a:lnTo>
                  <a:lnTo>
                    <a:pt x="622163" y="172578"/>
                  </a:lnTo>
                  <a:lnTo>
                    <a:pt x="718207" y="165353"/>
                  </a:lnTo>
                  <a:lnTo>
                    <a:pt x="797802" y="153343"/>
                  </a:lnTo>
                  <a:lnTo>
                    <a:pt x="862008" y="141334"/>
                  </a:lnTo>
                  <a:lnTo>
                    <a:pt x="916663" y="126903"/>
                  </a:lnTo>
                  <a:lnTo>
                    <a:pt x="948766" y="105266"/>
                  </a:lnTo>
                  <a:lnTo>
                    <a:pt x="958317" y="90854"/>
                  </a:lnTo>
                  <a:lnTo>
                    <a:pt x="948766" y="69218"/>
                  </a:lnTo>
                  <a:lnTo>
                    <a:pt x="862008" y="33646"/>
                  </a:lnTo>
                  <a:lnTo>
                    <a:pt x="718207" y="12029"/>
                  </a:lnTo>
                  <a:lnTo>
                    <a:pt x="622163" y="2421"/>
                  </a:lnTo>
                  <a:lnTo>
                    <a:pt x="5290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6872549" y="4528270"/>
              <a:ext cx="958850" cy="464820"/>
            </a:xfrm>
            <a:custGeom>
              <a:avLst/>
              <a:gdLst/>
              <a:ahLst/>
              <a:cxnLst/>
              <a:rect l="l" t="t" r="r" b="b"/>
              <a:pathLst>
                <a:path w="958850" h="464820">
                  <a:moveTo>
                    <a:pt x="0" y="378287"/>
                  </a:moveTo>
                  <a:lnTo>
                    <a:pt x="35286" y="337912"/>
                  </a:lnTo>
                  <a:lnTo>
                    <a:pt x="89941" y="321079"/>
                  </a:lnTo>
                  <a:lnTo>
                    <a:pt x="154148" y="311471"/>
                  </a:lnTo>
                  <a:lnTo>
                    <a:pt x="240640" y="299462"/>
                  </a:lnTo>
                  <a:lnTo>
                    <a:pt x="330051" y="289854"/>
                  </a:lnTo>
                  <a:lnTo>
                    <a:pt x="426361" y="287432"/>
                  </a:lnTo>
                  <a:lnTo>
                    <a:pt x="529038" y="287432"/>
                  </a:lnTo>
                  <a:lnTo>
                    <a:pt x="622163" y="289854"/>
                  </a:lnTo>
                  <a:lnTo>
                    <a:pt x="718207" y="299462"/>
                  </a:lnTo>
                  <a:lnTo>
                    <a:pt x="797802" y="311471"/>
                  </a:lnTo>
                  <a:lnTo>
                    <a:pt x="862008" y="321079"/>
                  </a:lnTo>
                  <a:lnTo>
                    <a:pt x="916663" y="337912"/>
                  </a:lnTo>
                  <a:lnTo>
                    <a:pt x="948766" y="356650"/>
                  </a:lnTo>
                  <a:lnTo>
                    <a:pt x="958317" y="378287"/>
                  </a:lnTo>
                  <a:lnTo>
                    <a:pt x="948766" y="392699"/>
                  </a:lnTo>
                  <a:lnTo>
                    <a:pt x="916663" y="414336"/>
                  </a:lnTo>
                  <a:lnTo>
                    <a:pt x="862008" y="428767"/>
                  </a:lnTo>
                  <a:lnTo>
                    <a:pt x="797802" y="440776"/>
                  </a:lnTo>
                  <a:lnTo>
                    <a:pt x="718207" y="452786"/>
                  </a:lnTo>
                  <a:lnTo>
                    <a:pt x="622163" y="460011"/>
                  </a:lnTo>
                  <a:lnTo>
                    <a:pt x="529038" y="464815"/>
                  </a:lnTo>
                  <a:lnTo>
                    <a:pt x="426361" y="464815"/>
                  </a:lnTo>
                  <a:lnTo>
                    <a:pt x="330051" y="460011"/>
                  </a:lnTo>
                  <a:lnTo>
                    <a:pt x="240640" y="452786"/>
                  </a:lnTo>
                  <a:lnTo>
                    <a:pt x="154148" y="440776"/>
                  </a:lnTo>
                  <a:lnTo>
                    <a:pt x="89941" y="428767"/>
                  </a:lnTo>
                  <a:lnTo>
                    <a:pt x="35286" y="414336"/>
                  </a:lnTo>
                  <a:lnTo>
                    <a:pt x="9551" y="392699"/>
                  </a:lnTo>
                  <a:lnTo>
                    <a:pt x="0" y="378287"/>
                  </a:lnTo>
                  <a:close/>
                </a:path>
                <a:path w="958850" h="464820">
                  <a:moveTo>
                    <a:pt x="0" y="90854"/>
                  </a:moveTo>
                  <a:lnTo>
                    <a:pt x="35286" y="50479"/>
                  </a:lnTo>
                  <a:lnTo>
                    <a:pt x="89941" y="33646"/>
                  </a:lnTo>
                  <a:lnTo>
                    <a:pt x="154147" y="24038"/>
                  </a:lnTo>
                  <a:lnTo>
                    <a:pt x="240640" y="12009"/>
                  </a:lnTo>
                  <a:lnTo>
                    <a:pt x="330051" y="2401"/>
                  </a:lnTo>
                  <a:lnTo>
                    <a:pt x="426361" y="0"/>
                  </a:lnTo>
                  <a:lnTo>
                    <a:pt x="529038" y="0"/>
                  </a:lnTo>
                  <a:lnTo>
                    <a:pt x="622163" y="2401"/>
                  </a:lnTo>
                  <a:lnTo>
                    <a:pt x="718207" y="12009"/>
                  </a:lnTo>
                  <a:lnTo>
                    <a:pt x="797802" y="24038"/>
                  </a:lnTo>
                  <a:lnTo>
                    <a:pt x="862008" y="33646"/>
                  </a:lnTo>
                  <a:lnTo>
                    <a:pt x="916663" y="50479"/>
                  </a:lnTo>
                  <a:lnTo>
                    <a:pt x="948766" y="69694"/>
                  </a:lnTo>
                  <a:lnTo>
                    <a:pt x="958317" y="90854"/>
                  </a:lnTo>
                  <a:lnTo>
                    <a:pt x="948766" y="105266"/>
                  </a:lnTo>
                  <a:lnTo>
                    <a:pt x="916663" y="126903"/>
                  </a:lnTo>
                  <a:lnTo>
                    <a:pt x="862008" y="141314"/>
                  </a:lnTo>
                  <a:lnTo>
                    <a:pt x="797802" y="153343"/>
                  </a:lnTo>
                  <a:lnTo>
                    <a:pt x="718207" y="165353"/>
                  </a:lnTo>
                  <a:lnTo>
                    <a:pt x="622163" y="172558"/>
                  </a:lnTo>
                  <a:lnTo>
                    <a:pt x="529038" y="177362"/>
                  </a:lnTo>
                  <a:lnTo>
                    <a:pt x="426361" y="177362"/>
                  </a:lnTo>
                  <a:lnTo>
                    <a:pt x="330051" y="172558"/>
                  </a:lnTo>
                  <a:lnTo>
                    <a:pt x="240640" y="165353"/>
                  </a:lnTo>
                  <a:lnTo>
                    <a:pt x="154147" y="153343"/>
                  </a:lnTo>
                  <a:lnTo>
                    <a:pt x="89941" y="141314"/>
                  </a:lnTo>
                  <a:lnTo>
                    <a:pt x="35286" y="126903"/>
                  </a:lnTo>
                  <a:lnTo>
                    <a:pt x="9551" y="105266"/>
                  </a:lnTo>
                  <a:lnTo>
                    <a:pt x="0" y="90854"/>
                  </a:lnTo>
                  <a:close/>
                </a:path>
              </a:pathLst>
            </a:custGeom>
            <a:ln w="168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6818159" y="4777257"/>
              <a:ext cx="1064260" cy="132080"/>
            </a:xfrm>
            <a:custGeom>
              <a:avLst/>
              <a:gdLst/>
              <a:ahLst/>
              <a:cxnLst/>
              <a:rect l="l" t="t" r="r" b="b"/>
              <a:pathLst>
                <a:path w="1064259" h="132079">
                  <a:moveTo>
                    <a:pt x="1064257" y="0"/>
                  </a:moveTo>
                  <a:lnTo>
                    <a:pt x="0" y="0"/>
                  </a:lnTo>
                  <a:lnTo>
                    <a:pt x="0" y="131702"/>
                  </a:lnTo>
                  <a:lnTo>
                    <a:pt x="1064257" y="131702"/>
                  </a:lnTo>
                  <a:lnTo>
                    <a:pt x="106425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6872549" y="4605170"/>
              <a:ext cx="965200" cy="308610"/>
            </a:xfrm>
            <a:custGeom>
              <a:avLst/>
              <a:gdLst/>
              <a:ahLst/>
              <a:cxnLst/>
              <a:rect l="l" t="t" r="r" b="b"/>
              <a:pathLst>
                <a:path w="965200" h="308610">
                  <a:moveTo>
                    <a:pt x="0" y="0"/>
                  </a:moveTo>
                  <a:lnTo>
                    <a:pt x="0" y="308593"/>
                  </a:lnTo>
                </a:path>
                <a:path w="965200" h="308610">
                  <a:moveTo>
                    <a:pt x="964685" y="0"/>
                  </a:moveTo>
                  <a:lnTo>
                    <a:pt x="964685" y="308593"/>
                  </a:lnTo>
                </a:path>
              </a:pathLst>
            </a:custGeom>
            <a:ln w="168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6872549" y="4480212"/>
              <a:ext cx="958850" cy="177800"/>
            </a:xfrm>
            <a:custGeom>
              <a:avLst/>
              <a:gdLst/>
              <a:ahLst/>
              <a:cxnLst/>
              <a:rect l="l" t="t" r="r" b="b"/>
              <a:pathLst>
                <a:path w="958850" h="177800">
                  <a:moveTo>
                    <a:pt x="529038" y="0"/>
                  </a:moveTo>
                  <a:lnTo>
                    <a:pt x="426361" y="0"/>
                  </a:lnTo>
                  <a:lnTo>
                    <a:pt x="330051" y="2401"/>
                  </a:lnTo>
                  <a:lnTo>
                    <a:pt x="240640" y="12009"/>
                  </a:lnTo>
                  <a:lnTo>
                    <a:pt x="154147" y="24018"/>
                  </a:lnTo>
                  <a:lnTo>
                    <a:pt x="89941" y="33646"/>
                  </a:lnTo>
                  <a:lnTo>
                    <a:pt x="35286" y="50459"/>
                  </a:lnTo>
                  <a:lnTo>
                    <a:pt x="0" y="91311"/>
                  </a:lnTo>
                  <a:lnTo>
                    <a:pt x="9551" y="105742"/>
                  </a:lnTo>
                  <a:lnTo>
                    <a:pt x="89941" y="141314"/>
                  </a:lnTo>
                  <a:lnTo>
                    <a:pt x="154147" y="153323"/>
                  </a:lnTo>
                  <a:lnTo>
                    <a:pt x="240640" y="165333"/>
                  </a:lnTo>
                  <a:lnTo>
                    <a:pt x="330051" y="172558"/>
                  </a:lnTo>
                  <a:lnTo>
                    <a:pt x="426361" y="177362"/>
                  </a:lnTo>
                  <a:lnTo>
                    <a:pt x="529038" y="177362"/>
                  </a:lnTo>
                  <a:lnTo>
                    <a:pt x="622163" y="172558"/>
                  </a:lnTo>
                  <a:lnTo>
                    <a:pt x="718207" y="165333"/>
                  </a:lnTo>
                  <a:lnTo>
                    <a:pt x="797802" y="153323"/>
                  </a:lnTo>
                  <a:lnTo>
                    <a:pt x="862008" y="141314"/>
                  </a:lnTo>
                  <a:lnTo>
                    <a:pt x="916663" y="127359"/>
                  </a:lnTo>
                  <a:lnTo>
                    <a:pt x="948766" y="105742"/>
                  </a:lnTo>
                  <a:lnTo>
                    <a:pt x="958317" y="91311"/>
                  </a:lnTo>
                  <a:lnTo>
                    <a:pt x="948766" y="69694"/>
                  </a:lnTo>
                  <a:lnTo>
                    <a:pt x="862008" y="33646"/>
                  </a:lnTo>
                  <a:lnTo>
                    <a:pt x="718207" y="12009"/>
                  </a:lnTo>
                  <a:lnTo>
                    <a:pt x="622163" y="2401"/>
                  </a:lnTo>
                  <a:lnTo>
                    <a:pt x="5290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6872549" y="4193295"/>
              <a:ext cx="958850" cy="464820"/>
            </a:xfrm>
            <a:custGeom>
              <a:avLst/>
              <a:gdLst/>
              <a:ahLst/>
              <a:cxnLst/>
              <a:rect l="l" t="t" r="r" b="b"/>
              <a:pathLst>
                <a:path w="958850" h="464820">
                  <a:moveTo>
                    <a:pt x="0" y="378228"/>
                  </a:moveTo>
                  <a:lnTo>
                    <a:pt x="35286" y="337376"/>
                  </a:lnTo>
                  <a:lnTo>
                    <a:pt x="89941" y="320563"/>
                  </a:lnTo>
                  <a:lnTo>
                    <a:pt x="154148" y="310935"/>
                  </a:lnTo>
                  <a:lnTo>
                    <a:pt x="240640" y="298926"/>
                  </a:lnTo>
                  <a:lnTo>
                    <a:pt x="330051" y="289318"/>
                  </a:lnTo>
                  <a:lnTo>
                    <a:pt x="426361" y="286916"/>
                  </a:lnTo>
                  <a:lnTo>
                    <a:pt x="529038" y="286916"/>
                  </a:lnTo>
                  <a:lnTo>
                    <a:pt x="622163" y="289318"/>
                  </a:lnTo>
                  <a:lnTo>
                    <a:pt x="718207" y="298926"/>
                  </a:lnTo>
                  <a:lnTo>
                    <a:pt x="797802" y="310935"/>
                  </a:lnTo>
                  <a:lnTo>
                    <a:pt x="862008" y="320563"/>
                  </a:lnTo>
                  <a:lnTo>
                    <a:pt x="916663" y="337376"/>
                  </a:lnTo>
                  <a:lnTo>
                    <a:pt x="948766" y="356611"/>
                  </a:lnTo>
                  <a:lnTo>
                    <a:pt x="958317" y="378228"/>
                  </a:lnTo>
                  <a:lnTo>
                    <a:pt x="948766" y="392659"/>
                  </a:lnTo>
                  <a:lnTo>
                    <a:pt x="916663" y="414276"/>
                  </a:lnTo>
                  <a:lnTo>
                    <a:pt x="862008" y="428231"/>
                  </a:lnTo>
                  <a:lnTo>
                    <a:pt x="797802" y="440240"/>
                  </a:lnTo>
                  <a:lnTo>
                    <a:pt x="718207" y="452250"/>
                  </a:lnTo>
                  <a:lnTo>
                    <a:pt x="622163" y="459475"/>
                  </a:lnTo>
                  <a:lnTo>
                    <a:pt x="529038" y="464279"/>
                  </a:lnTo>
                  <a:lnTo>
                    <a:pt x="426361" y="464279"/>
                  </a:lnTo>
                  <a:lnTo>
                    <a:pt x="330051" y="459475"/>
                  </a:lnTo>
                  <a:lnTo>
                    <a:pt x="240640" y="452250"/>
                  </a:lnTo>
                  <a:lnTo>
                    <a:pt x="154148" y="440240"/>
                  </a:lnTo>
                  <a:lnTo>
                    <a:pt x="89941" y="428231"/>
                  </a:lnTo>
                  <a:lnTo>
                    <a:pt x="35286" y="414276"/>
                  </a:lnTo>
                  <a:lnTo>
                    <a:pt x="9551" y="392659"/>
                  </a:lnTo>
                  <a:lnTo>
                    <a:pt x="0" y="378228"/>
                  </a:lnTo>
                  <a:close/>
                </a:path>
                <a:path w="958850" h="464820">
                  <a:moveTo>
                    <a:pt x="0" y="90795"/>
                  </a:moveTo>
                  <a:lnTo>
                    <a:pt x="35286" y="50022"/>
                  </a:lnTo>
                  <a:lnTo>
                    <a:pt x="89941" y="33150"/>
                  </a:lnTo>
                  <a:lnTo>
                    <a:pt x="154147" y="23423"/>
                  </a:lnTo>
                  <a:lnTo>
                    <a:pt x="240640" y="11513"/>
                  </a:lnTo>
                  <a:lnTo>
                    <a:pt x="330051" y="1786"/>
                  </a:lnTo>
                  <a:lnTo>
                    <a:pt x="426361" y="0"/>
                  </a:lnTo>
                  <a:lnTo>
                    <a:pt x="529038" y="0"/>
                  </a:lnTo>
                  <a:lnTo>
                    <a:pt x="622163" y="1786"/>
                  </a:lnTo>
                  <a:lnTo>
                    <a:pt x="718207" y="11513"/>
                  </a:lnTo>
                  <a:lnTo>
                    <a:pt x="797802" y="23423"/>
                  </a:lnTo>
                  <a:lnTo>
                    <a:pt x="862008" y="33150"/>
                  </a:lnTo>
                  <a:lnTo>
                    <a:pt x="916663" y="50022"/>
                  </a:lnTo>
                  <a:lnTo>
                    <a:pt x="958317" y="90795"/>
                  </a:lnTo>
                  <a:lnTo>
                    <a:pt x="948766" y="105206"/>
                  </a:lnTo>
                  <a:lnTo>
                    <a:pt x="916663" y="126843"/>
                  </a:lnTo>
                  <a:lnTo>
                    <a:pt x="862008" y="140778"/>
                  </a:lnTo>
                  <a:lnTo>
                    <a:pt x="797802" y="152807"/>
                  </a:lnTo>
                  <a:lnTo>
                    <a:pt x="718207" y="164817"/>
                  </a:lnTo>
                  <a:lnTo>
                    <a:pt x="622163" y="172022"/>
                  </a:lnTo>
                  <a:lnTo>
                    <a:pt x="529038" y="176826"/>
                  </a:lnTo>
                  <a:lnTo>
                    <a:pt x="426361" y="176826"/>
                  </a:lnTo>
                  <a:lnTo>
                    <a:pt x="330051" y="172022"/>
                  </a:lnTo>
                  <a:lnTo>
                    <a:pt x="240640" y="164817"/>
                  </a:lnTo>
                  <a:lnTo>
                    <a:pt x="154147" y="152807"/>
                  </a:lnTo>
                  <a:lnTo>
                    <a:pt x="89941" y="140778"/>
                  </a:lnTo>
                  <a:lnTo>
                    <a:pt x="35286" y="126843"/>
                  </a:lnTo>
                  <a:lnTo>
                    <a:pt x="0" y="90795"/>
                  </a:lnTo>
                  <a:close/>
                </a:path>
              </a:pathLst>
            </a:custGeom>
            <a:ln w="168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6818159" y="4442223"/>
              <a:ext cx="1064260" cy="132080"/>
            </a:xfrm>
            <a:custGeom>
              <a:avLst/>
              <a:gdLst/>
              <a:ahLst/>
              <a:cxnLst/>
              <a:rect l="l" t="t" r="r" b="b"/>
              <a:pathLst>
                <a:path w="1064259" h="132079">
                  <a:moveTo>
                    <a:pt x="1064257" y="0"/>
                  </a:moveTo>
                  <a:lnTo>
                    <a:pt x="0" y="0"/>
                  </a:lnTo>
                  <a:lnTo>
                    <a:pt x="0" y="131702"/>
                  </a:lnTo>
                  <a:lnTo>
                    <a:pt x="1064257" y="131702"/>
                  </a:lnTo>
                  <a:lnTo>
                    <a:pt x="106425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6872549" y="4269680"/>
              <a:ext cx="965200" cy="309245"/>
            </a:xfrm>
            <a:custGeom>
              <a:avLst/>
              <a:gdLst/>
              <a:ahLst/>
              <a:cxnLst/>
              <a:rect l="l" t="t" r="r" b="b"/>
              <a:pathLst>
                <a:path w="965200" h="309245">
                  <a:moveTo>
                    <a:pt x="0" y="0"/>
                  </a:moveTo>
                  <a:lnTo>
                    <a:pt x="0" y="309069"/>
                  </a:lnTo>
                </a:path>
                <a:path w="965200" h="309245">
                  <a:moveTo>
                    <a:pt x="964685" y="0"/>
                  </a:moveTo>
                  <a:lnTo>
                    <a:pt x="964685" y="309069"/>
                  </a:lnTo>
                </a:path>
              </a:pathLst>
            </a:custGeom>
            <a:ln w="168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6872549" y="4147640"/>
              <a:ext cx="958850" cy="179705"/>
            </a:xfrm>
            <a:custGeom>
              <a:avLst/>
              <a:gdLst/>
              <a:ahLst/>
              <a:cxnLst/>
              <a:rect l="l" t="t" r="r" b="b"/>
              <a:pathLst>
                <a:path w="958850" h="179704">
                  <a:moveTo>
                    <a:pt x="529038" y="0"/>
                  </a:moveTo>
                  <a:lnTo>
                    <a:pt x="426361" y="0"/>
                  </a:lnTo>
                  <a:lnTo>
                    <a:pt x="330051" y="4764"/>
                  </a:lnTo>
                  <a:lnTo>
                    <a:pt x="240640" y="11910"/>
                  </a:lnTo>
                  <a:lnTo>
                    <a:pt x="154147" y="24018"/>
                  </a:lnTo>
                  <a:lnTo>
                    <a:pt x="89941" y="35929"/>
                  </a:lnTo>
                  <a:lnTo>
                    <a:pt x="35286" y="52404"/>
                  </a:lnTo>
                  <a:lnTo>
                    <a:pt x="0" y="90716"/>
                  </a:lnTo>
                  <a:lnTo>
                    <a:pt x="9551" y="107588"/>
                  </a:lnTo>
                  <a:lnTo>
                    <a:pt x="89941" y="143656"/>
                  </a:lnTo>
                  <a:lnTo>
                    <a:pt x="154147" y="155686"/>
                  </a:lnTo>
                  <a:lnTo>
                    <a:pt x="240640" y="167695"/>
                  </a:lnTo>
                  <a:lnTo>
                    <a:pt x="330051" y="174901"/>
                  </a:lnTo>
                  <a:lnTo>
                    <a:pt x="426361" y="179705"/>
                  </a:lnTo>
                  <a:lnTo>
                    <a:pt x="529038" y="179705"/>
                  </a:lnTo>
                  <a:lnTo>
                    <a:pt x="622163" y="174901"/>
                  </a:lnTo>
                  <a:lnTo>
                    <a:pt x="718207" y="167695"/>
                  </a:lnTo>
                  <a:lnTo>
                    <a:pt x="797802" y="155686"/>
                  </a:lnTo>
                  <a:lnTo>
                    <a:pt x="862008" y="143656"/>
                  </a:lnTo>
                  <a:lnTo>
                    <a:pt x="916663" y="126843"/>
                  </a:lnTo>
                  <a:lnTo>
                    <a:pt x="958317" y="90716"/>
                  </a:lnTo>
                  <a:lnTo>
                    <a:pt x="948766" y="71461"/>
                  </a:lnTo>
                  <a:lnTo>
                    <a:pt x="862008" y="35929"/>
                  </a:lnTo>
                  <a:lnTo>
                    <a:pt x="797802" y="24018"/>
                  </a:lnTo>
                  <a:lnTo>
                    <a:pt x="718207" y="11910"/>
                  </a:lnTo>
                  <a:lnTo>
                    <a:pt x="622163" y="4764"/>
                  </a:lnTo>
                  <a:lnTo>
                    <a:pt x="5290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6872549" y="3860207"/>
              <a:ext cx="958850" cy="467359"/>
            </a:xfrm>
            <a:custGeom>
              <a:avLst/>
              <a:gdLst/>
              <a:ahLst/>
              <a:cxnLst/>
              <a:rect l="l" t="t" r="r" b="b"/>
              <a:pathLst>
                <a:path w="958850" h="467360">
                  <a:moveTo>
                    <a:pt x="0" y="378148"/>
                  </a:moveTo>
                  <a:lnTo>
                    <a:pt x="35286" y="339837"/>
                  </a:lnTo>
                  <a:lnTo>
                    <a:pt x="89941" y="323361"/>
                  </a:lnTo>
                  <a:lnTo>
                    <a:pt x="154148" y="311451"/>
                  </a:lnTo>
                  <a:lnTo>
                    <a:pt x="240640" y="299343"/>
                  </a:lnTo>
                  <a:lnTo>
                    <a:pt x="330051" y="292196"/>
                  </a:lnTo>
                  <a:lnTo>
                    <a:pt x="426361" y="287432"/>
                  </a:lnTo>
                  <a:lnTo>
                    <a:pt x="529038" y="287432"/>
                  </a:lnTo>
                  <a:lnTo>
                    <a:pt x="622163" y="292196"/>
                  </a:lnTo>
                  <a:lnTo>
                    <a:pt x="718207" y="299343"/>
                  </a:lnTo>
                  <a:lnTo>
                    <a:pt x="797802" y="311451"/>
                  </a:lnTo>
                  <a:lnTo>
                    <a:pt x="862008" y="323361"/>
                  </a:lnTo>
                  <a:lnTo>
                    <a:pt x="916663" y="339837"/>
                  </a:lnTo>
                  <a:lnTo>
                    <a:pt x="958317" y="378148"/>
                  </a:lnTo>
                  <a:lnTo>
                    <a:pt x="948766" y="395021"/>
                  </a:lnTo>
                  <a:lnTo>
                    <a:pt x="862008" y="431089"/>
                  </a:lnTo>
                  <a:lnTo>
                    <a:pt x="797802" y="443119"/>
                  </a:lnTo>
                  <a:lnTo>
                    <a:pt x="718207" y="455128"/>
                  </a:lnTo>
                  <a:lnTo>
                    <a:pt x="622163" y="462334"/>
                  </a:lnTo>
                  <a:lnTo>
                    <a:pt x="529038" y="467137"/>
                  </a:lnTo>
                  <a:lnTo>
                    <a:pt x="426361" y="467137"/>
                  </a:lnTo>
                  <a:lnTo>
                    <a:pt x="330051" y="462334"/>
                  </a:lnTo>
                  <a:lnTo>
                    <a:pt x="240640" y="455128"/>
                  </a:lnTo>
                  <a:lnTo>
                    <a:pt x="154148" y="443119"/>
                  </a:lnTo>
                  <a:lnTo>
                    <a:pt x="89941" y="431089"/>
                  </a:lnTo>
                  <a:lnTo>
                    <a:pt x="35286" y="414276"/>
                  </a:lnTo>
                  <a:lnTo>
                    <a:pt x="0" y="378148"/>
                  </a:lnTo>
                  <a:close/>
                </a:path>
                <a:path w="958850" h="467360">
                  <a:moveTo>
                    <a:pt x="0" y="90716"/>
                  </a:moveTo>
                  <a:lnTo>
                    <a:pt x="35286" y="52801"/>
                  </a:lnTo>
                  <a:lnTo>
                    <a:pt x="89941" y="35929"/>
                  </a:lnTo>
                  <a:lnTo>
                    <a:pt x="154147" y="24018"/>
                  </a:lnTo>
                  <a:lnTo>
                    <a:pt x="240640" y="11910"/>
                  </a:lnTo>
                  <a:lnTo>
                    <a:pt x="330051" y="4764"/>
                  </a:lnTo>
                  <a:lnTo>
                    <a:pt x="426361" y="0"/>
                  </a:lnTo>
                  <a:lnTo>
                    <a:pt x="529038" y="0"/>
                  </a:lnTo>
                  <a:lnTo>
                    <a:pt x="622163" y="4764"/>
                  </a:lnTo>
                  <a:lnTo>
                    <a:pt x="718207" y="11910"/>
                  </a:lnTo>
                  <a:lnTo>
                    <a:pt x="797802" y="24018"/>
                  </a:lnTo>
                  <a:lnTo>
                    <a:pt x="862008" y="35929"/>
                  </a:lnTo>
                  <a:lnTo>
                    <a:pt x="916663" y="52801"/>
                  </a:lnTo>
                  <a:lnTo>
                    <a:pt x="958317" y="90716"/>
                  </a:lnTo>
                  <a:lnTo>
                    <a:pt x="948766" y="107588"/>
                  </a:lnTo>
                  <a:lnTo>
                    <a:pt x="862008" y="143716"/>
                  </a:lnTo>
                  <a:lnTo>
                    <a:pt x="797802" y="155626"/>
                  </a:lnTo>
                  <a:lnTo>
                    <a:pt x="718207" y="167735"/>
                  </a:lnTo>
                  <a:lnTo>
                    <a:pt x="622163" y="174881"/>
                  </a:lnTo>
                  <a:lnTo>
                    <a:pt x="529038" y="179645"/>
                  </a:lnTo>
                  <a:lnTo>
                    <a:pt x="426361" y="179645"/>
                  </a:lnTo>
                  <a:lnTo>
                    <a:pt x="330051" y="174881"/>
                  </a:lnTo>
                  <a:lnTo>
                    <a:pt x="240640" y="167735"/>
                  </a:lnTo>
                  <a:lnTo>
                    <a:pt x="154147" y="155626"/>
                  </a:lnTo>
                  <a:lnTo>
                    <a:pt x="89941" y="143716"/>
                  </a:lnTo>
                  <a:lnTo>
                    <a:pt x="35286" y="126843"/>
                  </a:lnTo>
                  <a:lnTo>
                    <a:pt x="0" y="90716"/>
                  </a:lnTo>
                  <a:close/>
                </a:path>
              </a:pathLst>
            </a:custGeom>
            <a:ln w="168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6818159" y="4111615"/>
              <a:ext cx="1064260" cy="132080"/>
            </a:xfrm>
            <a:custGeom>
              <a:avLst/>
              <a:gdLst/>
              <a:ahLst/>
              <a:cxnLst/>
              <a:rect l="l" t="t" r="r" b="b"/>
              <a:pathLst>
                <a:path w="1064259" h="132079">
                  <a:moveTo>
                    <a:pt x="1064257" y="0"/>
                  </a:moveTo>
                  <a:lnTo>
                    <a:pt x="0" y="0"/>
                  </a:lnTo>
                  <a:lnTo>
                    <a:pt x="0" y="131702"/>
                  </a:lnTo>
                  <a:lnTo>
                    <a:pt x="1064257" y="131702"/>
                  </a:lnTo>
                  <a:lnTo>
                    <a:pt x="106425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6872549" y="3939013"/>
              <a:ext cx="965200" cy="309245"/>
            </a:xfrm>
            <a:custGeom>
              <a:avLst/>
              <a:gdLst/>
              <a:ahLst/>
              <a:cxnLst/>
              <a:rect l="l" t="t" r="r" b="b"/>
              <a:pathLst>
                <a:path w="965200" h="309245">
                  <a:moveTo>
                    <a:pt x="0" y="0"/>
                  </a:moveTo>
                  <a:lnTo>
                    <a:pt x="0" y="309069"/>
                  </a:lnTo>
                </a:path>
                <a:path w="965200" h="309245">
                  <a:moveTo>
                    <a:pt x="964685" y="0"/>
                  </a:moveTo>
                  <a:lnTo>
                    <a:pt x="964685" y="309069"/>
                  </a:lnTo>
                </a:path>
              </a:pathLst>
            </a:custGeom>
            <a:ln w="168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6" name="object 96" descr=""/>
          <p:cNvSpPr txBox="1"/>
          <p:nvPr/>
        </p:nvSpPr>
        <p:spPr>
          <a:xfrm>
            <a:off x="7193084" y="4393641"/>
            <a:ext cx="318770" cy="24130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400" spc="260">
                <a:latin typeface="Times New Roman"/>
                <a:cs typeface="Times New Roman"/>
              </a:rPr>
              <a:t>D1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7" name="object 97" descr=""/>
          <p:cNvSpPr txBox="1"/>
          <p:nvPr/>
        </p:nvSpPr>
        <p:spPr>
          <a:xfrm>
            <a:off x="4177435" y="4384006"/>
            <a:ext cx="73850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70" b="1">
                <a:solidFill>
                  <a:srgbClr val="000080"/>
                </a:solidFill>
                <a:latin typeface="Times New Roman"/>
                <a:cs typeface="Times New Roman"/>
              </a:rPr>
              <a:t>Q1</a:t>
            </a:r>
            <a:r>
              <a:rPr dirty="0" sz="1150" spc="110" b="1">
                <a:solidFill>
                  <a:srgbClr val="000080"/>
                </a:solidFill>
                <a:latin typeface="Times New Roman"/>
                <a:cs typeface="Times New Roman"/>
              </a:rPr>
              <a:t> </a:t>
            </a:r>
            <a:r>
              <a:rPr dirty="0" sz="1150" spc="415" b="1">
                <a:solidFill>
                  <a:srgbClr val="000080"/>
                </a:solidFill>
                <a:latin typeface="宋体"/>
                <a:cs typeface="宋体"/>
              </a:rPr>
              <a:t>校验</a:t>
            </a:r>
            <a:endParaRPr sz="1150">
              <a:latin typeface="宋体"/>
              <a:cs typeface="宋体"/>
            </a:endParaRPr>
          </a:p>
        </p:txBody>
      </p:sp>
      <p:sp>
        <p:nvSpPr>
          <p:cNvPr id="98" name="object 98" descr=""/>
          <p:cNvSpPr txBox="1"/>
          <p:nvPr/>
        </p:nvSpPr>
        <p:spPr>
          <a:xfrm>
            <a:off x="4190276" y="4719496"/>
            <a:ext cx="70294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35" b="1">
                <a:solidFill>
                  <a:srgbClr val="000080"/>
                </a:solidFill>
                <a:latin typeface="Times New Roman"/>
                <a:cs typeface="Times New Roman"/>
              </a:rPr>
              <a:t>P2</a:t>
            </a:r>
            <a:r>
              <a:rPr dirty="0" sz="1150" spc="110" b="1">
                <a:solidFill>
                  <a:srgbClr val="000080"/>
                </a:solidFill>
                <a:latin typeface="Times New Roman"/>
                <a:cs typeface="Times New Roman"/>
              </a:rPr>
              <a:t> </a:t>
            </a:r>
            <a:r>
              <a:rPr dirty="0" sz="1150" spc="415" b="1">
                <a:solidFill>
                  <a:srgbClr val="000080"/>
                </a:solidFill>
                <a:latin typeface="宋体"/>
                <a:cs typeface="宋体"/>
              </a:rPr>
              <a:t>校验</a:t>
            </a:r>
            <a:endParaRPr sz="1150">
              <a:latin typeface="宋体"/>
              <a:cs typeface="宋体"/>
            </a:endParaRPr>
          </a:p>
        </p:txBody>
      </p:sp>
      <p:sp>
        <p:nvSpPr>
          <p:cNvPr id="99" name="object 99" descr=""/>
          <p:cNvSpPr txBox="1"/>
          <p:nvPr/>
        </p:nvSpPr>
        <p:spPr>
          <a:xfrm>
            <a:off x="5603583" y="4050838"/>
            <a:ext cx="737870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70" b="1">
                <a:solidFill>
                  <a:srgbClr val="000080"/>
                </a:solidFill>
                <a:latin typeface="Times New Roman"/>
                <a:cs typeface="Times New Roman"/>
              </a:rPr>
              <a:t>Q0</a:t>
            </a:r>
            <a:r>
              <a:rPr dirty="0" sz="1150" spc="105" b="1">
                <a:solidFill>
                  <a:srgbClr val="000080"/>
                </a:solidFill>
                <a:latin typeface="Times New Roman"/>
                <a:cs typeface="Times New Roman"/>
              </a:rPr>
              <a:t> </a:t>
            </a:r>
            <a:r>
              <a:rPr dirty="0" sz="1150" spc="415" b="1">
                <a:solidFill>
                  <a:srgbClr val="000080"/>
                </a:solidFill>
                <a:latin typeface="宋体"/>
                <a:cs typeface="宋体"/>
              </a:rPr>
              <a:t>校验</a:t>
            </a:r>
            <a:endParaRPr sz="1150">
              <a:latin typeface="宋体"/>
              <a:cs typeface="宋体"/>
            </a:endParaRPr>
          </a:p>
        </p:txBody>
      </p:sp>
      <p:sp>
        <p:nvSpPr>
          <p:cNvPr id="100" name="object 100" descr=""/>
          <p:cNvSpPr txBox="1"/>
          <p:nvPr/>
        </p:nvSpPr>
        <p:spPr>
          <a:xfrm>
            <a:off x="5632502" y="4381604"/>
            <a:ext cx="702310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35" b="1">
                <a:solidFill>
                  <a:srgbClr val="000080"/>
                </a:solidFill>
                <a:latin typeface="Times New Roman"/>
                <a:cs typeface="Times New Roman"/>
              </a:rPr>
              <a:t>P1</a:t>
            </a:r>
            <a:r>
              <a:rPr dirty="0" sz="1150" spc="105" b="1">
                <a:solidFill>
                  <a:srgbClr val="000080"/>
                </a:solidFill>
                <a:latin typeface="Times New Roman"/>
                <a:cs typeface="Times New Roman"/>
              </a:rPr>
              <a:t> </a:t>
            </a:r>
            <a:r>
              <a:rPr dirty="0" sz="1150" spc="415" b="1">
                <a:solidFill>
                  <a:srgbClr val="000080"/>
                </a:solidFill>
                <a:latin typeface="宋体"/>
                <a:cs typeface="宋体"/>
              </a:rPr>
              <a:t>校验</a:t>
            </a:r>
            <a:endParaRPr sz="1150">
              <a:latin typeface="宋体"/>
              <a:cs typeface="宋体"/>
            </a:endParaRPr>
          </a:p>
        </p:txBody>
      </p:sp>
      <p:sp>
        <p:nvSpPr>
          <p:cNvPr id="101" name="object 101" descr=""/>
          <p:cNvSpPr txBox="1"/>
          <p:nvPr/>
        </p:nvSpPr>
        <p:spPr>
          <a:xfrm>
            <a:off x="7029916" y="4046074"/>
            <a:ext cx="702310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35" b="1">
                <a:solidFill>
                  <a:srgbClr val="000080"/>
                </a:solidFill>
                <a:latin typeface="Times New Roman"/>
                <a:cs typeface="Times New Roman"/>
              </a:rPr>
              <a:t>P0</a:t>
            </a:r>
            <a:r>
              <a:rPr dirty="0" sz="1150" spc="105" b="1">
                <a:solidFill>
                  <a:srgbClr val="000080"/>
                </a:solidFill>
                <a:latin typeface="Times New Roman"/>
                <a:cs typeface="Times New Roman"/>
              </a:rPr>
              <a:t> </a:t>
            </a:r>
            <a:r>
              <a:rPr dirty="0" sz="1150" spc="415" b="1">
                <a:solidFill>
                  <a:srgbClr val="000080"/>
                </a:solidFill>
                <a:latin typeface="宋体"/>
                <a:cs typeface="宋体"/>
              </a:rPr>
              <a:t>校验</a:t>
            </a:r>
            <a:endParaRPr sz="1150">
              <a:latin typeface="宋体"/>
              <a:cs typeface="宋体"/>
            </a:endParaRPr>
          </a:p>
        </p:txBody>
      </p:sp>
      <p:sp>
        <p:nvSpPr>
          <p:cNvPr id="102" name="object 102" descr=""/>
          <p:cNvSpPr txBox="1"/>
          <p:nvPr/>
        </p:nvSpPr>
        <p:spPr>
          <a:xfrm>
            <a:off x="7205819" y="4719048"/>
            <a:ext cx="318770" cy="24130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400" spc="260">
                <a:latin typeface="Times New Roman"/>
                <a:cs typeface="Times New Roman"/>
              </a:rPr>
              <a:t>D2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3" name="object 103" descr=""/>
          <p:cNvSpPr txBox="1"/>
          <p:nvPr/>
        </p:nvSpPr>
        <p:spPr>
          <a:xfrm>
            <a:off x="2975797" y="5387190"/>
            <a:ext cx="312420" cy="24130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400" spc="235">
                <a:latin typeface="Times New Roman"/>
                <a:cs typeface="Times New Roman"/>
              </a:rPr>
              <a:t>A4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4" name="object 104" descr=""/>
          <p:cNvSpPr txBox="1"/>
          <p:nvPr/>
        </p:nvSpPr>
        <p:spPr>
          <a:xfrm>
            <a:off x="2799288" y="5056932"/>
            <a:ext cx="70294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35" b="1">
                <a:solidFill>
                  <a:srgbClr val="000080"/>
                </a:solidFill>
                <a:latin typeface="Times New Roman"/>
                <a:cs typeface="Times New Roman"/>
              </a:rPr>
              <a:t>P3</a:t>
            </a:r>
            <a:r>
              <a:rPr dirty="0" sz="1150" spc="110" b="1">
                <a:solidFill>
                  <a:srgbClr val="000080"/>
                </a:solidFill>
                <a:latin typeface="Times New Roman"/>
                <a:cs typeface="Times New Roman"/>
              </a:rPr>
              <a:t> </a:t>
            </a:r>
            <a:r>
              <a:rPr dirty="0" sz="1150" spc="415" b="1">
                <a:solidFill>
                  <a:srgbClr val="000080"/>
                </a:solidFill>
                <a:latin typeface="宋体"/>
                <a:cs typeface="宋体"/>
              </a:rPr>
              <a:t>校验</a:t>
            </a:r>
            <a:endParaRPr sz="1150">
              <a:latin typeface="宋体"/>
              <a:cs typeface="宋体"/>
            </a:endParaRPr>
          </a:p>
        </p:txBody>
      </p:sp>
      <p:sp>
        <p:nvSpPr>
          <p:cNvPr id="105" name="object 105" descr=""/>
          <p:cNvSpPr txBox="1"/>
          <p:nvPr/>
        </p:nvSpPr>
        <p:spPr>
          <a:xfrm>
            <a:off x="2988638" y="4376808"/>
            <a:ext cx="312420" cy="24130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400" spc="235">
                <a:latin typeface="Times New Roman"/>
                <a:cs typeface="Times New Roman"/>
              </a:rPr>
              <a:t>A1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6" name="object 106" descr=""/>
          <p:cNvSpPr txBox="1"/>
          <p:nvPr/>
        </p:nvSpPr>
        <p:spPr>
          <a:xfrm>
            <a:off x="2780032" y="4714693"/>
            <a:ext cx="73850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70" b="1">
                <a:solidFill>
                  <a:srgbClr val="000080"/>
                </a:solidFill>
                <a:latin typeface="Times New Roman"/>
                <a:cs typeface="Times New Roman"/>
              </a:rPr>
              <a:t>Q2</a:t>
            </a:r>
            <a:r>
              <a:rPr dirty="0" sz="1150" spc="110" b="1">
                <a:solidFill>
                  <a:srgbClr val="000080"/>
                </a:solidFill>
                <a:latin typeface="Times New Roman"/>
                <a:cs typeface="Times New Roman"/>
              </a:rPr>
              <a:t> </a:t>
            </a:r>
            <a:r>
              <a:rPr dirty="0" sz="1150" spc="415" b="1">
                <a:solidFill>
                  <a:srgbClr val="000080"/>
                </a:solidFill>
                <a:latin typeface="宋体"/>
                <a:cs typeface="宋体"/>
              </a:rPr>
              <a:t>校验</a:t>
            </a:r>
            <a:endParaRPr sz="1150">
              <a:latin typeface="宋体"/>
              <a:cs typeface="宋体"/>
            </a:endParaRPr>
          </a:p>
        </p:txBody>
      </p:sp>
      <p:sp>
        <p:nvSpPr>
          <p:cNvPr id="107" name="object 107" descr=""/>
          <p:cNvSpPr txBox="1"/>
          <p:nvPr/>
        </p:nvSpPr>
        <p:spPr>
          <a:xfrm>
            <a:off x="2988638" y="4062915"/>
            <a:ext cx="312420" cy="24130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400" spc="235">
                <a:latin typeface="Times New Roman"/>
                <a:cs typeface="Times New Roman"/>
              </a:rPr>
              <a:t>A0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8" name="object 108" descr=""/>
          <p:cNvSpPr txBox="1"/>
          <p:nvPr/>
        </p:nvSpPr>
        <p:spPr>
          <a:xfrm>
            <a:off x="7036283" y="5054530"/>
            <a:ext cx="737870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70" b="1">
                <a:solidFill>
                  <a:srgbClr val="000080"/>
                </a:solidFill>
                <a:latin typeface="Times New Roman"/>
                <a:cs typeface="Times New Roman"/>
              </a:rPr>
              <a:t>Q3</a:t>
            </a:r>
            <a:r>
              <a:rPr dirty="0" sz="1150" spc="105" b="1">
                <a:solidFill>
                  <a:srgbClr val="000080"/>
                </a:solidFill>
                <a:latin typeface="Times New Roman"/>
                <a:cs typeface="Times New Roman"/>
              </a:rPr>
              <a:t> </a:t>
            </a:r>
            <a:r>
              <a:rPr dirty="0" sz="1150" spc="415" b="1">
                <a:solidFill>
                  <a:srgbClr val="000080"/>
                </a:solidFill>
                <a:latin typeface="宋体"/>
                <a:cs typeface="宋体"/>
              </a:rPr>
              <a:t>校验</a:t>
            </a:r>
            <a:endParaRPr sz="1150">
              <a:latin typeface="宋体"/>
              <a:cs typeface="宋体"/>
            </a:endParaRPr>
          </a:p>
        </p:txBody>
      </p:sp>
      <p:sp>
        <p:nvSpPr>
          <p:cNvPr id="109" name="object 109" descr=""/>
          <p:cNvSpPr txBox="1"/>
          <p:nvPr/>
        </p:nvSpPr>
        <p:spPr>
          <a:xfrm>
            <a:off x="2866700" y="5691456"/>
            <a:ext cx="504190" cy="24130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400" spc="150">
                <a:solidFill>
                  <a:srgbClr val="993300"/>
                </a:solidFill>
                <a:latin typeface="宋体"/>
                <a:cs typeface="宋体"/>
              </a:rPr>
              <a:t>块 </a:t>
            </a:r>
            <a:r>
              <a:rPr dirty="0" sz="1400" spc="290" b="1">
                <a:solidFill>
                  <a:srgbClr val="993300"/>
                </a:solidFill>
                <a:latin typeface="Times New Roman"/>
                <a:cs typeface="Times New Roman"/>
              </a:rPr>
              <a:t>A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10" name="object 110" descr=""/>
          <p:cNvSpPr txBox="1"/>
          <p:nvPr/>
        </p:nvSpPr>
        <p:spPr>
          <a:xfrm>
            <a:off x="4305794" y="5691456"/>
            <a:ext cx="487045" cy="24130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400" spc="135">
                <a:solidFill>
                  <a:srgbClr val="993300"/>
                </a:solidFill>
                <a:latin typeface="宋体"/>
                <a:cs typeface="宋体"/>
              </a:rPr>
              <a:t>块 </a:t>
            </a:r>
            <a:r>
              <a:rPr dirty="0" sz="1400" spc="254" b="1">
                <a:solidFill>
                  <a:srgbClr val="993300"/>
                </a:solidFill>
                <a:latin typeface="Times New Roman"/>
                <a:cs typeface="Times New Roman"/>
              </a:rPr>
              <a:t>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11" name="object 111" descr=""/>
          <p:cNvSpPr txBox="1"/>
          <p:nvPr/>
        </p:nvSpPr>
        <p:spPr>
          <a:xfrm>
            <a:off x="5706525" y="5691456"/>
            <a:ext cx="502920" cy="24130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400" spc="145">
                <a:solidFill>
                  <a:srgbClr val="993300"/>
                </a:solidFill>
                <a:latin typeface="宋体"/>
                <a:cs typeface="宋体"/>
              </a:rPr>
              <a:t>块 </a:t>
            </a:r>
            <a:r>
              <a:rPr dirty="0" sz="1400" spc="290" b="1">
                <a:solidFill>
                  <a:srgbClr val="993300"/>
                </a:solidFill>
                <a:latin typeface="Times New Roman"/>
                <a:cs typeface="Times New Roman"/>
              </a:rPr>
              <a:t>C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12" name="object 112" descr=""/>
          <p:cNvSpPr txBox="1"/>
          <p:nvPr/>
        </p:nvSpPr>
        <p:spPr>
          <a:xfrm>
            <a:off x="7110307" y="5691456"/>
            <a:ext cx="502920" cy="24130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400" spc="145">
                <a:solidFill>
                  <a:srgbClr val="993300"/>
                </a:solidFill>
                <a:latin typeface="宋体"/>
                <a:cs typeface="宋体"/>
              </a:rPr>
              <a:t>块 </a:t>
            </a:r>
            <a:r>
              <a:rPr dirty="0" sz="1400" spc="290" b="1">
                <a:solidFill>
                  <a:srgbClr val="993300"/>
                </a:solidFill>
                <a:latin typeface="Times New Roman"/>
                <a:cs typeface="Times New Roman"/>
              </a:rPr>
              <a:t>D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13" name="object 113" descr=""/>
          <p:cNvSpPr txBox="1"/>
          <p:nvPr/>
        </p:nvSpPr>
        <p:spPr>
          <a:xfrm>
            <a:off x="4392473" y="4072542"/>
            <a:ext cx="306705" cy="24130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400" spc="250">
                <a:latin typeface="Times New Roman"/>
                <a:cs typeface="Times New Roman"/>
              </a:rPr>
              <a:t>B0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14" name="object 114" descr=""/>
          <p:cNvSpPr txBox="1"/>
          <p:nvPr/>
        </p:nvSpPr>
        <p:spPr>
          <a:xfrm>
            <a:off x="5793018" y="5061764"/>
            <a:ext cx="306705" cy="24130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400" spc="250">
                <a:latin typeface="Times New Roman"/>
                <a:cs typeface="Times New Roman"/>
              </a:rPr>
              <a:t>C3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15" name="object 115" descr=""/>
          <p:cNvSpPr/>
          <p:nvPr/>
        </p:nvSpPr>
        <p:spPr>
          <a:xfrm>
            <a:off x="3113672" y="3675599"/>
            <a:ext cx="4262755" cy="278130"/>
          </a:xfrm>
          <a:custGeom>
            <a:avLst/>
            <a:gdLst/>
            <a:ahLst/>
            <a:cxnLst/>
            <a:rect l="l" t="t" r="r" b="b"/>
            <a:pathLst>
              <a:path w="4262755" h="278129">
                <a:moveTo>
                  <a:pt x="0" y="0"/>
                </a:moveTo>
                <a:lnTo>
                  <a:pt x="4262178" y="0"/>
                </a:lnTo>
              </a:path>
              <a:path w="4262755" h="278129">
                <a:moveTo>
                  <a:pt x="2848845" y="0"/>
                </a:moveTo>
                <a:lnTo>
                  <a:pt x="2848845" y="261031"/>
                </a:lnTo>
              </a:path>
              <a:path w="4262755" h="278129">
                <a:moveTo>
                  <a:pt x="1457746" y="0"/>
                </a:moveTo>
                <a:lnTo>
                  <a:pt x="1457746" y="277706"/>
                </a:lnTo>
              </a:path>
              <a:path w="4262755" h="278129">
                <a:moveTo>
                  <a:pt x="4262178" y="0"/>
                </a:moveTo>
                <a:lnTo>
                  <a:pt x="4258994" y="265795"/>
                </a:lnTo>
              </a:path>
            </a:pathLst>
          </a:custGeom>
          <a:ln w="224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53605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34809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15" b="1">
                <a:solidFill>
                  <a:srgbClr val="40458B"/>
                </a:solidFill>
                <a:latin typeface="宋体"/>
                <a:cs typeface="宋体"/>
              </a:rPr>
              <a:t>41/81</a:t>
            </a:r>
            <a:endParaRPr baseline="1736" sz="2400">
              <a:latin typeface="宋体"/>
              <a:cs typeface="宋体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1555750" y="549275"/>
            <a:ext cx="7588250" cy="0"/>
          </a:xfrm>
          <a:custGeom>
            <a:avLst/>
            <a:gdLst/>
            <a:ahLst/>
            <a:cxnLst/>
            <a:rect l="l" t="t" r="r" b="b"/>
            <a:pathLst>
              <a:path w="7588250" h="0">
                <a:moveTo>
                  <a:pt x="0" y="0"/>
                </a:moveTo>
                <a:lnTo>
                  <a:pt x="7588250" y="0"/>
                </a:lnTo>
              </a:path>
            </a:pathLst>
          </a:custGeom>
          <a:ln w="38100">
            <a:solidFill>
              <a:srgbClr val="2C44A3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119062" y="188976"/>
            <a:ext cx="1437005" cy="274955"/>
            <a:chOff x="119062" y="188976"/>
            <a:chExt cx="1437005" cy="274955"/>
          </a:xfrm>
        </p:grpSpPr>
        <p:sp>
          <p:nvSpPr>
            <p:cNvPr id="5" name="object 5" descr=""/>
            <p:cNvSpPr/>
            <p:nvPr/>
          </p:nvSpPr>
          <p:spPr>
            <a:xfrm>
              <a:off x="119062" y="188976"/>
              <a:ext cx="499745" cy="274955"/>
            </a:xfrm>
            <a:custGeom>
              <a:avLst/>
              <a:gdLst/>
              <a:ahLst/>
              <a:cxnLst/>
              <a:rect l="l" t="t" r="r" b="b"/>
              <a:pathLst>
                <a:path w="499745" h="274955">
                  <a:moveTo>
                    <a:pt x="119837" y="0"/>
                  </a:moveTo>
                  <a:lnTo>
                    <a:pt x="4993" y="41528"/>
                  </a:lnTo>
                  <a:lnTo>
                    <a:pt x="264655" y="135508"/>
                  </a:lnTo>
                  <a:lnTo>
                    <a:pt x="0" y="231266"/>
                  </a:lnTo>
                  <a:lnTo>
                    <a:pt x="119837" y="274574"/>
                  </a:lnTo>
                  <a:lnTo>
                    <a:pt x="499338" y="137287"/>
                  </a:lnTo>
                  <a:lnTo>
                    <a:pt x="119837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85546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9621" y="0"/>
                  </a:moveTo>
                  <a:lnTo>
                    <a:pt x="4991" y="41528"/>
                  </a:lnTo>
                  <a:lnTo>
                    <a:pt x="264147" y="135508"/>
                  </a:lnTo>
                  <a:lnTo>
                    <a:pt x="0" y="231266"/>
                  </a:lnTo>
                  <a:lnTo>
                    <a:pt x="119621" y="274574"/>
                  </a:lnTo>
                  <a:lnTo>
                    <a:pt x="497141" y="137287"/>
                  </a:lnTo>
                  <a:lnTo>
                    <a:pt x="119621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058608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8363" y="0"/>
                  </a:moveTo>
                  <a:lnTo>
                    <a:pt x="4978" y="41528"/>
                  </a:lnTo>
                  <a:lnTo>
                    <a:pt x="264096" y="135508"/>
                  </a:lnTo>
                  <a:lnTo>
                    <a:pt x="0" y="231266"/>
                  </a:lnTo>
                  <a:lnTo>
                    <a:pt x="118363" y="274574"/>
                  </a:lnTo>
                  <a:lnTo>
                    <a:pt x="497141" y="137287"/>
                  </a:lnTo>
                  <a:lnTo>
                    <a:pt x="118363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656714" y="-6350"/>
            <a:ext cx="459803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none"/>
              <a:t>8.3 廉价磁盘冗余阵列</a:t>
            </a:r>
            <a:r>
              <a:rPr dirty="0" u="none" spc="-20"/>
              <a:t>RAID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246989" y="694746"/>
            <a:ext cx="6918325" cy="981710"/>
          </a:xfrm>
          <a:prstGeom prst="rect">
            <a:avLst/>
          </a:prstGeom>
        </p:spPr>
        <p:txBody>
          <a:bodyPr wrap="square" lIns="0" tIns="1676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20"/>
              </a:spcBef>
              <a:tabLst>
                <a:tab pos="469265" algn="l"/>
              </a:tabLst>
            </a:pPr>
            <a:r>
              <a:rPr dirty="0" sz="2400" spc="-25">
                <a:solidFill>
                  <a:srgbClr val="40458B"/>
                </a:solidFill>
                <a:latin typeface="黑体"/>
                <a:cs typeface="黑体"/>
              </a:rPr>
              <a:t>1.</a:t>
            </a:r>
            <a:r>
              <a:rPr dirty="0" sz="24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sz="2400" spc="-10">
                <a:solidFill>
                  <a:srgbClr val="E14B04"/>
                </a:solidFill>
                <a:latin typeface="黑体"/>
                <a:cs typeface="黑体"/>
              </a:rPr>
              <a:t>RAID10</a:t>
            </a:r>
            <a:r>
              <a:rPr dirty="0" sz="2400">
                <a:solidFill>
                  <a:srgbClr val="E14B04"/>
                </a:solidFill>
                <a:latin typeface="黑体"/>
                <a:cs typeface="黑体"/>
              </a:rPr>
              <a:t>又称为</a:t>
            </a:r>
            <a:r>
              <a:rPr dirty="0" sz="2400" spc="-10">
                <a:solidFill>
                  <a:srgbClr val="D50092"/>
                </a:solidFill>
                <a:latin typeface="黑体"/>
                <a:cs typeface="黑体"/>
              </a:rPr>
              <a:t>RAID1+0</a:t>
            </a:r>
            <a:endParaRPr sz="2400">
              <a:latin typeface="黑体"/>
              <a:cs typeface="黑体"/>
            </a:endParaRPr>
          </a:p>
          <a:p>
            <a:pPr marL="1270000">
              <a:lnSpc>
                <a:spcPct val="100000"/>
              </a:lnSpc>
              <a:spcBef>
                <a:spcPts val="1025"/>
              </a:spcBef>
            </a:pPr>
            <a:r>
              <a:rPr dirty="0" sz="2000" spc="-10" b="1">
                <a:latin typeface="宋体"/>
                <a:cs typeface="宋体"/>
              </a:rPr>
              <a:t>先进行镜像（</a:t>
            </a:r>
            <a:r>
              <a:rPr dirty="0" sz="2000" spc="-10" b="1">
                <a:solidFill>
                  <a:srgbClr val="9933FF"/>
                </a:solidFill>
                <a:latin typeface="宋体"/>
                <a:cs typeface="宋体"/>
              </a:rPr>
              <a:t>RAID1</a:t>
            </a:r>
            <a:r>
              <a:rPr dirty="0" sz="2000" spc="-10" b="1">
                <a:latin typeface="宋体"/>
                <a:cs typeface="宋体"/>
              </a:rPr>
              <a:t>），</a:t>
            </a:r>
            <a:r>
              <a:rPr dirty="0" sz="2000" spc="-20" b="1">
                <a:latin typeface="宋体"/>
                <a:cs typeface="宋体"/>
              </a:rPr>
              <a:t>再进行条带存放</a:t>
            </a:r>
            <a:r>
              <a:rPr dirty="0" sz="2000" spc="-10" b="1">
                <a:latin typeface="宋体"/>
                <a:cs typeface="宋体"/>
              </a:rPr>
              <a:t>（</a:t>
            </a:r>
            <a:r>
              <a:rPr dirty="0" sz="2000" spc="-10" b="1">
                <a:solidFill>
                  <a:srgbClr val="9933FF"/>
                </a:solidFill>
                <a:latin typeface="宋体"/>
                <a:cs typeface="宋体"/>
              </a:rPr>
              <a:t>RAID0</a:t>
            </a:r>
            <a:r>
              <a:rPr dirty="0" sz="2000" spc="-10" b="1">
                <a:latin typeface="宋体"/>
                <a:cs typeface="宋体"/>
              </a:rPr>
              <a:t>）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380479" y="123189"/>
            <a:ext cx="256857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0000CC"/>
                </a:solidFill>
                <a:latin typeface="黑体"/>
                <a:cs typeface="黑体"/>
              </a:rPr>
              <a:t>8.3.8</a:t>
            </a:r>
            <a:r>
              <a:rPr dirty="0" sz="2000" spc="30">
                <a:solidFill>
                  <a:srgbClr val="0000CC"/>
                </a:solidFill>
                <a:latin typeface="黑体"/>
                <a:cs typeface="黑体"/>
              </a:rPr>
              <a:t> </a:t>
            </a:r>
            <a:r>
              <a:rPr dirty="0" sz="2000" spc="-10">
                <a:solidFill>
                  <a:srgbClr val="0000CC"/>
                </a:solidFill>
                <a:latin typeface="黑体"/>
                <a:cs typeface="黑体"/>
              </a:rPr>
              <a:t>RAID</a:t>
            </a:r>
            <a:r>
              <a:rPr dirty="0" sz="2000" spc="-10">
                <a:solidFill>
                  <a:srgbClr val="FF0000"/>
                </a:solidFill>
                <a:latin typeface="黑体"/>
                <a:cs typeface="黑体"/>
              </a:rPr>
              <a:t>10</a:t>
            </a:r>
            <a:r>
              <a:rPr dirty="0" sz="2000">
                <a:solidFill>
                  <a:srgbClr val="0000CC"/>
                </a:solidFill>
                <a:latin typeface="黑体"/>
                <a:cs typeface="黑体"/>
              </a:rPr>
              <a:t>与</a:t>
            </a:r>
            <a:r>
              <a:rPr dirty="0" sz="2000" spc="-10">
                <a:solidFill>
                  <a:srgbClr val="0000CC"/>
                </a:solidFill>
                <a:latin typeface="黑体"/>
                <a:cs typeface="黑体"/>
              </a:rPr>
              <a:t>RAID</a:t>
            </a:r>
            <a:r>
              <a:rPr dirty="0" sz="2000" spc="-10">
                <a:solidFill>
                  <a:srgbClr val="FF0000"/>
                </a:solidFill>
                <a:latin typeface="黑体"/>
                <a:cs typeface="黑体"/>
              </a:rPr>
              <a:t>01</a:t>
            </a:r>
            <a:endParaRPr sz="2000">
              <a:latin typeface="黑体"/>
              <a:cs typeface="黑体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275545" y="2905474"/>
            <a:ext cx="8169909" cy="1955800"/>
            <a:chOff x="275545" y="2905474"/>
            <a:chExt cx="8169909" cy="1955800"/>
          </a:xfrm>
        </p:grpSpPr>
        <p:sp>
          <p:nvSpPr>
            <p:cNvPr id="13" name="object 13" descr=""/>
            <p:cNvSpPr/>
            <p:nvPr/>
          </p:nvSpPr>
          <p:spPr>
            <a:xfrm>
              <a:off x="321273" y="4355261"/>
              <a:ext cx="755015" cy="488315"/>
            </a:xfrm>
            <a:custGeom>
              <a:avLst/>
              <a:gdLst/>
              <a:ahLst/>
              <a:cxnLst/>
              <a:rect l="l" t="t" r="r" b="b"/>
              <a:pathLst>
                <a:path w="755015" h="488314">
                  <a:moveTo>
                    <a:pt x="0" y="397534"/>
                  </a:moveTo>
                  <a:lnTo>
                    <a:pt x="27435" y="354495"/>
                  </a:lnTo>
                  <a:lnTo>
                    <a:pt x="68075" y="339793"/>
                  </a:lnTo>
                  <a:lnTo>
                    <a:pt x="118371" y="327141"/>
                  </a:lnTo>
                  <a:lnTo>
                    <a:pt x="186454" y="314488"/>
                  </a:lnTo>
                  <a:lnTo>
                    <a:pt x="257583" y="306876"/>
                  </a:lnTo>
                  <a:lnTo>
                    <a:pt x="333289" y="301815"/>
                  </a:lnTo>
                  <a:lnTo>
                    <a:pt x="414078" y="301815"/>
                  </a:lnTo>
                  <a:lnTo>
                    <a:pt x="489785" y="306876"/>
                  </a:lnTo>
                  <a:lnTo>
                    <a:pt x="565492" y="314488"/>
                  </a:lnTo>
                  <a:lnTo>
                    <a:pt x="628493" y="327141"/>
                  </a:lnTo>
                  <a:lnTo>
                    <a:pt x="678789" y="339793"/>
                  </a:lnTo>
                  <a:lnTo>
                    <a:pt x="719425" y="354495"/>
                  </a:lnTo>
                  <a:lnTo>
                    <a:pt x="754496" y="397534"/>
                  </a:lnTo>
                  <a:lnTo>
                    <a:pt x="744835" y="415247"/>
                  </a:lnTo>
                  <a:lnTo>
                    <a:pt x="678789" y="452723"/>
                  </a:lnTo>
                  <a:lnTo>
                    <a:pt x="628493" y="462845"/>
                  </a:lnTo>
                  <a:lnTo>
                    <a:pt x="565492" y="475518"/>
                  </a:lnTo>
                  <a:lnTo>
                    <a:pt x="489785" y="485640"/>
                  </a:lnTo>
                  <a:lnTo>
                    <a:pt x="414078" y="488170"/>
                  </a:lnTo>
                  <a:lnTo>
                    <a:pt x="333289" y="488170"/>
                  </a:lnTo>
                  <a:lnTo>
                    <a:pt x="257583" y="485640"/>
                  </a:lnTo>
                  <a:lnTo>
                    <a:pt x="186454" y="475518"/>
                  </a:lnTo>
                  <a:lnTo>
                    <a:pt x="118371" y="462845"/>
                  </a:lnTo>
                  <a:lnTo>
                    <a:pt x="68075" y="452723"/>
                  </a:lnTo>
                  <a:lnTo>
                    <a:pt x="27435" y="435010"/>
                  </a:lnTo>
                  <a:lnTo>
                    <a:pt x="0" y="397534"/>
                  </a:lnTo>
                  <a:close/>
                </a:path>
                <a:path w="755015" h="488314">
                  <a:moveTo>
                    <a:pt x="0" y="95718"/>
                  </a:moveTo>
                  <a:lnTo>
                    <a:pt x="27435" y="52679"/>
                  </a:lnTo>
                  <a:lnTo>
                    <a:pt x="68075" y="37476"/>
                  </a:lnTo>
                  <a:lnTo>
                    <a:pt x="118371" y="24823"/>
                  </a:lnTo>
                  <a:lnTo>
                    <a:pt x="186454" y="12673"/>
                  </a:lnTo>
                  <a:lnTo>
                    <a:pt x="257583" y="5060"/>
                  </a:lnTo>
                  <a:lnTo>
                    <a:pt x="333289" y="0"/>
                  </a:lnTo>
                  <a:lnTo>
                    <a:pt x="414078" y="0"/>
                  </a:lnTo>
                  <a:lnTo>
                    <a:pt x="489785" y="5060"/>
                  </a:lnTo>
                  <a:lnTo>
                    <a:pt x="565492" y="12673"/>
                  </a:lnTo>
                  <a:lnTo>
                    <a:pt x="628493" y="24823"/>
                  </a:lnTo>
                  <a:lnTo>
                    <a:pt x="678789" y="37476"/>
                  </a:lnTo>
                  <a:lnTo>
                    <a:pt x="719425" y="52679"/>
                  </a:lnTo>
                  <a:lnTo>
                    <a:pt x="754496" y="95718"/>
                  </a:lnTo>
                  <a:lnTo>
                    <a:pt x="744835" y="112929"/>
                  </a:lnTo>
                  <a:lnTo>
                    <a:pt x="678789" y="150907"/>
                  </a:lnTo>
                  <a:lnTo>
                    <a:pt x="628493" y="161050"/>
                  </a:lnTo>
                  <a:lnTo>
                    <a:pt x="565492" y="173702"/>
                  </a:lnTo>
                  <a:lnTo>
                    <a:pt x="489785" y="183322"/>
                  </a:lnTo>
                  <a:lnTo>
                    <a:pt x="414078" y="185853"/>
                  </a:lnTo>
                  <a:lnTo>
                    <a:pt x="333289" y="185853"/>
                  </a:lnTo>
                  <a:lnTo>
                    <a:pt x="257583" y="183322"/>
                  </a:lnTo>
                  <a:lnTo>
                    <a:pt x="186454" y="173702"/>
                  </a:lnTo>
                  <a:lnTo>
                    <a:pt x="118371" y="161050"/>
                  </a:lnTo>
                  <a:lnTo>
                    <a:pt x="68075" y="150907"/>
                  </a:lnTo>
                  <a:lnTo>
                    <a:pt x="27435" y="133194"/>
                  </a:lnTo>
                  <a:lnTo>
                    <a:pt x="0" y="95718"/>
                  </a:lnTo>
                  <a:close/>
                </a:path>
              </a:pathLst>
            </a:custGeom>
            <a:ln w="152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275545" y="4617079"/>
              <a:ext cx="841375" cy="138430"/>
            </a:xfrm>
            <a:custGeom>
              <a:avLst/>
              <a:gdLst/>
              <a:ahLst/>
              <a:cxnLst/>
              <a:rect l="l" t="t" r="r" b="b"/>
              <a:pathLst>
                <a:path w="841375" h="138429">
                  <a:moveTo>
                    <a:pt x="840858" y="0"/>
                  </a:moveTo>
                  <a:lnTo>
                    <a:pt x="0" y="0"/>
                  </a:lnTo>
                  <a:lnTo>
                    <a:pt x="0" y="138247"/>
                  </a:lnTo>
                  <a:lnTo>
                    <a:pt x="840858" y="138247"/>
                  </a:lnTo>
                  <a:lnTo>
                    <a:pt x="8408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321273" y="4438306"/>
              <a:ext cx="757555" cy="325120"/>
            </a:xfrm>
            <a:custGeom>
              <a:avLst/>
              <a:gdLst/>
              <a:ahLst/>
              <a:cxnLst/>
              <a:rect l="l" t="t" r="r" b="b"/>
              <a:pathLst>
                <a:path w="757555" h="325120">
                  <a:moveTo>
                    <a:pt x="0" y="0"/>
                  </a:moveTo>
                  <a:lnTo>
                    <a:pt x="0" y="324610"/>
                  </a:lnTo>
                </a:path>
                <a:path w="757555" h="325120">
                  <a:moveTo>
                    <a:pt x="757037" y="0"/>
                  </a:moveTo>
                  <a:lnTo>
                    <a:pt x="757037" y="324610"/>
                  </a:lnTo>
                </a:path>
              </a:pathLst>
            </a:custGeom>
            <a:ln w="152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321273" y="4309692"/>
              <a:ext cx="755015" cy="186690"/>
            </a:xfrm>
            <a:custGeom>
              <a:avLst/>
              <a:gdLst/>
              <a:ahLst/>
              <a:cxnLst/>
              <a:rect l="l" t="t" r="r" b="b"/>
              <a:pathLst>
                <a:path w="755015" h="186689">
                  <a:moveTo>
                    <a:pt x="414078" y="0"/>
                  </a:moveTo>
                  <a:lnTo>
                    <a:pt x="333289" y="0"/>
                  </a:lnTo>
                  <a:lnTo>
                    <a:pt x="257583" y="2530"/>
                  </a:lnTo>
                  <a:lnTo>
                    <a:pt x="186454" y="12652"/>
                  </a:lnTo>
                  <a:lnTo>
                    <a:pt x="118371" y="25325"/>
                  </a:lnTo>
                  <a:lnTo>
                    <a:pt x="68075" y="35447"/>
                  </a:lnTo>
                  <a:lnTo>
                    <a:pt x="27435" y="53160"/>
                  </a:lnTo>
                  <a:lnTo>
                    <a:pt x="0" y="95697"/>
                  </a:lnTo>
                  <a:lnTo>
                    <a:pt x="7621" y="110901"/>
                  </a:lnTo>
                  <a:lnTo>
                    <a:pt x="68075" y="148377"/>
                  </a:lnTo>
                  <a:lnTo>
                    <a:pt x="118371" y="161029"/>
                  </a:lnTo>
                  <a:lnTo>
                    <a:pt x="186454" y="173702"/>
                  </a:lnTo>
                  <a:lnTo>
                    <a:pt x="257583" y="181294"/>
                  </a:lnTo>
                  <a:lnTo>
                    <a:pt x="333289" y="186355"/>
                  </a:lnTo>
                  <a:lnTo>
                    <a:pt x="414078" y="186355"/>
                  </a:lnTo>
                  <a:lnTo>
                    <a:pt x="489785" y="181294"/>
                  </a:lnTo>
                  <a:lnTo>
                    <a:pt x="565492" y="173702"/>
                  </a:lnTo>
                  <a:lnTo>
                    <a:pt x="628493" y="161029"/>
                  </a:lnTo>
                  <a:lnTo>
                    <a:pt x="678789" y="148377"/>
                  </a:lnTo>
                  <a:lnTo>
                    <a:pt x="719425" y="133696"/>
                  </a:lnTo>
                  <a:lnTo>
                    <a:pt x="754496" y="95697"/>
                  </a:lnTo>
                  <a:lnTo>
                    <a:pt x="744835" y="72923"/>
                  </a:lnTo>
                  <a:lnTo>
                    <a:pt x="678789" y="35447"/>
                  </a:lnTo>
                  <a:lnTo>
                    <a:pt x="565492" y="12652"/>
                  </a:lnTo>
                  <a:lnTo>
                    <a:pt x="489785" y="2530"/>
                  </a:lnTo>
                  <a:lnTo>
                    <a:pt x="41407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321273" y="4007918"/>
              <a:ext cx="755015" cy="488315"/>
            </a:xfrm>
            <a:custGeom>
              <a:avLst/>
              <a:gdLst/>
              <a:ahLst/>
              <a:cxnLst/>
              <a:rect l="l" t="t" r="r" b="b"/>
              <a:pathLst>
                <a:path w="755015" h="488314">
                  <a:moveTo>
                    <a:pt x="0" y="397471"/>
                  </a:moveTo>
                  <a:lnTo>
                    <a:pt x="27435" y="354934"/>
                  </a:lnTo>
                  <a:lnTo>
                    <a:pt x="68075" y="337221"/>
                  </a:lnTo>
                  <a:lnTo>
                    <a:pt x="118371" y="327099"/>
                  </a:lnTo>
                  <a:lnTo>
                    <a:pt x="186454" y="314426"/>
                  </a:lnTo>
                  <a:lnTo>
                    <a:pt x="257583" y="304304"/>
                  </a:lnTo>
                  <a:lnTo>
                    <a:pt x="333289" y="301773"/>
                  </a:lnTo>
                  <a:lnTo>
                    <a:pt x="414078" y="301773"/>
                  </a:lnTo>
                  <a:lnTo>
                    <a:pt x="489785" y="304304"/>
                  </a:lnTo>
                  <a:lnTo>
                    <a:pt x="565492" y="314426"/>
                  </a:lnTo>
                  <a:lnTo>
                    <a:pt x="628493" y="327099"/>
                  </a:lnTo>
                  <a:lnTo>
                    <a:pt x="678789" y="337221"/>
                  </a:lnTo>
                  <a:lnTo>
                    <a:pt x="719425" y="354934"/>
                  </a:lnTo>
                  <a:lnTo>
                    <a:pt x="754496" y="397471"/>
                  </a:lnTo>
                  <a:lnTo>
                    <a:pt x="744835" y="412675"/>
                  </a:lnTo>
                  <a:lnTo>
                    <a:pt x="678789" y="450151"/>
                  </a:lnTo>
                  <a:lnTo>
                    <a:pt x="628493" y="462803"/>
                  </a:lnTo>
                  <a:lnTo>
                    <a:pt x="565492" y="475476"/>
                  </a:lnTo>
                  <a:lnTo>
                    <a:pt x="489785" y="483068"/>
                  </a:lnTo>
                  <a:lnTo>
                    <a:pt x="414078" y="488129"/>
                  </a:lnTo>
                  <a:lnTo>
                    <a:pt x="333289" y="488129"/>
                  </a:lnTo>
                  <a:lnTo>
                    <a:pt x="257583" y="483068"/>
                  </a:lnTo>
                  <a:lnTo>
                    <a:pt x="186454" y="475476"/>
                  </a:lnTo>
                  <a:lnTo>
                    <a:pt x="118371" y="462803"/>
                  </a:lnTo>
                  <a:lnTo>
                    <a:pt x="68075" y="450151"/>
                  </a:lnTo>
                  <a:lnTo>
                    <a:pt x="27435" y="435470"/>
                  </a:lnTo>
                  <a:lnTo>
                    <a:pt x="0" y="397471"/>
                  </a:lnTo>
                  <a:close/>
                </a:path>
                <a:path w="755015" h="488314">
                  <a:moveTo>
                    <a:pt x="0" y="95676"/>
                  </a:moveTo>
                  <a:lnTo>
                    <a:pt x="27435" y="52616"/>
                  </a:lnTo>
                  <a:lnTo>
                    <a:pt x="68075" y="35405"/>
                  </a:lnTo>
                  <a:lnTo>
                    <a:pt x="118371" y="25283"/>
                  </a:lnTo>
                  <a:lnTo>
                    <a:pt x="186454" y="12610"/>
                  </a:lnTo>
                  <a:lnTo>
                    <a:pt x="257583" y="2509"/>
                  </a:lnTo>
                  <a:lnTo>
                    <a:pt x="333289" y="0"/>
                  </a:lnTo>
                  <a:lnTo>
                    <a:pt x="414078" y="0"/>
                  </a:lnTo>
                  <a:lnTo>
                    <a:pt x="489785" y="2509"/>
                  </a:lnTo>
                  <a:lnTo>
                    <a:pt x="565492" y="12610"/>
                  </a:lnTo>
                  <a:lnTo>
                    <a:pt x="628493" y="25283"/>
                  </a:lnTo>
                  <a:lnTo>
                    <a:pt x="678789" y="35405"/>
                  </a:lnTo>
                  <a:lnTo>
                    <a:pt x="719425" y="52616"/>
                  </a:lnTo>
                  <a:lnTo>
                    <a:pt x="754496" y="95676"/>
                  </a:lnTo>
                  <a:lnTo>
                    <a:pt x="744835" y="110859"/>
                  </a:lnTo>
                  <a:lnTo>
                    <a:pt x="678789" y="148335"/>
                  </a:lnTo>
                  <a:lnTo>
                    <a:pt x="628493" y="160987"/>
                  </a:lnTo>
                  <a:lnTo>
                    <a:pt x="565492" y="173661"/>
                  </a:lnTo>
                  <a:lnTo>
                    <a:pt x="489785" y="181252"/>
                  </a:lnTo>
                  <a:lnTo>
                    <a:pt x="414078" y="186313"/>
                  </a:lnTo>
                  <a:lnTo>
                    <a:pt x="333289" y="186313"/>
                  </a:lnTo>
                  <a:lnTo>
                    <a:pt x="257583" y="181252"/>
                  </a:lnTo>
                  <a:lnTo>
                    <a:pt x="186454" y="173661"/>
                  </a:lnTo>
                  <a:lnTo>
                    <a:pt x="118371" y="160987"/>
                  </a:lnTo>
                  <a:lnTo>
                    <a:pt x="68075" y="148335"/>
                  </a:lnTo>
                  <a:lnTo>
                    <a:pt x="27435" y="133131"/>
                  </a:lnTo>
                  <a:lnTo>
                    <a:pt x="0" y="95676"/>
                  </a:lnTo>
                  <a:close/>
                </a:path>
              </a:pathLst>
            </a:custGeom>
            <a:ln w="152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275545" y="4269694"/>
              <a:ext cx="841375" cy="138430"/>
            </a:xfrm>
            <a:custGeom>
              <a:avLst/>
              <a:gdLst/>
              <a:ahLst/>
              <a:cxnLst/>
              <a:rect l="l" t="t" r="r" b="b"/>
              <a:pathLst>
                <a:path w="841375" h="138429">
                  <a:moveTo>
                    <a:pt x="840858" y="0"/>
                  </a:moveTo>
                  <a:lnTo>
                    <a:pt x="0" y="0"/>
                  </a:lnTo>
                  <a:lnTo>
                    <a:pt x="0" y="138247"/>
                  </a:lnTo>
                  <a:lnTo>
                    <a:pt x="840858" y="138247"/>
                  </a:lnTo>
                  <a:lnTo>
                    <a:pt x="8408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321273" y="4088391"/>
              <a:ext cx="757555" cy="325120"/>
            </a:xfrm>
            <a:custGeom>
              <a:avLst/>
              <a:gdLst/>
              <a:ahLst/>
              <a:cxnLst/>
              <a:rect l="l" t="t" r="r" b="b"/>
              <a:pathLst>
                <a:path w="757555" h="325120">
                  <a:moveTo>
                    <a:pt x="0" y="0"/>
                  </a:moveTo>
                  <a:lnTo>
                    <a:pt x="0" y="324610"/>
                  </a:lnTo>
                </a:path>
                <a:path w="757555" h="325120">
                  <a:moveTo>
                    <a:pt x="757037" y="0"/>
                  </a:moveTo>
                  <a:lnTo>
                    <a:pt x="757037" y="324610"/>
                  </a:lnTo>
                </a:path>
              </a:pathLst>
            </a:custGeom>
            <a:ln w="152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321273" y="3957727"/>
              <a:ext cx="755015" cy="186055"/>
            </a:xfrm>
            <a:custGeom>
              <a:avLst/>
              <a:gdLst/>
              <a:ahLst/>
              <a:cxnLst/>
              <a:rect l="l" t="t" r="r" b="b"/>
              <a:pathLst>
                <a:path w="755015" h="186054">
                  <a:moveTo>
                    <a:pt x="414078" y="0"/>
                  </a:moveTo>
                  <a:lnTo>
                    <a:pt x="333289" y="0"/>
                  </a:lnTo>
                  <a:lnTo>
                    <a:pt x="257583" y="2509"/>
                  </a:lnTo>
                  <a:lnTo>
                    <a:pt x="186454" y="12129"/>
                  </a:lnTo>
                  <a:lnTo>
                    <a:pt x="118371" y="24886"/>
                  </a:lnTo>
                  <a:lnTo>
                    <a:pt x="68075" y="34924"/>
                  </a:lnTo>
                  <a:lnTo>
                    <a:pt x="27435" y="52700"/>
                  </a:lnTo>
                  <a:lnTo>
                    <a:pt x="0" y="95216"/>
                  </a:lnTo>
                  <a:lnTo>
                    <a:pt x="7621" y="110399"/>
                  </a:lnTo>
                  <a:lnTo>
                    <a:pt x="68075" y="148398"/>
                  </a:lnTo>
                  <a:lnTo>
                    <a:pt x="118371" y="161050"/>
                  </a:lnTo>
                  <a:lnTo>
                    <a:pt x="186454" y="173201"/>
                  </a:lnTo>
                  <a:lnTo>
                    <a:pt x="257583" y="180792"/>
                  </a:lnTo>
                  <a:lnTo>
                    <a:pt x="333289" y="185853"/>
                  </a:lnTo>
                  <a:lnTo>
                    <a:pt x="414078" y="185853"/>
                  </a:lnTo>
                  <a:lnTo>
                    <a:pt x="489785" y="180792"/>
                  </a:lnTo>
                  <a:lnTo>
                    <a:pt x="565492" y="173201"/>
                  </a:lnTo>
                  <a:lnTo>
                    <a:pt x="628493" y="161050"/>
                  </a:lnTo>
                  <a:lnTo>
                    <a:pt x="678789" y="148398"/>
                  </a:lnTo>
                  <a:lnTo>
                    <a:pt x="719425" y="133194"/>
                  </a:lnTo>
                  <a:lnTo>
                    <a:pt x="754496" y="95216"/>
                  </a:lnTo>
                  <a:lnTo>
                    <a:pt x="744835" y="72944"/>
                  </a:lnTo>
                  <a:lnTo>
                    <a:pt x="678789" y="34924"/>
                  </a:lnTo>
                  <a:lnTo>
                    <a:pt x="565492" y="12129"/>
                  </a:lnTo>
                  <a:lnTo>
                    <a:pt x="489785" y="2509"/>
                  </a:lnTo>
                  <a:lnTo>
                    <a:pt x="41407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321273" y="3655325"/>
              <a:ext cx="755015" cy="488315"/>
            </a:xfrm>
            <a:custGeom>
              <a:avLst/>
              <a:gdLst/>
              <a:ahLst/>
              <a:cxnLst/>
              <a:rect l="l" t="t" r="r" b="b"/>
              <a:pathLst>
                <a:path w="755015" h="488314">
                  <a:moveTo>
                    <a:pt x="0" y="397617"/>
                  </a:moveTo>
                  <a:lnTo>
                    <a:pt x="27435" y="355101"/>
                  </a:lnTo>
                  <a:lnTo>
                    <a:pt x="68075" y="337325"/>
                  </a:lnTo>
                  <a:lnTo>
                    <a:pt x="118371" y="327287"/>
                  </a:lnTo>
                  <a:lnTo>
                    <a:pt x="186454" y="314530"/>
                  </a:lnTo>
                  <a:lnTo>
                    <a:pt x="257583" y="304910"/>
                  </a:lnTo>
                  <a:lnTo>
                    <a:pt x="333289" y="302401"/>
                  </a:lnTo>
                  <a:lnTo>
                    <a:pt x="414078" y="302401"/>
                  </a:lnTo>
                  <a:lnTo>
                    <a:pt x="489785" y="304910"/>
                  </a:lnTo>
                  <a:lnTo>
                    <a:pt x="565492" y="314530"/>
                  </a:lnTo>
                  <a:lnTo>
                    <a:pt x="628493" y="327287"/>
                  </a:lnTo>
                  <a:lnTo>
                    <a:pt x="678789" y="337325"/>
                  </a:lnTo>
                  <a:lnTo>
                    <a:pt x="719425" y="355101"/>
                  </a:lnTo>
                  <a:lnTo>
                    <a:pt x="744835" y="375345"/>
                  </a:lnTo>
                  <a:lnTo>
                    <a:pt x="754496" y="397617"/>
                  </a:lnTo>
                  <a:lnTo>
                    <a:pt x="744835" y="412800"/>
                  </a:lnTo>
                  <a:lnTo>
                    <a:pt x="678789" y="450799"/>
                  </a:lnTo>
                  <a:lnTo>
                    <a:pt x="628493" y="463451"/>
                  </a:lnTo>
                  <a:lnTo>
                    <a:pt x="565492" y="475602"/>
                  </a:lnTo>
                  <a:lnTo>
                    <a:pt x="489785" y="483193"/>
                  </a:lnTo>
                  <a:lnTo>
                    <a:pt x="414078" y="488254"/>
                  </a:lnTo>
                  <a:lnTo>
                    <a:pt x="333289" y="488254"/>
                  </a:lnTo>
                  <a:lnTo>
                    <a:pt x="257583" y="483193"/>
                  </a:lnTo>
                  <a:lnTo>
                    <a:pt x="186454" y="475602"/>
                  </a:lnTo>
                  <a:lnTo>
                    <a:pt x="118371" y="463451"/>
                  </a:lnTo>
                  <a:lnTo>
                    <a:pt x="68075" y="450799"/>
                  </a:lnTo>
                  <a:lnTo>
                    <a:pt x="27435" y="435595"/>
                  </a:lnTo>
                  <a:lnTo>
                    <a:pt x="7621" y="412800"/>
                  </a:lnTo>
                  <a:lnTo>
                    <a:pt x="0" y="397617"/>
                  </a:lnTo>
                  <a:close/>
                </a:path>
                <a:path w="755015" h="488314">
                  <a:moveTo>
                    <a:pt x="0" y="95781"/>
                  </a:moveTo>
                  <a:lnTo>
                    <a:pt x="27435" y="53328"/>
                  </a:lnTo>
                  <a:lnTo>
                    <a:pt x="68075" y="35552"/>
                  </a:lnTo>
                  <a:lnTo>
                    <a:pt x="118371" y="25513"/>
                  </a:lnTo>
                  <a:lnTo>
                    <a:pt x="186454" y="12756"/>
                  </a:lnTo>
                  <a:lnTo>
                    <a:pt x="257583" y="2718"/>
                  </a:lnTo>
                  <a:lnTo>
                    <a:pt x="333289" y="0"/>
                  </a:lnTo>
                  <a:lnTo>
                    <a:pt x="414078" y="0"/>
                  </a:lnTo>
                  <a:lnTo>
                    <a:pt x="489785" y="2718"/>
                  </a:lnTo>
                  <a:lnTo>
                    <a:pt x="565492" y="12756"/>
                  </a:lnTo>
                  <a:lnTo>
                    <a:pt x="628493" y="25513"/>
                  </a:lnTo>
                  <a:lnTo>
                    <a:pt x="678789" y="35552"/>
                  </a:lnTo>
                  <a:lnTo>
                    <a:pt x="719425" y="53328"/>
                  </a:lnTo>
                  <a:lnTo>
                    <a:pt x="744835" y="72986"/>
                  </a:lnTo>
                  <a:lnTo>
                    <a:pt x="754496" y="95781"/>
                  </a:lnTo>
                  <a:lnTo>
                    <a:pt x="744835" y="111047"/>
                  </a:lnTo>
                  <a:lnTo>
                    <a:pt x="678789" y="148481"/>
                  </a:lnTo>
                  <a:lnTo>
                    <a:pt x="628493" y="161029"/>
                  </a:lnTo>
                  <a:lnTo>
                    <a:pt x="565492" y="173786"/>
                  </a:lnTo>
                  <a:lnTo>
                    <a:pt x="489785" y="181315"/>
                  </a:lnTo>
                  <a:lnTo>
                    <a:pt x="414078" y="186543"/>
                  </a:lnTo>
                  <a:lnTo>
                    <a:pt x="333289" y="186543"/>
                  </a:lnTo>
                  <a:lnTo>
                    <a:pt x="257583" y="181315"/>
                  </a:lnTo>
                  <a:lnTo>
                    <a:pt x="186454" y="173786"/>
                  </a:lnTo>
                  <a:lnTo>
                    <a:pt x="118371" y="161029"/>
                  </a:lnTo>
                  <a:lnTo>
                    <a:pt x="68075" y="148481"/>
                  </a:lnTo>
                  <a:lnTo>
                    <a:pt x="27435" y="133842"/>
                  </a:lnTo>
                  <a:lnTo>
                    <a:pt x="7621" y="111047"/>
                  </a:lnTo>
                  <a:lnTo>
                    <a:pt x="0" y="95781"/>
                  </a:lnTo>
                  <a:close/>
                </a:path>
              </a:pathLst>
            </a:custGeom>
            <a:ln w="152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275545" y="3917227"/>
              <a:ext cx="841375" cy="138430"/>
            </a:xfrm>
            <a:custGeom>
              <a:avLst/>
              <a:gdLst/>
              <a:ahLst/>
              <a:cxnLst/>
              <a:rect l="l" t="t" r="r" b="b"/>
              <a:pathLst>
                <a:path w="841375" h="138429">
                  <a:moveTo>
                    <a:pt x="840858" y="0"/>
                  </a:moveTo>
                  <a:lnTo>
                    <a:pt x="0" y="0"/>
                  </a:lnTo>
                  <a:lnTo>
                    <a:pt x="0" y="138247"/>
                  </a:lnTo>
                  <a:lnTo>
                    <a:pt x="840858" y="138247"/>
                  </a:lnTo>
                  <a:lnTo>
                    <a:pt x="8408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321273" y="3735840"/>
              <a:ext cx="757555" cy="325120"/>
            </a:xfrm>
            <a:custGeom>
              <a:avLst/>
              <a:gdLst/>
              <a:ahLst/>
              <a:cxnLst/>
              <a:rect l="l" t="t" r="r" b="b"/>
              <a:pathLst>
                <a:path w="757555" h="325120">
                  <a:moveTo>
                    <a:pt x="0" y="0"/>
                  </a:moveTo>
                  <a:lnTo>
                    <a:pt x="0" y="324694"/>
                  </a:lnTo>
                </a:path>
                <a:path w="757555" h="325120">
                  <a:moveTo>
                    <a:pt x="757037" y="0"/>
                  </a:moveTo>
                  <a:lnTo>
                    <a:pt x="757037" y="324694"/>
                  </a:lnTo>
                </a:path>
              </a:pathLst>
            </a:custGeom>
            <a:ln w="152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321273" y="3607853"/>
              <a:ext cx="755015" cy="189230"/>
            </a:xfrm>
            <a:custGeom>
              <a:avLst/>
              <a:gdLst/>
              <a:ahLst/>
              <a:cxnLst/>
              <a:rect l="l" t="t" r="r" b="b"/>
              <a:pathLst>
                <a:path w="755015" h="189229">
                  <a:moveTo>
                    <a:pt x="414078" y="0"/>
                  </a:moveTo>
                  <a:lnTo>
                    <a:pt x="333289" y="0"/>
                  </a:lnTo>
                  <a:lnTo>
                    <a:pt x="257583" y="5019"/>
                  </a:lnTo>
                  <a:lnTo>
                    <a:pt x="186454" y="12547"/>
                  </a:lnTo>
                  <a:lnTo>
                    <a:pt x="118371" y="25304"/>
                  </a:lnTo>
                  <a:lnTo>
                    <a:pt x="68075" y="37434"/>
                  </a:lnTo>
                  <a:lnTo>
                    <a:pt x="27435" y="55210"/>
                  </a:lnTo>
                  <a:lnTo>
                    <a:pt x="0" y="95572"/>
                  </a:lnTo>
                  <a:lnTo>
                    <a:pt x="7621" y="112929"/>
                  </a:lnTo>
                  <a:lnTo>
                    <a:pt x="68075" y="150782"/>
                  </a:lnTo>
                  <a:lnTo>
                    <a:pt x="118371" y="163539"/>
                  </a:lnTo>
                  <a:lnTo>
                    <a:pt x="186454" y="176296"/>
                  </a:lnTo>
                  <a:lnTo>
                    <a:pt x="257583" y="183824"/>
                  </a:lnTo>
                  <a:lnTo>
                    <a:pt x="333289" y="188843"/>
                  </a:lnTo>
                  <a:lnTo>
                    <a:pt x="414078" y="188843"/>
                  </a:lnTo>
                  <a:lnTo>
                    <a:pt x="489785" y="183824"/>
                  </a:lnTo>
                  <a:lnTo>
                    <a:pt x="565492" y="176296"/>
                  </a:lnTo>
                  <a:lnTo>
                    <a:pt x="628493" y="163539"/>
                  </a:lnTo>
                  <a:lnTo>
                    <a:pt x="678789" y="150782"/>
                  </a:lnTo>
                  <a:lnTo>
                    <a:pt x="719425" y="133215"/>
                  </a:lnTo>
                  <a:lnTo>
                    <a:pt x="754496" y="95572"/>
                  </a:lnTo>
                  <a:lnTo>
                    <a:pt x="744835" y="75495"/>
                  </a:lnTo>
                  <a:lnTo>
                    <a:pt x="678789" y="37434"/>
                  </a:lnTo>
                  <a:lnTo>
                    <a:pt x="628493" y="25304"/>
                  </a:lnTo>
                  <a:lnTo>
                    <a:pt x="565492" y="12547"/>
                  </a:lnTo>
                  <a:lnTo>
                    <a:pt x="489785" y="5019"/>
                  </a:lnTo>
                  <a:lnTo>
                    <a:pt x="41407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321273" y="3306079"/>
              <a:ext cx="755015" cy="490855"/>
            </a:xfrm>
            <a:custGeom>
              <a:avLst/>
              <a:gdLst/>
              <a:ahLst/>
              <a:cxnLst/>
              <a:rect l="l" t="t" r="r" b="b"/>
              <a:pathLst>
                <a:path w="755015" h="490854">
                  <a:moveTo>
                    <a:pt x="0" y="397346"/>
                  </a:moveTo>
                  <a:lnTo>
                    <a:pt x="27435" y="356984"/>
                  </a:lnTo>
                  <a:lnTo>
                    <a:pt x="68075" y="339208"/>
                  </a:lnTo>
                  <a:lnTo>
                    <a:pt x="118371" y="327078"/>
                  </a:lnTo>
                  <a:lnTo>
                    <a:pt x="186454" y="314321"/>
                  </a:lnTo>
                  <a:lnTo>
                    <a:pt x="257583" y="306792"/>
                  </a:lnTo>
                  <a:lnTo>
                    <a:pt x="333289" y="301773"/>
                  </a:lnTo>
                  <a:lnTo>
                    <a:pt x="414078" y="301773"/>
                  </a:lnTo>
                  <a:lnTo>
                    <a:pt x="489785" y="306792"/>
                  </a:lnTo>
                  <a:lnTo>
                    <a:pt x="565492" y="314321"/>
                  </a:lnTo>
                  <a:lnTo>
                    <a:pt x="628493" y="327078"/>
                  </a:lnTo>
                  <a:lnTo>
                    <a:pt x="678789" y="339208"/>
                  </a:lnTo>
                  <a:lnTo>
                    <a:pt x="719425" y="356984"/>
                  </a:lnTo>
                  <a:lnTo>
                    <a:pt x="754496" y="397346"/>
                  </a:lnTo>
                  <a:lnTo>
                    <a:pt x="744835" y="414703"/>
                  </a:lnTo>
                  <a:lnTo>
                    <a:pt x="678789" y="452556"/>
                  </a:lnTo>
                  <a:lnTo>
                    <a:pt x="628493" y="465313"/>
                  </a:lnTo>
                  <a:lnTo>
                    <a:pt x="565492" y="478069"/>
                  </a:lnTo>
                  <a:lnTo>
                    <a:pt x="489785" y="485598"/>
                  </a:lnTo>
                  <a:lnTo>
                    <a:pt x="414078" y="490617"/>
                  </a:lnTo>
                  <a:lnTo>
                    <a:pt x="333289" y="490617"/>
                  </a:lnTo>
                  <a:lnTo>
                    <a:pt x="257583" y="485598"/>
                  </a:lnTo>
                  <a:lnTo>
                    <a:pt x="186454" y="478069"/>
                  </a:lnTo>
                  <a:lnTo>
                    <a:pt x="118371" y="465313"/>
                  </a:lnTo>
                  <a:lnTo>
                    <a:pt x="68075" y="452556"/>
                  </a:lnTo>
                  <a:lnTo>
                    <a:pt x="27435" y="434989"/>
                  </a:lnTo>
                  <a:lnTo>
                    <a:pt x="0" y="397346"/>
                  </a:lnTo>
                  <a:close/>
                </a:path>
                <a:path w="755015" h="490854">
                  <a:moveTo>
                    <a:pt x="0" y="95153"/>
                  </a:moveTo>
                  <a:lnTo>
                    <a:pt x="27435" y="55210"/>
                  </a:lnTo>
                  <a:lnTo>
                    <a:pt x="68075" y="37434"/>
                  </a:lnTo>
                  <a:lnTo>
                    <a:pt x="118371" y="24677"/>
                  </a:lnTo>
                  <a:lnTo>
                    <a:pt x="186454" y="12129"/>
                  </a:lnTo>
                  <a:lnTo>
                    <a:pt x="257583" y="4391"/>
                  </a:lnTo>
                  <a:lnTo>
                    <a:pt x="333289" y="0"/>
                  </a:lnTo>
                  <a:lnTo>
                    <a:pt x="414078" y="0"/>
                  </a:lnTo>
                  <a:lnTo>
                    <a:pt x="489785" y="4391"/>
                  </a:lnTo>
                  <a:lnTo>
                    <a:pt x="565492" y="12129"/>
                  </a:lnTo>
                  <a:lnTo>
                    <a:pt x="628493" y="24677"/>
                  </a:lnTo>
                  <a:lnTo>
                    <a:pt x="678789" y="37434"/>
                  </a:lnTo>
                  <a:lnTo>
                    <a:pt x="719425" y="55210"/>
                  </a:lnTo>
                  <a:lnTo>
                    <a:pt x="754496" y="95153"/>
                  </a:lnTo>
                  <a:lnTo>
                    <a:pt x="744835" y="112929"/>
                  </a:lnTo>
                  <a:lnTo>
                    <a:pt x="678789" y="150782"/>
                  </a:lnTo>
                  <a:lnTo>
                    <a:pt x="628493" y="163539"/>
                  </a:lnTo>
                  <a:lnTo>
                    <a:pt x="565492" y="175668"/>
                  </a:lnTo>
                  <a:lnTo>
                    <a:pt x="489785" y="183197"/>
                  </a:lnTo>
                  <a:lnTo>
                    <a:pt x="414078" y="188216"/>
                  </a:lnTo>
                  <a:lnTo>
                    <a:pt x="333289" y="188216"/>
                  </a:lnTo>
                  <a:lnTo>
                    <a:pt x="257583" y="183197"/>
                  </a:lnTo>
                  <a:lnTo>
                    <a:pt x="186454" y="175668"/>
                  </a:lnTo>
                  <a:lnTo>
                    <a:pt x="118371" y="163539"/>
                  </a:lnTo>
                  <a:lnTo>
                    <a:pt x="68075" y="150782"/>
                  </a:lnTo>
                  <a:lnTo>
                    <a:pt x="27435" y="133006"/>
                  </a:lnTo>
                  <a:lnTo>
                    <a:pt x="0" y="95153"/>
                  </a:lnTo>
                  <a:close/>
                </a:path>
              </a:pathLst>
            </a:custGeom>
            <a:ln w="152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275545" y="3569900"/>
              <a:ext cx="841375" cy="139065"/>
            </a:xfrm>
            <a:custGeom>
              <a:avLst/>
              <a:gdLst/>
              <a:ahLst/>
              <a:cxnLst/>
              <a:rect l="l" t="t" r="r" b="b"/>
              <a:pathLst>
                <a:path w="841375" h="139064">
                  <a:moveTo>
                    <a:pt x="840858" y="0"/>
                  </a:moveTo>
                  <a:lnTo>
                    <a:pt x="0" y="0"/>
                  </a:lnTo>
                  <a:lnTo>
                    <a:pt x="0" y="138753"/>
                  </a:lnTo>
                  <a:lnTo>
                    <a:pt x="840858" y="138753"/>
                  </a:lnTo>
                  <a:lnTo>
                    <a:pt x="8408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321273" y="3389104"/>
              <a:ext cx="1858645" cy="1464945"/>
            </a:xfrm>
            <a:custGeom>
              <a:avLst/>
              <a:gdLst/>
              <a:ahLst/>
              <a:cxnLst/>
              <a:rect l="l" t="t" r="r" b="b"/>
              <a:pathLst>
                <a:path w="1858645" h="1464945">
                  <a:moveTo>
                    <a:pt x="0" y="0"/>
                  </a:moveTo>
                  <a:lnTo>
                    <a:pt x="0" y="324568"/>
                  </a:lnTo>
                </a:path>
                <a:path w="1858645" h="1464945">
                  <a:moveTo>
                    <a:pt x="757037" y="0"/>
                  </a:moveTo>
                  <a:lnTo>
                    <a:pt x="757037" y="324568"/>
                  </a:lnTo>
                </a:path>
                <a:path w="1858645" h="1464945">
                  <a:moveTo>
                    <a:pt x="1103040" y="1371282"/>
                  </a:moveTo>
                  <a:lnTo>
                    <a:pt x="1130971" y="1330774"/>
                  </a:lnTo>
                  <a:lnTo>
                    <a:pt x="1173644" y="1313040"/>
                  </a:lnTo>
                  <a:lnTo>
                    <a:pt x="1224465" y="1300889"/>
                  </a:lnTo>
                  <a:lnTo>
                    <a:pt x="1292548" y="1288237"/>
                  </a:lnTo>
                  <a:lnTo>
                    <a:pt x="1363173" y="1280646"/>
                  </a:lnTo>
                  <a:lnTo>
                    <a:pt x="1438859" y="1275564"/>
                  </a:lnTo>
                  <a:lnTo>
                    <a:pt x="1519647" y="1275564"/>
                  </a:lnTo>
                  <a:lnTo>
                    <a:pt x="1592813" y="1280646"/>
                  </a:lnTo>
                  <a:lnTo>
                    <a:pt x="1668520" y="1288237"/>
                  </a:lnTo>
                  <a:lnTo>
                    <a:pt x="1731521" y="1300889"/>
                  </a:lnTo>
                  <a:lnTo>
                    <a:pt x="1782321" y="1313040"/>
                  </a:lnTo>
                  <a:lnTo>
                    <a:pt x="1825015" y="1330774"/>
                  </a:lnTo>
                  <a:lnTo>
                    <a:pt x="1858028" y="1371282"/>
                  </a:lnTo>
                  <a:lnTo>
                    <a:pt x="1850405" y="1389017"/>
                  </a:lnTo>
                  <a:lnTo>
                    <a:pt x="1782321" y="1426472"/>
                  </a:lnTo>
                  <a:lnTo>
                    <a:pt x="1731521" y="1439145"/>
                  </a:lnTo>
                  <a:lnTo>
                    <a:pt x="1668520" y="1451797"/>
                  </a:lnTo>
                  <a:lnTo>
                    <a:pt x="1592813" y="1459389"/>
                  </a:lnTo>
                  <a:lnTo>
                    <a:pt x="1519647" y="1464471"/>
                  </a:lnTo>
                  <a:lnTo>
                    <a:pt x="1438859" y="1464471"/>
                  </a:lnTo>
                  <a:lnTo>
                    <a:pt x="1363173" y="1459389"/>
                  </a:lnTo>
                  <a:lnTo>
                    <a:pt x="1292548" y="1451797"/>
                  </a:lnTo>
                  <a:lnTo>
                    <a:pt x="1224465" y="1439145"/>
                  </a:lnTo>
                  <a:lnTo>
                    <a:pt x="1173644" y="1426472"/>
                  </a:lnTo>
                  <a:lnTo>
                    <a:pt x="1130971" y="1408758"/>
                  </a:lnTo>
                  <a:lnTo>
                    <a:pt x="1103040" y="1371282"/>
                  </a:lnTo>
                  <a:close/>
                </a:path>
                <a:path w="1858645" h="1464945">
                  <a:moveTo>
                    <a:pt x="1103040" y="1068965"/>
                  </a:moveTo>
                  <a:lnTo>
                    <a:pt x="1130971" y="1028958"/>
                  </a:lnTo>
                  <a:lnTo>
                    <a:pt x="1173644" y="1011224"/>
                  </a:lnTo>
                  <a:lnTo>
                    <a:pt x="1224465" y="998572"/>
                  </a:lnTo>
                  <a:lnTo>
                    <a:pt x="1292548" y="985920"/>
                  </a:lnTo>
                  <a:lnTo>
                    <a:pt x="1363173" y="978830"/>
                  </a:lnTo>
                  <a:lnTo>
                    <a:pt x="1438859" y="973748"/>
                  </a:lnTo>
                  <a:lnTo>
                    <a:pt x="1519647" y="973748"/>
                  </a:lnTo>
                  <a:lnTo>
                    <a:pt x="1592813" y="978830"/>
                  </a:lnTo>
                  <a:lnTo>
                    <a:pt x="1668520" y="985920"/>
                  </a:lnTo>
                  <a:lnTo>
                    <a:pt x="1731521" y="998572"/>
                  </a:lnTo>
                  <a:lnTo>
                    <a:pt x="1782321" y="1011224"/>
                  </a:lnTo>
                  <a:lnTo>
                    <a:pt x="1825015" y="1028958"/>
                  </a:lnTo>
                  <a:lnTo>
                    <a:pt x="1858028" y="1068965"/>
                  </a:lnTo>
                  <a:lnTo>
                    <a:pt x="1850405" y="1086678"/>
                  </a:lnTo>
                  <a:lnTo>
                    <a:pt x="1782321" y="1124656"/>
                  </a:lnTo>
                  <a:lnTo>
                    <a:pt x="1731521" y="1137329"/>
                  </a:lnTo>
                  <a:lnTo>
                    <a:pt x="1668520" y="1149480"/>
                  </a:lnTo>
                  <a:lnTo>
                    <a:pt x="1592813" y="1157071"/>
                  </a:lnTo>
                  <a:lnTo>
                    <a:pt x="1519647" y="1162132"/>
                  </a:lnTo>
                  <a:lnTo>
                    <a:pt x="1438859" y="1162132"/>
                  </a:lnTo>
                  <a:lnTo>
                    <a:pt x="1363173" y="1157071"/>
                  </a:lnTo>
                  <a:lnTo>
                    <a:pt x="1292548" y="1149480"/>
                  </a:lnTo>
                  <a:lnTo>
                    <a:pt x="1224465" y="1137329"/>
                  </a:lnTo>
                  <a:lnTo>
                    <a:pt x="1173644" y="1124656"/>
                  </a:lnTo>
                  <a:lnTo>
                    <a:pt x="1130971" y="1106943"/>
                  </a:lnTo>
                  <a:lnTo>
                    <a:pt x="1103040" y="1068965"/>
                  </a:lnTo>
                  <a:close/>
                </a:path>
              </a:pathLst>
            </a:custGeom>
            <a:ln w="152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1381620" y="4626694"/>
              <a:ext cx="838200" cy="139065"/>
            </a:xfrm>
            <a:custGeom>
              <a:avLst/>
              <a:gdLst/>
              <a:ahLst/>
              <a:cxnLst/>
              <a:rect l="l" t="t" r="r" b="b"/>
              <a:pathLst>
                <a:path w="838200" h="139064">
                  <a:moveTo>
                    <a:pt x="837813" y="0"/>
                  </a:moveTo>
                  <a:lnTo>
                    <a:pt x="0" y="0"/>
                  </a:lnTo>
                  <a:lnTo>
                    <a:pt x="0" y="138753"/>
                  </a:lnTo>
                  <a:lnTo>
                    <a:pt x="837813" y="138753"/>
                  </a:lnTo>
                  <a:lnTo>
                    <a:pt x="83781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1424314" y="4445919"/>
              <a:ext cx="760095" cy="325120"/>
            </a:xfrm>
            <a:custGeom>
              <a:avLst/>
              <a:gdLst/>
              <a:ahLst/>
              <a:cxnLst/>
              <a:rect l="l" t="t" r="r" b="b"/>
              <a:pathLst>
                <a:path w="760094" h="325120">
                  <a:moveTo>
                    <a:pt x="0" y="0"/>
                  </a:moveTo>
                  <a:lnTo>
                    <a:pt x="0" y="324589"/>
                  </a:lnTo>
                </a:path>
                <a:path w="760094" h="325120">
                  <a:moveTo>
                    <a:pt x="760069" y="0"/>
                  </a:moveTo>
                  <a:lnTo>
                    <a:pt x="760069" y="324589"/>
                  </a:lnTo>
                </a:path>
              </a:pathLst>
            </a:custGeom>
            <a:ln w="152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424314" y="4317283"/>
              <a:ext cx="755015" cy="186690"/>
            </a:xfrm>
            <a:custGeom>
              <a:avLst/>
              <a:gdLst/>
              <a:ahLst/>
              <a:cxnLst/>
              <a:rect l="l" t="t" r="r" b="b"/>
              <a:pathLst>
                <a:path w="755014" h="186689">
                  <a:moveTo>
                    <a:pt x="416607" y="0"/>
                  </a:moveTo>
                  <a:lnTo>
                    <a:pt x="335818" y="0"/>
                  </a:lnTo>
                  <a:lnTo>
                    <a:pt x="260132" y="5060"/>
                  </a:lnTo>
                  <a:lnTo>
                    <a:pt x="189508" y="12652"/>
                  </a:lnTo>
                  <a:lnTo>
                    <a:pt x="121424" y="25325"/>
                  </a:lnTo>
                  <a:lnTo>
                    <a:pt x="70603" y="37977"/>
                  </a:lnTo>
                  <a:lnTo>
                    <a:pt x="27930" y="53181"/>
                  </a:lnTo>
                  <a:lnTo>
                    <a:pt x="0" y="95718"/>
                  </a:lnTo>
                  <a:lnTo>
                    <a:pt x="7602" y="113431"/>
                  </a:lnTo>
                  <a:lnTo>
                    <a:pt x="70603" y="150907"/>
                  </a:lnTo>
                  <a:lnTo>
                    <a:pt x="121424" y="161029"/>
                  </a:lnTo>
                  <a:lnTo>
                    <a:pt x="189508" y="173702"/>
                  </a:lnTo>
                  <a:lnTo>
                    <a:pt x="260132" y="183824"/>
                  </a:lnTo>
                  <a:lnTo>
                    <a:pt x="335818" y="186355"/>
                  </a:lnTo>
                  <a:lnTo>
                    <a:pt x="416607" y="186355"/>
                  </a:lnTo>
                  <a:lnTo>
                    <a:pt x="489772" y="183824"/>
                  </a:lnTo>
                  <a:lnTo>
                    <a:pt x="565479" y="173702"/>
                  </a:lnTo>
                  <a:lnTo>
                    <a:pt x="679280" y="150907"/>
                  </a:lnTo>
                  <a:lnTo>
                    <a:pt x="721974" y="133696"/>
                  </a:lnTo>
                  <a:lnTo>
                    <a:pt x="754987" y="95718"/>
                  </a:lnTo>
                  <a:lnTo>
                    <a:pt x="747364" y="75453"/>
                  </a:lnTo>
                  <a:lnTo>
                    <a:pt x="679280" y="37977"/>
                  </a:lnTo>
                  <a:lnTo>
                    <a:pt x="628480" y="25325"/>
                  </a:lnTo>
                  <a:lnTo>
                    <a:pt x="565479" y="12652"/>
                  </a:lnTo>
                  <a:lnTo>
                    <a:pt x="489772" y="5060"/>
                  </a:lnTo>
                  <a:lnTo>
                    <a:pt x="4166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1424314" y="4015467"/>
              <a:ext cx="755015" cy="488315"/>
            </a:xfrm>
            <a:custGeom>
              <a:avLst/>
              <a:gdLst/>
              <a:ahLst/>
              <a:cxnLst/>
              <a:rect l="l" t="t" r="r" b="b"/>
              <a:pathLst>
                <a:path w="755014" h="488314">
                  <a:moveTo>
                    <a:pt x="0" y="397534"/>
                  </a:moveTo>
                  <a:lnTo>
                    <a:pt x="27930" y="354997"/>
                  </a:lnTo>
                  <a:lnTo>
                    <a:pt x="70603" y="339793"/>
                  </a:lnTo>
                  <a:lnTo>
                    <a:pt x="121424" y="327141"/>
                  </a:lnTo>
                  <a:lnTo>
                    <a:pt x="189508" y="314467"/>
                  </a:lnTo>
                  <a:lnTo>
                    <a:pt x="260132" y="306876"/>
                  </a:lnTo>
                  <a:lnTo>
                    <a:pt x="335818" y="301815"/>
                  </a:lnTo>
                  <a:lnTo>
                    <a:pt x="416607" y="301815"/>
                  </a:lnTo>
                  <a:lnTo>
                    <a:pt x="489772" y="306876"/>
                  </a:lnTo>
                  <a:lnTo>
                    <a:pt x="565479" y="314467"/>
                  </a:lnTo>
                  <a:lnTo>
                    <a:pt x="628480" y="327141"/>
                  </a:lnTo>
                  <a:lnTo>
                    <a:pt x="679280" y="339793"/>
                  </a:lnTo>
                  <a:lnTo>
                    <a:pt x="721974" y="354997"/>
                  </a:lnTo>
                  <a:lnTo>
                    <a:pt x="754987" y="397534"/>
                  </a:lnTo>
                  <a:lnTo>
                    <a:pt x="747364" y="415247"/>
                  </a:lnTo>
                  <a:lnTo>
                    <a:pt x="721974" y="435512"/>
                  </a:lnTo>
                  <a:lnTo>
                    <a:pt x="679280" y="452723"/>
                  </a:lnTo>
                  <a:lnTo>
                    <a:pt x="628480" y="462845"/>
                  </a:lnTo>
                  <a:lnTo>
                    <a:pt x="565479" y="475518"/>
                  </a:lnTo>
                  <a:lnTo>
                    <a:pt x="489772" y="485640"/>
                  </a:lnTo>
                  <a:lnTo>
                    <a:pt x="416607" y="488170"/>
                  </a:lnTo>
                  <a:lnTo>
                    <a:pt x="335818" y="488170"/>
                  </a:lnTo>
                  <a:lnTo>
                    <a:pt x="260132" y="485640"/>
                  </a:lnTo>
                  <a:lnTo>
                    <a:pt x="189508" y="475518"/>
                  </a:lnTo>
                  <a:lnTo>
                    <a:pt x="121424" y="462845"/>
                  </a:lnTo>
                  <a:lnTo>
                    <a:pt x="70603" y="452723"/>
                  </a:lnTo>
                  <a:lnTo>
                    <a:pt x="27930" y="435512"/>
                  </a:lnTo>
                  <a:lnTo>
                    <a:pt x="7602" y="415247"/>
                  </a:lnTo>
                  <a:lnTo>
                    <a:pt x="0" y="397534"/>
                  </a:lnTo>
                  <a:close/>
                </a:path>
                <a:path w="755014" h="488314">
                  <a:moveTo>
                    <a:pt x="0" y="95718"/>
                  </a:moveTo>
                  <a:lnTo>
                    <a:pt x="27930" y="52658"/>
                  </a:lnTo>
                  <a:lnTo>
                    <a:pt x="70603" y="37476"/>
                  </a:lnTo>
                  <a:lnTo>
                    <a:pt x="121424" y="25325"/>
                  </a:lnTo>
                  <a:lnTo>
                    <a:pt x="189508" y="12673"/>
                  </a:lnTo>
                  <a:lnTo>
                    <a:pt x="260132" y="5060"/>
                  </a:lnTo>
                  <a:lnTo>
                    <a:pt x="335818" y="0"/>
                  </a:lnTo>
                  <a:lnTo>
                    <a:pt x="416607" y="0"/>
                  </a:lnTo>
                  <a:lnTo>
                    <a:pt x="489772" y="5060"/>
                  </a:lnTo>
                  <a:lnTo>
                    <a:pt x="565479" y="12673"/>
                  </a:lnTo>
                  <a:lnTo>
                    <a:pt x="628480" y="25325"/>
                  </a:lnTo>
                  <a:lnTo>
                    <a:pt x="679280" y="37476"/>
                  </a:lnTo>
                  <a:lnTo>
                    <a:pt x="721974" y="52658"/>
                  </a:lnTo>
                  <a:lnTo>
                    <a:pt x="754987" y="95718"/>
                  </a:lnTo>
                  <a:lnTo>
                    <a:pt x="747364" y="112929"/>
                  </a:lnTo>
                  <a:lnTo>
                    <a:pt x="721974" y="133194"/>
                  </a:lnTo>
                  <a:lnTo>
                    <a:pt x="679280" y="150907"/>
                  </a:lnTo>
                  <a:lnTo>
                    <a:pt x="628480" y="161029"/>
                  </a:lnTo>
                  <a:lnTo>
                    <a:pt x="565479" y="173702"/>
                  </a:lnTo>
                  <a:lnTo>
                    <a:pt x="489772" y="183824"/>
                  </a:lnTo>
                  <a:lnTo>
                    <a:pt x="416607" y="186355"/>
                  </a:lnTo>
                  <a:lnTo>
                    <a:pt x="335818" y="186355"/>
                  </a:lnTo>
                  <a:lnTo>
                    <a:pt x="260132" y="183824"/>
                  </a:lnTo>
                  <a:lnTo>
                    <a:pt x="189508" y="173702"/>
                  </a:lnTo>
                  <a:lnTo>
                    <a:pt x="121424" y="161029"/>
                  </a:lnTo>
                  <a:lnTo>
                    <a:pt x="70603" y="150907"/>
                  </a:lnTo>
                  <a:lnTo>
                    <a:pt x="27930" y="133194"/>
                  </a:lnTo>
                  <a:lnTo>
                    <a:pt x="7602" y="112929"/>
                  </a:lnTo>
                  <a:lnTo>
                    <a:pt x="0" y="95718"/>
                  </a:lnTo>
                  <a:close/>
                </a:path>
              </a:pathLst>
            </a:custGeom>
            <a:ln w="152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1381620" y="4277285"/>
              <a:ext cx="838200" cy="138430"/>
            </a:xfrm>
            <a:custGeom>
              <a:avLst/>
              <a:gdLst/>
              <a:ahLst/>
              <a:cxnLst/>
              <a:rect l="l" t="t" r="r" b="b"/>
              <a:pathLst>
                <a:path w="838200" h="138429">
                  <a:moveTo>
                    <a:pt x="837813" y="0"/>
                  </a:moveTo>
                  <a:lnTo>
                    <a:pt x="0" y="0"/>
                  </a:lnTo>
                  <a:lnTo>
                    <a:pt x="0" y="138247"/>
                  </a:lnTo>
                  <a:lnTo>
                    <a:pt x="837813" y="138247"/>
                  </a:lnTo>
                  <a:lnTo>
                    <a:pt x="83781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1424314" y="4098513"/>
              <a:ext cx="760095" cy="325120"/>
            </a:xfrm>
            <a:custGeom>
              <a:avLst/>
              <a:gdLst/>
              <a:ahLst/>
              <a:cxnLst/>
              <a:rect l="l" t="t" r="r" b="b"/>
              <a:pathLst>
                <a:path w="760094" h="325120">
                  <a:moveTo>
                    <a:pt x="0" y="0"/>
                  </a:moveTo>
                  <a:lnTo>
                    <a:pt x="0" y="324610"/>
                  </a:lnTo>
                </a:path>
                <a:path w="760094" h="325120">
                  <a:moveTo>
                    <a:pt x="760069" y="0"/>
                  </a:moveTo>
                  <a:lnTo>
                    <a:pt x="760069" y="324610"/>
                  </a:lnTo>
                </a:path>
              </a:pathLst>
            </a:custGeom>
            <a:ln w="152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1424314" y="3964837"/>
              <a:ext cx="755015" cy="186690"/>
            </a:xfrm>
            <a:custGeom>
              <a:avLst/>
              <a:gdLst/>
              <a:ahLst/>
              <a:cxnLst/>
              <a:rect l="l" t="t" r="r" b="b"/>
              <a:pathLst>
                <a:path w="755014" h="186689">
                  <a:moveTo>
                    <a:pt x="416607" y="0"/>
                  </a:moveTo>
                  <a:lnTo>
                    <a:pt x="335818" y="0"/>
                  </a:lnTo>
                  <a:lnTo>
                    <a:pt x="260132" y="5019"/>
                  </a:lnTo>
                  <a:lnTo>
                    <a:pt x="189508" y="12756"/>
                  </a:lnTo>
                  <a:lnTo>
                    <a:pt x="121424" y="25304"/>
                  </a:lnTo>
                  <a:lnTo>
                    <a:pt x="70603" y="38061"/>
                  </a:lnTo>
                  <a:lnTo>
                    <a:pt x="27930" y="53160"/>
                  </a:lnTo>
                  <a:lnTo>
                    <a:pt x="0" y="95697"/>
                  </a:lnTo>
                  <a:lnTo>
                    <a:pt x="7602" y="113431"/>
                  </a:lnTo>
                  <a:lnTo>
                    <a:pt x="70603" y="151409"/>
                  </a:lnTo>
                  <a:lnTo>
                    <a:pt x="121424" y="161531"/>
                  </a:lnTo>
                  <a:lnTo>
                    <a:pt x="189508" y="173682"/>
                  </a:lnTo>
                  <a:lnTo>
                    <a:pt x="260132" y="183824"/>
                  </a:lnTo>
                  <a:lnTo>
                    <a:pt x="335818" y="186355"/>
                  </a:lnTo>
                  <a:lnTo>
                    <a:pt x="416607" y="186355"/>
                  </a:lnTo>
                  <a:lnTo>
                    <a:pt x="489772" y="183824"/>
                  </a:lnTo>
                  <a:lnTo>
                    <a:pt x="565479" y="173682"/>
                  </a:lnTo>
                  <a:lnTo>
                    <a:pt x="679280" y="151409"/>
                  </a:lnTo>
                  <a:lnTo>
                    <a:pt x="721974" y="133675"/>
                  </a:lnTo>
                  <a:lnTo>
                    <a:pt x="754987" y="95697"/>
                  </a:lnTo>
                  <a:lnTo>
                    <a:pt x="747364" y="75955"/>
                  </a:lnTo>
                  <a:lnTo>
                    <a:pt x="679280" y="38061"/>
                  </a:lnTo>
                  <a:lnTo>
                    <a:pt x="628480" y="25304"/>
                  </a:lnTo>
                  <a:lnTo>
                    <a:pt x="565479" y="12756"/>
                  </a:lnTo>
                  <a:lnTo>
                    <a:pt x="489772" y="5019"/>
                  </a:lnTo>
                  <a:lnTo>
                    <a:pt x="4166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1424314" y="3663063"/>
              <a:ext cx="755015" cy="488315"/>
            </a:xfrm>
            <a:custGeom>
              <a:avLst/>
              <a:gdLst/>
              <a:ahLst/>
              <a:cxnLst/>
              <a:rect l="l" t="t" r="r" b="b"/>
              <a:pathLst>
                <a:path w="755014" h="488314">
                  <a:moveTo>
                    <a:pt x="0" y="397471"/>
                  </a:moveTo>
                  <a:lnTo>
                    <a:pt x="27930" y="354934"/>
                  </a:lnTo>
                  <a:lnTo>
                    <a:pt x="70603" y="339835"/>
                  </a:lnTo>
                  <a:lnTo>
                    <a:pt x="121424" y="327078"/>
                  </a:lnTo>
                  <a:lnTo>
                    <a:pt x="189508" y="314530"/>
                  </a:lnTo>
                  <a:lnTo>
                    <a:pt x="260132" y="306792"/>
                  </a:lnTo>
                  <a:lnTo>
                    <a:pt x="335818" y="301773"/>
                  </a:lnTo>
                  <a:lnTo>
                    <a:pt x="416607" y="301773"/>
                  </a:lnTo>
                  <a:lnTo>
                    <a:pt x="489772" y="306792"/>
                  </a:lnTo>
                  <a:lnTo>
                    <a:pt x="565479" y="314530"/>
                  </a:lnTo>
                  <a:lnTo>
                    <a:pt x="628480" y="327078"/>
                  </a:lnTo>
                  <a:lnTo>
                    <a:pt x="679280" y="339835"/>
                  </a:lnTo>
                  <a:lnTo>
                    <a:pt x="721974" y="354934"/>
                  </a:lnTo>
                  <a:lnTo>
                    <a:pt x="754987" y="397471"/>
                  </a:lnTo>
                  <a:lnTo>
                    <a:pt x="747364" y="415205"/>
                  </a:lnTo>
                  <a:lnTo>
                    <a:pt x="679280" y="453183"/>
                  </a:lnTo>
                  <a:lnTo>
                    <a:pt x="628480" y="463305"/>
                  </a:lnTo>
                  <a:lnTo>
                    <a:pt x="565479" y="475455"/>
                  </a:lnTo>
                  <a:lnTo>
                    <a:pt x="489772" y="485598"/>
                  </a:lnTo>
                  <a:lnTo>
                    <a:pt x="416607" y="488129"/>
                  </a:lnTo>
                  <a:lnTo>
                    <a:pt x="335818" y="488129"/>
                  </a:lnTo>
                  <a:lnTo>
                    <a:pt x="260132" y="485598"/>
                  </a:lnTo>
                  <a:lnTo>
                    <a:pt x="189508" y="475455"/>
                  </a:lnTo>
                  <a:lnTo>
                    <a:pt x="121424" y="463305"/>
                  </a:lnTo>
                  <a:lnTo>
                    <a:pt x="70603" y="453183"/>
                  </a:lnTo>
                  <a:lnTo>
                    <a:pt x="27930" y="435449"/>
                  </a:lnTo>
                  <a:lnTo>
                    <a:pt x="0" y="397471"/>
                  </a:lnTo>
                  <a:close/>
                </a:path>
                <a:path w="755014" h="488314">
                  <a:moveTo>
                    <a:pt x="0" y="95572"/>
                  </a:moveTo>
                  <a:lnTo>
                    <a:pt x="27930" y="53118"/>
                  </a:lnTo>
                  <a:lnTo>
                    <a:pt x="70603" y="37852"/>
                  </a:lnTo>
                  <a:lnTo>
                    <a:pt x="121424" y="25304"/>
                  </a:lnTo>
                  <a:lnTo>
                    <a:pt x="189508" y="12547"/>
                  </a:lnTo>
                  <a:lnTo>
                    <a:pt x="260132" y="5019"/>
                  </a:lnTo>
                  <a:lnTo>
                    <a:pt x="335818" y="0"/>
                  </a:lnTo>
                  <a:lnTo>
                    <a:pt x="416607" y="0"/>
                  </a:lnTo>
                  <a:lnTo>
                    <a:pt x="489772" y="5019"/>
                  </a:lnTo>
                  <a:lnTo>
                    <a:pt x="565479" y="12547"/>
                  </a:lnTo>
                  <a:lnTo>
                    <a:pt x="628480" y="25304"/>
                  </a:lnTo>
                  <a:lnTo>
                    <a:pt x="679280" y="37852"/>
                  </a:lnTo>
                  <a:lnTo>
                    <a:pt x="721974" y="53118"/>
                  </a:lnTo>
                  <a:lnTo>
                    <a:pt x="754987" y="95572"/>
                  </a:lnTo>
                  <a:lnTo>
                    <a:pt x="747364" y="113348"/>
                  </a:lnTo>
                  <a:lnTo>
                    <a:pt x="679280" y="150782"/>
                  </a:lnTo>
                  <a:lnTo>
                    <a:pt x="628480" y="161029"/>
                  </a:lnTo>
                  <a:lnTo>
                    <a:pt x="565479" y="173577"/>
                  </a:lnTo>
                  <a:lnTo>
                    <a:pt x="489772" y="183824"/>
                  </a:lnTo>
                  <a:lnTo>
                    <a:pt x="416607" y="186334"/>
                  </a:lnTo>
                  <a:lnTo>
                    <a:pt x="335818" y="186334"/>
                  </a:lnTo>
                  <a:lnTo>
                    <a:pt x="260132" y="183824"/>
                  </a:lnTo>
                  <a:lnTo>
                    <a:pt x="189508" y="173577"/>
                  </a:lnTo>
                  <a:lnTo>
                    <a:pt x="121424" y="161029"/>
                  </a:lnTo>
                  <a:lnTo>
                    <a:pt x="70603" y="150782"/>
                  </a:lnTo>
                  <a:lnTo>
                    <a:pt x="27930" y="133633"/>
                  </a:lnTo>
                  <a:lnTo>
                    <a:pt x="0" y="95572"/>
                  </a:lnTo>
                  <a:close/>
                </a:path>
              </a:pathLst>
            </a:custGeom>
            <a:ln w="152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1381620" y="3924818"/>
              <a:ext cx="838200" cy="138430"/>
            </a:xfrm>
            <a:custGeom>
              <a:avLst/>
              <a:gdLst/>
              <a:ahLst/>
              <a:cxnLst/>
              <a:rect l="l" t="t" r="r" b="b"/>
              <a:pathLst>
                <a:path w="838200" h="138429">
                  <a:moveTo>
                    <a:pt x="837813" y="0"/>
                  </a:moveTo>
                  <a:lnTo>
                    <a:pt x="0" y="0"/>
                  </a:lnTo>
                  <a:lnTo>
                    <a:pt x="0" y="138247"/>
                  </a:lnTo>
                  <a:lnTo>
                    <a:pt x="837813" y="138247"/>
                  </a:lnTo>
                  <a:lnTo>
                    <a:pt x="83781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1424314" y="3746088"/>
              <a:ext cx="760095" cy="325120"/>
            </a:xfrm>
            <a:custGeom>
              <a:avLst/>
              <a:gdLst/>
              <a:ahLst/>
              <a:cxnLst/>
              <a:rect l="l" t="t" r="r" b="b"/>
              <a:pathLst>
                <a:path w="760094" h="325120">
                  <a:moveTo>
                    <a:pt x="0" y="0"/>
                  </a:moveTo>
                  <a:lnTo>
                    <a:pt x="0" y="324589"/>
                  </a:lnTo>
                </a:path>
                <a:path w="760094" h="325120">
                  <a:moveTo>
                    <a:pt x="760069" y="0"/>
                  </a:moveTo>
                  <a:lnTo>
                    <a:pt x="760069" y="324589"/>
                  </a:lnTo>
                </a:path>
              </a:pathLst>
            </a:custGeom>
            <a:ln w="152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1424314" y="3617891"/>
              <a:ext cx="755015" cy="186055"/>
            </a:xfrm>
            <a:custGeom>
              <a:avLst/>
              <a:gdLst/>
              <a:ahLst/>
              <a:cxnLst/>
              <a:rect l="l" t="t" r="r" b="b"/>
              <a:pathLst>
                <a:path w="755014" h="186054">
                  <a:moveTo>
                    <a:pt x="416607" y="0"/>
                  </a:moveTo>
                  <a:lnTo>
                    <a:pt x="335818" y="0"/>
                  </a:lnTo>
                  <a:lnTo>
                    <a:pt x="260132" y="2509"/>
                  </a:lnTo>
                  <a:lnTo>
                    <a:pt x="189508" y="12756"/>
                  </a:lnTo>
                  <a:lnTo>
                    <a:pt x="121424" y="24886"/>
                  </a:lnTo>
                  <a:lnTo>
                    <a:pt x="70603" y="34924"/>
                  </a:lnTo>
                  <a:lnTo>
                    <a:pt x="27930" y="52700"/>
                  </a:lnTo>
                  <a:lnTo>
                    <a:pt x="0" y="95781"/>
                  </a:lnTo>
                  <a:lnTo>
                    <a:pt x="7602" y="110420"/>
                  </a:lnTo>
                  <a:lnTo>
                    <a:pt x="70603" y="148481"/>
                  </a:lnTo>
                  <a:lnTo>
                    <a:pt x="121424" y="161029"/>
                  </a:lnTo>
                  <a:lnTo>
                    <a:pt x="189508" y="173786"/>
                  </a:lnTo>
                  <a:lnTo>
                    <a:pt x="260132" y="181315"/>
                  </a:lnTo>
                  <a:lnTo>
                    <a:pt x="335818" y="185916"/>
                  </a:lnTo>
                  <a:lnTo>
                    <a:pt x="416607" y="185916"/>
                  </a:lnTo>
                  <a:lnTo>
                    <a:pt x="489772" y="181315"/>
                  </a:lnTo>
                  <a:lnTo>
                    <a:pt x="565479" y="173786"/>
                  </a:lnTo>
                  <a:lnTo>
                    <a:pt x="628480" y="161029"/>
                  </a:lnTo>
                  <a:lnTo>
                    <a:pt x="679280" y="148481"/>
                  </a:lnTo>
                  <a:lnTo>
                    <a:pt x="721974" y="133215"/>
                  </a:lnTo>
                  <a:lnTo>
                    <a:pt x="754987" y="95781"/>
                  </a:lnTo>
                  <a:lnTo>
                    <a:pt x="747364" y="72986"/>
                  </a:lnTo>
                  <a:lnTo>
                    <a:pt x="679280" y="34924"/>
                  </a:lnTo>
                  <a:lnTo>
                    <a:pt x="565479" y="12756"/>
                  </a:lnTo>
                  <a:lnTo>
                    <a:pt x="489772" y="2509"/>
                  </a:lnTo>
                  <a:lnTo>
                    <a:pt x="4166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1424314" y="3315699"/>
              <a:ext cx="755015" cy="488315"/>
            </a:xfrm>
            <a:custGeom>
              <a:avLst/>
              <a:gdLst/>
              <a:ahLst/>
              <a:cxnLst/>
              <a:rect l="l" t="t" r="r" b="b"/>
              <a:pathLst>
                <a:path w="755014" h="488314">
                  <a:moveTo>
                    <a:pt x="0" y="397973"/>
                  </a:moveTo>
                  <a:lnTo>
                    <a:pt x="27930" y="354892"/>
                  </a:lnTo>
                  <a:lnTo>
                    <a:pt x="70603" y="337116"/>
                  </a:lnTo>
                  <a:lnTo>
                    <a:pt x="121424" y="327078"/>
                  </a:lnTo>
                  <a:lnTo>
                    <a:pt x="189508" y="314948"/>
                  </a:lnTo>
                  <a:lnTo>
                    <a:pt x="260132" y="304701"/>
                  </a:lnTo>
                  <a:lnTo>
                    <a:pt x="335818" y="302192"/>
                  </a:lnTo>
                  <a:lnTo>
                    <a:pt x="416607" y="302192"/>
                  </a:lnTo>
                  <a:lnTo>
                    <a:pt x="489772" y="304701"/>
                  </a:lnTo>
                  <a:lnTo>
                    <a:pt x="565479" y="314948"/>
                  </a:lnTo>
                  <a:lnTo>
                    <a:pt x="628480" y="327078"/>
                  </a:lnTo>
                  <a:lnTo>
                    <a:pt x="679280" y="337116"/>
                  </a:lnTo>
                  <a:lnTo>
                    <a:pt x="721974" y="354892"/>
                  </a:lnTo>
                  <a:lnTo>
                    <a:pt x="754987" y="397973"/>
                  </a:lnTo>
                  <a:lnTo>
                    <a:pt x="747364" y="412612"/>
                  </a:lnTo>
                  <a:lnTo>
                    <a:pt x="679280" y="450674"/>
                  </a:lnTo>
                  <a:lnTo>
                    <a:pt x="628480" y="463221"/>
                  </a:lnTo>
                  <a:lnTo>
                    <a:pt x="565479" y="475978"/>
                  </a:lnTo>
                  <a:lnTo>
                    <a:pt x="489772" y="483507"/>
                  </a:lnTo>
                  <a:lnTo>
                    <a:pt x="416607" y="488108"/>
                  </a:lnTo>
                  <a:lnTo>
                    <a:pt x="335818" y="488108"/>
                  </a:lnTo>
                  <a:lnTo>
                    <a:pt x="260132" y="483507"/>
                  </a:lnTo>
                  <a:lnTo>
                    <a:pt x="189508" y="475978"/>
                  </a:lnTo>
                  <a:lnTo>
                    <a:pt x="121424" y="463221"/>
                  </a:lnTo>
                  <a:lnTo>
                    <a:pt x="70603" y="450674"/>
                  </a:lnTo>
                  <a:lnTo>
                    <a:pt x="27930" y="435407"/>
                  </a:lnTo>
                  <a:lnTo>
                    <a:pt x="0" y="397973"/>
                  </a:lnTo>
                  <a:close/>
                </a:path>
                <a:path w="755014" h="488314">
                  <a:moveTo>
                    <a:pt x="0" y="95572"/>
                  </a:moveTo>
                  <a:lnTo>
                    <a:pt x="27930" y="53118"/>
                  </a:lnTo>
                  <a:lnTo>
                    <a:pt x="70603" y="35342"/>
                  </a:lnTo>
                  <a:lnTo>
                    <a:pt x="121424" y="25304"/>
                  </a:lnTo>
                  <a:lnTo>
                    <a:pt x="189508" y="12547"/>
                  </a:lnTo>
                  <a:lnTo>
                    <a:pt x="260132" y="2509"/>
                  </a:lnTo>
                  <a:lnTo>
                    <a:pt x="335818" y="0"/>
                  </a:lnTo>
                  <a:lnTo>
                    <a:pt x="416607" y="0"/>
                  </a:lnTo>
                  <a:lnTo>
                    <a:pt x="489772" y="2509"/>
                  </a:lnTo>
                  <a:lnTo>
                    <a:pt x="565479" y="12547"/>
                  </a:lnTo>
                  <a:lnTo>
                    <a:pt x="628480" y="25304"/>
                  </a:lnTo>
                  <a:lnTo>
                    <a:pt x="679280" y="35342"/>
                  </a:lnTo>
                  <a:lnTo>
                    <a:pt x="721974" y="53118"/>
                  </a:lnTo>
                  <a:lnTo>
                    <a:pt x="747364" y="73404"/>
                  </a:lnTo>
                  <a:lnTo>
                    <a:pt x="754987" y="95572"/>
                  </a:lnTo>
                  <a:lnTo>
                    <a:pt x="747364" y="110838"/>
                  </a:lnTo>
                  <a:lnTo>
                    <a:pt x="679280" y="148900"/>
                  </a:lnTo>
                  <a:lnTo>
                    <a:pt x="628480" y="161029"/>
                  </a:lnTo>
                  <a:lnTo>
                    <a:pt x="565479" y="173577"/>
                  </a:lnTo>
                  <a:lnTo>
                    <a:pt x="489772" y="181315"/>
                  </a:lnTo>
                  <a:lnTo>
                    <a:pt x="416607" y="186334"/>
                  </a:lnTo>
                  <a:lnTo>
                    <a:pt x="335818" y="186334"/>
                  </a:lnTo>
                  <a:lnTo>
                    <a:pt x="260132" y="181315"/>
                  </a:lnTo>
                  <a:lnTo>
                    <a:pt x="189508" y="173577"/>
                  </a:lnTo>
                  <a:lnTo>
                    <a:pt x="121424" y="161029"/>
                  </a:lnTo>
                  <a:lnTo>
                    <a:pt x="70603" y="148900"/>
                  </a:lnTo>
                  <a:lnTo>
                    <a:pt x="27930" y="133633"/>
                  </a:lnTo>
                  <a:lnTo>
                    <a:pt x="7602" y="110838"/>
                  </a:lnTo>
                  <a:lnTo>
                    <a:pt x="0" y="95572"/>
                  </a:lnTo>
                  <a:close/>
                </a:path>
              </a:pathLst>
            </a:custGeom>
            <a:ln w="152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1381620" y="3577429"/>
              <a:ext cx="838200" cy="139065"/>
            </a:xfrm>
            <a:custGeom>
              <a:avLst/>
              <a:gdLst/>
              <a:ahLst/>
              <a:cxnLst/>
              <a:rect l="l" t="t" r="r" b="b"/>
              <a:pathLst>
                <a:path w="838200" h="139064">
                  <a:moveTo>
                    <a:pt x="837813" y="0"/>
                  </a:moveTo>
                  <a:lnTo>
                    <a:pt x="0" y="0"/>
                  </a:lnTo>
                  <a:lnTo>
                    <a:pt x="0" y="138753"/>
                  </a:lnTo>
                  <a:lnTo>
                    <a:pt x="837813" y="138753"/>
                  </a:lnTo>
                  <a:lnTo>
                    <a:pt x="83781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1424314" y="3396214"/>
              <a:ext cx="1861185" cy="1447800"/>
            </a:xfrm>
            <a:custGeom>
              <a:avLst/>
              <a:gdLst/>
              <a:ahLst/>
              <a:cxnLst/>
              <a:rect l="l" t="t" r="r" b="b"/>
              <a:pathLst>
                <a:path w="1861185" h="1447800">
                  <a:moveTo>
                    <a:pt x="0" y="0"/>
                  </a:moveTo>
                  <a:lnTo>
                    <a:pt x="0" y="324568"/>
                  </a:lnTo>
                </a:path>
                <a:path w="1861185" h="1447800">
                  <a:moveTo>
                    <a:pt x="760069" y="0"/>
                  </a:moveTo>
                  <a:lnTo>
                    <a:pt x="760069" y="324568"/>
                  </a:lnTo>
                </a:path>
                <a:path w="1861185" h="1447800">
                  <a:moveTo>
                    <a:pt x="1105590" y="1356581"/>
                  </a:moveTo>
                  <a:lnTo>
                    <a:pt x="1133520" y="1313542"/>
                  </a:lnTo>
                  <a:lnTo>
                    <a:pt x="1173631" y="1298840"/>
                  </a:lnTo>
                  <a:lnTo>
                    <a:pt x="1224452" y="1286188"/>
                  </a:lnTo>
                  <a:lnTo>
                    <a:pt x="1292494" y="1273535"/>
                  </a:lnTo>
                  <a:lnTo>
                    <a:pt x="1363055" y="1265923"/>
                  </a:lnTo>
                  <a:lnTo>
                    <a:pt x="1438867" y="1260862"/>
                  </a:lnTo>
                  <a:lnTo>
                    <a:pt x="1519719" y="1260862"/>
                  </a:lnTo>
                  <a:lnTo>
                    <a:pt x="1595321" y="1265923"/>
                  </a:lnTo>
                  <a:lnTo>
                    <a:pt x="1671132" y="1273535"/>
                  </a:lnTo>
                  <a:lnTo>
                    <a:pt x="1734134" y="1286188"/>
                  </a:lnTo>
                  <a:lnTo>
                    <a:pt x="1784955" y="1298840"/>
                  </a:lnTo>
                  <a:lnTo>
                    <a:pt x="1825066" y="1313542"/>
                  </a:lnTo>
                  <a:lnTo>
                    <a:pt x="1860556" y="1356581"/>
                  </a:lnTo>
                  <a:lnTo>
                    <a:pt x="1850476" y="1374294"/>
                  </a:lnTo>
                  <a:lnTo>
                    <a:pt x="1825066" y="1394057"/>
                  </a:lnTo>
                  <a:lnTo>
                    <a:pt x="1784955" y="1411770"/>
                  </a:lnTo>
                  <a:lnTo>
                    <a:pt x="1734134" y="1421892"/>
                  </a:lnTo>
                  <a:lnTo>
                    <a:pt x="1671132" y="1434565"/>
                  </a:lnTo>
                  <a:lnTo>
                    <a:pt x="1595321" y="1444687"/>
                  </a:lnTo>
                  <a:lnTo>
                    <a:pt x="1519719" y="1447217"/>
                  </a:lnTo>
                  <a:lnTo>
                    <a:pt x="1438867" y="1447217"/>
                  </a:lnTo>
                  <a:lnTo>
                    <a:pt x="1363055" y="1444687"/>
                  </a:lnTo>
                  <a:lnTo>
                    <a:pt x="1292494" y="1434565"/>
                  </a:lnTo>
                  <a:lnTo>
                    <a:pt x="1224452" y="1421892"/>
                  </a:lnTo>
                  <a:lnTo>
                    <a:pt x="1173631" y="1411770"/>
                  </a:lnTo>
                  <a:lnTo>
                    <a:pt x="1133520" y="1394057"/>
                  </a:lnTo>
                  <a:lnTo>
                    <a:pt x="1113150" y="1374294"/>
                  </a:lnTo>
                  <a:lnTo>
                    <a:pt x="1105590" y="1356581"/>
                  </a:lnTo>
                  <a:close/>
                </a:path>
                <a:path w="1861185" h="1447800">
                  <a:moveTo>
                    <a:pt x="1105590" y="1054765"/>
                  </a:moveTo>
                  <a:lnTo>
                    <a:pt x="1133520" y="1011726"/>
                  </a:lnTo>
                  <a:lnTo>
                    <a:pt x="1173631" y="996522"/>
                  </a:lnTo>
                  <a:lnTo>
                    <a:pt x="1224452" y="983870"/>
                  </a:lnTo>
                  <a:lnTo>
                    <a:pt x="1292494" y="971720"/>
                  </a:lnTo>
                  <a:lnTo>
                    <a:pt x="1363055" y="964107"/>
                  </a:lnTo>
                  <a:lnTo>
                    <a:pt x="1438867" y="959046"/>
                  </a:lnTo>
                  <a:lnTo>
                    <a:pt x="1519719" y="959046"/>
                  </a:lnTo>
                  <a:lnTo>
                    <a:pt x="1595321" y="964107"/>
                  </a:lnTo>
                  <a:lnTo>
                    <a:pt x="1671132" y="971720"/>
                  </a:lnTo>
                  <a:lnTo>
                    <a:pt x="1734134" y="983870"/>
                  </a:lnTo>
                  <a:lnTo>
                    <a:pt x="1784955" y="996522"/>
                  </a:lnTo>
                  <a:lnTo>
                    <a:pt x="1825066" y="1011726"/>
                  </a:lnTo>
                  <a:lnTo>
                    <a:pt x="1860556" y="1054765"/>
                  </a:lnTo>
                  <a:lnTo>
                    <a:pt x="1850476" y="1071976"/>
                  </a:lnTo>
                  <a:lnTo>
                    <a:pt x="1825066" y="1092241"/>
                  </a:lnTo>
                  <a:lnTo>
                    <a:pt x="1784955" y="1109954"/>
                  </a:lnTo>
                  <a:lnTo>
                    <a:pt x="1734134" y="1120097"/>
                  </a:lnTo>
                  <a:lnTo>
                    <a:pt x="1671132" y="1132749"/>
                  </a:lnTo>
                  <a:lnTo>
                    <a:pt x="1595321" y="1142369"/>
                  </a:lnTo>
                  <a:lnTo>
                    <a:pt x="1519719" y="1144900"/>
                  </a:lnTo>
                  <a:lnTo>
                    <a:pt x="1438867" y="1144900"/>
                  </a:lnTo>
                  <a:lnTo>
                    <a:pt x="1363055" y="1142369"/>
                  </a:lnTo>
                  <a:lnTo>
                    <a:pt x="1292494" y="1132749"/>
                  </a:lnTo>
                  <a:lnTo>
                    <a:pt x="1224452" y="1120097"/>
                  </a:lnTo>
                  <a:lnTo>
                    <a:pt x="1173631" y="1109954"/>
                  </a:lnTo>
                  <a:lnTo>
                    <a:pt x="1133520" y="1092241"/>
                  </a:lnTo>
                  <a:lnTo>
                    <a:pt x="1113150" y="1071976"/>
                  </a:lnTo>
                  <a:lnTo>
                    <a:pt x="1105590" y="1054765"/>
                  </a:lnTo>
                  <a:close/>
                </a:path>
              </a:pathLst>
            </a:custGeom>
            <a:ln w="152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2484753" y="4617079"/>
              <a:ext cx="840740" cy="138430"/>
            </a:xfrm>
            <a:custGeom>
              <a:avLst/>
              <a:gdLst/>
              <a:ahLst/>
              <a:cxnLst/>
              <a:rect l="l" t="t" r="r" b="b"/>
              <a:pathLst>
                <a:path w="840739" h="138429">
                  <a:moveTo>
                    <a:pt x="840354" y="0"/>
                  </a:moveTo>
                  <a:lnTo>
                    <a:pt x="0" y="0"/>
                  </a:lnTo>
                  <a:lnTo>
                    <a:pt x="0" y="138247"/>
                  </a:lnTo>
                  <a:lnTo>
                    <a:pt x="840354" y="138247"/>
                  </a:lnTo>
                  <a:lnTo>
                    <a:pt x="8403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2529904" y="4438306"/>
              <a:ext cx="757555" cy="325120"/>
            </a:xfrm>
            <a:custGeom>
              <a:avLst/>
              <a:gdLst/>
              <a:ahLst/>
              <a:cxnLst/>
              <a:rect l="l" t="t" r="r" b="b"/>
              <a:pathLst>
                <a:path w="757554" h="325120">
                  <a:moveTo>
                    <a:pt x="0" y="0"/>
                  </a:moveTo>
                  <a:lnTo>
                    <a:pt x="0" y="324610"/>
                  </a:lnTo>
                </a:path>
                <a:path w="757554" h="325120">
                  <a:moveTo>
                    <a:pt x="757486" y="0"/>
                  </a:moveTo>
                  <a:lnTo>
                    <a:pt x="757486" y="324610"/>
                  </a:lnTo>
                </a:path>
              </a:pathLst>
            </a:custGeom>
            <a:ln w="152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2529904" y="4309692"/>
              <a:ext cx="755015" cy="186690"/>
            </a:xfrm>
            <a:custGeom>
              <a:avLst/>
              <a:gdLst/>
              <a:ahLst/>
              <a:cxnLst/>
              <a:rect l="l" t="t" r="r" b="b"/>
              <a:pathLst>
                <a:path w="755014" h="186689">
                  <a:moveTo>
                    <a:pt x="414129" y="0"/>
                  </a:moveTo>
                  <a:lnTo>
                    <a:pt x="333277" y="0"/>
                  </a:lnTo>
                  <a:lnTo>
                    <a:pt x="257465" y="2530"/>
                  </a:lnTo>
                  <a:lnTo>
                    <a:pt x="186904" y="12652"/>
                  </a:lnTo>
                  <a:lnTo>
                    <a:pt x="118862" y="25325"/>
                  </a:lnTo>
                  <a:lnTo>
                    <a:pt x="68041" y="35447"/>
                  </a:lnTo>
                  <a:lnTo>
                    <a:pt x="27930" y="53160"/>
                  </a:lnTo>
                  <a:lnTo>
                    <a:pt x="0" y="95697"/>
                  </a:lnTo>
                  <a:lnTo>
                    <a:pt x="7560" y="110901"/>
                  </a:lnTo>
                  <a:lnTo>
                    <a:pt x="68041" y="148377"/>
                  </a:lnTo>
                  <a:lnTo>
                    <a:pt x="118862" y="161029"/>
                  </a:lnTo>
                  <a:lnTo>
                    <a:pt x="186904" y="173702"/>
                  </a:lnTo>
                  <a:lnTo>
                    <a:pt x="257465" y="181294"/>
                  </a:lnTo>
                  <a:lnTo>
                    <a:pt x="333277" y="186355"/>
                  </a:lnTo>
                  <a:lnTo>
                    <a:pt x="414129" y="186355"/>
                  </a:lnTo>
                  <a:lnTo>
                    <a:pt x="489730" y="181294"/>
                  </a:lnTo>
                  <a:lnTo>
                    <a:pt x="565542" y="173702"/>
                  </a:lnTo>
                  <a:lnTo>
                    <a:pt x="628543" y="161029"/>
                  </a:lnTo>
                  <a:lnTo>
                    <a:pt x="679364" y="148377"/>
                  </a:lnTo>
                  <a:lnTo>
                    <a:pt x="719475" y="133696"/>
                  </a:lnTo>
                  <a:lnTo>
                    <a:pt x="754966" y="95697"/>
                  </a:lnTo>
                  <a:lnTo>
                    <a:pt x="744886" y="72923"/>
                  </a:lnTo>
                  <a:lnTo>
                    <a:pt x="679364" y="35447"/>
                  </a:lnTo>
                  <a:lnTo>
                    <a:pt x="565542" y="12652"/>
                  </a:lnTo>
                  <a:lnTo>
                    <a:pt x="489730" y="2530"/>
                  </a:lnTo>
                  <a:lnTo>
                    <a:pt x="4141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2529904" y="4007918"/>
              <a:ext cx="755015" cy="488315"/>
            </a:xfrm>
            <a:custGeom>
              <a:avLst/>
              <a:gdLst/>
              <a:ahLst/>
              <a:cxnLst/>
              <a:rect l="l" t="t" r="r" b="b"/>
              <a:pathLst>
                <a:path w="755014" h="488314">
                  <a:moveTo>
                    <a:pt x="0" y="397471"/>
                  </a:moveTo>
                  <a:lnTo>
                    <a:pt x="27930" y="354934"/>
                  </a:lnTo>
                  <a:lnTo>
                    <a:pt x="68041" y="337221"/>
                  </a:lnTo>
                  <a:lnTo>
                    <a:pt x="118862" y="327099"/>
                  </a:lnTo>
                  <a:lnTo>
                    <a:pt x="186904" y="314426"/>
                  </a:lnTo>
                  <a:lnTo>
                    <a:pt x="257465" y="304304"/>
                  </a:lnTo>
                  <a:lnTo>
                    <a:pt x="333277" y="301773"/>
                  </a:lnTo>
                  <a:lnTo>
                    <a:pt x="414129" y="301773"/>
                  </a:lnTo>
                  <a:lnTo>
                    <a:pt x="489730" y="304304"/>
                  </a:lnTo>
                  <a:lnTo>
                    <a:pt x="565542" y="314426"/>
                  </a:lnTo>
                  <a:lnTo>
                    <a:pt x="628543" y="327099"/>
                  </a:lnTo>
                  <a:lnTo>
                    <a:pt x="679364" y="337221"/>
                  </a:lnTo>
                  <a:lnTo>
                    <a:pt x="719475" y="354934"/>
                  </a:lnTo>
                  <a:lnTo>
                    <a:pt x="744886" y="374697"/>
                  </a:lnTo>
                  <a:lnTo>
                    <a:pt x="754966" y="397471"/>
                  </a:lnTo>
                  <a:lnTo>
                    <a:pt x="744886" y="412675"/>
                  </a:lnTo>
                  <a:lnTo>
                    <a:pt x="679364" y="450151"/>
                  </a:lnTo>
                  <a:lnTo>
                    <a:pt x="628543" y="462803"/>
                  </a:lnTo>
                  <a:lnTo>
                    <a:pt x="565542" y="475476"/>
                  </a:lnTo>
                  <a:lnTo>
                    <a:pt x="489730" y="483068"/>
                  </a:lnTo>
                  <a:lnTo>
                    <a:pt x="414129" y="488129"/>
                  </a:lnTo>
                  <a:lnTo>
                    <a:pt x="333277" y="488129"/>
                  </a:lnTo>
                  <a:lnTo>
                    <a:pt x="257465" y="483068"/>
                  </a:lnTo>
                  <a:lnTo>
                    <a:pt x="186904" y="475476"/>
                  </a:lnTo>
                  <a:lnTo>
                    <a:pt x="118862" y="462803"/>
                  </a:lnTo>
                  <a:lnTo>
                    <a:pt x="68041" y="450151"/>
                  </a:lnTo>
                  <a:lnTo>
                    <a:pt x="27930" y="435470"/>
                  </a:lnTo>
                  <a:lnTo>
                    <a:pt x="7560" y="412675"/>
                  </a:lnTo>
                  <a:lnTo>
                    <a:pt x="0" y="397471"/>
                  </a:lnTo>
                  <a:close/>
                </a:path>
                <a:path w="755014" h="488314">
                  <a:moveTo>
                    <a:pt x="0" y="95676"/>
                  </a:moveTo>
                  <a:lnTo>
                    <a:pt x="27930" y="52616"/>
                  </a:lnTo>
                  <a:lnTo>
                    <a:pt x="68041" y="35405"/>
                  </a:lnTo>
                  <a:lnTo>
                    <a:pt x="118862" y="25283"/>
                  </a:lnTo>
                  <a:lnTo>
                    <a:pt x="186904" y="12610"/>
                  </a:lnTo>
                  <a:lnTo>
                    <a:pt x="257465" y="2509"/>
                  </a:lnTo>
                  <a:lnTo>
                    <a:pt x="333277" y="0"/>
                  </a:lnTo>
                  <a:lnTo>
                    <a:pt x="414129" y="0"/>
                  </a:lnTo>
                  <a:lnTo>
                    <a:pt x="489730" y="2509"/>
                  </a:lnTo>
                  <a:lnTo>
                    <a:pt x="565542" y="12610"/>
                  </a:lnTo>
                  <a:lnTo>
                    <a:pt x="628543" y="25283"/>
                  </a:lnTo>
                  <a:lnTo>
                    <a:pt x="679364" y="35405"/>
                  </a:lnTo>
                  <a:lnTo>
                    <a:pt x="719475" y="52616"/>
                  </a:lnTo>
                  <a:lnTo>
                    <a:pt x="744886" y="72881"/>
                  </a:lnTo>
                  <a:lnTo>
                    <a:pt x="754966" y="95676"/>
                  </a:lnTo>
                  <a:lnTo>
                    <a:pt x="744886" y="110859"/>
                  </a:lnTo>
                  <a:lnTo>
                    <a:pt x="679364" y="148335"/>
                  </a:lnTo>
                  <a:lnTo>
                    <a:pt x="628543" y="160987"/>
                  </a:lnTo>
                  <a:lnTo>
                    <a:pt x="565542" y="173661"/>
                  </a:lnTo>
                  <a:lnTo>
                    <a:pt x="489730" y="181252"/>
                  </a:lnTo>
                  <a:lnTo>
                    <a:pt x="414129" y="186313"/>
                  </a:lnTo>
                  <a:lnTo>
                    <a:pt x="333277" y="186313"/>
                  </a:lnTo>
                  <a:lnTo>
                    <a:pt x="257465" y="181252"/>
                  </a:lnTo>
                  <a:lnTo>
                    <a:pt x="186904" y="173661"/>
                  </a:lnTo>
                  <a:lnTo>
                    <a:pt x="118862" y="160987"/>
                  </a:lnTo>
                  <a:lnTo>
                    <a:pt x="68041" y="148335"/>
                  </a:lnTo>
                  <a:lnTo>
                    <a:pt x="27930" y="133131"/>
                  </a:lnTo>
                  <a:lnTo>
                    <a:pt x="7560" y="110859"/>
                  </a:lnTo>
                  <a:lnTo>
                    <a:pt x="0" y="95676"/>
                  </a:lnTo>
                  <a:close/>
                </a:path>
              </a:pathLst>
            </a:custGeom>
            <a:ln w="152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2484753" y="4269694"/>
              <a:ext cx="840740" cy="138430"/>
            </a:xfrm>
            <a:custGeom>
              <a:avLst/>
              <a:gdLst/>
              <a:ahLst/>
              <a:cxnLst/>
              <a:rect l="l" t="t" r="r" b="b"/>
              <a:pathLst>
                <a:path w="840739" h="138429">
                  <a:moveTo>
                    <a:pt x="840354" y="0"/>
                  </a:moveTo>
                  <a:lnTo>
                    <a:pt x="0" y="0"/>
                  </a:lnTo>
                  <a:lnTo>
                    <a:pt x="0" y="138247"/>
                  </a:lnTo>
                  <a:lnTo>
                    <a:pt x="840354" y="138247"/>
                  </a:lnTo>
                  <a:lnTo>
                    <a:pt x="8403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2529904" y="4088391"/>
              <a:ext cx="757555" cy="325120"/>
            </a:xfrm>
            <a:custGeom>
              <a:avLst/>
              <a:gdLst/>
              <a:ahLst/>
              <a:cxnLst/>
              <a:rect l="l" t="t" r="r" b="b"/>
              <a:pathLst>
                <a:path w="757554" h="325120">
                  <a:moveTo>
                    <a:pt x="0" y="0"/>
                  </a:moveTo>
                  <a:lnTo>
                    <a:pt x="0" y="324610"/>
                  </a:lnTo>
                </a:path>
                <a:path w="757554" h="325120">
                  <a:moveTo>
                    <a:pt x="757486" y="0"/>
                  </a:moveTo>
                  <a:lnTo>
                    <a:pt x="757486" y="324610"/>
                  </a:lnTo>
                </a:path>
              </a:pathLst>
            </a:custGeom>
            <a:ln w="152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2529904" y="3957727"/>
              <a:ext cx="755015" cy="186055"/>
            </a:xfrm>
            <a:custGeom>
              <a:avLst/>
              <a:gdLst/>
              <a:ahLst/>
              <a:cxnLst/>
              <a:rect l="l" t="t" r="r" b="b"/>
              <a:pathLst>
                <a:path w="755014" h="186054">
                  <a:moveTo>
                    <a:pt x="414129" y="0"/>
                  </a:moveTo>
                  <a:lnTo>
                    <a:pt x="333277" y="0"/>
                  </a:lnTo>
                  <a:lnTo>
                    <a:pt x="257465" y="2509"/>
                  </a:lnTo>
                  <a:lnTo>
                    <a:pt x="186904" y="12129"/>
                  </a:lnTo>
                  <a:lnTo>
                    <a:pt x="118862" y="24886"/>
                  </a:lnTo>
                  <a:lnTo>
                    <a:pt x="68041" y="34924"/>
                  </a:lnTo>
                  <a:lnTo>
                    <a:pt x="27930" y="52700"/>
                  </a:lnTo>
                  <a:lnTo>
                    <a:pt x="0" y="95216"/>
                  </a:lnTo>
                  <a:lnTo>
                    <a:pt x="7560" y="110399"/>
                  </a:lnTo>
                  <a:lnTo>
                    <a:pt x="68041" y="148398"/>
                  </a:lnTo>
                  <a:lnTo>
                    <a:pt x="118862" y="161050"/>
                  </a:lnTo>
                  <a:lnTo>
                    <a:pt x="186904" y="173201"/>
                  </a:lnTo>
                  <a:lnTo>
                    <a:pt x="257465" y="180792"/>
                  </a:lnTo>
                  <a:lnTo>
                    <a:pt x="333277" y="185853"/>
                  </a:lnTo>
                  <a:lnTo>
                    <a:pt x="414129" y="185853"/>
                  </a:lnTo>
                  <a:lnTo>
                    <a:pt x="489730" y="180792"/>
                  </a:lnTo>
                  <a:lnTo>
                    <a:pt x="565542" y="173201"/>
                  </a:lnTo>
                  <a:lnTo>
                    <a:pt x="628543" y="161050"/>
                  </a:lnTo>
                  <a:lnTo>
                    <a:pt x="679364" y="148398"/>
                  </a:lnTo>
                  <a:lnTo>
                    <a:pt x="719475" y="133194"/>
                  </a:lnTo>
                  <a:lnTo>
                    <a:pt x="754966" y="95216"/>
                  </a:lnTo>
                  <a:lnTo>
                    <a:pt x="744886" y="72944"/>
                  </a:lnTo>
                  <a:lnTo>
                    <a:pt x="679364" y="34924"/>
                  </a:lnTo>
                  <a:lnTo>
                    <a:pt x="565542" y="12129"/>
                  </a:lnTo>
                  <a:lnTo>
                    <a:pt x="489730" y="2509"/>
                  </a:lnTo>
                  <a:lnTo>
                    <a:pt x="4141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2529904" y="3655325"/>
              <a:ext cx="755015" cy="488315"/>
            </a:xfrm>
            <a:custGeom>
              <a:avLst/>
              <a:gdLst/>
              <a:ahLst/>
              <a:cxnLst/>
              <a:rect l="l" t="t" r="r" b="b"/>
              <a:pathLst>
                <a:path w="755014" h="488314">
                  <a:moveTo>
                    <a:pt x="0" y="397617"/>
                  </a:moveTo>
                  <a:lnTo>
                    <a:pt x="27930" y="355101"/>
                  </a:lnTo>
                  <a:lnTo>
                    <a:pt x="68041" y="337325"/>
                  </a:lnTo>
                  <a:lnTo>
                    <a:pt x="118862" y="327287"/>
                  </a:lnTo>
                  <a:lnTo>
                    <a:pt x="186904" y="314530"/>
                  </a:lnTo>
                  <a:lnTo>
                    <a:pt x="257465" y="304910"/>
                  </a:lnTo>
                  <a:lnTo>
                    <a:pt x="333277" y="302401"/>
                  </a:lnTo>
                  <a:lnTo>
                    <a:pt x="414129" y="302401"/>
                  </a:lnTo>
                  <a:lnTo>
                    <a:pt x="489730" y="304910"/>
                  </a:lnTo>
                  <a:lnTo>
                    <a:pt x="565542" y="314530"/>
                  </a:lnTo>
                  <a:lnTo>
                    <a:pt x="628543" y="327287"/>
                  </a:lnTo>
                  <a:lnTo>
                    <a:pt x="679364" y="337325"/>
                  </a:lnTo>
                  <a:lnTo>
                    <a:pt x="719475" y="355101"/>
                  </a:lnTo>
                  <a:lnTo>
                    <a:pt x="744886" y="375345"/>
                  </a:lnTo>
                  <a:lnTo>
                    <a:pt x="754966" y="397617"/>
                  </a:lnTo>
                  <a:lnTo>
                    <a:pt x="744886" y="412800"/>
                  </a:lnTo>
                  <a:lnTo>
                    <a:pt x="679364" y="450799"/>
                  </a:lnTo>
                  <a:lnTo>
                    <a:pt x="628543" y="463451"/>
                  </a:lnTo>
                  <a:lnTo>
                    <a:pt x="565542" y="475602"/>
                  </a:lnTo>
                  <a:lnTo>
                    <a:pt x="489730" y="483193"/>
                  </a:lnTo>
                  <a:lnTo>
                    <a:pt x="414129" y="488254"/>
                  </a:lnTo>
                  <a:lnTo>
                    <a:pt x="333277" y="488254"/>
                  </a:lnTo>
                  <a:lnTo>
                    <a:pt x="257465" y="483193"/>
                  </a:lnTo>
                  <a:lnTo>
                    <a:pt x="186904" y="475602"/>
                  </a:lnTo>
                  <a:lnTo>
                    <a:pt x="118862" y="463451"/>
                  </a:lnTo>
                  <a:lnTo>
                    <a:pt x="68041" y="450799"/>
                  </a:lnTo>
                  <a:lnTo>
                    <a:pt x="27930" y="435595"/>
                  </a:lnTo>
                  <a:lnTo>
                    <a:pt x="7560" y="412800"/>
                  </a:lnTo>
                  <a:lnTo>
                    <a:pt x="0" y="397617"/>
                  </a:lnTo>
                  <a:close/>
                </a:path>
                <a:path w="755014" h="488314">
                  <a:moveTo>
                    <a:pt x="0" y="95781"/>
                  </a:moveTo>
                  <a:lnTo>
                    <a:pt x="27930" y="53328"/>
                  </a:lnTo>
                  <a:lnTo>
                    <a:pt x="68041" y="35552"/>
                  </a:lnTo>
                  <a:lnTo>
                    <a:pt x="118862" y="25513"/>
                  </a:lnTo>
                  <a:lnTo>
                    <a:pt x="186904" y="12756"/>
                  </a:lnTo>
                  <a:lnTo>
                    <a:pt x="257465" y="2718"/>
                  </a:lnTo>
                  <a:lnTo>
                    <a:pt x="333277" y="0"/>
                  </a:lnTo>
                  <a:lnTo>
                    <a:pt x="414129" y="0"/>
                  </a:lnTo>
                  <a:lnTo>
                    <a:pt x="489730" y="2718"/>
                  </a:lnTo>
                  <a:lnTo>
                    <a:pt x="565542" y="12756"/>
                  </a:lnTo>
                  <a:lnTo>
                    <a:pt x="628543" y="25513"/>
                  </a:lnTo>
                  <a:lnTo>
                    <a:pt x="679364" y="35552"/>
                  </a:lnTo>
                  <a:lnTo>
                    <a:pt x="719475" y="53328"/>
                  </a:lnTo>
                  <a:lnTo>
                    <a:pt x="744886" y="72986"/>
                  </a:lnTo>
                  <a:lnTo>
                    <a:pt x="754966" y="95781"/>
                  </a:lnTo>
                  <a:lnTo>
                    <a:pt x="744886" y="111047"/>
                  </a:lnTo>
                  <a:lnTo>
                    <a:pt x="679364" y="148481"/>
                  </a:lnTo>
                  <a:lnTo>
                    <a:pt x="628543" y="161029"/>
                  </a:lnTo>
                  <a:lnTo>
                    <a:pt x="565542" y="173786"/>
                  </a:lnTo>
                  <a:lnTo>
                    <a:pt x="489730" y="181315"/>
                  </a:lnTo>
                  <a:lnTo>
                    <a:pt x="414129" y="186543"/>
                  </a:lnTo>
                  <a:lnTo>
                    <a:pt x="333277" y="186543"/>
                  </a:lnTo>
                  <a:lnTo>
                    <a:pt x="257465" y="181315"/>
                  </a:lnTo>
                  <a:lnTo>
                    <a:pt x="186904" y="173786"/>
                  </a:lnTo>
                  <a:lnTo>
                    <a:pt x="118862" y="161029"/>
                  </a:lnTo>
                  <a:lnTo>
                    <a:pt x="68041" y="148481"/>
                  </a:lnTo>
                  <a:lnTo>
                    <a:pt x="27930" y="133842"/>
                  </a:lnTo>
                  <a:lnTo>
                    <a:pt x="7560" y="111047"/>
                  </a:lnTo>
                  <a:lnTo>
                    <a:pt x="0" y="95781"/>
                  </a:lnTo>
                  <a:close/>
                </a:path>
              </a:pathLst>
            </a:custGeom>
            <a:ln w="152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2484753" y="3917227"/>
              <a:ext cx="840740" cy="138430"/>
            </a:xfrm>
            <a:custGeom>
              <a:avLst/>
              <a:gdLst/>
              <a:ahLst/>
              <a:cxnLst/>
              <a:rect l="l" t="t" r="r" b="b"/>
              <a:pathLst>
                <a:path w="840739" h="138429">
                  <a:moveTo>
                    <a:pt x="840354" y="0"/>
                  </a:moveTo>
                  <a:lnTo>
                    <a:pt x="0" y="0"/>
                  </a:lnTo>
                  <a:lnTo>
                    <a:pt x="0" y="138247"/>
                  </a:lnTo>
                  <a:lnTo>
                    <a:pt x="840354" y="138247"/>
                  </a:lnTo>
                  <a:lnTo>
                    <a:pt x="8403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2529904" y="3735840"/>
              <a:ext cx="757555" cy="325120"/>
            </a:xfrm>
            <a:custGeom>
              <a:avLst/>
              <a:gdLst/>
              <a:ahLst/>
              <a:cxnLst/>
              <a:rect l="l" t="t" r="r" b="b"/>
              <a:pathLst>
                <a:path w="757554" h="325120">
                  <a:moveTo>
                    <a:pt x="0" y="0"/>
                  </a:moveTo>
                  <a:lnTo>
                    <a:pt x="0" y="324694"/>
                  </a:lnTo>
                </a:path>
                <a:path w="757554" h="325120">
                  <a:moveTo>
                    <a:pt x="757486" y="0"/>
                  </a:moveTo>
                  <a:lnTo>
                    <a:pt x="757486" y="324694"/>
                  </a:lnTo>
                </a:path>
              </a:pathLst>
            </a:custGeom>
            <a:ln w="152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2529904" y="3607853"/>
              <a:ext cx="755015" cy="189230"/>
            </a:xfrm>
            <a:custGeom>
              <a:avLst/>
              <a:gdLst/>
              <a:ahLst/>
              <a:cxnLst/>
              <a:rect l="l" t="t" r="r" b="b"/>
              <a:pathLst>
                <a:path w="755014" h="189229">
                  <a:moveTo>
                    <a:pt x="414129" y="0"/>
                  </a:moveTo>
                  <a:lnTo>
                    <a:pt x="333277" y="0"/>
                  </a:lnTo>
                  <a:lnTo>
                    <a:pt x="257465" y="5019"/>
                  </a:lnTo>
                  <a:lnTo>
                    <a:pt x="186904" y="12547"/>
                  </a:lnTo>
                  <a:lnTo>
                    <a:pt x="118862" y="25304"/>
                  </a:lnTo>
                  <a:lnTo>
                    <a:pt x="68041" y="37434"/>
                  </a:lnTo>
                  <a:lnTo>
                    <a:pt x="27930" y="55210"/>
                  </a:lnTo>
                  <a:lnTo>
                    <a:pt x="0" y="95572"/>
                  </a:lnTo>
                  <a:lnTo>
                    <a:pt x="7560" y="112929"/>
                  </a:lnTo>
                  <a:lnTo>
                    <a:pt x="68041" y="150782"/>
                  </a:lnTo>
                  <a:lnTo>
                    <a:pt x="118862" y="163539"/>
                  </a:lnTo>
                  <a:lnTo>
                    <a:pt x="186904" y="176296"/>
                  </a:lnTo>
                  <a:lnTo>
                    <a:pt x="257465" y="183824"/>
                  </a:lnTo>
                  <a:lnTo>
                    <a:pt x="333277" y="188843"/>
                  </a:lnTo>
                  <a:lnTo>
                    <a:pt x="414129" y="188843"/>
                  </a:lnTo>
                  <a:lnTo>
                    <a:pt x="489730" y="183824"/>
                  </a:lnTo>
                  <a:lnTo>
                    <a:pt x="565542" y="176296"/>
                  </a:lnTo>
                  <a:lnTo>
                    <a:pt x="628543" y="163539"/>
                  </a:lnTo>
                  <a:lnTo>
                    <a:pt x="679364" y="150782"/>
                  </a:lnTo>
                  <a:lnTo>
                    <a:pt x="719475" y="133215"/>
                  </a:lnTo>
                  <a:lnTo>
                    <a:pt x="754966" y="95572"/>
                  </a:lnTo>
                  <a:lnTo>
                    <a:pt x="744886" y="75495"/>
                  </a:lnTo>
                  <a:lnTo>
                    <a:pt x="679364" y="37434"/>
                  </a:lnTo>
                  <a:lnTo>
                    <a:pt x="628543" y="25304"/>
                  </a:lnTo>
                  <a:lnTo>
                    <a:pt x="565542" y="12547"/>
                  </a:lnTo>
                  <a:lnTo>
                    <a:pt x="489730" y="5019"/>
                  </a:lnTo>
                  <a:lnTo>
                    <a:pt x="4141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2529904" y="3306079"/>
              <a:ext cx="755015" cy="490855"/>
            </a:xfrm>
            <a:custGeom>
              <a:avLst/>
              <a:gdLst/>
              <a:ahLst/>
              <a:cxnLst/>
              <a:rect l="l" t="t" r="r" b="b"/>
              <a:pathLst>
                <a:path w="755014" h="490854">
                  <a:moveTo>
                    <a:pt x="0" y="397346"/>
                  </a:moveTo>
                  <a:lnTo>
                    <a:pt x="27930" y="356984"/>
                  </a:lnTo>
                  <a:lnTo>
                    <a:pt x="68041" y="339208"/>
                  </a:lnTo>
                  <a:lnTo>
                    <a:pt x="118862" y="327078"/>
                  </a:lnTo>
                  <a:lnTo>
                    <a:pt x="186904" y="314321"/>
                  </a:lnTo>
                  <a:lnTo>
                    <a:pt x="257465" y="306792"/>
                  </a:lnTo>
                  <a:lnTo>
                    <a:pt x="333277" y="301773"/>
                  </a:lnTo>
                  <a:lnTo>
                    <a:pt x="414129" y="301773"/>
                  </a:lnTo>
                  <a:lnTo>
                    <a:pt x="489730" y="306792"/>
                  </a:lnTo>
                  <a:lnTo>
                    <a:pt x="565542" y="314321"/>
                  </a:lnTo>
                  <a:lnTo>
                    <a:pt x="628543" y="327078"/>
                  </a:lnTo>
                  <a:lnTo>
                    <a:pt x="679364" y="339208"/>
                  </a:lnTo>
                  <a:lnTo>
                    <a:pt x="719475" y="356984"/>
                  </a:lnTo>
                  <a:lnTo>
                    <a:pt x="754966" y="397346"/>
                  </a:lnTo>
                  <a:lnTo>
                    <a:pt x="744886" y="414703"/>
                  </a:lnTo>
                  <a:lnTo>
                    <a:pt x="679364" y="452556"/>
                  </a:lnTo>
                  <a:lnTo>
                    <a:pt x="628543" y="465313"/>
                  </a:lnTo>
                  <a:lnTo>
                    <a:pt x="565542" y="478069"/>
                  </a:lnTo>
                  <a:lnTo>
                    <a:pt x="489730" y="485598"/>
                  </a:lnTo>
                  <a:lnTo>
                    <a:pt x="414129" y="490617"/>
                  </a:lnTo>
                  <a:lnTo>
                    <a:pt x="333277" y="490617"/>
                  </a:lnTo>
                  <a:lnTo>
                    <a:pt x="257465" y="485598"/>
                  </a:lnTo>
                  <a:lnTo>
                    <a:pt x="186904" y="478069"/>
                  </a:lnTo>
                  <a:lnTo>
                    <a:pt x="118862" y="465313"/>
                  </a:lnTo>
                  <a:lnTo>
                    <a:pt x="68041" y="452556"/>
                  </a:lnTo>
                  <a:lnTo>
                    <a:pt x="27930" y="434989"/>
                  </a:lnTo>
                  <a:lnTo>
                    <a:pt x="0" y="397346"/>
                  </a:lnTo>
                  <a:close/>
                </a:path>
                <a:path w="755014" h="490854">
                  <a:moveTo>
                    <a:pt x="0" y="95153"/>
                  </a:moveTo>
                  <a:lnTo>
                    <a:pt x="27930" y="55210"/>
                  </a:lnTo>
                  <a:lnTo>
                    <a:pt x="68041" y="37434"/>
                  </a:lnTo>
                  <a:lnTo>
                    <a:pt x="118862" y="24677"/>
                  </a:lnTo>
                  <a:lnTo>
                    <a:pt x="186904" y="12129"/>
                  </a:lnTo>
                  <a:lnTo>
                    <a:pt x="257465" y="4391"/>
                  </a:lnTo>
                  <a:lnTo>
                    <a:pt x="333277" y="0"/>
                  </a:lnTo>
                  <a:lnTo>
                    <a:pt x="414129" y="0"/>
                  </a:lnTo>
                  <a:lnTo>
                    <a:pt x="489730" y="4391"/>
                  </a:lnTo>
                  <a:lnTo>
                    <a:pt x="565542" y="12129"/>
                  </a:lnTo>
                  <a:lnTo>
                    <a:pt x="628543" y="24677"/>
                  </a:lnTo>
                  <a:lnTo>
                    <a:pt x="679364" y="37434"/>
                  </a:lnTo>
                  <a:lnTo>
                    <a:pt x="719475" y="55210"/>
                  </a:lnTo>
                  <a:lnTo>
                    <a:pt x="754966" y="95153"/>
                  </a:lnTo>
                  <a:lnTo>
                    <a:pt x="744886" y="112929"/>
                  </a:lnTo>
                  <a:lnTo>
                    <a:pt x="679364" y="150782"/>
                  </a:lnTo>
                  <a:lnTo>
                    <a:pt x="628543" y="163539"/>
                  </a:lnTo>
                  <a:lnTo>
                    <a:pt x="565542" y="175668"/>
                  </a:lnTo>
                  <a:lnTo>
                    <a:pt x="489730" y="183197"/>
                  </a:lnTo>
                  <a:lnTo>
                    <a:pt x="414129" y="188216"/>
                  </a:lnTo>
                  <a:lnTo>
                    <a:pt x="333277" y="188216"/>
                  </a:lnTo>
                  <a:lnTo>
                    <a:pt x="257465" y="183197"/>
                  </a:lnTo>
                  <a:lnTo>
                    <a:pt x="186904" y="175668"/>
                  </a:lnTo>
                  <a:lnTo>
                    <a:pt x="118862" y="163539"/>
                  </a:lnTo>
                  <a:lnTo>
                    <a:pt x="68041" y="150782"/>
                  </a:lnTo>
                  <a:lnTo>
                    <a:pt x="27930" y="133006"/>
                  </a:lnTo>
                  <a:lnTo>
                    <a:pt x="0" y="95153"/>
                  </a:lnTo>
                  <a:close/>
                </a:path>
              </a:pathLst>
            </a:custGeom>
            <a:ln w="152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2484753" y="3569900"/>
              <a:ext cx="840740" cy="139065"/>
            </a:xfrm>
            <a:custGeom>
              <a:avLst/>
              <a:gdLst/>
              <a:ahLst/>
              <a:cxnLst/>
              <a:rect l="l" t="t" r="r" b="b"/>
              <a:pathLst>
                <a:path w="840739" h="139064">
                  <a:moveTo>
                    <a:pt x="840354" y="0"/>
                  </a:moveTo>
                  <a:lnTo>
                    <a:pt x="0" y="0"/>
                  </a:lnTo>
                  <a:lnTo>
                    <a:pt x="0" y="138753"/>
                  </a:lnTo>
                  <a:lnTo>
                    <a:pt x="840354" y="138753"/>
                  </a:lnTo>
                  <a:lnTo>
                    <a:pt x="8403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2529904" y="3389104"/>
              <a:ext cx="1858010" cy="1454785"/>
            </a:xfrm>
            <a:custGeom>
              <a:avLst/>
              <a:gdLst/>
              <a:ahLst/>
              <a:cxnLst/>
              <a:rect l="l" t="t" r="r" b="b"/>
              <a:pathLst>
                <a:path w="1858010" h="1454785">
                  <a:moveTo>
                    <a:pt x="0" y="0"/>
                  </a:moveTo>
                  <a:lnTo>
                    <a:pt x="0" y="324568"/>
                  </a:lnTo>
                </a:path>
                <a:path w="1858010" h="1454785">
                  <a:moveTo>
                    <a:pt x="757486" y="0"/>
                  </a:moveTo>
                  <a:lnTo>
                    <a:pt x="757486" y="324568"/>
                  </a:lnTo>
                </a:path>
                <a:path w="1858010" h="1454785">
                  <a:moveTo>
                    <a:pt x="1102944" y="1363691"/>
                  </a:moveTo>
                  <a:lnTo>
                    <a:pt x="1130874" y="1320652"/>
                  </a:lnTo>
                  <a:lnTo>
                    <a:pt x="1174135" y="1305950"/>
                  </a:lnTo>
                  <a:lnTo>
                    <a:pt x="1224536" y="1293298"/>
                  </a:lnTo>
                  <a:lnTo>
                    <a:pt x="1292578" y="1280646"/>
                  </a:lnTo>
                  <a:lnTo>
                    <a:pt x="1363139" y="1273033"/>
                  </a:lnTo>
                  <a:lnTo>
                    <a:pt x="1438741" y="1267972"/>
                  </a:lnTo>
                  <a:lnTo>
                    <a:pt x="1519593" y="1267972"/>
                  </a:lnTo>
                  <a:lnTo>
                    <a:pt x="1592884" y="1273033"/>
                  </a:lnTo>
                  <a:lnTo>
                    <a:pt x="1668486" y="1280646"/>
                  </a:lnTo>
                  <a:lnTo>
                    <a:pt x="1731908" y="1293298"/>
                  </a:lnTo>
                  <a:lnTo>
                    <a:pt x="1782309" y="1305950"/>
                  </a:lnTo>
                  <a:lnTo>
                    <a:pt x="1824940" y="1320652"/>
                  </a:lnTo>
                  <a:lnTo>
                    <a:pt x="1857910" y="1363691"/>
                  </a:lnTo>
                  <a:lnTo>
                    <a:pt x="1850350" y="1381404"/>
                  </a:lnTo>
                  <a:lnTo>
                    <a:pt x="1782309" y="1418880"/>
                  </a:lnTo>
                  <a:lnTo>
                    <a:pt x="1731908" y="1429002"/>
                  </a:lnTo>
                  <a:lnTo>
                    <a:pt x="1668486" y="1441675"/>
                  </a:lnTo>
                  <a:lnTo>
                    <a:pt x="1592884" y="1451797"/>
                  </a:lnTo>
                  <a:lnTo>
                    <a:pt x="1519593" y="1454328"/>
                  </a:lnTo>
                  <a:lnTo>
                    <a:pt x="1438741" y="1454328"/>
                  </a:lnTo>
                  <a:lnTo>
                    <a:pt x="1363139" y="1451797"/>
                  </a:lnTo>
                  <a:lnTo>
                    <a:pt x="1292578" y="1441675"/>
                  </a:lnTo>
                  <a:lnTo>
                    <a:pt x="1224536" y="1429002"/>
                  </a:lnTo>
                  <a:lnTo>
                    <a:pt x="1174135" y="1418880"/>
                  </a:lnTo>
                  <a:lnTo>
                    <a:pt x="1130874" y="1401167"/>
                  </a:lnTo>
                  <a:lnTo>
                    <a:pt x="1102944" y="1363691"/>
                  </a:lnTo>
                  <a:close/>
                </a:path>
                <a:path w="1858010" h="1454785">
                  <a:moveTo>
                    <a:pt x="1102944" y="1061875"/>
                  </a:moveTo>
                  <a:lnTo>
                    <a:pt x="1130874" y="1018837"/>
                  </a:lnTo>
                  <a:lnTo>
                    <a:pt x="1174135" y="1003633"/>
                  </a:lnTo>
                  <a:lnTo>
                    <a:pt x="1224536" y="990980"/>
                  </a:lnTo>
                  <a:lnTo>
                    <a:pt x="1292578" y="978830"/>
                  </a:lnTo>
                  <a:lnTo>
                    <a:pt x="1363139" y="971218"/>
                  </a:lnTo>
                  <a:lnTo>
                    <a:pt x="1438741" y="966157"/>
                  </a:lnTo>
                  <a:lnTo>
                    <a:pt x="1519593" y="966157"/>
                  </a:lnTo>
                  <a:lnTo>
                    <a:pt x="1592884" y="971218"/>
                  </a:lnTo>
                  <a:lnTo>
                    <a:pt x="1668486" y="978830"/>
                  </a:lnTo>
                  <a:lnTo>
                    <a:pt x="1731908" y="990980"/>
                  </a:lnTo>
                  <a:lnTo>
                    <a:pt x="1782309" y="1003633"/>
                  </a:lnTo>
                  <a:lnTo>
                    <a:pt x="1824940" y="1018837"/>
                  </a:lnTo>
                  <a:lnTo>
                    <a:pt x="1857910" y="1061875"/>
                  </a:lnTo>
                  <a:lnTo>
                    <a:pt x="1850350" y="1079087"/>
                  </a:lnTo>
                  <a:lnTo>
                    <a:pt x="1782309" y="1117065"/>
                  </a:lnTo>
                  <a:lnTo>
                    <a:pt x="1731908" y="1127207"/>
                  </a:lnTo>
                  <a:lnTo>
                    <a:pt x="1668486" y="1139860"/>
                  </a:lnTo>
                  <a:lnTo>
                    <a:pt x="1592884" y="1149480"/>
                  </a:lnTo>
                  <a:lnTo>
                    <a:pt x="1519593" y="1152010"/>
                  </a:lnTo>
                  <a:lnTo>
                    <a:pt x="1438741" y="1152010"/>
                  </a:lnTo>
                  <a:lnTo>
                    <a:pt x="1363139" y="1149480"/>
                  </a:lnTo>
                  <a:lnTo>
                    <a:pt x="1292578" y="1139860"/>
                  </a:lnTo>
                  <a:lnTo>
                    <a:pt x="1224536" y="1127207"/>
                  </a:lnTo>
                  <a:lnTo>
                    <a:pt x="1174135" y="1117065"/>
                  </a:lnTo>
                  <a:lnTo>
                    <a:pt x="1130874" y="1099351"/>
                  </a:lnTo>
                  <a:lnTo>
                    <a:pt x="1102944" y="1061875"/>
                  </a:lnTo>
                  <a:close/>
                </a:path>
              </a:pathLst>
            </a:custGeom>
            <a:ln w="152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3590218" y="4617079"/>
              <a:ext cx="838835" cy="138430"/>
            </a:xfrm>
            <a:custGeom>
              <a:avLst/>
              <a:gdLst/>
              <a:ahLst/>
              <a:cxnLst/>
              <a:rect l="l" t="t" r="r" b="b"/>
              <a:pathLst>
                <a:path w="838835" h="138429">
                  <a:moveTo>
                    <a:pt x="838317" y="0"/>
                  </a:moveTo>
                  <a:lnTo>
                    <a:pt x="0" y="0"/>
                  </a:lnTo>
                  <a:lnTo>
                    <a:pt x="0" y="138247"/>
                  </a:lnTo>
                  <a:lnTo>
                    <a:pt x="838317" y="138247"/>
                  </a:lnTo>
                  <a:lnTo>
                    <a:pt x="8383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3632848" y="4438306"/>
              <a:ext cx="760730" cy="325120"/>
            </a:xfrm>
            <a:custGeom>
              <a:avLst/>
              <a:gdLst/>
              <a:ahLst/>
              <a:cxnLst/>
              <a:rect l="l" t="t" r="r" b="b"/>
              <a:pathLst>
                <a:path w="760729" h="325120">
                  <a:moveTo>
                    <a:pt x="0" y="0"/>
                  </a:moveTo>
                  <a:lnTo>
                    <a:pt x="0" y="324610"/>
                  </a:lnTo>
                </a:path>
                <a:path w="760729" h="325120">
                  <a:moveTo>
                    <a:pt x="760216" y="0"/>
                  </a:moveTo>
                  <a:lnTo>
                    <a:pt x="760216" y="324610"/>
                  </a:lnTo>
                </a:path>
              </a:pathLst>
            </a:custGeom>
            <a:ln w="152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3632848" y="4309692"/>
              <a:ext cx="755015" cy="186690"/>
            </a:xfrm>
            <a:custGeom>
              <a:avLst/>
              <a:gdLst/>
              <a:ahLst/>
              <a:cxnLst/>
              <a:rect l="l" t="t" r="r" b="b"/>
              <a:pathLst>
                <a:path w="755014" h="186689">
                  <a:moveTo>
                    <a:pt x="416649" y="0"/>
                  </a:moveTo>
                  <a:lnTo>
                    <a:pt x="335797" y="0"/>
                  </a:lnTo>
                  <a:lnTo>
                    <a:pt x="260195" y="2530"/>
                  </a:lnTo>
                  <a:lnTo>
                    <a:pt x="189634" y="12652"/>
                  </a:lnTo>
                  <a:lnTo>
                    <a:pt x="121592" y="25325"/>
                  </a:lnTo>
                  <a:lnTo>
                    <a:pt x="71191" y="35447"/>
                  </a:lnTo>
                  <a:lnTo>
                    <a:pt x="27930" y="53160"/>
                  </a:lnTo>
                  <a:lnTo>
                    <a:pt x="0" y="95697"/>
                  </a:lnTo>
                  <a:lnTo>
                    <a:pt x="7770" y="110901"/>
                  </a:lnTo>
                  <a:lnTo>
                    <a:pt x="71191" y="148377"/>
                  </a:lnTo>
                  <a:lnTo>
                    <a:pt x="121592" y="161029"/>
                  </a:lnTo>
                  <a:lnTo>
                    <a:pt x="189634" y="173702"/>
                  </a:lnTo>
                  <a:lnTo>
                    <a:pt x="260195" y="181294"/>
                  </a:lnTo>
                  <a:lnTo>
                    <a:pt x="335797" y="186355"/>
                  </a:lnTo>
                  <a:lnTo>
                    <a:pt x="416649" y="186355"/>
                  </a:lnTo>
                  <a:lnTo>
                    <a:pt x="489940" y="181294"/>
                  </a:lnTo>
                  <a:lnTo>
                    <a:pt x="565542" y="173702"/>
                  </a:lnTo>
                  <a:lnTo>
                    <a:pt x="628963" y="161029"/>
                  </a:lnTo>
                  <a:lnTo>
                    <a:pt x="679364" y="148377"/>
                  </a:lnTo>
                  <a:lnTo>
                    <a:pt x="721995" y="133696"/>
                  </a:lnTo>
                  <a:lnTo>
                    <a:pt x="754966" y="95697"/>
                  </a:lnTo>
                  <a:lnTo>
                    <a:pt x="747406" y="72923"/>
                  </a:lnTo>
                  <a:lnTo>
                    <a:pt x="679364" y="35447"/>
                  </a:lnTo>
                  <a:lnTo>
                    <a:pt x="565542" y="12652"/>
                  </a:lnTo>
                  <a:lnTo>
                    <a:pt x="489940" y="2530"/>
                  </a:lnTo>
                  <a:lnTo>
                    <a:pt x="4166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3632848" y="4007918"/>
              <a:ext cx="755015" cy="488315"/>
            </a:xfrm>
            <a:custGeom>
              <a:avLst/>
              <a:gdLst/>
              <a:ahLst/>
              <a:cxnLst/>
              <a:rect l="l" t="t" r="r" b="b"/>
              <a:pathLst>
                <a:path w="755014" h="488314">
                  <a:moveTo>
                    <a:pt x="0" y="397471"/>
                  </a:moveTo>
                  <a:lnTo>
                    <a:pt x="27930" y="354934"/>
                  </a:lnTo>
                  <a:lnTo>
                    <a:pt x="71191" y="337221"/>
                  </a:lnTo>
                  <a:lnTo>
                    <a:pt x="121592" y="327099"/>
                  </a:lnTo>
                  <a:lnTo>
                    <a:pt x="189634" y="314426"/>
                  </a:lnTo>
                  <a:lnTo>
                    <a:pt x="260195" y="304304"/>
                  </a:lnTo>
                  <a:lnTo>
                    <a:pt x="335797" y="301773"/>
                  </a:lnTo>
                  <a:lnTo>
                    <a:pt x="416649" y="301773"/>
                  </a:lnTo>
                  <a:lnTo>
                    <a:pt x="489940" y="304304"/>
                  </a:lnTo>
                  <a:lnTo>
                    <a:pt x="565542" y="314426"/>
                  </a:lnTo>
                  <a:lnTo>
                    <a:pt x="628963" y="327099"/>
                  </a:lnTo>
                  <a:lnTo>
                    <a:pt x="679364" y="337221"/>
                  </a:lnTo>
                  <a:lnTo>
                    <a:pt x="721995" y="354934"/>
                  </a:lnTo>
                  <a:lnTo>
                    <a:pt x="754966" y="397471"/>
                  </a:lnTo>
                  <a:lnTo>
                    <a:pt x="747406" y="412675"/>
                  </a:lnTo>
                  <a:lnTo>
                    <a:pt x="679364" y="450151"/>
                  </a:lnTo>
                  <a:lnTo>
                    <a:pt x="628963" y="462803"/>
                  </a:lnTo>
                  <a:lnTo>
                    <a:pt x="565542" y="475476"/>
                  </a:lnTo>
                  <a:lnTo>
                    <a:pt x="489940" y="483068"/>
                  </a:lnTo>
                  <a:lnTo>
                    <a:pt x="416649" y="488129"/>
                  </a:lnTo>
                  <a:lnTo>
                    <a:pt x="335797" y="488129"/>
                  </a:lnTo>
                  <a:lnTo>
                    <a:pt x="260195" y="483068"/>
                  </a:lnTo>
                  <a:lnTo>
                    <a:pt x="189634" y="475476"/>
                  </a:lnTo>
                  <a:lnTo>
                    <a:pt x="121592" y="462803"/>
                  </a:lnTo>
                  <a:lnTo>
                    <a:pt x="71191" y="450151"/>
                  </a:lnTo>
                  <a:lnTo>
                    <a:pt x="27930" y="435470"/>
                  </a:lnTo>
                  <a:lnTo>
                    <a:pt x="0" y="397471"/>
                  </a:lnTo>
                  <a:close/>
                </a:path>
                <a:path w="755014" h="488314">
                  <a:moveTo>
                    <a:pt x="0" y="95676"/>
                  </a:moveTo>
                  <a:lnTo>
                    <a:pt x="27930" y="52616"/>
                  </a:lnTo>
                  <a:lnTo>
                    <a:pt x="71191" y="35405"/>
                  </a:lnTo>
                  <a:lnTo>
                    <a:pt x="121592" y="25283"/>
                  </a:lnTo>
                  <a:lnTo>
                    <a:pt x="189634" y="12610"/>
                  </a:lnTo>
                  <a:lnTo>
                    <a:pt x="260195" y="2509"/>
                  </a:lnTo>
                  <a:lnTo>
                    <a:pt x="335797" y="0"/>
                  </a:lnTo>
                  <a:lnTo>
                    <a:pt x="416649" y="0"/>
                  </a:lnTo>
                  <a:lnTo>
                    <a:pt x="489940" y="2509"/>
                  </a:lnTo>
                  <a:lnTo>
                    <a:pt x="565542" y="12610"/>
                  </a:lnTo>
                  <a:lnTo>
                    <a:pt x="628963" y="25283"/>
                  </a:lnTo>
                  <a:lnTo>
                    <a:pt x="679364" y="35405"/>
                  </a:lnTo>
                  <a:lnTo>
                    <a:pt x="721995" y="52616"/>
                  </a:lnTo>
                  <a:lnTo>
                    <a:pt x="754966" y="95676"/>
                  </a:lnTo>
                  <a:lnTo>
                    <a:pt x="747406" y="110859"/>
                  </a:lnTo>
                  <a:lnTo>
                    <a:pt x="679364" y="148335"/>
                  </a:lnTo>
                  <a:lnTo>
                    <a:pt x="628963" y="160987"/>
                  </a:lnTo>
                  <a:lnTo>
                    <a:pt x="565542" y="173661"/>
                  </a:lnTo>
                  <a:lnTo>
                    <a:pt x="489940" y="181252"/>
                  </a:lnTo>
                  <a:lnTo>
                    <a:pt x="416649" y="186313"/>
                  </a:lnTo>
                  <a:lnTo>
                    <a:pt x="335797" y="186313"/>
                  </a:lnTo>
                  <a:lnTo>
                    <a:pt x="260195" y="181252"/>
                  </a:lnTo>
                  <a:lnTo>
                    <a:pt x="189634" y="173661"/>
                  </a:lnTo>
                  <a:lnTo>
                    <a:pt x="121592" y="160987"/>
                  </a:lnTo>
                  <a:lnTo>
                    <a:pt x="71191" y="148335"/>
                  </a:lnTo>
                  <a:lnTo>
                    <a:pt x="27930" y="133131"/>
                  </a:lnTo>
                  <a:lnTo>
                    <a:pt x="0" y="95676"/>
                  </a:lnTo>
                  <a:close/>
                </a:path>
              </a:pathLst>
            </a:custGeom>
            <a:ln w="152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3590218" y="4269694"/>
              <a:ext cx="838835" cy="138430"/>
            </a:xfrm>
            <a:custGeom>
              <a:avLst/>
              <a:gdLst/>
              <a:ahLst/>
              <a:cxnLst/>
              <a:rect l="l" t="t" r="r" b="b"/>
              <a:pathLst>
                <a:path w="838835" h="138429">
                  <a:moveTo>
                    <a:pt x="838317" y="0"/>
                  </a:moveTo>
                  <a:lnTo>
                    <a:pt x="0" y="0"/>
                  </a:lnTo>
                  <a:lnTo>
                    <a:pt x="0" y="138247"/>
                  </a:lnTo>
                  <a:lnTo>
                    <a:pt x="838317" y="138247"/>
                  </a:lnTo>
                  <a:lnTo>
                    <a:pt x="8383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3632848" y="4088391"/>
              <a:ext cx="760730" cy="325120"/>
            </a:xfrm>
            <a:custGeom>
              <a:avLst/>
              <a:gdLst/>
              <a:ahLst/>
              <a:cxnLst/>
              <a:rect l="l" t="t" r="r" b="b"/>
              <a:pathLst>
                <a:path w="760729" h="325120">
                  <a:moveTo>
                    <a:pt x="0" y="0"/>
                  </a:moveTo>
                  <a:lnTo>
                    <a:pt x="0" y="324610"/>
                  </a:lnTo>
                </a:path>
                <a:path w="760729" h="325120">
                  <a:moveTo>
                    <a:pt x="760216" y="0"/>
                  </a:moveTo>
                  <a:lnTo>
                    <a:pt x="760216" y="324610"/>
                  </a:lnTo>
                </a:path>
              </a:pathLst>
            </a:custGeom>
            <a:ln w="152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3632848" y="3957727"/>
              <a:ext cx="755015" cy="186055"/>
            </a:xfrm>
            <a:custGeom>
              <a:avLst/>
              <a:gdLst/>
              <a:ahLst/>
              <a:cxnLst/>
              <a:rect l="l" t="t" r="r" b="b"/>
              <a:pathLst>
                <a:path w="755014" h="186054">
                  <a:moveTo>
                    <a:pt x="416649" y="0"/>
                  </a:moveTo>
                  <a:lnTo>
                    <a:pt x="335797" y="0"/>
                  </a:lnTo>
                  <a:lnTo>
                    <a:pt x="260195" y="2509"/>
                  </a:lnTo>
                  <a:lnTo>
                    <a:pt x="189634" y="12129"/>
                  </a:lnTo>
                  <a:lnTo>
                    <a:pt x="121592" y="24886"/>
                  </a:lnTo>
                  <a:lnTo>
                    <a:pt x="71191" y="34924"/>
                  </a:lnTo>
                  <a:lnTo>
                    <a:pt x="27930" y="52700"/>
                  </a:lnTo>
                  <a:lnTo>
                    <a:pt x="0" y="95216"/>
                  </a:lnTo>
                  <a:lnTo>
                    <a:pt x="7770" y="110399"/>
                  </a:lnTo>
                  <a:lnTo>
                    <a:pt x="71191" y="148398"/>
                  </a:lnTo>
                  <a:lnTo>
                    <a:pt x="121592" y="161050"/>
                  </a:lnTo>
                  <a:lnTo>
                    <a:pt x="189634" y="173201"/>
                  </a:lnTo>
                  <a:lnTo>
                    <a:pt x="260195" y="180792"/>
                  </a:lnTo>
                  <a:lnTo>
                    <a:pt x="335797" y="185853"/>
                  </a:lnTo>
                  <a:lnTo>
                    <a:pt x="416649" y="185853"/>
                  </a:lnTo>
                  <a:lnTo>
                    <a:pt x="489940" y="180792"/>
                  </a:lnTo>
                  <a:lnTo>
                    <a:pt x="565542" y="173201"/>
                  </a:lnTo>
                  <a:lnTo>
                    <a:pt x="628963" y="161050"/>
                  </a:lnTo>
                  <a:lnTo>
                    <a:pt x="679364" y="148398"/>
                  </a:lnTo>
                  <a:lnTo>
                    <a:pt x="721995" y="133194"/>
                  </a:lnTo>
                  <a:lnTo>
                    <a:pt x="754966" y="95216"/>
                  </a:lnTo>
                  <a:lnTo>
                    <a:pt x="747406" y="72944"/>
                  </a:lnTo>
                  <a:lnTo>
                    <a:pt x="679364" y="34924"/>
                  </a:lnTo>
                  <a:lnTo>
                    <a:pt x="565542" y="12129"/>
                  </a:lnTo>
                  <a:lnTo>
                    <a:pt x="489940" y="2509"/>
                  </a:lnTo>
                  <a:lnTo>
                    <a:pt x="4166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3632848" y="3655325"/>
              <a:ext cx="755015" cy="488315"/>
            </a:xfrm>
            <a:custGeom>
              <a:avLst/>
              <a:gdLst/>
              <a:ahLst/>
              <a:cxnLst/>
              <a:rect l="l" t="t" r="r" b="b"/>
              <a:pathLst>
                <a:path w="755014" h="488314">
                  <a:moveTo>
                    <a:pt x="0" y="397617"/>
                  </a:moveTo>
                  <a:lnTo>
                    <a:pt x="27930" y="355101"/>
                  </a:lnTo>
                  <a:lnTo>
                    <a:pt x="71191" y="337325"/>
                  </a:lnTo>
                  <a:lnTo>
                    <a:pt x="121592" y="327287"/>
                  </a:lnTo>
                  <a:lnTo>
                    <a:pt x="189634" y="314530"/>
                  </a:lnTo>
                  <a:lnTo>
                    <a:pt x="260195" y="304910"/>
                  </a:lnTo>
                  <a:lnTo>
                    <a:pt x="335797" y="302401"/>
                  </a:lnTo>
                  <a:lnTo>
                    <a:pt x="416649" y="302401"/>
                  </a:lnTo>
                  <a:lnTo>
                    <a:pt x="489940" y="304910"/>
                  </a:lnTo>
                  <a:lnTo>
                    <a:pt x="565542" y="314530"/>
                  </a:lnTo>
                  <a:lnTo>
                    <a:pt x="628963" y="327287"/>
                  </a:lnTo>
                  <a:lnTo>
                    <a:pt x="679364" y="337325"/>
                  </a:lnTo>
                  <a:lnTo>
                    <a:pt x="721995" y="355101"/>
                  </a:lnTo>
                  <a:lnTo>
                    <a:pt x="747406" y="375345"/>
                  </a:lnTo>
                  <a:lnTo>
                    <a:pt x="754966" y="397617"/>
                  </a:lnTo>
                  <a:lnTo>
                    <a:pt x="747406" y="412800"/>
                  </a:lnTo>
                  <a:lnTo>
                    <a:pt x="679364" y="450799"/>
                  </a:lnTo>
                  <a:lnTo>
                    <a:pt x="628963" y="463451"/>
                  </a:lnTo>
                  <a:lnTo>
                    <a:pt x="565542" y="475602"/>
                  </a:lnTo>
                  <a:lnTo>
                    <a:pt x="489940" y="483193"/>
                  </a:lnTo>
                  <a:lnTo>
                    <a:pt x="416649" y="488254"/>
                  </a:lnTo>
                  <a:lnTo>
                    <a:pt x="335797" y="488254"/>
                  </a:lnTo>
                  <a:lnTo>
                    <a:pt x="260195" y="483193"/>
                  </a:lnTo>
                  <a:lnTo>
                    <a:pt x="189634" y="475602"/>
                  </a:lnTo>
                  <a:lnTo>
                    <a:pt x="121592" y="463451"/>
                  </a:lnTo>
                  <a:lnTo>
                    <a:pt x="71191" y="450799"/>
                  </a:lnTo>
                  <a:lnTo>
                    <a:pt x="27930" y="435595"/>
                  </a:lnTo>
                  <a:lnTo>
                    <a:pt x="7770" y="412800"/>
                  </a:lnTo>
                  <a:lnTo>
                    <a:pt x="0" y="397617"/>
                  </a:lnTo>
                  <a:close/>
                </a:path>
                <a:path w="755014" h="488314">
                  <a:moveTo>
                    <a:pt x="0" y="95781"/>
                  </a:moveTo>
                  <a:lnTo>
                    <a:pt x="27930" y="53328"/>
                  </a:lnTo>
                  <a:lnTo>
                    <a:pt x="71191" y="35552"/>
                  </a:lnTo>
                  <a:lnTo>
                    <a:pt x="121592" y="25513"/>
                  </a:lnTo>
                  <a:lnTo>
                    <a:pt x="189634" y="12756"/>
                  </a:lnTo>
                  <a:lnTo>
                    <a:pt x="260195" y="2718"/>
                  </a:lnTo>
                  <a:lnTo>
                    <a:pt x="335797" y="0"/>
                  </a:lnTo>
                  <a:lnTo>
                    <a:pt x="416649" y="0"/>
                  </a:lnTo>
                  <a:lnTo>
                    <a:pt x="489940" y="2718"/>
                  </a:lnTo>
                  <a:lnTo>
                    <a:pt x="565542" y="12756"/>
                  </a:lnTo>
                  <a:lnTo>
                    <a:pt x="628963" y="25513"/>
                  </a:lnTo>
                  <a:lnTo>
                    <a:pt x="679364" y="35552"/>
                  </a:lnTo>
                  <a:lnTo>
                    <a:pt x="721995" y="53328"/>
                  </a:lnTo>
                  <a:lnTo>
                    <a:pt x="747406" y="72986"/>
                  </a:lnTo>
                  <a:lnTo>
                    <a:pt x="754966" y="95781"/>
                  </a:lnTo>
                  <a:lnTo>
                    <a:pt x="747406" y="111047"/>
                  </a:lnTo>
                  <a:lnTo>
                    <a:pt x="679364" y="148481"/>
                  </a:lnTo>
                  <a:lnTo>
                    <a:pt x="628963" y="161029"/>
                  </a:lnTo>
                  <a:lnTo>
                    <a:pt x="565542" y="173786"/>
                  </a:lnTo>
                  <a:lnTo>
                    <a:pt x="489940" y="181315"/>
                  </a:lnTo>
                  <a:lnTo>
                    <a:pt x="416649" y="186543"/>
                  </a:lnTo>
                  <a:lnTo>
                    <a:pt x="335797" y="186543"/>
                  </a:lnTo>
                  <a:lnTo>
                    <a:pt x="260195" y="181315"/>
                  </a:lnTo>
                  <a:lnTo>
                    <a:pt x="189634" y="173786"/>
                  </a:lnTo>
                  <a:lnTo>
                    <a:pt x="121592" y="161029"/>
                  </a:lnTo>
                  <a:lnTo>
                    <a:pt x="71191" y="148481"/>
                  </a:lnTo>
                  <a:lnTo>
                    <a:pt x="27930" y="133842"/>
                  </a:lnTo>
                  <a:lnTo>
                    <a:pt x="7770" y="111047"/>
                  </a:lnTo>
                  <a:lnTo>
                    <a:pt x="0" y="95781"/>
                  </a:lnTo>
                  <a:close/>
                </a:path>
              </a:pathLst>
            </a:custGeom>
            <a:ln w="152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3590218" y="3917227"/>
              <a:ext cx="838835" cy="138430"/>
            </a:xfrm>
            <a:custGeom>
              <a:avLst/>
              <a:gdLst/>
              <a:ahLst/>
              <a:cxnLst/>
              <a:rect l="l" t="t" r="r" b="b"/>
              <a:pathLst>
                <a:path w="838835" h="138429">
                  <a:moveTo>
                    <a:pt x="838317" y="0"/>
                  </a:moveTo>
                  <a:lnTo>
                    <a:pt x="0" y="0"/>
                  </a:lnTo>
                  <a:lnTo>
                    <a:pt x="0" y="138247"/>
                  </a:lnTo>
                  <a:lnTo>
                    <a:pt x="838317" y="138247"/>
                  </a:lnTo>
                  <a:lnTo>
                    <a:pt x="8383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3632848" y="3735840"/>
              <a:ext cx="760730" cy="325120"/>
            </a:xfrm>
            <a:custGeom>
              <a:avLst/>
              <a:gdLst/>
              <a:ahLst/>
              <a:cxnLst/>
              <a:rect l="l" t="t" r="r" b="b"/>
              <a:pathLst>
                <a:path w="760729" h="325120">
                  <a:moveTo>
                    <a:pt x="0" y="0"/>
                  </a:moveTo>
                  <a:lnTo>
                    <a:pt x="0" y="324694"/>
                  </a:lnTo>
                </a:path>
                <a:path w="760729" h="325120">
                  <a:moveTo>
                    <a:pt x="760216" y="0"/>
                  </a:moveTo>
                  <a:lnTo>
                    <a:pt x="760216" y="324694"/>
                  </a:lnTo>
                </a:path>
              </a:pathLst>
            </a:custGeom>
            <a:ln w="152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3632848" y="3607853"/>
              <a:ext cx="755015" cy="189230"/>
            </a:xfrm>
            <a:custGeom>
              <a:avLst/>
              <a:gdLst/>
              <a:ahLst/>
              <a:cxnLst/>
              <a:rect l="l" t="t" r="r" b="b"/>
              <a:pathLst>
                <a:path w="755014" h="189229">
                  <a:moveTo>
                    <a:pt x="416649" y="0"/>
                  </a:moveTo>
                  <a:lnTo>
                    <a:pt x="335797" y="0"/>
                  </a:lnTo>
                  <a:lnTo>
                    <a:pt x="260195" y="5019"/>
                  </a:lnTo>
                  <a:lnTo>
                    <a:pt x="189634" y="12547"/>
                  </a:lnTo>
                  <a:lnTo>
                    <a:pt x="121592" y="25304"/>
                  </a:lnTo>
                  <a:lnTo>
                    <a:pt x="71191" y="37434"/>
                  </a:lnTo>
                  <a:lnTo>
                    <a:pt x="27930" y="55210"/>
                  </a:lnTo>
                  <a:lnTo>
                    <a:pt x="0" y="95572"/>
                  </a:lnTo>
                  <a:lnTo>
                    <a:pt x="7770" y="112929"/>
                  </a:lnTo>
                  <a:lnTo>
                    <a:pt x="71191" y="150782"/>
                  </a:lnTo>
                  <a:lnTo>
                    <a:pt x="121592" y="163539"/>
                  </a:lnTo>
                  <a:lnTo>
                    <a:pt x="189634" y="176296"/>
                  </a:lnTo>
                  <a:lnTo>
                    <a:pt x="260195" y="183824"/>
                  </a:lnTo>
                  <a:lnTo>
                    <a:pt x="335797" y="188843"/>
                  </a:lnTo>
                  <a:lnTo>
                    <a:pt x="416649" y="188843"/>
                  </a:lnTo>
                  <a:lnTo>
                    <a:pt x="489940" y="183824"/>
                  </a:lnTo>
                  <a:lnTo>
                    <a:pt x="565542" y="176296"/>
                  </a:lnTo>
                  <a:lnTo>
                    <a:pt x="628963" y="163539"/>
                  </a:lnTo>
                  <a:lnTo>
                    <a:pt x="679364" y="150782"/>
                  </a:lnTo>
                  <a:lnTo>
                    <a:pt x="721995" y="133215"/>
                  </a:lnTo>
                  <a:lnTo>
                    <a:pt x="754966" y="95572"/>
                  </a:lnTo>
                  <a:lnTo>
                    <a:pt x="747406" y="75495"/>
                  </a:lnTo>
                  <a:lnTo>
                    <a:pt x="679364" y="37434"/>
                  </a:lnTo>
                  <a:lnTo>
                    <a:pt x="628963" y="25304"/>
                  </a:lnTo>
                  <a:lnTo>
                    <a:pt x="565542" y="12547"/>
                  </a:lnTo>
                  <a:lnTo>
                    <a:pt x="489940" y="5019"/>
                  </a:lnTo>
                  <a:lnTo>
                    <a:pt x="4166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3632848" y="3306079"/>
              <a:ext cx="755015" cy="490855"/>
            </a:xfrm>
            <a:custGeom>
              <a:avLst/>
              <a:gdLst/>
              <a:ahLst/>
              <a:cxnLst/>
              <a:rect l="l" t="t" r="r" b="b"/>
              <a:pathLst>
                <a:path w="755014" h="490854">
                  <a:moveTo>
                    <a:pt x="0" y="397346"/>
                  </a:moveTo>
                  <a:lnTo>
                    <a:pt x="27930" y="356984"/>
                  </a:lnTo>
                  <a:lnTo>
                    <a:pt x="71191" y="339208"/>
                  </a:lnTo>
                  <a:lnTo>
                    <a:pt x="121592" y="327078"/>
                  </a:lnTo>
                  <a:lnTo>
                    <a:pt x="189634" y="314321"/>
                  </a:lnTo>
                  <a:lnTo>
                    <a:pt x="260195" y="306792"/>
                  </a:lnTo>
                  <a:lnTo>
                    <a:pt x="335797" y="301773"/>
                  </a:lnTo>
                  <a:lnTo>
                    <a:pt x="416649" y="301773"/>
                  </a:lnTo>
                  <a:lnTo>
                    <a:pt x="489940" y="306792"/>
                  </a:lnTo>
                  <a:lnTo>
                    <a:pt x="565542" y="314321"/>
                  </a:lnTo>
                  <a:lnTo>
                    <a:pt x="628963" y="327078"/>
                  </a:lnTo>
                  <a:lnTo>
                    <a:pt x="679364" y="339208"/>
                  </a:lnTo>
                  <a:lnTo>
                    <a:pt x="721995" y="356984"/>
                  </a:lnTo>
                  <a:lnTo>
                    <a:pt x="754966" y="397346"/>
                  </a:lnTo>
                  <a:lnTo>
                    <a:pt x="747406" y="414703"/>
                  </a:lnTo>
                  <a:lnTo>
                    <a:pt x="679364" y="452556"/>
                  </a:lnTo>
                  <a:lnTo>
                    <a:pt x="628963" y="465313"/>
                  </a:lnTo>
                  <a:lnTo>
                    <a:pt x="565542" y="478069"/>
                  </a:lnTo>
                  <a:lnTo>
                    <a:pt x="489940" y="485598"/>
                  </a:lnTo>
                  <a:lnTo>
                    <a:pt x="416649" y="490617"/>
                  </a:lnTo>
                  <a:lnTo>
                    <a:pt x="335797" y="490617"/>
                  </a:lnTo>
                  <a:lnTo>
                    <a:pt x="260195" y="485598"/>
                  </a:lnTo>
                  <a:lnTo>
                    <a:pt x="189634" y="478069"/>
                  </a:lnTo>
                  <a:lnTo>
                    <a:pt x="121592" y="465313"/>
                  </a:lnTo>
                  <a:lnTo>
                    <a:pt x="71191" y="452556"/>
                  </a:lnTo>
                  <a:lnTo>
                    <a:pt x="27930" y="434989"/>
                  </a:lnTo>
                  <a:lnTo>
                    <a:pt x="0" y="397346"/>
                  </a:lnTo>
                  <a:close/>
                </a:path>
                <a:path w="755014" h="490854">
                  <a:moveTo>
                    <a:pt x="0" y="95153"/>
                  </a:moveTo>
                  <a:lnTo>
                    <a:pt x="27930" y="55210"/>
                  </a:lnTo>
                  <a:lnTo>
                    <a:pt x="71191" y="37434"/>
                  </a:lnTo>
                  <a:lnTo>
                    <a:pt x="121592" y="24677"/>
                  </a:lnTo>
                  <a:lnTo>
                    <a:pt x="189634" y="12129"/>
                  </a:lnTo>
                  <a:lnTo>
                    <a:pt x="260195" y="4391"/>
                  </a:lnTo>
                  <a:lnTo>
                    <a:pt x="335797" y="0"/>
                  </a:lnTo>
                  <a:lnTo>
                    <a:pt x="416649" y="0"/>
                  </a:lnTo>
                  <a:lnTo>
                    <a:pt x="489940" y="4391"/>
                  </a:lnTo>
                  <a:lnTo>
                    <a:pt x="565542" y="12129"/>
                  </a:lnTo>
                  <a:lnTo>
                    <a:pt x="628963" y="24677"/>
                  </a:lnTo>
                  <a:lnTo>
                    <a:pt x="679364" y="37434"/>
                  </a:lnTo>
                  <a:lnTo>
                    <a:pt x="721995" y="55210"/>
                  </a:lnTo>
                  <a:lnTo>
                    <a:pt x="754966" y="95153"/>
                  </a:lnTo>
                  <a:lnTo>
                    <a:pt x="747406" y="112929"/>
                  </a:lnTo>
                  <a:lnTo>
                    <a:pt x="679364" y="150782"/>
                  </a:lnTo>
                  <a:lnTo>
                    <a:pt x="628963" y="163539"/>
                  </a:lnTo>
                  <a:lnTo>
                    <a:pt x="565542" y="175668"/>
                  </a:lnTo>
                  <a:lnTo>
                    <a:pt x="489940" y="183197"/>
                  </a:lnTo>
                  <a:lnTo>
                    <a:pt x="416649" y="188216"/>
                  </a:lnTo>
                  <a:lnTo>
                    <a:pt x="335797" y="188216"/>
                  </a:lnTo>
                  <a:lnTo>
                    <a:pt x="260195" y="183197"/>
                  </a:lnTo>
                  <a:lnTo>
                    <a:pt x="189634" y="175668"/>
                  </a:lnTo>
                  <a:lnTo>
                    <a:pt x="121592" y="163539"/>
                  </a:lnTo>
                  <a:lnTo>
                    <a:pt x="71191" y="150782"/>
                  </a:lnTo>
                  <a:lnTo>
                    <a:pt x="27930" y="133006"/>
                  </a:lnTo>
                  <a:lnTo>
                    <a:pt x="0" y="95153"/>
                  </a:lnTo>
                  <a:close/>
                </a:path>
              </a:pathLst>
            </a:custGeom>
            <a:ln w="152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3590218" y="3569900"/>
              <a:ext cx="838835" cy="139065"/>
            </a:xfrm>
            <a:custGeom>
              <a:avLst/>
              <a:gdLst/>
              <a:ahLst/>
              <a:cxnLst/>
              <a:rect l="l" t="t" r="r" b="b"/>
              <a:pathLst>
                <a:path w="838835" h="139064">
                  <a:moveTo>
                    <a:pt x="838317" y="0"/>
                  </a:moveTo>
                  <a:lnTo>
                    <a:pt x="0" y="0"/>
                  </a:lnTo>
                  <a:lnTo>
                    <a:pt x="0" y="138753"/>
                  </a:lnTo>
                  <a:lnTo>
                    <a:pt x="838317" y="138753"/>
                  </a:lnTo>
                  <a:lnTo>
                    <a:pt x="8383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3632848" y="3389104"/>
              <a:ext cx="760730" cy="325120"/>
            </a:xfrm>
            <a:custGeom>
              <a:avLst/>
              <a:gdLst/>
              <a:ahLst/>
              <a:cxnLst/>
              <a:rect l="l" t="t" r="r" b="b"/>
              <a:pathLst>
                <a:path w="760729" h="325120">
                  <a:moveTo>
                    <a:pt x="0" y="0"/>
                  </a:moveTo>
                  <a:lnTo>
                    <a:pt x="0" y="324568"/>
                  </a:lnTo>
                </a:path>
                <a:path w="760729" h="325120">
                  <a:moveTo>
                    <a:pt x="760216" y="0"/>
                  </a:moveTo>
                  <a:lnTo>
                    <a:pt x="760216" y="324568"/>
                  </a:lnTo>
                </a:path>
              </a:pathLst>
            </a:custGeom>
            <a:ln w="152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664727" y="2915634"/>
              <a:ext cx="7770495" cy="495934"/>
            </a:xfrm>
            <a:custGeom>
              <a:avLst/>
              <a:gdLst/>
              <a:ahLst/>
              <a:cxnLst/>
              <a:rect l="l" t="t" r="r" b="b"/>
              <a:pathLst>
                <a:path w="7770495" h="495935">
                  <a:moveTo>
                    <a:pt x="0" y="0"/>
                  </a:moveTo>
                  <a:lnTo>
                    <a:pt x="0" y="470959"/>
                  </a:lnTo>
                </a:path>
                <a:path w="7770495" h="495935">
                  <a:moveTo>
                    <a:pt x="1138098" y="25304"/>
                  </a:moveTo>
                  <a:lnTo>
                    <a:pt x="1138098" y="495636"/>
                  </a:lnTo>
                </a:path>
                <a:path w="7770495" h="495935">
                  <a:moveTo>
                    <a:pt x="2244235" y="17566"/>
                  </a:moveTo>
                  <a:lnTo>
                    <a:pt x="2244235" y="488108"/>
                  </a:lnTo>
                </a:path>
                <a:path w="7770495" h="495935">
                  <a:moveTo>
                    <a:pt x="3347179" y="10038"/>
                  </a:moveTo>
                  <a:lnTo>
                    <a:pt x="3349699" y="478069"/>
                  </a:lnTo>
                </a:path>
                <a:path w="7770495" h="495935">
                  <a:moveTo>
                    <a:pt x="0" y="10038"/>
                  </a:moveTo>
                  <a:lnTo>
                    <a:pt x="7770086" y="7528"/>
                  </a:lnTo>
                </a:path>
              </a:pathLst>
            </a:custGeom>
            <a:ln w="202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1" name="object 71" descr=""/>
          <p:cNvSpPr txBox="1"/>
          <p:nvPr/>
        </p:nvSpPr>
        <p:spPr>
          <a:xfrm>
            <a:off x="606309" y="3512250"/>
            <a:ext cx="162560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-50">
                <a:latin typeface="Times New Roman"/>
                <a:cs typeface="Times New Roman"/>
              </a:rPr>
              <a:t>A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72" name="object 72" descr=""/>
          <p:cNvSpPr txBox="1"/>
          <p:nvPr/>
        </p:nvSpPr>
        <p:spPr>
          <a:xfrm>
            <a:off x="1727125" y="3512250"/>
            <a:ext cx="162560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-50">
                <a:latin typeface="Times New Roman"/>
                <a:cs typeface="Times New Roman"/>
              </a:rPr>
              <a:t>A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73" name="object 73" descr=""/>
          <p:cNvSpPr txBox="1"/>
          <p:nvPr/>
        </p:nvSpPr>
        <p:spPr>
          <a:xfrm>
            <a:off x="2825071" y="3512250"/>
            <a:ext cx="152400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-50">
                <a:latin typeface="Times New Roman"/>
                <a:cs typeface="Times New Roman"/>
              </a:rPr>
              <a:t>B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74" name="object 74" descr=""/>
          <p:cNvSpPr txBox="1"/>
          <p:nvPr/>
        </p:nvSpPr>
        <p:spPr>
          <a:xfrm>
            <a:off x="3931165" y="3502028"/>
            <a:ext cx="173990" cy="2908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750" spc="-50">
                <a:latin typeface="Times New Roman"/>
                <a:cs typeface="Times New Roman"/>
              </a:rPr>
              <a:t>B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75" name="object 75" descr=""/>
          <p:cNvSpPr txBox="1"/>
          <p:nvPr/>
        </p:nvSpPr>
        <p:spPr>
          <a:xfrm>
            <a:off x="608850" y="3879377"/>
            <a:ext cx="141605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-50">
                <a:latin typeface="Times New Roman"/>
                <a:cs typeface="Times New Roman"/>
              </a:rPr>
              <a:t>E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76" name="object 76" descr=""/>
          <p:cNvSpPr txBox="1"/>
          <p:nvPr/>
        </p:nvSpPr>
        <p:spPr>
          <a:xfrm>
            <a:off x="613933" y="4561494"/>
            <a:ext cx="194310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-50">
                <a:latin typeface="Times New Roman"/>
                <a:cs typeface="Times New Roman"/>
              </a:rPr>
              <a:t>M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77" name="object 77" descr=""/>
          <p:cNvSpPr txBox="1"/>
          <p:nvPr/>
        </p:nvSpPr>
        <p:spPr>
          <a:xfrm>
            <a:off x="1727125" y="4558964"/>
            <a:ext cx="194310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-50">
                <a:latin typeface="Times New Roman"/>
                <a:cs typeface="Times New Roman"/>
              </a:rPr>
              <a:t>M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78" name="object 78" descr=""/>
          <p:cNvSpPr txBox="1"/>
          <p:nvPr/>
        </p:nvSpPr>
        <p:spPr>
          <a:xfrm>
            <a:off x="2825071" y="4551372"/>
            <a:ext cx="162560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-50">
                <a:latin typeface="Times New Roman"/>
                <a:cs typeface="Times New Roman"/>
              </a:rPr>
              <a:t>N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79" name="object 79" descr=""/>
          <p:cNvSpPr txBox="1"/>
          <p:nvPr/>
        </p:nvSpPr>
        <p:spPr>
          <a:xfrm>
            <a:off x="624097" y="4236884"/>
            <a:ext cx="88900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-50">
                <a:latin typeface="Times New Roman"/>
                <a:cs typeface="Times New Roman"/>
              </a:rPr>
              <a:t>I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80" name="object 80" descr=""/>
          <p:cNvSpPr txBox="1"/>
          <p:nvPr/>
        </p:nvSpPr>
        <p:spPr>
          <a:xfrm>
            <a:off x="1737289" y="4236884"/>
            <a:ext cx="88900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-50">
                <a:latin typeface="Times New Roman"/>
                <a:cs typeface="Times New Roman"/>
              </a:rPr>
              <a:t>I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81" name="object 81" descr=""/>
          <p:cNvSpPr txBox="1"/>
          <p:nvPr/>
        </p:nvSpPr>
        <p:spPr>
          <a:xfrm>
            <a:off x="2832631" y="4236884"/>
            <a:ext cx="99695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-50">
                <a:latin typeface="Times New Roman"/>
                <a:cs typeface="Times New Roman"/>
              </a:rPr>
              <a:t>J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82" name="object 82" descr=""/>
          <p:cNvSpPr txBox="1"/>
          <p:nvPr/>
        </p:nvSpPr>
        <p:spPr>
          <a:xfrm>
            <a:off x="3936205" y="4236884"/>
            <a:ext cx="99695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-50">
                <a:latin typeface="Times New Roman"/>
                <a:cs typeface="Times New Roman"/>
              </a:rPr>
              <a:t>J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83" name="object 83" descr=""/>
          <p:cNvSpPr txBox="1"/>
          <p:nvPr/>
        </p:nvSpPr>
        <p:spPr>
          <a:xfrm>
            <a:off x="1734748" y="3879377"/>
            <a:ext cx="141605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-50">
                <a:latin typeface="Times New Roman"/>
                <a:cs typeface="Times New Roman"/>
              </a:rPr>
              <a:t>E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84" name="object 84" descr=""/>
          <p:cNvSpPr txBox="1"/>
          <p:nvPr/>
        </p:nvSpPr>
        <p:spPr>
          <a:xfrm>
            <a:off x="2832631" y="3886968"/>
            <a:ext cx="130810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-50">
                <a:latin typeface="Times New Roman"/>
                <a:cs typeface="Times New Roman"/>
              </a:rPr>
              <a:t>F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85" name="object 85" descr=""/>
          <p:cNvSpPr txBox="1"/>
          <p:nvPr/>
        </p:nvSpPr>
        <p:spPr>
          <a:xfrm>
            <a:off x="3933685" y="3886968"/>
            <a:ext cx="130810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-50">
                <a:latin typeface="Times New Roman"/>
                <a:cs typeface="Times New Roman"/>
              </a:rPr>
              <a:t>F</a:t>
            </a:r>
            <a:endParaRPr sz="1450">
              <a:latin typeface="Times New Roman"/>
              <a:cs typeface="Times New Roman"/>
            </a:endParaRPr>
          </a:p>
        </p:txBody>
      </p:sp>
      <p:grpSp>
        <p:nvGrpSpPr>
          <p:cNvPr id="86" name="object 86" descr=""/>
          <p:cNvGrpSpPr/>
          <p:nvPr/>
        </p:nvGrpSpPr>
        <p:grpSpPr>
          <a:xfrm>
            <a:off x="4693162" y="3298459"/>
            <a:ext cx="4152900" cy="1562735"/>
            <a:chOff x="4693162" y="3298459"/>
            <a:chExt cx="4152900" cy="1562735"/>
          </a:xfrm>
        </p:grpSpPr>
        <p:sp>
          <p:nvSpPr>
            <p:cNvPr id="87" name="object 87" descr=""/>
            <p:cNvSpPr/>
            <p:nvPr/>
          </p:nvSpPr>
          <p:spPr>
            <a:xfrm>
              <a:off x="4738943" y="4355261"/>
              <a:ext cx="755015" cy="488315"/>
            </a:xfrm>
            <a:custGeom>
              <a:avLst/>
              <a:gdLst/>
              <a:ahLst/>
              <a:cxnLst/>
              <a:rect l="l" t="t" r="r" b="b"/>
              <a:pathLst>
                <a:path w="755014" h="488314">
                  <a:moveTo>
                    <a:pt x="0" y="397534"/>
                  </a:moveTo>
                  <a:lnTo>
                    <a:pt x="27510" y="354495"/>
                  </a:lnTo>
                  <a:lnTo>
                    <a:pt x="70771" y="339793"/>
                  </a:lnTo>
                  <a:lnTo>
                    <a:pt x="120962" y="327141"/>
                  </a:lnTo>
                  <a:lnTo>
                    <a:pt x="186484" y="314488"/>
                  </a:lnTo>
                  <a:lnTo>
                    <a:pt x="259775" y="306876"/>
                  </a:lnTo>
                  <a:lnTo>
                    <a:pt x="335377" y="301815"/>
                  </a:lnTo>
                  <a:lnTo>
                    <a:pt x="414129" y="301815"/>
                  </a:lnTo>
                  <a:lnTo>
                    <a:pt x="489730" y="306876"/>
                  </a:lnTo>
                  <a:lnTo>
                    <a:pt x="565542" y="314488"/>
                  </a:lnTo>
                  <a:lnTo>
                    <a:pt x="628543" y="327141"/>
                  </a:lnTo>
                  <a:lnTo>
                    <a:pt x="678734" y="339793"/>
                  </a:lnTo>
                  <a:lnTo>
                    <a:pt x="719475" y="354495"/>
                  </a:lnTo>
                  <a:lnTo>
                    <a:pt x="754546" y="397534"/>
                  </a:lnTo>
                  <a:lnTo>
                    <a:pt x="744466" y="415247"/>
                  </a:lnTo>
                  <a:lnTo>
                    <a:pt x="678734" y="452723"/>
                  </a:lnTo>
                  <a:lnTo>
                    <a:pt x="628543" y="462845"/>
                  </a:lnTo>
                  <a:lnTo>
                    <a:pt x="565542" y="475518"/>
                  </a:lnTo>
                  <a:lnTo>
                    <a:pt x="489730" y="485640"/>
                  </a:lnTo>
                  <a:lnTo>
                    <a:pt x="414129" y="488170"/>
                  </a:lnTo>
                  <a:lnTo>
                    <a:pt x="335377" y="488170"/>
                  </a:lnTo>
                  <a:lnTo>
                    <a:pt x="259775" y="485640"/>
                  </a:lnTo>
                  <a:lnTo>
                    <a:pt x="186484" y="475518"/>
                  </a:lnTo>
                  <a:lnTo>
                    <a:pt x="120962" y="462845"/>
                  </a:lnTo>
                  <a:lnTo>
                    <a:pt x="70771" y="452723"/>
                  </a:lnTo>
                  <a:lnTo>
                    <a:pt x="27510" y="435010"/>
                  </a:lnTo>
                  <a:lnTo>
                    <a:pt x="0" y="397534"/>
                  </a:lnTo>
                  <a:close/>
                </a:path>
                <a:path w="755014" h="488314">
                  <a:moveTo>
                    <a:pt x="0" y="95718"/>
                  </a:moveTo>
                  <a:lnTo>
                    <a:pt x="27510" y="52679"/>
                  </a:lnTo>
                  <a:lnTo>
                    <a:pt x="70771" y="37476"/>
                  </a:lnTo>
                  <a:lnTo>
                    <a:pt x="120962" y="24823"/>
                  </a:lnTo>
                  <a:lnTo>
                    <a:pt x="186484" y="12673"/>
                  </a:lnTo>
                  <a:lnTo>
                    <a:pt x="259775" y="5060"/>
                  </a:lnTo>
                  <a:lnTo>
                    <a:pt x="335377" y="0"/>
                  </a:lnTo>
                  <a:lnTo>
                    <a:pt x="414129" y="0"/>
                  </a:lnTo>
                  <a:lnTo>
                    <a:pt x="489730" y="5060"/>
                  </a:lnTo>
                  <a:lnTo>
                    <a:pt x="565542" y="12673"/>
                  </a:lnTo>
                  <a:lnTo>
                    <a:pt x="628543" y="24823"/>
                  </a:lnTo>
                  <a:lnTo>
                    <a:pt x="678734" y="37476"/>
                  </a:lnTo>
                  <a:lnTo>
                    <a:pt x="719475" y="52679"/>
                  </a:lnTo>
                  <a:lnTo>
                    <a:pt x="754546" y="95718"/>
                  </a:lnTo>
                  <a:lnTo>
                    <a:pt x="744466" y="112929"/>
                  </a:lnTo>
                  <a:lnTo>
                    <a:pt x="678734" y="150907"/>
                  </a:lnTo>
                  <a:lnTo>
                    <a:pt x="628543" y="161050"/>
                  </a:lnTo>
                  <a:lnTo>
                    <a:pt x="565542" y="173702"/>
                  </a:lnTo>
                  <a:lnTo>
                    <a:pt x="489730" y="183322"/>
                  </a:lnTo>
                  <a:lnTo>
                    <a:pt x="414129" y="185853"/>
                  </a:lnTo>
                  <a:lnTo>
                    <a:pt x="335377" y="185853"/>
                  </a:lnTo>
                  <a:lnTo>
                    <a:pt x="259775" y="183322"/>
                  </a:lnTo>
                  <a:lnTo>
                    <a:pt x="186484" y="173702"/>
                  </a:lnTo>
                  <a:lnTo>
                    <a:pt x="120962" y="161050"/>
                  </a:lnTo>
                  <a:lnTo>
                    <a:pt x="70771" y="150907"/>
                  </a:lnTo>
                  <a:lnTo>
                    <a:pt x="27510" y="133194"/>
                  </a:lnTo>
                  <a:lnTo>
                    <a:pt x="0" y="95718"/>
                  </a:lnTo>
                  <a:close/>
                </a:path>
              </a:pathLst>
            </a:custGeom>
            <a:ln w="152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4693162" y="4617079"/>
              <a:ext cx="841375" cy="138430"/>
            </a:xfrm>
            <a:custGeom>
              <a:avLst/>
              <a:gdLst/>
              <a:ahLst/>
              <a:cxnLst/>
              <a:rect l="l" t="t" r="r" b="b"/>
              <a:pathLst>
                <a:path w="841375" h="138429">
                  <a:moveTo>
                    <a:pt x="840858" y="0"/>
                  </a:moveTo>
                  <a:lnTo>
                    <a:pt x="0" y="0"/>
                  </a:lnTo>
                  <a:lnTo>
                    <a:pt x="0" y="138247"/>
                  </a:lnTo>
                  <a:lnTo>
                    <a:pt x="840858" y="138247"/>
                  </a:lnTo>
                  <a:lnTo>
                    <a:pt x="8408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4738943" y="4438306"/>
              <a:ext cx="757555" cy="325120"/>
            </a:xfrm>
            <a:custGeom>
              <a:avLst/>
              <a:gdLst/>
              <a:ahLst/>
              <a:cxnLst/>
              <a:rect l="l" t="t" r="r" b="b"/>
              <a:pathLst>
                <a:path w="757554" h="325120">
                  <a:moveTo>
                    <a:pt x="0" y="0"/>
                  </a:moveTo>
                  <a:lnTo>
                    <a:pt x="0" y="324610"/>
                  </a:lnTo>
                </a:path>
                <a:path w="757554" h="325120">
                  <a:moveTo>
                    <a:pt x="757066" y="0"/>
                  </a:moveTo>
                  <a:lnTo>
                    <a:pt x="757066" y="324610"/>
                  </a:lnTo>
                </a:path>
              </a:pathLst>
            </a:custGeom>
            <a:ln w="152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4738943" y="4309692"/>
              <a:ext cx="755015" cy="186690"/>
            </a:xfrm>
            <a:custGeom>
              <a:avLst/>
              <a:gdLst/>
              <a:ahLst/>
              <a:cxnLst/>
              <a:rect l="l" t="t" r="r" b="b"/>
              <a:pathLst>
                <a:path w="755014" h="186689">
                  <a:moveTo>
                    <a:pt x="414129" y="0"/>
                  </a:moveTo>
                  <a:lnTo>
                    <a:pt x="335377" y="0"/>
                  </a:lnTo>
                  <a:lnTo>
                    <a:pt x="259775" y="2530"/>
                  </a:lnTo>
                  <a:lnTo>
                    <a:pt x="186484" y="12652"/>
                  </a:lnTo>
                  <a:lnTo>
                    <a:pt x="120962" y="25325"/>
                  </a:lnTo>
                  <a:lnTo>
                    <a:pt x="70771" y="35447"/>
                  </a:lnTo>
                  <a:lnTo>
                    <a:pt x="27510" y="53160"/>
                  </a:lnTo>
                  <a:lnTo>
                    <a:pt x="0" y="95697"/>
                  </a:lnTo>
                  <a:lnTo>
                    <a:pt x="7770" y="110901"/>
                  </a:lnTo>
                  <a:lnTo>
                    <a:pt x="70771" y="148377"/>
                  </a:lnTo>
                  <a:lnTo>
                    <a:pt x="120962" y="161029"/>
                  </a:lnTo>
                  <a:lnTo>
                    <a:pt x="186484" y="173702"/>
                  </a:lnTo>
                  <a:lnTo>
                    <a:pt x="259775" y="181294"/>
                  </a:lnTo>
                  <a:lnTo>
                    <a:pt x="335377" y="186355"/>
                  </a:lnTo>
                  <a:lnTo>
                    <a:pt x="414129" y="186355"/>
                  </a:lnTo>
                  <a:lnTo>
                    <a:pt x="489730" y="181294"/>
                  </a:lnTo>
                  <a:lnTo>
                    <a:pt x="565542" y="173702"/>
                  </a:lnTo>
                  <a:lnTo>
                    <a:pt x="628543" y="161029"/>
                  </a:lnTo>
                  <a:lnTo>
                    <a:pt x="678734" y="148377"/>
                  </a:lnTo>
                  <a:lnTo>
                    <a:pt x="719475" y="133696"/>
                  </a:lnTo>
                  <a:lnTo>
                    <a:pt x="754546" y="95697"/>
                  </a:lnTo>
                  <a:lnTo>
                    <a:pt x="744466" y="72923"/>
                  </a:lnTo>
                  <a:lnTo>
                    <a:pt x="678734" y="35447"/>
                  </a:lnTo>
                  <a:lnTo>
                    <a:pt x="565542" y="12652"/>
                  </a:lnTo>
                  <a:lnTo>
                    <a:pt x="489730" y="2530"/>
                  </a:lnTo>
                  <a:lnTo>
                    <a:pt x="4141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4738943" y="4007918"/>
              <a:ext cx="755015" cy="488315"/>
            </a:xfrm>
            <a:custGeom>
              <a:avLst/>
              <a:gdLst/>
              <a:ahLst/>
              <a:cxnLst/>
              <a:rect l="l" t="t" r="r" b="b"/>
              <a:pathLst>
                <a:path w="755014" h="488314">
                  <a:moveTo>
                    <a:pt x="0" y="397471"/>
                  </a:moveTo>
                  <a:lnTo>
                    <a:pt x="27510" y="354934"/>
                  </a:lnTo>
                  <a:lnTo>
                    <a:pt x="70771" y="337221"/>
                  </a:lnTo>
                  <a:lnTo>
                    <a:pt x="120962" y="327099"/>
                  </a:lnTo>
                  <a:lnTo>
                    <a:pt x="186484" y="314426"/>
                  </a:lnTo>
                  <a:lnTo>
                    <a:pt x="259775" y="304304"/>
                  </a:lnTo>
                  <a:lnTo>
                    <a:pt x="335377" y="301773"/>
                  </a:lnTo>
                  <a:lnTo>
                    <a:pt x="414129" y="301773"/>
                  </a:lnTo>
                  <a:lnTo>
                    <a:pt x="489730" y="304304"/>
                  </a:lnTo>
                  <a:lnTo>
                    <a:pt x="565542" y="314426"/>
                  </a:lnTo>
                  <a:lnTo>
                    <a:pt x="628543" y="327099"/>
                  </a:lnTo>
                  <a:lnTo>
                    <a:pt x="678734" y="337221"/>
                  </a:lnTo>
                  <a:lnTo>
                    <a:pt x="719475" y="354934"/>
                  </a:lnTo>
                  <a:lnTo>
                    <a:pt x="754546" y="397471"/>
                  </a:lnTo>
                  <a:lnTo>
                    <a:pt x="744466" y="412675"/>
                  </a:lnTo>
                  <a:lnTo>
                    <a:pt x="678734" y="450151"/>
                  </a:lnTo>
                  <a:lnTo>
                    <a:pt x="628543" y="462803"/>
                  </a:lnTo>
                  <a:lnTo>
                    <a:pt x="565542" y="475476"/>
                  </a:lnTo>
                  <a:lnTo>
                    <a:pt x="489730" y="483068"/>
                  </a:lnTo>
                  <a:lnTo>
                    <a:pt x="414129" y="488129"/>
                  </a:lnTo>
                  <a:lnTo>
                    <a:pt x="335377" y="488129"/>
                  </a:lnTo>
                  <a:lnTo>
                    <a:pt x="259775" y="483068"/>
                  </a:lnTo>
                  <a:lnTo>
                    <a:pt x="186484" y="475476"/>
                  </a:lnTo>
                  <a:lnTo>
                    <a:pt x="120962" y="462803"/>
                  </a:lnTo>
                  <a:lnTo>
                    <a:pt x="70771" y="450151"/>
                  </a:lnTo>
                  <a:lnTo>
                    <a:pt x="27510" y="435470"/>
                  </a:lnTo>
                  <a:lnTo>
                    <a:pt x="0" y="397471"/>
                  </a:lnTo>
                  <a:close/>
                </a:path>
                <a:path w="755014" h="488314">
                  <a:moveTo>
                    <a:pt x="0" y="95676"/>
                  </a:moveTo>
                  <a:lnTo>
                    <a:pt x="27510" y="52616"/>
                  </a:lnTo>
                  <a:lnTo>
                    <a:pt x="70771" y="35405"/>
                  </a:lnTo>
                  <a:lnTo>
                    <a:pt x="120962" y="25283"/>
                  </a:lnTo>
                  <a:lnTo>
                    <a:pt x="186484" y="12610"/>
                  </a:lnTo>
                  <a:lnTo>
                    <a:pt x="259775" y="2509"/>
                  </a:lnTo>
                  <a:lnTo>
                    <a:pt x="335377" y="0"/>
                  </a:lnTo>
                  <a:lnTo>
                    <a:pt x="414129" y="0"/>
                  </a:lnTo>
                  <a:lnTo>
                    <a:pt x="489730" y="2509"/>
                  </a:lnTo>
                  <a:lnTo>
                    <a:pt x="565542" y="12610"/>
                  </a:lnTo>
                  <a:lnTo>
                    <a:pt x="628543" y="25283"/>
                  </a:lnTo>
                  <a:lnTo>
                    <a:pt x="678734" y="35405"/>
                  </a:lnTo>
                  <a:lnTo>
                    <a:pt x="719475" y="52616"/>
                  </a:lnTo>
                  <a:lnTo>
                    <a:pt x="754546" y="95676"/>
                  </a:lnTo>
                  <a:lnTo>
                    <a:pt x="744466" y="110859"/>
                  </a:lnTo>
                  <a:lnTo>
                    <a:pt x="678734" y="148335"/>
                  </a:lnTo>
                  <a:lnTo>
                    <a:pt x="628543" y="160987"/>
                  </a:lnTo>
                  <a:lnTo>
                    <a:pt x="565542" y="173661"/>
                  </a:lnTo>
                  <a:lnTo>
                    <a:pt x="489730" y="181252"/>
                  </a:lnTo>
                  <a:lnTo>
                    <a:pt x="414129" y="186313"/>
                  </a:lnTo>
                  <a:lnTo>
                    <a:pt x="335377" y="186313"/>
                  </a:lnTo>
                  <a:lnTo>
                    <a:pt x="259775" y="181252"/>
                  </a:lnTo>
                  <a:lnTo>
                    <a:pt x="186484" y="173661"/>
                  </a:lnTo>
                  <a:lnTo>
                    <a:pt x="120962" y="160987"/>
                  </a:lnTo>
                  <a:lnTo>
                    <a:pt x="70771" y="148335"/>
                  </a:lnTo>
                  <a:lnTo>
                    <a:pt x="27510" y="133131"/>
                  </a:lnTo>
                  <a:lnTo>
                    <a:pt x="0" y="95676"/>
                  </a:lnTo>
                  <a:close/>
                </a:path>
              </a:pathLst>
            </a:custGeom>
            <a:ln w="152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4693162" y="4269694"/>
              <a:ext cx="841375" cy="138430"/>
            </a:xfrm>
            <a:custGeom>
              <a:avLst/>
              <a:gdLst/>
              <a:ahLst/>
              <a:cxnLst/>
              <a:rect l="l" t="t" r="r" b="b"/>
              <a:pathLst>
                <a:path w="841375" h="138429">
                  <a:moveTo>
                    <a:pt x="840858" y="0"/>
                  </a:moveTo>
                  <a:lnTo>
                    <a:pt x="0" y="0"/>
                  </a:lnTo>
                  <a:lnTo>
                    <a:pt x="0" y="138247"/>
                  </a:lnTo>
                  <a:lnTo>
                    <a:pt x="840858" y="138247"/>
                  </a:lnTo>
                  <a:lnTo>
                    <a:pt x="8408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4738943" y="4088391"/>
              <a:ext cx="757555" cy="325120"/>
            </a:xfrm>
            <a:custGeom>
              <a:avLst/>
              <a:gdLst/>
              <a:ahLst/>
              <a:cxnLst/>
              <a:rect l="l" t="t" r="r" b="b"/>
              <a:pathLst>
                <a:path w="757554" h="325120">
                  <a:moveTo>
                    <a:pt x="0" y="0"/>
                  </a:moveTo>
                  <a:lnTo>
                    <a:pt x="0" y="324610"/>
                  </a:lnTo>
                </a:path>
                <a:path w="757554" h="325120">
                  <a:moveTo>
                    <a:pt x="757066" y="0"/>
                  </a:moveTo>
                  <a:lnTo>
                    <a:pt x="757066" y="324610"/>
                  </a:lnTo>
                </a:path>
              </a:pathLst>
            </a:custGeom>
            <a:ln w="152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4738943" y="3957727"/>
              <a:ext cx="755015" cy="186055"/>
            </a:xfrm>
            <a:custGeom>
              <a:avLst/>
              <a:gdLst/>
              <a:ahLst/>
              <a:cxnLst/>
              <a:rect l="l" t="t" r="r" b="b"/>
              <a:pathLst>
                <a:path w="755014" h="186054">
                  <a:moveTo>
                    <a:pt x="414129" y="0"/>
                  </a:moveTo>
                  <a:lnTo>
                    <a:pt x="335377" y="0"/>
                  </a:lnTo>
                  <a:lnTo>
                    <a:pt x="259775" y="2509"/>
                  </a:lnTo>
                  <a:lnTo>
                    <a:pt x="186484" y="12129"/>
                  </a:lnTo>
                  <a:lnTo>
                    <a:pt x="70771" y="34924"/>
                  </a:lnTo>
                  <a:lnTo>
                    <a:pt x="27510" y="52700"/>
                  </a:lnTo>
                  <a:lnTo>
                    <a:pt x="0" y="95216"/>
                  </a:lnTo>
                  <a:lnTo>
                    <a:pt x="7770" y="110399"/>
                  </a:lnTo>
                  <a:lnTo>
                    <a:pt x="70771" y="148398"/>
                  </a:lnTo>
                  <a:lnTo>
                    <a:pt x="120962" y="161050"/>
                  </a:lnTo>
                  <a:lnTo>
                    <a:pt x="186484" y="173201"/>
                  </a:lnTo>
                  <a:lnTo>
                    <a:pt x="259775" y="180792"/>
                  </a:lnTo>
                  <a:lnTo>
                    <a:pt x="335377" y="185853"/>
                  </a:lnTo>
                  <a:lnTo>
                    <a:pt x="414129" y="185853"/>
                  </a:lnTo>
                  <a:lnTo>
                    <a:pt x="489730" y="180792"/>
                  </a:lnTo>
                  <a:lnTo>
                    <a:pt x="565542" y="173201"/>
                  </a:lnTo>
                  <a:lnTo>
                    <a:pt x="628543" y="161050"/>
                  </a:lnTo>
                  <a:lnTo>
                    <a:pt x="678734" y="148398"/>
                  </a:lnTo>
                  <a:lnTo>
                    <a:pt x="719475" y="133194"/>
                  </a:lnTo>
                  <a:lnTo>
                    <a:pt x="754546" y="95216"/>
                  </a:lnTo>
                  <a:lnTo>
                    <a:pt x="744466" y="72944"/>
                  </a:lnTo>
                  <a:lnTo>
                    <a:pt x="678734" y="34924"/>
                  </a:lnTo>
                  <a:lnTo>
                    <a:pt x="565542" y="12129"/>
                  </a:lnTo>
                  <a:lnTo>
                    <a:pt x="489730" y="2509"/>
                  </a:lnTo>
                  <a:lnTo>
                    <a:pt x="4141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4738943" y="3655326"/>
              <a:ext cx="755015" cy="488315"/>
            </a:xfrm>
            <a:custGeom>
              <a:avLst/>
              <a:gdLst/>
              <a:ahLst/>
              <a:cxnLst/>
              <a:rect l="l" t="t" r="r" b="b"/>
              <a:pathLst>
                <a:path w="755014" h="488314">
                  <a:moveTo>
                    <a:pt x="0" y="397617"/>
                  </a:moveTo>
                  <a:lnTo>
                    <a:pt x="27510" y="355101"/>
                  </a:lnTo>
                  <a:lnTo>
                    <a:pt x="70771" y="337325"/>
                  </a:lnTo>
                  <a:lnTo>
                    <a:pt x="120962" y="327287"/>
                  </a:lnTo>
                  <a:lnTo>
                    <a:pt x="186484" y="314530"/>
                  </a:lnTo>
                  <a:lnTo>
                    <a:pt x="259775" y="304910"/>
                  </a:lnTo>
                  <a:lnTo>
                    <a:pt x="335377" y="302401"/>
                  </a:lnTo>
                  <a:lnTo>
                    <a:pt x="414129" y="302401"/>
                  </a:lnTo>
                  <a:lnTo>
                    <a:pt x="489730" y="304910"/>
                  </a:lnTo>
                  <a:lnTo>
                    <a:pt x="565542" y="314530"/>
                  </a:lnTo>
                  <a:lnTo>
                    <a:pt x="628543" y="327287"/>
                  </a:lnTo>
                  <a:lnTo>
                    <a:pt x="678734" y="337325"/>
                  </a:lnTo>
                  <a:lnTo>
                    <a:pt x="719475" y="355101"/>
                  </a:lnTo>
                  <a:lnTo>
                    <a:pt x="744466" y="375345"/>
                  </a:lnTo>
                  <a:lnTo>
                    <a:pt x="754546" y="397617"/>
                  </a:lnTo>
                  <a:lnTo>
                    <a:pt x="744466" y="412800"/>
                  </a:lnTo>
                  <a:lnTo>
                    <a:pt x="678734" y="450799"/>
                  </a:lnTo>
                  <a:lnTo>
                    <a:pt x="628543" y="463451"/>
                  </a:lnTo>
                  <a:lnTo>
                    <a:pt x="565542" y="475602"/>
                  </a:lnTo>
                  <a:lnTo>
                    <a:pt x="489730" y="483193"/>
                  </a:lnTo>
                  <a:lnTo>
                    <a:pt x="414129" y="488254"/>
                  </a:lnTo>
                  <a:lnTo>
                    <a:pt x="335377" y="488254"/>
                  </a:lnTo>
                  <a:lnTo>
                    <a:pt x="259775" y="483193"/>
                  </a:lnTo>
                  <a:lnTo>
                    <a:pt x="186484" y="475602"/>
                  </a:lnTo>
                  <a:lnTo>
                    <a:pt x="120962" y="463451"/>
                  </a:lnTo>
                  <a:lnTo>
                    <a:pt x="70771" y="450799"/>
                  </a:lnTo>
                  <a:lnTo>
                    <a:pt x="27510" y="435595"/>
                  </a:lnTo>
                  <a:lnTo>
                    <a:pt x="7770" y="412800"/>
                  </a:lnTo>
                  <a:lnTo>
                    <a:pt x="0" y="397617"/>
                  </a:lnTo>
                  <a:close/>
                </a:path>
                <a:path w="755014" h="488314">
                  <a:moveTo>
                    <a:pt x="0" y="95781"/>
                  </a:moveTo>
                  <a:lnTo>
                    <a:pt x="27510" y="53328"/>
                  </a:lnTo>
                  <a:lnTo>
                    <a:pt x="70771" y="35552"/>
                  </a:lnTo>
                  <a:lnTo>
                    <a:pt x="120962" y="25513"/>
                  </a:lnTo>
                  <a:lnTo>
                    <a:pt x="186484" y="12756"/>
                  </a:lnTo>
                  <a:lnTo>
                    <a:pt x="259775" y="2718"/>
                  </a:lnTo>
                  <a:lnTo>
                    <a:pt x="335377" y="0"/>
                  </a:lnTo>
                  <a:lnTo>
                    <a:pt x="414129" y="0"/>
                  </a:lnTo>
                  <a:lnTo>
                    <a:pt x="489730" y="2718"/>
                  </a:lnTo>
                  <a:lnTo>
                    <a:pt x="565542" y="12756"/>
                  </a:lnTo>
                  <a:lnTo>
                    <a:pt x="628543" y="25513"/>
                  </a:lnTo>
                  <a:lnTo>
                    <a:pt x="678734" y="35552"/>
                  </a:lnTo>
                  <a:lnTo>
                    <a:pt x="719475" y="53328"/>
                  </a:lnTo>
                  <a:lnTo>
                    <a:pt x="744466" y="72986"/>
                  </a:lnTo>
                  <a:lnTo>
                    <a:pt x="754546" y="95781"/>
                  </a:lnTo>
                  <a:lnTo>
                    <a:pt x="744466" y="111047"/>
                  </a:lnTo>
                  <a:lnTo>
                    <a:pt x="678734" y="148481"/>
                  </a:lnTo>
                  <a:lnTo>
                    <a:pt x="628543" y="161029"/>
                  </a:lnTo>
                  <a:lnTo>
                    <a:pt x="565542" y="173786"/>
                  </a:lnTo>
                  <a:lnTo>
                    <a:pt x="489730" y="181315"/>
                  </a:lnTo>
                  <a:lnTo>
                    <a:pt x="414129" y="186543"/>
                  </a:lnTo>
                  <a:lnTo>
                    <a:pt x="335377" y="186543"/>
                  </a:lnTo>
                  <a:lnTo>
                    <a:pt x="259775" y="181315"/>
                  </a:lnTo>
                  <a:lnTo>
                    <a:pt x="186484" y="173786"/>
                  </a:lnTo>
                  <a:lnTo>
                    <a:pt x="120962" y="161029"/>
                  </a:lnTo>
                  <a:lnTo>
                    <a:pt x="70771" y="148481"/>
                  </a:lnTo>
                  <a:lnTo>
                    <a:pt x="27510" y="133842"/>
                  </a:lnTo>
                  <a:lnTo>
                    <a:pt x="7770" y="111047"/>
                  </a:lnTo>
                  <a:lnTo>
                    <a:pt x="0" y="95781"/>
                  </a:lnTo>
                  <a:close/>
                </a:path>
              </a:pathLst>
            </a:custGeom>
            <a:ln w="152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4693162" y="3917227"/>
              <a:ext cx="841375" cy="138430"/>
            </a:xfrm>
            <a:custGeom>
              <a:avLst/>
              <a:gdLst/>
              <a:ahLst/>
              <a:cxnLst/>
              <a:rect l="l" t="t" r="r" b="b"/>
              <a:pathLst>
                <a:path w="841375" h="138429">
                  <a:moveTo>
                    <a:pt x="840858" y="0"/>
                  </a:moveTo>
                  <a:lnTo>
                    <a:pt x="0" y="0"/>
                  </a:lnTo>
                  <a:lnTo>
                    <a:pt x="0" y="138247"/>
                  </a:lnTo>
                  <a:lnTo>
                    <a:pt x="840858" y="138247"/>
                  </a:lnTo>
                  <a:lnTo>
                    <a:pt x="8408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 descr=""/>
            <p:cNvSpPr/>
            <p:nvPr/>
          </p:nvSpPr>
          <p:spPr>
            <a:xfrm>
              <a:off x="4738943" y="3735841"/>
              <a:ext cx="757555" cy="325120"/>
            </a:xfrm>
            <a:custGeom>
              <a:avLst/>
              <a:gdLst/>
              <a:ahLst/>
              <a:cxnLst/>
              <a:rect l="l" t="t" r="r" b="b"/>
              <a:pathLst>
                <a:path w="757554" h="325120">
                  <a:moveTo>
                    <a:pt x="0" y="0"/>
                  </a:moveTo>
                  <a:lnTo>
                    <a:pt x="0" y="324694"/>
                  </a:lnTo>
                </a:path>
                <a:path w="757554" h="325120">
                  <a:moveTo>
                    <a:pt x="757066" y="0"/>
                  </a:moveTo>
                  <a:lnTo>
                    <a:pt x="757066" y="324694"/>
                  </a:lnTo>
                </a:path>
              </a:pathLst>
            </a:custGeom>
            <a:ln w="152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 descr=""/>
            <p:cNvSpPr/>
            <p:nvPr/>
          </p:nvSpPr>
          <p:spPr>
            <a:xfrm>
              <a:off x="4738943" y="3607853"/>
              <a:ext cx="755015" cy="189230"/>
            </a:xfrm>
            <a:custGeom>
              <a:avLst/>
              <a:gdLst/>
              <a:ahLst/>
              <a:cxnLst/>
              <a:rect l="l" t="t" r="r" b="b"/>
              <a:pathLst>
                <a:path w="755014" h="189229">
                  <a:moveTo>
                    <a:pt x="414129" y="0"/>
                  </a:moveTo>
                  <a:lnTo>
                    <a:pt x="335377" y="0"/>
                  </a:lnTo>
                  <a:lnTo>
                    <a:pt x="259775" y="5019"/>
                  </a:lnTo>
                  <a:lnTo>
                    <a:pt x="186484" y="12547"/>
                  </a:lnTo>
                  <a:lnTo>
                    <a:pt x="120962" y="25304"/>
                  </a:lnTo>
                  <a:lnTo>
                    <a:pt x="70771" y="37434"/>
                  </a:lnTo>
                  <a:lnTo>
                    <a:pt x="27510" y="55210"/>
                  </a:lnTo>
                  <a:lnTo>
                    <a:pt x="0" y="95572"/>
                  </a:lnTo>
                  <a:lnTo>
                    <a:pt x="7770" y="112929"/>
                  </a:lnTo>
                  <a:lnTo>
                    <a:pt x="70771" y="150782"/>
                  </a:lnTo>
                  <a:lnTo>
                    <a:pt x="120962" y="163539"/>
                  </a:lnTo>
                  <a:lnTo>
                    <a:pt x="186484" y="176296"/>
                  </a:lnTo>
                  <a:lnTo>
                    <a:pt x="259775" y="183824"/>
                  </a:lnTo>
                  <a:lnTo>
                    <a:pt x="335377" y="188843"/>
                  </a:lnTo>
                  <a:lnTo>
                    <a:pt x="414129" y="188843"/>
                  </a:lnTo>
                  <a:lnTo>
                    <a:pt x="489730" y="183824"/>
                  </a:lnTo>
                  <a:lnTo>
                    <a:pt x="565542" y="176296"/>
                  </a:lnTo>
                  <a:lnTo>
                    <a:pt x="628543" y="163539"/>
                  </a:lnTo>
                  <a:lnTo>
                    <a:pt x="678734" y="150782"/>
                  </a:lnTo>
                  <a:lnTo>
                    <a:pt x="719475" y="133215"/>
                  </a:lnTo>
                  <a:lnTo>
                    <a:pt x="754546" y="95572"/>
                  </a:lnTo>
                  <a:lnTo>
                    <a:pt x="744466" y="75495"/>
                  </a:lnTo>
                  <a:lnTo>
                    <a:pt x="678734" y="37434"/>
                  </a:lnTo>
                  <a:lnTo>
                    <a:pt x="628543" y="25304"/>
                  </a:lnTo>
                  <a:lnTo>
                    <a:pt x="565542" y="12547"/>
                  </a:lnTo>
                  <a:lnTo>
                    <a:pt x="489730" y="5019"/>
                  </a:lnTo>
                  <a:lnTo>
                    <a:pt x="4141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 descr=""/>
            <p:cNvSpPr/>
            <p:nvPr/>
          </p:nvSpPr>
          <p:spPr>
            <a:xfrm>
              <a:off x="4738943" y="3306079"/>
              <a:ext cx="755015" cy="490855"/>
            </a:xfrm>
            <a:custGeom>
              <a:avLst/>
              <a:gdLst/>
              <a:ahLst/>
              <a:cxnLst/>
              <a:rect l="l" t="t" r="r" b="b"/>
              <a:pathLst>
                <a:path w="755014" h="490854">
                  <a:moveTo>
                    <a:pt x="0" y="397346"/>
                  </a:moveTo>
                  <a:lnTo>
                    <a:pt x="27510" y="356984"/>
                  </a:lnTo>
                  <a:lnTo>
                    <a:pt x="70771" y="339208"/>
                  </a:lnTo>
                  <a:lnTo>
                    <a:pt x="120962" y="327078"/>
                  </a:lnTo>
                  <a:lnTo>
                    <a:pt x="186484" y="314321"/>
                  </a:lnTo>
                  <a:lnTo>
                    <a:pt x="259775" y="306792"/>
                  </a:lnTo>
                  <a:lnTo>
                    <a:pt x="335377" y="301773"/>
                  </a:lnTo>
                  <a:lnTo>
                    <a:pt x="414129" y="301773"/>
                  </a:lnTo>
                  <a:lnTo>
                    <a:pt x="489730" y="306792"/>
                  </a:lnTo>
                  <a:lnTo>
                    <a:pt x="565542" y="314321"/>
                  </a:lnTo>
                  <a:lnTo>
                    <a:pt x="628543" y="327078"/>
                  </a:lnTo>
                  <a:lnTo>
                    <a:pt x="678734" y="339208"/>
                  </a:lnTo>
                  <a:lnTo>
                    <a:pt x="719475" y="356984"/>
                  </a:lnTo>
                  <a:lnTo>
                    <a:pt x="754546" y="397346"/>
                  </a:lnTo>
                  <a:lnTo>
                    <a:pt x="744466" y="414703"/>
                  </a:lnTo>
                  <a:lnTo>
                    <a:pt x="678734" y="452556"/>
                  </a:lnTo>
                  <a:lnTo>
                    <a:pt x="628543" y="465313"/>
                  </a:lnTo>
                  <a:lnTo>
                    <a:pt x="565542" y="478069"/>
                  </a:lnTo>
                  <a:lnTo>
                    <a:pt x="489730" y="485598"/>
                  </a:lnTo>
                  <a:lnTo>
                    <a:pt x="414129" y="490617"/>
                  </a:lnTo>
                  <a:lnTo>
                    <a:pt x="335377" y="490617"/>
                  </a:lnTo>
                  <a:lnTo>
                    <a:pt x="259775" y="485598"/>
                  </a:lnTo>
                  <a:lnTo>
                    <a:pt x="186484" y="478069"/>
                  </a:lnTo>
                  <a:lnTo>
                    <a:pt x="120962" y="465313"/>
                  </a:lnTo>
                  <a:lnTo>
                    <a:pt x="70771" y="452556"/>
                  </a:lnTo>
                  <a:lnTo>
                    <a:pt x="27510" y="434989"/>
                  </a:lnTo>
                  <a:lnTo>
                    <a:pt x="0" y="397346"/>
                  </a:lnTo>
                  <a:close/>
                </a:path>
                <a:path w="755014" h="490854">
                  <a:moveTo>
                    <a:pt x="0" y="95153"/>
                  </a:moveTo>
                  <a:lnTo>
                    <a:pt x="27510" y="55210"/>
                  </a:lnTo>
                  <a:lnTo>
                    <a:pt x="70771" y="37434"/>
                  </a:lnTo>
                  <a:lnTo>
                    <a:pt x="120962" y="24677"/>
                  </a:lnTo>
                  <a:lnTo>
                    <a:pt x="186484" y="12129"/>
                  </a:lnTo>
                  <a:lnTo>
                    <a:pt x="259775" y="4391"/>
                  </a:lnTo>
                  <a:lnTo>
                    <a:pt x="335377" y="0"/>
                  </a:lnTo>
                  <a:lnTo>
                    <a:pt x="414129" y="0"/>
                  </a:lnTo>
                  <a:lnTo>
                    <a:pt x="489730" y="4391"/>
                  </a:lnTo>
                  <a:lnTo>
                    <a:pt x="565542" y="12129"/>
                  </a:lnTo>
                  <a:lnTo>
                    <a:pt x="628543" y="24677"/>
                  </a:lnTo>
                  <a:lnTo>
                    <a:pt x="678734" y="37434"/>
                  </a:lnTo>
                  <a:lnTo>
                    <a:pt x="719475" y="55210"/>
                  </a:lnTo>
                  <a:lnTo>
                    <a:pt x="754546" y="95153"/>
                  </a:lnTo>
                  <a:lnTo>
                    <a:pt x="744466" y="112929"/>
                  </a:lnTo>
                  <a:lnTo>
                    <a:pt x="678734" y="150782"/>
                  </a:lnTo>
                  <a:lnTo>
                    <a:pt x="628543" y="163539"/>
                  </a:lnTo>
                  <a:lnTo>
                    <a:pt x="565542" y="175668"/>
                  </a:lnTo>
                  <a:lnTo>
                    <a:pt x="489730" y="183197"/>
                  </a:lnTo>
                  <a:lnTo>
                    <a:pt x="414129" y="188216"/>
                  </a:lnTo>
                  <a:lnTo>
                    <a:pt x="335377" y="188216"/>
                  </a:lnTo>
                  <a:lnTo>
                    <a:pt x="259775" y="183197"/>
                  </a:lnTo>
                  <a:lnTo>
                    <a:pt x="186484" y="175668"/>
                  </a:lnTo>
                  <a:lnTo>
                    <a:pt x="120962" y="163539"/>
                  </a:lnTo>
                  <a:lnTo>
                    <a:pt x="70771" y="150782"/>
                  </a:lnTo>
                  <a:lnTo>
                    <a:pt x="27510" y="133006"/>
                  </a:lnTo>
                  <a:lnTo>
                    <a:pt x="0" y="95153"/>
                  </a:lnTo>
                  <a:close/>
                </a:path>
              </a:pathLst>
            </a:custGeom>
            <a:ln w="152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4693162" y="3569900"/>
              <a:ext cx="841375" cy="139065"/>
            </a:xfrm>
            <a:custGeom>
              <a:avLst/>
              <a:gdLst/>
              <a:ahLst/>
              <a:cxnLst/>
              <a:rect l="l" t="t" r="r" b="b"/>
              <a:pathLst>
                <a:path w="841375" h="139064">
                  <a:moveTo>
                    <a:pt x="840858" y="0"/>
                  </a:moveTo>
                  <a:lnTo>
                    <a:pt x="0" y="0"/>
                  </a:lnTo>
                  <a:lnTo>
                    <a:pt x="0" y="138753"/>
                  </a:lnTo>
                  <a:lnTo>
                    <a:pt x="840858" y="138753"/>
                  </a:lnTo>
                  <a:lnTo>
                    <a:pt x="8408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 descr=""/>
            <p:cNvSpPr/>
            <p:nvPr/>
          </p:nvSpPr>
          <p:spPr>
            <a:xfrm>
              <a:off x="4738943" y="3389104"/>
              <a:ext cx="1858010" cy="1464945"/>
            </a:xfrm>
            <a:custGeom>
              <a:avLst/>
              <a:gdLst/>
              <a:ahLst/>
              <a:cxnLst/>
              <a:rect l="l" t="t" r="r" b="b"/>
              <a:pathLst>
                <a:path w="1858009" h="1464945">
                  <a:moveTo>
                    <a:pt x="0" y="0"/>
                  </a:moveTo>
                  <a:lnTo>
                    <a:pt x="0" y="324568"/>
                  </a:lnTo>
                </a:path>
                <a:path w="1858009" h="1464945">
                  <a:moveTo>
                    <a:pt x="757066" y="0"/>
                  </a:moveTo>
                  <a:lnTo>
                    <a:pt x="757066" y="324568"/>
                  </a:lnTo>
                </a:path>
                <a:path w="1858009" h="1464945">
                  <a:moveTo>
                    <a:pt x="1103154" y="1371282"/>
                  </a:moveTo>
                  <a:lnTo>
                    <a:pt x="1131084" y="1330774"/>
                  </a:lnTo>
                  <a:lnTo>
                    <a:pt x="1173715" y="1313040"/>
                  </a:lnTo>
                  <a:lnTo>
                    <a:pt x="1223906" y="1300889"/>
                  </a:lnTo>
                  <a:lnTo>
                    <a:pt x="1292578" y="1288237"/>
                  </a:lnTo>
                  <a:lnTo>
                    <a:pt x="1363139" y="1280646"/>
                  </a:lnTo>
                  <a:lnTo>
                    <a:pt x="1438951" y="1275564"/>
                  </a:lnTo>
                  <a:lnTo>
                    <a:pt x="1519803" y="1275564"/>
                  </a:lnTo>
                  <a:lnTo>
                    <a:pt x="1592884" y="1280646"/>
                  </a:lnTo>
                  <a:lnTo>
                    <a:pt x="1668486" y="1288237"/>
                  </a:lnTo>
                  <a:lnTo>
                    <a:pt x="1731487" y="1300889"/>
                  </a:lnTo>
                  <a:lnTo>
                    <a:pt x="1781889" y="1313040"/>
                  </a:lnTo>
                  <a:lnTo>
                    <a:pt x="1825150" y="1330774"/>
                  </a:lnTo>
                  <a:lnTo>
                    <a:pt x="1857490" y="1371282"/>
                  </a:lnTo>
                  <a:lnTo>
                    <a:pt x="1850560" y="1389017"/>
                  </a:lnTo>
                  <a:lnTo>
                    <a:pt x="1781889" y="1426472"/>
                  </a:lnTo>
                  <a:lnTo>
                    <a:pt x="1731487" y="1439145"/>
                  </a:lnTo>
                  <a:lnTo>
                    <a:pt x="1668486" y="1451797"/>
                  </a:lnTo>
                  <a:lnTo>
                    <a:pt x="1592884" y="1459389"/>
                  </a:lnTo>
                  <a:lnTo>
                    <a:pt x="1519803" y="1464471"/>
                  </a:lnTo>
                  <a:lnTo>
                    <a:pt x="1438951" y="1464471"/>
                  </a:lnTo>
                  <a:lnTo>
                    <a:pt x="1363139" y="1459389"/>
                  </a:lnTo>
                  <a:lnTo>
                    <a:pt x="1292578" y="1451797"/>
                  </a:lnTo>
                  <a:lnTo>
                    <a:pt x="1223906" y="1439145"/>
                  </a:lnTo>
                  <a:lnTo>
                    <a:pt x="1173715" y="1426472"/>
                  </a:lnTo>
                  <a:lnTo>
                    <a:pt x="1131084" y="1408758"/>
                  </a:lnTo>
                  <a:lnTo>
                    <a:pt x="1103154" y="1371282"/>
                  </a:lnTo>
                  <a:close/>
                </a:path>
                <a:path w="1858009" h="1464945">
                  <a:moveTo>
                    <a:pt x="1103154" y="1068965"/>
                  </a:moveTo>
                  <a:lnTo>
                    <a:pt x="1131084" y="1028958"/>
                  </a:lnTo>
                  <a:lnTo>
                    <a:pt x="1173715" y="1011224"/>
                  </a:lnTo>
                  <a:lnTo>
                    <a:pt x="1223906" y="998572"/>
                  </a:lnTo>
                  <a:lnTo>
                    <a:pt x="1292578" y="985920"/>
                  </a:lnTo>
                  <a:lnTo>
                    <a:pt x="1363139" y="978830"/>
                  </a:lnTo>
                  <a:lnTo>
                    <a:pt x="1438951" y="973748"/>
                  </a:lnTo>
                  <a:lnTo>
                    <a:pt x="1519803" y="973748"/>
                  </a:lnTo>
                  <a:lnTo>
                    <a:pt x="1592884" y="978830"/>
                  </a:lnTo>
                  <a:lnTo>
                    <a:pt x="1668486" y="985920"/>
                  </a:lnTo>
                  <a:lnTo>
                    <a:pt x="1731487" y="998572"/>
                  </a:lnTo>
                  <a:lnTo>
                    <a:pt x="1781889" y="1011224"/>
                  </a:lnTo>
                  <a:lnTo>
                    <a:pt x="1825150" y="1028958"/>
                  </a:lnTo>
                  <a:lnTo>
                    <a:pt x="1857490" y="1068965"/>
                  </a:lnTo>
                  <a:lnTo>
                    <a:pt x="1850560" y="1086678"/>
                  </a:lnTo>
                  <a:lnTo>
                    <a:pt x="1781889" y="1124656"/>
                  </a:lnTo>
                  <a:lnTo>
                    <a:pt x="1731487" y="1137329"/>
                  </a:lnTo>
                  <a:lnTo>
                    <a:pt x="1668486" y="1149480"/>
                  </a:lnTo>
                  <a:lnTo>
                    <a:pt x="1592884" y="1157071"/>
                  </a:lnTo>
                  <a:lnTo>
                    <a:pt x="1519803" y="1162132"/>
                  </a:lnTo>
                  <a:lnTo>
                    <a:pt x="1438951" y="1162132"/>
                  </a:lnTo>
                  <a:lnTo>
                    <a:pt x="1363139" y="1157071"/>
                  </a:lnTo>
                  <a:lnTo>
                    <a:pt x="1292578" y="1149480"/>
                  </a:lnTo>
                  <a:lnTo>
                    <a:pt x="1223906" y="1137329"/>
                  </a:lnTo>
                  <a:lnTo>
                    <a:pt x="1173715" y="1124656"/>
                  </a:lnTo>
                  <a:lnTo>
                    <a:pt x="1131084" y="1106943"/>
                  </a:lnTo>
                  <a:lnTo>
                    <a:pt x="1103154" y="1068965"/>
                  </a:lnTo>
                  <a:close/>
                </a:path>
              </a:pathLst>
            </a:custGeom>
            <a:ln w="152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 descr=""/>
            <p:cNvSpPr/>
            <p:nvPr/>
          </p:nvSpPr>
          <p:spPr>
            <a:xfrm>
              <a:off x="5798836" y="4626694"/>
              <a:ext cx="838835" cy="139065"/>
            </a:xfrm>
            <a:custGeom>
              <a:avLst/>
              <a:gdLst/>
              <a:ahLst/>
              <a:cxnLst/>
              <a:rect l="l" t="t" r="r" b="b"/>
              <a:pathLst>
                <a:path w="838834" h="139064">
                  <a:moveTo>
                    <a:pt x="838317" y="0"/>
                  </a:moveTo>
                  <a:lnTo>
                    <a:pt x="0" y="0"/>
                  </a:lnTo>
                  <a:lnTo>
                    <a:pt x="0" y="138753"/>
                  </a:lnTo>
                  <a:lnTo>
                    <a:pt x="838317" y="138753"/>
                  </a:lnTo>
                  <a:lnTo>
                    <a:pt x="8383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5842097" y="4445919"/>
              <a:ext cx="760095" cy="325120"/>
            </a:xfrm>
            <a:custGeom>
              <a:avLst/>
              <a:gdLst/>
              <a:ahLst/>
              <a:cxnLst/>
              <a:rect l="l" t="t" r="r" b="b"/>
              <a:pathLst>
                <a:path w="760095" h="325120">
                  <a:moveTo>
                    <a:pt x="0" y="0"/>
                  </a:moveTo>
                  <a:lnTo>
                    <a:pt x="0" y="324589"/>
                  </a:lnTo>
                </a:path>
                <a:path w="760095" h="325120">
                  <a:moveTo>
                    <a:pt x="759586" y="0"/>
                  </a:moveTo>
                  <a:lnTo>
                    <a:pt x="759586" y="324589"/>
                  </a:lnTo>
                </a:path>
              </a:pathLst>
            </a:custGeom>
            <a:ln w="152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 descr=""/>
            <p:cNvSpPr/>
            <p:nvPr/>
          </p:nvSpPr>
          <p:spPr>
            <a:xfrm>
              <a:off x="5842097" y="4317283"/>
              <a:ext cx="754380" cy="186690"/>
            </a:xfrm>
            <a:custGeom>
              <a:avLst/>
              <a:gdLst/>
              <a:ahLst/>
              <a:cxnLst/>
              <a:rect l="l" t="t" r="r" b="b"/>
              <a:pathLst>
                <a:path w="754379" h="186689">
                  <a:moveTo>
                    <a:pt x="416649" y="0"/>
                  </a:moveTo>
                  <a:lnTo>
                    <a:pt x="335797" y="0"/>
                  </a:lnTo>
                  <a:lnTo>
                    <a:pt x="259985" y="5060"/>
                  </a:lnTo>
                  <a:lnTo>
                    <a:pt x="189424" y="12652"/>
                  </a:lnTo>
                  <a:lnTo>
                    <a:pt x="120752" y="25325"/>
                  </a:lnTo>
                  <a:lnTo>
                    <a:pt x="70561" y="37977"/>
                  </a:lnTo>
                  <a:lnTo>
                    <a:pt x="27930" y="53181"/>
                  </a:lnTo>
                  <a:lnTo>
                    <a:pt x="0" y="95718"/>
                  </a:lnTo>
                  <a:lnTo>
                    <a:pt x="7560" y="113431"/>
                  </a:lnTo>
                  <a:lnTo>
                    <a:pt x="70561" y="150907"/>
                  </a:lnTo>
                  <a:lnTo>
                    <a:pt x="120752" y="161029"/>
                  </a:lnTo>
                  <a:lnTo>
                    <a:pt x="189424" y="173702"/>
                  </a:lnTo>
                  <a:lnTo>
                    <a:pt x="259985" y="183824"/>
                  </a:lnTo>
                  <a:lnTo>
                    <a:pt x="335797" y="186355"/>
                  </a:lnTo>
                  <a:lnTo>
                    <a:pt x="416649" y="186355"/>
                  </a:lnTo>
                  <a:lnTo>
                    <a:pt x="489730" y="183824"/>
                  </a:lnTo>
                  <a:lnTo>
                    <a:pt x="565332" y="173702"/>
                  </a:lnTo>
                  <a:lnTo>
                    <a:pt x="678734" y="150907"/>
                  </a:lnTo>
                  <a:lnTo>
                    <a:pt x="721995" y="133696"/>
                  </a:lnTo>
                  <a:lnTo>
                    <a:pt x="754336" y="95718"/>
                  </a:lnTo>
                  <a:lnTo>
                    <a:pt x="747406" y="75453"/>
                  </a:lnTo>
                  <a:lnTo>
                    <a:pt x="678734" y="37977"/>
                  </a:lnTo>
                  <a:lnTo>
                    <a:pt x="628333" y="25325"/>
                  </a:lnTo>
                  <a:lnTo>
                    <a:pt x="565332" y="12652"/>
                  </a:lnTo>
                  <a:lnTo>
                    <a:pt x="489730" y="5060"/>
                  </a:lnTo>
                  <a:lnTo>
                    <a:pt x="4166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 descr=""/>
            <p:cNvSpPr/>
            <p:nvPr/>
          </p:nvSpPr>
          <p:spPr>
            <a:xfrm>
              <a:off x="5842097" y="4015468"/>
              <a:ext cx="754380" cy="488315"/>
            </a:xfrm>
            <a:custGeom>
              <a:avLst/>
              <a:gdLst/>
              <a:ahLst/>
              <a:cxnLst/>
              <a:rect l="l" t="t" r="r" b="b"/>
              <a:pathLst>
                <a:path w="754379" h="488314">
                  <a:moveTo>
                    <a:pt x="0" y="397534"/>
                  </a:moveTo>
                  <a:lnTo>
                    <a:pt x="27930" y="354997"/>
                  </a:lnTo>
                  <a:lnTo>
                    <a:pt x="70561" y="339793"/>
                  </a:lnTo>
                  <a:lnTo>
                    <a:pt x="120752" y="327141"/>
                  </a:lnTo>
                  <a:lnTo>
                    <a:pt x="189424" y="314467"/>
                  </a:lnTo>
                  <a:lnTo>
                    <a:pt x="259985" y="306876"/>
                  </a:lnTo>
                  <a:lnTo>
                    <a:pt x="335797" y="301815"/>
                  </a:lnTo>
                  <a:lnTo>
                    <a:pt x="416649" y="301815"/>
                  </a:lnTo>
                  <a:lnTo>
                    <a:pt x="489730" y="306876"/>
                  </a:lnTo>
                  <a:lnTo>
                    <a:pt x="565332" y="314467"/>
                  </a:lnTo>
                  <a:lnTo>
                    <a:pt x="628333" y="327141"/>
                  </a:lnTo>
                  <a:lnTo>
                    <a:pt x="678734" y="339793"/>
                  </a:lnTo>
                  <a:lnTo>
                    <a:pt x="721995" y="354997"/>
                  </a:lnTo>
                  <a:lnTo>
                    <a:pt x="754336" y="397534"/>
                  </a:lnTo>
                  <a:lnTo>
                    <a:pt x="747406" y="415247"/>
                  </a:lnTo>
                  <a:lnTo>
                    <a:pt x="721995" y="435512"/>
                  </a:lnTo>
                  <a:lnTo>
                    <a:pt x="678734" y="452723"/>
                  </a:lnTo>
                  <a:lnTo>
                    <a:pt x="628333" y="462845"/>
                  </a:lnTo>
                  <a:lnTo>
                    <a:pt x="565332" y="475518"/>
                  </a:lnTo>
                  <a:lnTo>
                    <a:pt x="489730" y="485640"/>
                  </a:lnTo>
                  <a:lnTo>
                    <a:pt x="416649" y="488170"/>
                  </a:lnTo>
                  <a:lnTo>
                    <a:pt x="335797" y="488170"/>
                  </a:lnTo>
                  <a:lnTo>
                    <a:pt x="259985" y="485640"/>
                  </a:lnTo>
                  <a:lnTo>
                    <a:pt x="189424" y="475518"/>
                  </a:lnTo>
                  <a:lnTo>
                    <a:pt x="120752" y="462845"/>
                  </a:lnTo>
                  <a:lnTo>
                    <a:pt x="70561" y="452723"/>
                  </a:lnTo>
                  <a:lnTo>
                    <a:pt x="27930" y="435512"/>
                  </a:lnTo>
                  <a:lnTo>
                    <a:pt x="7560" y="415247"/>
                  </a:lnTo>
                  <a:lnTo>
                    <a:pt x="0" y="397534"/>
                  </a:lnTo>
                  <a:close/>
                </a:path>
                <a:path w="754379" h="488314">
                  <a:moveTo>
                    <a:pt x="0" y="95718"/>
                  </a:moveTo>
                  <a:lnTo>
                    <a:pt x="27930" y="52658"/>
                  </a:lnTo>
                  <a:lnTo>
                    <a:pt x="70561" y="37476"/>
                  </a:lnTo>
                  <a:lnTo>
                    <a:pt x="120752" y="25325"/>
                  </a:lnTo>
                  <a:lnTo>
                    <a:pt x="189424" y="12673"/>
                  </a:lnTo>
                  <a:lnTo>
                    <a:pt x="259985" y="5060"/>
                  </a:lnTo>
                  <a:lnTo>
                    <a:pt x="335797" y="0"/>
                  </a:lnTo>
                  <a:lnTo>
                    <a:pt x="416649" y="0"/>
                  </a:lnTo>
                  <a:lnTo>
                    <a:pt x="489730" y="5060"/>
                  </a:lnTo>
                  <a:lnTo>
                    <a:pt x="565332" y="12673"/>
                  </a:lnTo>
                  <a:lnTo>
                    <a:pt x="628333" y="25325"/>
                  </a:lnTo>
                  <a:lnTo>
                    <a:pt x="678734" y="37476"/>
                  </a:lnTo>
                  <a:lnTo>
                    <a:pt x="721995" y="52658"/>
                  </a:lnTo>
                  <a:lnTo>
                    <a:pt x="754336" y="95718"/>
                  </a:lnTo>
                  <a:lnTo>
                    <a:pt x="747406" y="112929"/>
                  </a:lnTo>
                  <a:lnTo>
                    <a:pt x="721995" y="133194"/>
                  </a:lnTo>
                  <a:lnTo>
                    <a:pt x="678734" y="150907"/>
                  </a:lnTo>
                  <a:lnTo>
                    <a:pt x="628333" y="161029"/>
                  </a:lnTo>
                  <a:lnTo>
                    <a:pt x="565332" y="173702"/>
                  </a:lnTo>
                  <a:lnTo>
                    <a:pt x="489730" y="183824"/>
                  </a:lnTo>
                  <a:lnTo>
                    <a:pt x="416649" y="186355"/>
                  </a:lnTo>
                  <a:lnTo>
                    <a:pt x="335797" y="186355"/>
                  </a:lnTo>
                  <a:lnTo>
                    <a:pt x="259985" y="183824"/>
                  </a:lnTo>
                  <a:lnTo>
                    <a:pt x="189424" y="173702"/>
                  </a:lnTo>
                  <a:lnTo>
                    <a:pt x="120752" y="161029"/>
                  </a:lnTo>
                  <a:lnTo>
                    <a:pt x="70561" y="150907"/>
                  </a:lnTo>
                  <a:lnTo>
                    <a:pt x="27930" y="133194"/>
                  </a:lnTo>
                  <a:lnTo>
                    <a:pt x="7560" y="112929"/>
                  </a:lnTo>
                  <a:lnTo>
                    <a:pt x="0" y="95718"/>
                  </a:lnTo>
                  <a:close/>
                </a:path>
              </a:pathLst>
            </a:custGeom>
            <a:ln w="152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 descr=""/>
            <p:cNvSpPr/>
            <p:nvPr/>
          </p:nvSpPr>
          <p:spPr>
            <a:xfrm>
              <a:off x="5798836" y="4277285"/>
              <a:ext cx="838835" cy="138430"/>
            </a:xfrm>
            <a:custGeom>
              <a:avLst/>
              <a:gdLst/>
              <a:ahLst/>
              <a:cxnLst/>
              <a:rect l="l" t="t" r="r" b="b"/>
              <a:pathLst>
                <a:path w="838834" h="138429">
                  <a:moveTo>
                    <a:pt x="838317" y="0"/>
                  </a:moveTo>
                  <a:lnTo>
                    <a:pt x="0" y="0"/>
                  </a:lnTo>
                  <a:lnTo>
                    <a:pt x="0" y="138247"/>
                  </a:lnTo>
                  <a:lnTo>
                    <a:pt x="838317" y="138247"/>
                  </a:lnTo>
                  <a:lnTo>
                    <a:pt x="8383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 descr=""/>
            <p:cNvSpPr/>
            <p:nvPr/>
          </p:nvSpPr>
          <p:spPr>
            <a:xfrm>
              <a:off x="5842097" y="4098513"/>
              <a:ext cx="760095" cy="325120"/>
            </a:xfrm>
            <a:custGeom>
              <a:avLst/>
              <a:gdLst/>
              <a:ahLst/>
              <a:cxnLst/>
              <a:rect l="l" t="t" r="r" b="b"/>
              <a:pathLst>
                <a:path w="760095" h="325120">
                  <a:moveTo>
                    <a:pt x="0" y="0"/>
                  </a:moveTo>
                  <a:lnTo>
                    <a:pt x="0" y="324610"/>
                  </a:lnTo>
                </a:path>
                <a:path w="760095" h="325120">
                  <a:moveTo>
                    <a:pt x="759586" y="0"/>
                  </a:moveTo>
                  <a:lnTo>
                    <a:pt x="759586" y="324610"/>
                  </a:lnTo>
                </a:path>
              </a:pathLst>
            </a:custGeom>
            <a:ln w="152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 descr=""/>
            <p:cNvSpPr/>
            <p:nvPr/>
          </p:nvSpPr>
          <p:spPr>
            <a:xfrm>
              <a:off x="5842097" y="3964837"/>
              <a:ext cx="754380" cy="186690"/>
            </a:xfrm>
            <a:custGeom>
              <a:avLst/>
              <a:gdLst/>
              <a:ahLst/>
              <a:cxnLst/>
              <a:rect l="l" t="t" r="r" b="b"/>
              <a:pathLst>
                <a:path w="754379" h="186689">
                  <a:moveTo>
                    <a:pt x="416649" y="0"/>
                  </a:moveTo>
                  <a:lnTo>
                    <a:pt x="335797" y="0"/>
                  </a:lnTo>
                  <a:lnTo>
                    <a:pt x="259985" y="5019"/>
                  </a:lnTo>
                  <a:lnTo>
                    <a:pt x="189424" y="12756"/>
                  </a:lnTo>
                  <a:lnTo>
                    <a:pt x="120752" y="25304"/>
                  </a:lnTo>
                  <a:lnTo>
                    <a:pt x="70561" y="38061"/>
                  </a:lnTo>
                  <a:lnTo>
                    <a:pt x="27930" y="53160"/>
                  </a:lnTo>
                  <a:lnTo>
                    <a:pt x="0" y="95697"/>
                  </a:lnTo>
                  <a:lnTo>
                    <a:pt x="7560" y="113431"/>
                  </a:lnTo>
                  <a:lnTo>
                    <a:pt x="70561" y="151409"/>
                  </a:lnTo>
                  <a:lnTo>
                    <a:pt x="120752" y="161531"/>
                  </a:lnTo>
                  <a:lnTo>
                    <a:pt x="189424" y="173682"/>
                  </a:lnTo>
                  <a:lnTo>
                    <a:pt x="259985" y="183824"/>
                  </a:lnTo>
                  <a:lnTo>
                    <a:pt x="335797" y="186355"/>
                  </a:lnTo>
                  <a:lnTo>
                    <a:pt x="416649" y="186355"/>
                  </a:lnTo>
                  <a:lnTo>
                    <a:pt x="489730" y="183824"/>
                  </a:lnTo>
                  <a:lnTo>
                    <a:pt x="565332" y="173682"/>
                  </a:lnTo>
                  <a:lnTo>
                    <a:pt x="628333" y="161531"/>
                  </a:lnTo>
                  <a:lnTo>
                    <a:pt x="678734" y="151409"/>
                  </a:lnTo>
                  <a:lnTo>
                    <a:pt x="721995" y="133675"/>
                  </a:lnTo>
                  <a:lnTo>
                    <a:pt x="754336" y="95697"/>
                  </a:lnTo>
                  <a:lnTo>
                    <a:pt x="747406" y="75955"/>
                  </a:lnTo>
                  <a:lnTo>
                    <a:pt x="678734" y="38061"/>
                  </a:lnTo>
                  <a:lnTo>
                    <a:pt x="628333" y="25304"/>
                  </a:lnTo>
                  <a:lnTo>
                    <a:pt x="565332" y="12756"/>
                  </a:lnTo>
                  <a:lnTo>
                    <a:pt x="489730" y="5019"/>
                  </a:lnTo>
                  <a:lnTo>
                    <a:pt x="4166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 descr=""/>
            <p:cNvSpPr/>
            <p:nvPr/>
          </p:nvSpPr>
          <p:spPr>
            <a:xfrm>
              <a:off x="5842097" y="3663063"/>
              <a:ext cx="754380" cy="488315"/>
            </a:xfrm>
            <a:custGeom>
              <a:avLst/>
              <a:gdLst/>
              <a:ahLst/>
              <a:cxnLst/>
              <a:rect l="l" t="t" r="r" b="b"/>
              <a:pathLst>
                <a:path w="754379" h="488314">
                  <a:moveTo>
                    <a:pt x="0" y="397471"/>
                  </a:moveTo>
                  <a:lnTo>
                    <a:pt x="27930" y="354934"/>
                  </a:lnTo>
                  <a:lnTo>
                    <a:pt x="70561" y="339835"/>
                  </a:lnTo>
                  <a:lnTo>
                    <a:pt x="120752" y="327078"/>
                  </a:lnTo>
                  <a:lnTo>
                    <a:pt x="189424" y="314530"/>
                  </a:lnTo>
                  <a:lnTo>
                    <a:pt x="259985" y="306792"/>
                  </a:lnTo>
                  <a:lnTo>
                    <a:pt x="335797" y="301773"/>
                  </a:lnTo>
                  <a:lnTo>
                    <a:pt x="416649" y="301773"/>
                  </a:lnTo>
                  <a:lnTo>
                    <a:pt x="489730" y="306792"/>
                  </a:lnTo>
                  <a:lnTo>
                    <a:pt x="565332" y="314530"/>
                  </a:lnTo>
                  <a:lnTo>
                    <a:pt x="628333" y="327078"/>
                  </a:lnTo>
                  <a:lnTo>
                    <a:pt x="678734" y="339835"/>
                  </a:lnTo>
                  <a:lnTo>
                    <a:pt x="721995" y="354934"/>
                  </a:lnTo>
                  <a:lnTo>
                    <a:pt x="754336" y="397471"/>
                  </a:lnTo>
                  <a:lnTo>
                    <a:pt x="747406" y="415205"/>
                  </a:lnTo>
                  <a:lnTo>
                    <a:pt x="678734" y="453183"/>
                  </a:lnTo>
                  <a:lnTo>
                    <a:pt x="628333" y="463305"/>
                  </a:lnTo>
                  <a:lnTo>
                    <a:pt x="565332" y="475455"/>
                  </a:lnTo>
                  <a:lnTo>
                    <a:pt x="489730" y="485598"/>
                  </a:lnTo>
                  <a:lnTo>
                    <a:pt x="416649" y="488129"/>
                  </a:lnTo>
                  <a:lnTo>
                    <a:pt x="335797" y="488129"/>
                  </a:lnTo>
                  <a:lnTo>
                    <a:pt x="259985" y="485598"/>
                  </a:lnTo>
                  <a:lnTo>
                    <a:pt x="189424" y="475455"/>
                  </a:lnTo>
                  <a:lnTo>
                    <a:pt x="120752" y="463305"/>
                  </a:lnTo>
                  <a:lnTo>
                    <a:pt x="70561" y="453183"/>
                  </a:lnTo>
                  <a:lnTo>
                    <a:pt x="27930" y="435449"/>
                  </a:lnTo>
                  <a:lnTo>
                    <a:pt x="0" y="397471"/>
                  </a:lnTo>
                  <a:close/>
                </a:path>
                <a:path w="754379" h="488314">
                  <a:moveTo>
                    <a:pt x="0" y="95572"/>
                  </a:moveTo>
                  <a:lnTo>
                    <a:pt x="27930" y="53118"/>
                  </a:lnTo>
                  <a:lnTo>
                    <a:pt x="70561" y="37852"/>
                  </a:lnTo>
                  <a:lnTo>
                    <a:pt x="120752" y="25304"/>
                  </a:lnTo>
                  <a:lnTo>
                    <a:pt x="189424" y="12547"/>
                  </a:lnTo>
                  <a:lnTo>
                    <a:pt x="259985" y="5019"/>
                  </a:lnTo>
                  <a:lnTo>
                    <a:pt x="335797" y="0"/>
                  </a:lnTo>
                  <a:lnTo>
                    <a:pt x="416649" y="0"/>
                  </a:lnTo>
                  <a:lnTo>
                    <a:pt x="489730" y="5019"/>
                  </a:lnTo>
                  <a:lnTo>
                    <a:pt x="565332" y="12547"/>
                  </a:lnTo>
                  <a:lnTo>
                    <a:pt x="628333" y="25304"/>
                  </a:lnTo>
                  <a:lnTo>
                    <a:pt x="678734" y="37852"/>
                  </a:lnTo>
                  <a:lnTo>
                    <a:pt x="721995" y="53118"/>
                  </a:lnTo>
                  <a:lnTo>
                    <a:pt x="754336" y="95572"/>
                  </a:lnTo>
                  <a:lnTo>
                    <a:pt x="747406" y="113348"/>
                  </a:lnTo>
                  <a:lnTo>
                    <a:pt x="678734" y="150782"/>
                  </a:lnTo>
                  <a:lnTo>
                    <a:pt x="628333" y="161029"/>
                  </a:lnTo>
                  <a:lnTo>
                    <a:pt x="565332" y="173577"/>
                  </a:lnTo>
                  <a:lnTo>
                    <a:pt x="489730" y="183824"/>
                  </a:lnTo>
                  <a:lnTo>
                    <a:pt x="416649" y="186334"/>
                  </a:lnTo>
                  <a:lnTo>
                    <a:pt x="335797" y="186334"/>
                  </a:lnTo>
                  <a:lnTo>
                    <a:pt x="259985" y="183824"/>
                  </a:lnTo>
                  <a:lnTo>
                    <a:pt x="189424" y="173577"/>
                  </a:lnTo>
                  <a:lnTo>
                    <a:pt x="120752" y="161029"/>
                  </a:lnTo>
                  <a:lnTo>
                    <a:pt x="70561" y="150782"/>
                  </a:lnTo>
                  <a:lnTo>
                    <a:pt x="27930" y="133633"/>
                  </a:lnTo>
                  <a:lnTo>
                    <a:pt x="0" y="95572"/>
                  </a:lnTo>
                  <a:close/>
                </a:path>
              </a:pathLst>
            </a:custGeom>
            <a:ln w="152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 descr=""/>
            <p:cNvSpPr/>
            <p:nvPr/>
          </p:nvSpPr>
          <p:spPr>
            <a:xfrm>
              <a:off x="5798836" y="3924818"/>
              <a:ext cx="838835" cy="138430"/>
            </a:xfrm>
            <a:custGeom>
              <a:avLst/>
              <a:gdLst/>
              <a:ahLst/>
              <a:cxnLst/>
              <a:rect l="l" t="t" r="r" b="b"/>
              <a:pathLst>
                <a:path w="838834" h="138429">
                  <a:moveTo>
                    <a:pt x="838317" y="0"/>
                  </a:moveTo>
                  <a:lnTo>
                    <a:pt x="0" y="0"/>
                  </a:lnTo>
                  <a:lnTo>
                    <a:pt x="0" y="138247"/>
                  </a:lnTo>
                  <a:lnTo>
                    <a:pt x="838317" y="138247"/>
                  </a:lnTo>
                  <a:lnTo>
                    <a:pt x="8383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 descr=""/>
            <p:cNvSpPr/>
            <p:nvPr/>
          </p:nvSpPr>
          <p:spPr>
            <a:xfrm>
              <a:off x="5842097" y="3746088"/>
              <a:ext cx="760095" cy="325120"/>
            </a:xfrm>
            <a:custGeom>
              <a:avLst/>
              <a:gdLst/>
              <a:ahLst/>
              <a:cxnLst/>
              <a:rect l="l" t="t" r="r" b="b"/>
              <a:pathLst>
                <a:path w="760095" h="325120">
                  <a:moveTo>
                    <a:pt x="0" y="0"/>
                  </a:moveTo>
                  <a:lnTo>
                    <a:pt x="0" y="324589"/>
                  </a:lnTo>
                </a:path>
                <a:path w="760095" h="325120">
                  <a:moveTo>
                    <a:pt x="759586" y="0"/>
                  </a:moveTo>
                  <a:lnTo>
                    <a:pt x="759586" y="324589"/>
                  </a:lnTo>
                </a:path>
              </a:pathLst>
            </a:custGeom>
            <a:ln w="152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 descr=""/>
            <p:cNvSpPr/>
            <p:nvPr/>
          </p:nvSpPr>
          <p:spPr>
            <a:xfrm>
              <a:off x="5842097" y="3617891"/>
              <a:ext cx="754380" cy="186055"/>
            </a:xfrm>
            <a:custGeom>
              <a:avLst/>
              <a:gdLst/>
              <a:ahLst/>
              <a:cxnLst/>
              <a:rect l="l" t="t" r="r" b="b"/>
              <a:pathLst>
                <a:path w="754379" h="186054">
                  <a:moveTo>
                    <a:pt x="416649" y="0"/>
                  </a:moveTo>
                  <a:lnTo>
                    <a:pt x="335797" y="0"/>
                  </a:lnTo>
                  <a:lnTo>
                    <a:pt x="259985" y="2509"/>
                  </a:lnTo>
                  <a:lnTo>
                    <a:pt x="189424" y="12756"/>
                  </a:lnTo>
                  <a:lnTo>
                    <a:pt x="120752" y="24886"/>
                  </a:lnTo>
                  <a:lnTo>
                    <a:pt x="70561" y="34924"/>
                  </a:lnTo>
                  <a:lnTo>
                    <a:pt x="27930" y="52700"/>
                  </a:lnTo>
                  <a:lnTo>
                    <a:pt x="0" y="95781"/>
                  </a:lnTo>
                  <a:lnTo>
                    <a:pt x="7560" y="110420"/>
                  </a:lnTo>
                  <a:lnTo>
                    <a:pt x="70561" y="148481"/>
                  </a:lnTo>
                  <a:lnTo>
                    <a:pt x="120752" y="161029"/>
                  </a:lnTo>
                  <a:lnTo>
                    <a:pt x="189424" y="173786"/>
                  </a:lnTo>
                  <a:lnTo>
                    <a:pt x="259985" y="181315"/>
                  </a:lnTo>
                  <a:lnTo>
                    <a:pt x="335797" y="185916"/>
                  </a:lnTo>
                  <a:lnTo>
                    <a:pt x="416649" y="185916"/>
                  </a:lnTo>
                  <a:lnTo>
                    <a:pt x="489730" y="181315"/>
                  </a:lnTo>
                  <a:lnTo>
                    <a:pt x="565332" y="173786"/>
                  </a:lnTo>
                  <a:lnTo>
                    <a:pt x="628333" y="161029"/>
                  </a:lnTo>
                  <a:lnTo>
                    <a:pt x="678734" y="148481"/>
                  </a:lnTo>
                  <a:lnTo>
                    <a:pt x="721995" y="133215"/>
                  </a:lnTo>
                  <a:lnTo>
                    <a:pt x="754336" y="95781"/>
                  </a:lnTo>
                  <a:lnTo>
                    <a:pt x="747406" y="72986"/>
                  </a:lnTo>
                  <a:lnTo>
                    <a:pt x="678734" y="34924"/>
                  </a:lnTo>
                  <a:lnTo>
                    <a:pt x="565332" y="12756"/>
                  </a:lnTo>
                  <a:lnTo>
                    <a:pt x="489730" y="2509"/>
                  </a:lnTo>
                  <a:lnTo>
                    <a:pt x="4166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 descr=""/>
            <p:cNvSpPr/>
            <p:nvPr/>
          </p:nvSpPr>
          <p:spPr>
            <a:xfrm>
              <a:off x="5842097" y="3315699"/>
              <a:ext cx="754380" cy="488315"/>
            </a:xfrm>
            <a:custGeom>
              <a:avLst/>
              <a:gdLst/>
              <a:ahLst/>
              <a:cxnLst/>
              <a:rect l="l" t="t" r="r" b="b"/>
              <a:pathLst>
                <a:path w="754379" h="488314">
                  <a:moveTo>
                    <a:pt x="0" y="397973"/>
                  </a:moveTo>
                  <a:lnTo>
                    <a:pt x="27930" y="354892"/>
                  </a:lnTo>
                  <a:lnTo>
                    <a:pt x="70561" y="337116"/>
                  </a:lnTo>
                  <a:lnTo>
                    <a:pt x="120752" y="327078"/>
                  </a:lnTo>
                  <a:lnTo>
                    <a:pt x="189424" y="314948"/>
                  </a:lnTo>
                  <a:lnTo>
                    <a:pt x="259985" y="304701"/>
                  </a:lnTo>
                  <a:lnTo>
                    <a:pt x="335797" y="302192"/>
                  </a:lnTo>
                  <a:lnTo>
                    <a:pt x="416649" y="302192"/>
                  </a:lnTo>
                  <a:lnTo>
                    <a:pt x="489730" y="304701"/>
                  </a:lnTo>
                  <a:lnTo>
                    <a:pt x="565332" y="314948"/>
                  </a:lnTo>
                  <a:lnTo>
                    <a:pt x="628333" y="327078"/>
                  </a:lnTo>
                  <a:lnTo>
                    <a:pt x="678734" y="337116"/>
                  </a:lnTo>
                  <a:lnTo>
                    <a:pt x="721995" y="354892"/>
                  </a:lnTo>
                  <a:lnTo>
                    <a:pt x="754336" y="397973"/>
                  </a:lnTo>
                  <a:lnTo>
                    <a:pt x="747406" y="412612"/>
                  </a:lnTo>
                  <a:lnTo>
                    <a:pt x="678734" y="450674"/>
                  </a:lnTo>
                  <a:lnTo>
                    <a:pt x="628333" y="463221"/>
                  </a:lnTo>
                  <a:lnTo>
                    <a:pt x="565332" y="475978"/>
                  </a:lnTo>
                  <a:lnTo>
                    <a:pt x="489730" y="483507"/>
                  </a:lnTo>
                  <a:lnTo>
                    <a:pt x="416649" y="488108"/>
                  </a:lnTo>
                  <a:lnTo>
                    <a:pt x="335797" y="488108"/>
                  </a:lnTo>
                  <a:lnTo>
                    <a:pt x="259985" y="483507"/>
                  </a:lnTo>
                  <a:lnTo>
                    <a:pt x="189424" y="475978"/>
                  </a:lnTo>
                  <a:lnTo>
                    <a:pt x="120752" y="463221"/>
                  </a:lnTo>
                  <a:lnTo>
                    <a:pt x="70561" y="450674"/>
                  </a:lnTo>
                  <a:lnTo>
                    <a:pt x="27930" y="435407"/>
                  </a:lnTo>
                  <a:lnTo>
                    <a:pt x="0" y="397973"/>
                  </a:lnTo>
                  <a:close/>
                </a:path>
                <a:path w="754379" h="488314">
                  <a:moveTo>
                    <a:pt x="0" y="95572"/>
                  </a:moveTo>
                  <a:lnTo>
                    <a:pt x="27930" y="53118"/>
                  </a:lnTo>
                  <a:lnTo>
                    <a:pt x="70561" y="35342"/>
                  </a:lnTo>
                  <a:lnTo>
                    <a:pt x="120752" y="25304"/>
                  </a:lnTo>
                  <a:lnTo>
                    <a:pt x="189424" y="12547"/>
                  </a:lnTo>
                  <a:lnTo>
                    <a:pt x="259985" y="2509"/>
                  </a:lnTo>
                  <a:lnTo>
                    <a:pt x="335797" y="0"/>
                  </a:lnTo>
                  <a:lnTo>
                    <a:pt x="416649" y="0"/>
                  </a:lnTo>
                  <a:lnTo>
                    <a:pt x="489730" y="2509"/>
                  </a:lnTo>
                  <a:lnTo>
                    <a:pt x="565332" y="12547"/>
                  </a:lnTo>
                  <a:lnTo>
                    <a:pt x="628333" y="25304"/>
                  </a:lnTo>
                  <a:lnTo>
                    <a:pt x="678734" y="35342"/>
                  </a:lnTo>
                  <a:lnTo>
                    <a:pt x="721995" y="53118"/>
                  </a:lnTo>
                  <a:lnTo>
                    <a:pt x="747406" y="73404"/>
                  </a:lnTo>
                  <a:lnTo>
                    <a:pt x="754336" y="95572"/>
                  </a:lnTo>
                  <a:lnTo>
                    <a:pt x="747406" y="110838"/>
                  </a:lnTo>
                  <a:lnTo>
                    <a:pt x="678734" y="148900"/>
                  </a:lnTo>
                  <a:lnTo>
                    <a:pt x="628333" y="161029"/>
                  </a:lnTo>
                  <a:lnTo>
                    <a:pt x="565332" y="173577"/>
                  </a:lnTo>
                  <a:lnTo>
                    <a:pt x="489730" y="181315"/>
                  </a:lnTo>
                  <a:lnTo>
                    <a:pt x="416649" y="186334"/>
                  </a:lnTo>
                  <a:lnTo>
                    <a:pt x="335797" y="186334"/>
                  </a:lnTo>
                  <a:lnTo>
                    <a:pt x="259985" y="181315"/>
                  </a:lnTo>
                  <a:lnTo>
                    <a:pt x="189424" y="173577"/>
                  </a:lnTo>
                  <a:lnTo>
                    <a:pt x="120752" y="161029"/>
                  </a:lnTo>
                  <a:lnTo>
                    <a:pt x="70561" y="148900"/>
                  </a:lnTo>
                  <a:lnTo>
                    <a:pt x="27930" y="133633"/>
                  </a:lnTo>
                  <a:lnTo>
                    <a:pt x="7560" y="110838"/>
                  </a:lnTo>
                  <a:lnTo>
                    <a:pt x="0" y="95572"/>
                  </a:lnTo>
                  <a:close/>
                </a:path>
              </a:pathLst>
            </a:custGeom>
            <a:ln w="152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 descr=""/>
            <p:cNvSpPr/>
            <p:nvPr/>
          </p:nvSpPr>
          <p:spPr>
            <a:xfrm>
              <a:off x="5798836" y="3577429"/>
              <a:ext cx="838835" cy="139065"/>
            </a:xfrm>
            <a:custGeom>
              <a:avLst/>
              <a:gdLst/>
              <a:ahLst/>
              <a:cxnLst/>
              <a:rect l="l" t="t" r="r" b="b"/>
              <a:pathLst>
                <a:path w="838834" h="139064">
                  <a:moveTo>
                    <a:pt x="838317" y="0"/>
                  </a:moveTo>
                  <a:lnTo>
                    <a:pt x="0" y="0"/>
                  </a:lnTo>
                  <a:lnTo>
                    <a:pt x="0" y="138753"/>
                  </a:lnTo>
                  <a:lnTo>
                    <a:pt x="838317" y="138753"/>
                  </a:lnTo>
                  <a:lnTo>
                    <a:pt x="8383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 descr=""/>
            <p:cNvSpPr/>
            <p:nvPr/>
          </p:nvSpPr>
          <p:spPr>
            <a:xfrm>
              <a:off x="5842097" y="3396214"/>
              <a:ext cx="1860550" cy="1447800"/>
            </a:xfrm>
            <a:custGeom>
              <a:avLst/>
              <a:gdLst/>
              <a:ahLst/>
              <a:cxnLst/>
              <a:rect l="l" t="t" r="r" b="b"/>
              <a:pathLst>
                <a:path w="1860550" h="1447800">
                  <a:moveTo>
                    <a:pt x="0" y="0"/>
                  </a:moveTo>
                  <a:lnTo>
                    <a:pt x="0" y="324568"/>
                  </a:lnTo>
                </a:path>
                <a:path w="1860550" h="1447800">
                  <a:moveTo>
                    <a:pt x="759586" y="0"/>
                  </a:moveTo>
                  <a:lnTo>
                    <a:pt x="759586" y="324568"/>
                  </a:lnTo>
                </a:path>
                <a:path w="1860550" h="1447800">
                  <a:moveTo>
                    <a:pt x="1105464" y="1356581"/>
                  </a:moveTo>
                  <a:lnTo>
                    <a:pt x="1133394" y="1313542"/>
                  </a:lnTo>
                  <a:lnTo>
                    <a:pt x="1176025" y="1298840"/>
                  </a:lnTo>
                  <a:lnTo>
                    <a:pt x="1226846" y="1286188"/>
                  </a:lnTo>
                  <a:lnTo>
                    <a:pt x="1292368" y="1273535"/>
                  </a:lnTo>
                  <a:lnTo>
                    <a:pt x="1365659" y="1265923"/>
                  </a:lnTo>
                  <a:lnTo>
                    <a:pt x="1441261" y="1260862"/>
                  </a:lnTo>
                  <a:lnTo>
                    <a:pt x="1519593" y="1260862"/>
                  </a:lnTo>
                  <a:lnTo>
                    <a:pt x="1595195" y="1265923"/>
                  </a:lnTo>
                  <a:lnTo>
                    <a:pt x="1671006" y="1273535"/>
                  </a:lnTo>
                  <a:lnTo>
                    <a:pt x="1734008" y="1286188"/>
                  </a:lnTo>
                  <a:lnTo>
                    <a:pt x="1784829" y="1298840"/>
                  </a:lnTo>
                  <a:lnTo>
                    <a:pt x="1824940" y="1313542"/>
                  </a:lnTo>
                  <a:lnTo>
                    <a:pt x="1860430" y="1356581"/>
                  </a:lnTo>
                  <a:lnTo>
                    <a:pt x="1850350" y="1374294"/>
                  </a:lnTo>
                  <a:lnTo>
                    <a:pt x="1824940" y="1394057"/>
                  </a:lnTo>
                  <a:lnTo>
                    <a:pt x="1784829" y="1411770"/>
                  </a:lnTo>
                  <a:lnTo>
                    <a:pt x="1734008" y="1421892"/>
                  </a:lnTo>
                  <a:lnTo>
                    <a:pt x="1671006" y="1434565"/>
                  </a:lnTo>
                  <a:lnTo>
                    <a:pt x="1595195" y="1444687"/>
                  </a:lnTo>
                  <a:lnTo>
                    <a:pt x="1519593" y="1447217"/>
                  </a:lnTo>
                  <a:lnTo>
                    <a:pt x="1441261" y="1447217"/>
                  </a:lnTo>
                  <a:lnTo>
                    <a:pt x="1365659" y="1444687"/>
                  </a:lnTo>
                  <a:lnTo>
                    <a:pt x="1292368" y="1434565"/>
                  </a:lnTo>
                  <a:lnTo>
                    <a:pt x="1226846" y="1421892"/>
                  </a:lnTo>
                  <a:lnTo>
                    <a:pt x="1176025" y="1411770"/>
                  </a:lnTo>
                  <a:lnTo>
                    <a:pt x="1133394" y="1394057"/>
                  </a:lnTo>
                  <a:lnTo>
                    <a:pt x="1113024" y="1374294"/>
                  </a:lnTo>
                  <a:lnTo>
                    <a:pt x="1105464" y="1356581"/>
                  </a:lnTo>
                  <a:close/>
                </a:path>
                <a:path w="1860550" h="1447800">
                  <a:moveTo>
                    <a:pt x="1105464" y="1054765"/>
                  </a:moveTo>
                  <a:lnTo>
                    <a:pt x="1133394" y="1011726"/>
                  </a:lnTo>
                  <a:lnTo>
                    <a:pt x="1176025" y="996522"/>
                  </a:lnTo>
                  <a:lnTo>
                    <a:pt x="1226846" y="983870"/>
                  </a:lnTo>
                  <a:lnTo>
                    <a:pt x="1292368" y="971720"/>
                  </a:lnTo>
                  <a:lnTo>
                    <a:pt x="1365659" y="964107"/>
                  </a:lnTo>
                  <a:lnTo>
                    <a:pt x="1441261" y="959046"/>
                  </a:lnTo>
                  <a:lnTo>
                    <a:pt x="1519593" y="959046"/>
                  </a:lnTo>
                  <a:lnTo>
                    <a:pt x="1595195" y="964107"/>
                  </a:lnTo>
                  <a:lnTo>
                    <a:pt x="1671006" y="971720"/>
                  </a:lnTo>
                  <a:lnTo>
                    <a:pt x="1734008" y="983870"/>
                  </a:lnTo>
                  <a:lnTo>
                    <a:pt x="1784829" y="996522"/>
                  </a:lnTo>
                  <a:lnTo>
                    <a:pt x="1824940" y="1011726"/>
                  </a:lnTo>
                  <a:lnTo>
                    <a:pt x="1860430" y="1054765"/>
                  </a:lnTo>
                  <a:lnTo>
                    <a:pt x="1850350" y="1071976"/>
                  </a:lnTo>
                  <a:lnTo>
                    <a:pt x="1824940" y="1092241"/>
                  </a:lnTo>
                  <a:lnTo>
                    <a:pt x="1784829" y="1109954"/>
                  </a:lnTo>
                  <a:lnTo>
                    <a:pt x="1734008" y="1120097"/>
                  </a:lnTo>
                  <a:lnTo>
                    <a:pt x="1671006" y="1132749"/>
                  </a:lnTo>
                  <a:lnTo>
                    <a:pt x="1595195" y="1142369"/>
                  </a:lnTo>
                  <a:lnTo>
                    <a:pt x="1519593" y="1144900"/>
                  </a:lnTo>
                  <a:lnTo>
                    <a:pt x="1441261" y="1144900"/>
                  </a:lnTo>
                  <a:lnTo>
                    <a:pt x="1365659" y="1142369"/>
                  </a:lnTo>
                  <a:lnTo>
                    <a:pt x="1292368" y="1132749"/>
                  </a:lnTo>
                  <a:lnTo>
                    <a:pt x="1226846" y="1120097"/>
                  </a:lnTo>
                  <a:lnTo>
                    <a:pt x="1176025" y="1109954"/>
                  </a:lnTo>
                  <a:lnTo>
                    <a:pt x="1133394" y="1092241"/>
                  </a:lnTo>
                  <a:lnTo>
                    <a:pt x="1113024" y="1071976"/>
                  </a:lnTo>
                  <a:lnTo>
                    <a:pt x="1105464" y="1054765"/>
                  </a:lnTo>
                  <a:close/>
                </a:path>
              </a:pathLst>
            </a:custGeom>
            <a:ln w="152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 descr=""/>
            <p:cNvSpPr/>
            <p:nvPr/>
          </p:nvSpPr>
          <p:spPr>
            <a:xfrm>
              <a:off x="6902410" y="4617079"/>
              <a:ext cx="840740" cy="138430"/>
            </a:xfrm>
            <a:custGeom>
              <a:avLst/>
              <a:gdLst/>
              <a:ahLst/>
              <a:cxnLst/>
              <a:rect l="l" t="t" r="r" b="b"/>
              <a:pathLst>
                <a:path w="840740" h="138429">
                  <a:moveTo>
                    <a:pt x="840354" y="0"/>
                  </a:moveTo>
                  <a:lnTo>
                    <a:pt x="0" y="0"/>
                  </a:lnTo>
                  <a:lnTo>
                    <a:pt x="0" y="138247"/>
                  </a:lnTo>
                  <a:lnTo>
                    <a:pt x="840354" y="138247"/>
                  </a:lnTo>
                  <a:lnTo>
                    <a:pt x="8403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 descr=""/>
            <p:cNvSpPr/>
            <p:nvPr/>
          </p:nvSpPr>
          <p:spPr>
            <a:xfrm>
              <a:off x="6947561" y="4438306"/>
              <a:ext cx="757555" cy="325120"/>
            </a:xfrm>
            <a:custGeom>
              <a:avLst/>
              <a:gdLst/>
              <a:ahLst/>
              <a:cxnLst/>
              <a:rect l="l" t="t" r="r" b="b"/>
              <a:pathLst>
                <a:path w="757554" h="325120">
                  <a:moveTo>
                    <a:pt x="0" y="0"/>
                  </a:moveTo>
                  <a:lnTo>
                    <a:pt x="0" y="324610"/>
                  </a:lnTo>
                </a:path>
                <a:path w="757554" h="325120">
                  <a:moveTo>
                    <a:pt x="757486" y="0"/>
                  </a:moveTo>
                  <a:lnTo>
                    <a:pt x="757486" y="324610"/>
                  </a:lnTo>
                </a:path>
              </a:pathLst>
            </a:custGeom>
            <a:ln w="152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 descr=""/>
            <p:cNvSpPr/>
            <p:nvPr/>
          </p:nvSpPr>
          <p:spPr>
            <a:xfrm>
              <a:off x="6947561" y="4309692"/>
              <a:ext cx="755015" cy="186690"/>
            </a:xfrm>
            <a:custGeom>
              <a:avLst/>
              <a:gdLst/>
              <a:ahLst/>
              <a:cxnLst/>
              <a:rect l="l" t="t" r="r" b="b"/>
              <a:pathLst>
                <a:path w="755015" h="186689">
                  <a:moveTo>
                    <a:pt x="414129" y="0"/>
                  </a:moveTo>
                  <a:lnTo>
                    <a:pt x="335797" y="0"/>
                  </a:lnTo>
                  <a:lnTo>
                    <a:pt x="260195" y="2530"/>
                  </a:lnTo>
                  <a:lnTo>
                    <a:pt x="186904" y="12652"/>
                  </a:lnTo>
                  <a:lnTo>
                    <a:pt x="70561" y="35447"/>
                  </a:lnTo>
                  <a:lnTo>
                    <a:pt x="27930" y="53160"/>
                  </a:lnTo>
                  <a:lnTo>
                    <a:pt x="0" y="95697"/>
                  </a:lnTo>
                  <a:lnTo>
                    <a:pt x="7560" y="110901"/>
                  </a:lnTo>
                  <a:lnTo>
                    <a:pt x="70561" y="148377"/>
                  </a:lnTo>
                  <a:lnTo>
                    <a:pt x="121382" y="161029"/>
                  </a:lnTo>
                  <a:lnTo>
                    <a:pt x="186904" y="173702"/>
                  </a:lnTo>
                  <a:lnTo>
                    <a:pt x="260195" y="181294"/>
                  </a:lnTo>
                  <a:lnTo>
                    <a:pt x="335797" y="186355"/>
                  </a:lnTo>
                  <a:lnTo>
                    <a:pt x="414129" y="186355"/>
                  </a:lnTo>
                  <a:lnTo>
                    <a:pt x="489730" y="181294"/>
                  </a:lnTo>
                  <a:lnTo>
                    <a:pt x="565542" y="173702"/>
                  </a:lnTo>
                  <a:lnTo>
                    <a:pt x="628543" y="161029"/>
                  </a:lnTo>
                  <a:lnTo>
                    <a:pt x="679364" y="148377"/>
                  </a:lnTo>
                  <a:lnTo>
                    <a:pt x="719475" y="133696"/>
                  </a:lnTo>
                  <a:lnTo>
                    <a:pt x="754966" y="95697"/>
                  </a:lnTo>
                  <a:lnTo>
                    <a:pt x="744886" y="72923"/>
                  </a:lnTo>
                  <a:lnTo>
                    <a:pt x="679364" y="35447"/>
                  </a:lnTo>
                  <a:lnTo>
                    <a:pt x="565542" y="12652"/>
                  </a:lnTo>
                  <a:lnTo>
                    <a:pt x="489730" y="2530"/>
                  </a:lnTo>
                  <a:lnTo>
                    <a:pt x="4141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 descr=""/>
            <p:cNvSpPr/>
            <p:nvPr/>
          </p:nvSpPr>
          <p:spPr>
            <a:xfrm>
              <a:off x="6947561" y="4007918"/>
              <a:ext cx="755015" cy="488315"/>
            </a:xfrm>
            <a:custGeom>
              <a:avLst/>
              <a:gdLst/>
              <a:ahLst/>
              <a:cxnLst/>
              <a:rect l="l" t="t" r="r" b="b"/>
              <a:pathLst>
                <a:path w="755015" h="488314">
                  <a:moveTo>
                    <a:pt x="0" y="397471"/>
                  </a:moveTo>
                  <a:lnTo>
                    <a:pt x="27930" y="354934"/>
                  </a:lnTo>
                  <a:lnTo>
                    <a:pt x="70561" y="337221"/>
                  </a:lnTo>
                  <a:lnTo>
                    <a:pt x="121382" y="327099"/>
                  </a:lnTo>
                  <a:lnTo>
                    <a:pt x="186904" y="314426"/>
                  </a:lnTo>
                  <a:lnTo>
                    <a:pt x="260195" y="304304"/>
                  </a:lnTo>
                  <a:lnTo>
                    <a:pt x="335797" y="301773"/>
                  </a:lnTo>
                  <a:lnTo>
                    <a:pt x="414129" y="301773"/>
                  </a:lnTo>
                  <a:lnTo>
                    <a:pt x="489730" y="304304"/>
                  </a:lnTo>
                  <a:lnTo>
                    <a:pt x="565542" y="314426"/>
                  </a:lnTo>
                  <a:lnTo>
                    <a:pt x="628543" y="327099"/>
                  </a:lnTo>
                  <a:lnTo>
                    <a:pt x="679364" y="337221"/>
                  </a:lnTo>
                  <a:lnTo>
                    <a:pt x="719475" y="354934"/>
                  </a:lnTo>
                  <a:lnTo>
                    <a:pt x="744886" y="374697"/>
                  </a:lnTo>
                  <a:lnTo>
                    <a:pt x="754966" y="397471"/>
                  </a:lnTo>
                  <a:lnTo>
                    <a:pt x="744886" y="412675"/>
                  </a:lnTo>
                  <a:lnTo>
                    <a:pt x="679364" y="450151"/>
                  </a:lnTo>
                  <a:lnTo>
                    <a:pt x="628543" y="462803"/>
                  </a:lnTo>
                  <a:lnTo>
                    <a:pt x="565542" y="475476"/>
                  </a:lnTo>
                  <a:lnTo>
                    <a:pt x="489730" y="483068"/>
                  </a:lnTo>
                  <a:lnTo>
                    <a:pt x="414129" y="488129"/>
                  </a:lnTo>
                  <a:lnTo>
                    <a:pt x="335797" y="488129"/>
                  </a:lnTo>
                  <a:lnTo>
                    <a:pt x="260195" y="483068"/>
                  </a:lnTo>
                  <a:lnTo>
                    <a:pt x="186904" y="475476"/>
                  </a:lnTo>
                  <a:lnTo>
                    <a:pt x="121382" y="462803"/>
                  </a:lnTo>
                  <a:lnTo>
                    <a:pt x="70561" y="450151"/>
                  </a:lnTo>
                  <a:lnTo>
                    <a:pt x="27930" y="435470"/>
                  </a:lnTo>
                  <a:lnTo>
                    <a:pt x="7560" y="412675"/>
                  </a:lnTo>
                  <a:lnTo>
                    <a:pt x="0" y="397471"/>
                  </a:lnTo>
                  <a:close/>
                </a:path>
                <a:path w="755015" h="488314">
                  <a:moveTo>
                    <a:pt x="0" y="95676"/>
                  </a:moveTo>
                  <a:lnTo>
                    <a:pt x="27930" y="52616"/>
                  </a:lnTo>
                  <a:lnTo>
                    <a:pt x="70561" y="35405"/>
                  </a:lnTo>
                  <a:lnTo>
                    <a:pt x="121382" y="25283"/>
                  </a:lnTo>
                  <a:lnTo>
                    <a:pt x="186904" y="12610"/>
                  </a:lnTo>
                  <a:lnTo>
                    <a:pt x="260195" y="2509"/>
                  </a:lnTo>
                  <a:lnTo>
                    <a:pt x="335797" y="0"/>
                  </a:lnTo>
                  <a:lnTo>
                    <a:pt x="414129" y="0"/>
                  </a:lnTo>
                  <a:lnTo>
                    <a:pt x="489730" y="2509"/>
                  </a:lnTo>
                  <a:lnTo>
                    <a:pt x="565542" y="12610"/>
                  </a:lnTo>
                  <a:lnTo>
                    <a:pt x="628543" y="25283"/>
                  </a:lnTo>
                  <a:lnTo>
                    <a:pt x="679364" y="35405"/>
                  </a:lnTo>
                  <a:lnTo>
                    <a:pt x="719475" y="52616"/>
                  </a:lnTo>
                  <a:lnTo>
                    <a:pt x="744886" y="72881"/>
                  </a:lnTo>
                  <a:lnTo>
                    <a:pt x="754966" y="95676"/>
                  </a:lnTo>
                  <a:lnTo>
                    <a:pt x="744886" y="110859"/>
                  </a:lnTo>
                  <a:lnTo>
                    <a:pt x="679364" y="148335"/>
                  </a:lnTo>
                  <a:lnTo>
                    <a:pt x="628543" y="160987"/>
                  </a:lnTo>
                  <a:lnTo>
                    <a:pt x="565542" y="173661"/>
                  </a:lnTo>
                  <a:lnTo>
                    <a:pt x="489730" y="181252"/>
                  </a:lnTo>
                  <a:lnTo>
                    <a:pt x="414129" y="186313"/>
                  </a:lnTo>
                  <a:lnTo>
                    <a:pt x="335797" y="186313"/>
                  </a:lnTo>
                  <a:lnTo>
                    <a:pt x="260195" y="181252"/>
                  </a:lnTo>
                  <a:lnTo>
                    <a:pt x="186904" y="173661"/>
                  </a:lnTo>
                  <a:lnTo>
                    <a:pt x="121382" y="160987"/>
                  </a:lnTo>
                  <a:lnTo>
                    <a:pt x="70561" y="148335"/>
                  </a:lnTo>
                  <a:lnTo>
                    <a:pt x="27930" y="133131"/>
                  </a:lnTo>
                  <a:lnTo>
                    <a:pt x="7560" y="110859"/>
                  </a:lnTo>
                  <a:lnTo>
                    <a:pt x="0" y="95676"/>
                  </a:lnTo>
                  <a:close/>
                </a:path>
              </a:pathLst>
            </a:custGeom>
            <a:ln w="152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 descr=""/>
            <p:cNvSpPr/>
            <p:nvPr/>
          </p:nvSpPr>
          <p:spPr>
            <a:xfrm>
              <a:off x="6902410" y="4269694"/>
              <a:ext cx="840740" cy="138430"/>
            </a:xfrm>
            <a:custGeom>
              <a:avLst/>
              <a:gdLst/>
              <a:ahLst/>
              <a:cxnLst/>
              <a:rect l="l" t="t" r="r" b="b"/>
              <a:pathLst>
                <a:path w="840740" h="138429">
                  <a:moveTo>
                    <a:pt x="840354" y="0"/>
                  </a:moveTo>
                  <a:lnTo>
                    <a:pt x="0" y="0"/>
                  </a:lnTo>
                  <a:lnTo>
                    <a:pt x="0" y="138247"/>
                  </a:lnTo>
                  <a:lnTo>
                    <a:pt x="840354" y="138247"/>
                  </a:lnTo>
                  <a:lnTo>
                    <a:pt x="8403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 descr=""/>
            <p:cNvSpPr/>
            <p:nvPr/>
          </p:nvSpPr>
          <p:spPr>
            <a:xfrm>
              <a:off x="6947561" y="4088391"/>
              <a:ext cx="757555" cy="325120"/>
            </a:xfrm>
            <a:custGeom>
              <a:avLst/>
              <a:gdLst/>
              <a:ahLst/>
              <a:cxnLst/>
              <a:rect l="l" t="t" r="r" b="b"/>
              <a:pathLst>
                <a:path w="757554" h="325120">
                  <a:moveTo>
                    <a:pt x="0" y="0"/>
                  </a:moveTo>
                  <a:lnTo>
                    <a:pt x="0" y="324610"/>
                  </a:lnTo>
                </a:path>
                <a:path w="757554" h="325120">
                  <a:moveTo>
                    <a:pt x="757486" y="0"/>
                  </a:moveTo>
                  <a:lnTo>
                    <a:pt x="757486" y="324610"/>
                  </a:lnTo>
                </a:path>
              </a:pathLst>
            </a:custGeom>
            <a:ln w="152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 descr=""/>
            <p:cNvSpPr/>
            <p:nvPr/>
          </p:nvSpPr>
          <p:spPr>
            <a:xfrm>
              <a:off x="6947561" y="3957727"/>
              <a:ext cx="755015" cy="186055"/>
            </a:xfrm>
            <a:custGeom>
              <a:avLst/>
              <a:gdLst/>
              <a:ahLst/>
              <a:cxnLst/>
              <a:rect l="l" t="t" r="r" b="b"/>
              <a:pathLst>
                <a:path w="755015" h="186054">
                  <a:moveTo>
                    <a:pt x="414129" y="0"/>
                  </a:moveTo>
                  <a:lnTo>
                    <a:pt x="335797" y="0"/>
                  </a:lnTo>
                  <a:lnTo>
                    <a:pt x="260195" y="2509"/>
                  </a:lnTo>
                  <a:lnTo>
                    <a:pt x="186904" y="12129"/>
                  </a:lnTo>
                  <a:lnTo>
                    <a:pt x="70561" y="34924"/>
                  </a:lnTo>
                  <a:lnTo>
                    <a:pt x="27930" y="52700"/>
                  </a:lnTo>
                  <a:lnTo>
                    <a:pt x="0" y="95216"/>
                  </a:lnTo>
                  <a:lnTo>
                    <a:pt x="7560" y="110399"/>
                  </a:lnTo>
                  <a:lnTo>
                    <a:pt x="70561" y="148398"/>
                  </a:lnTo>
                  <a:lnTo>
                    <a:pt x="121382" y="161050"/>
                  </a:lnTo>
                  <a:lnTo>
                    <a:pt x="186904" y="173201"/>
                  </a:lnTo>
                  <a:lnTo>
                    <a:pt x="260195" y="180792"/>
                  </a:lnTo>
                  <a:lnTo>
                    <a:pt x="335797" y="185853"/>
                  </a:lnTo>
                  <a:lnTo>
                    <a:pt x="414129" y="185853"/>
                  </a:lnTo>
                  <a:lnTo>
                    <a:pt x="489730" y="180792"/>
                  </a:lnTo>
                  <a:lnTo>
                    <a:pt x="565542" y="173201"/>
                  </a:lnTo>
                  <a:lnTo>
                    <a:pt x="628543" y="161050"/>
                  </a:lnTo>
                  <a:lnTo>
                    <a:pt x="679364" y="148398"/>
                  </a:lnTo>
                  <a:lnTo>
                    <a:pt x="719475" y="133194"/>
                  </a:lnTo>
                  <a:lnTo>
                    <a:pt x="754966" y="95216"/>
                  </a:lnTo>
                  <a:lnTo>
                    <a:pt x="744886" y="72944"/>
                  </a:lnTo>
                  <a:lnTo>
                    <a:pt x="679364" y="34924"/>
                  </a:lnTo>
                  <a:lnTo>
                    <a:pt x="565542" y="12129"/>
                  </a:lnTo>
                  <a:lnTo>
                    <a:pt x="489730" y="2509"/>
                  </a:lnTo>
                  <a:lnTo>
                    <a:pt x="4141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 descr=""/>
            <p:cNvSpPr/>
            <p:nvPr/>
          </p:nvSpPr>
          <p:spPr>
            <a:xfrm>
              <a:off x="6947561" y="3655326"/>
              <a:ext cx="755015" cy="488315"/>
            </a:xfrm>
            <a:custGeom>
              <a:avLst/>
              <a:gdLst/>
              <a:ahLst/>
              <a:cxnLst/>
              <a:rect l="l" t="t" r="r" b="b"/>
              <a:pathLst>
                <a:path w="755015" h="488314">
                  <a:moveTo>
                    <a:pt x="0" y="397617"/>
                  </a:moveTo>
                  <a:lnTo>
                    <a:pt x="27930" y="355101"/>
                  </a:lnTo>
                  <a:lnTo>
                    <a:pt x="70561" y="337325"/>
                  </a:lnTo>
                  <a:lnTo>
                    <a:pt x="121382" y="327287"/>
                  </a:lnTo>
                  <a:lnTo>
                    <a:pt x="186904" y="314530"/>
                  </a:lnTo>
                  <a:lnTo>
                    <a:pt x="260195" y="304910"/>
                  </a:lnTo>
                  <a:lnTo>
                    <a:pt x="335797" y="302401"/>
                  </a:lnTo>
                  <a:lnTo>
                    <a:pt x="414129" y="302401"/>
                  </a:lnTo>
                  <a:lnTo>
                    <a:pt x="489730" y="304910"/>
                  </a:lnTo>
                  <a:lnTo>
                    <a:pt x="565542" y="314530"/>
                  </a:lnTo>
                  <a:lnTo>
                    <a:pt x="628543" y="327287"/>
                  </a:lnTo>
                  <a:lnTo>
                    <a:pt x="679364" y="337325"/>
                  </a:lnTo>
                  <a:lnTo>
                    <a:pt x="719475" y="355101"/>
                  </a:lnTo>
                  <a:lnTo>
                    <a:pt x="744886" y="375345"/>
                  </a:lnTo>
                  <a:lnTo>
                    <a:pt x="754966" y="397617"/>
                  </a:lnTo>
                  <a:lnTo>
                    <a:pt x="744886" y="412800"/>
                  </a:lnTo>
                  <a:lnTo>
                    <a:pt x="679364" y="450799"/>
                  </a:lnTo>
                  <a:lnTo>
                    <a:pt x="628543" y="463451"/>
                  </a:lnTo>
                  <a:lnTo>
                    <a:pt x="565542" y="475602"/>
                  </a:lnTo>
                  <a:lnTo>
                    <a:pt x="489730" y="483193"/>
                  </a:lnTo>
                  <a:lnTo>
                    <a:pt x="414129" y="488254"/>
                  </a:lnTo>
                  <a:lnTo>
                    <a:pt x="335797" y="488254"/>
                  </a:lnTo>
                  <a:lnTo>
                    <a:pt x="260195" y="483193"/>
                  </a:lnTo>
                  <a:lnTo>
                    <a:pt x="186904" y="475602"/>
                  </a:lnTo>
                  <a:lnTo>
                    <a:pt x="121382" y="463451"/>
                  </a:lnTo>
                  <a:lnTo>
                    <a:pt x="70561" y="450799"/>
                  </a:lnTo>
                  <a:lnTo>
                    <a:pt x="27930" y="435595"/>
                  </a:lnTo>
                  <a:lnTo>
                    <a:pt x="7560" y="412800"/>
                  </a:lnTo>
                  <a:lnTo>
                    <a:pt x="0" y="397617"/>
                  </a:lnTo>
                  <a:close/>
                </a:path>
                <a:path w="755015" h="488314">
                  <a:moveTo>
                    <a:pt x="0" y="95781"/>
                  </a:moveTo>
                  <a:lnTo>
                    <a:pt x="27930" y="53328"/>
                  </a:lnTo>
                  <a:lnTo>
                    <a:pt x="70561" y="35552"/>
                  </a:lnTo>
                  <a:lnTo>
                    <a:pt x="121382" y="25513"/>
                  </a:lnTo>
                  <a:lnTo>
                    <a:pt x="186904" y="12756"/>
                  </a:lnTo>
                  <a:lnTo>
                    <a:pt x="260195" y="2718"/>
                  </a:lnTo>
                  <a:lnTo>
                    <a:pt x="335797" y="0"/>
                  </a:lnTo>
                  <a:lnTo>
                    <a:pt x="414129" y="0"/>
                  </a:lnTo>
                  <a:lnTo>
                    <a:pt x="489730" y="2718"/>
                  </a:lnTo>
                  <a:lnTo>
                    <a:pt x="565542" y="12756"/>
                  </a:lnTo>
                  <a:lnTo>
                    <a:pt x="628543" y="25513"/>
                  </a:lnTo>
                  <a:lnTo>
                    <a:pt x="679364" y="35552"/>
                  </a:lnTo>
                  <a:lnTo>
                    <a:pt x="719475" y="53328"/>
                  </a:lnTo>
                  <a:lnTo>
                    <a:pt x="744886" y="72986"/>
                  </a:lnTo>
                  <a:lnTo>
                    <a:pt x="754966" y="95781"/>
                  </a:lnTo>
                  <a:lnTo>
                    <a:pt x="744886" y="111047"/>
                  </a:lnTo>
                  <a:lnTo>
                    <a:pt x="679364" y="148481"/>
                  </a:lnTo>
                  <a:lnTo>
                    <a:pt x="628543" y="161029"/>
                  </a:lnTo>
                  <a:lnTo>
                    <a:pt x="565542" y="173786"/>
                  </a:lnTo>
                  <a:lnTo>
                    <a:pt x="489730" y="181315"/>
                  </a:lnTo>
                  <a:lnTo>
                    <a:pt x="414129" y="186543"/>
                  </a:lnTo>
                  <a:lnTo>
                    <a:pt x="335797" y="186543"/>
                  </a:lnTo>
                  <a:lnTo>
                    <a:pt x="260195" y="181315"/>
                  </a:lnTo>
                  <a:lnTo>
                    <a:pt x="186904" y="173786"/>
                  </a:lnTo>
                  <a:lnTo>
                    <a:pt x="121382" y="161029"/>
                  </a:lnTo>
                  <a:lnTo>
                    <a:pt x="70561" y="148481"/>
                  </a:lnTo>
                  <a:lnTo>
                    <a:pt x="27930" y="133842"/>
                  </a:lnTo>
                  <a:lnTo>
                    <a:pt x="7560" y="111047"/>
                  </a:lnTo>
                  <a:lnTo>
                    <a:pt x="0" y="95781"/>
                  </a:lnTo>
                  <a:close/>
                </a:path>
              </a:pathLst>
            </a:custGeom>
            <a:ln w="152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 descr=""/>
            <p:cNvSpPr/>
            <p:nvPr/>
          </p:nvSpPr>
          <p:spPr>
            <a:xfrm>
              <a:off x="6902410" y="3917227"/>
              <a:ext cx="840740" cy="138430"/>
            </a:xfrm>
            <a:custGeom>
              <a:avLst/>
              <a:gdLst/>
              <a:ahLst/>
              <a:cxnLst/>
              <a:rect l="l" t="t" r="r" b="b"/>
              <a:pathLst>
                <a:path w="840740" h="138429">
                  <a:moveTo>
                    <a:pt x="840354" y="0"/>
                  </a:moveTo>
                  <a:lnTo>
                    <a:pt x="0" y="0"/>
                  </a:lnTo>
                  <a:lnTo>
                    <a:pt x="0" y="138247"/>
                  </a:lnTo>
                  <a:lnTo>
                    <a:pt x="840354" y="138247"/>
                  </a:lnTo>
                  <a:lnTo>
                    <a:pt x="8403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 descr=""/>
            <p:cNvSpPr/>
            <p:nvPr/>
          </p:nvSpPr>
          <p:spPr>
            <a:xfrm>
              <a:off x="6947561" y="3735841"/>
              <a:ext cx="757555" cy="325120"/>
            </a:xfrm>
            <a:custGeom>
              <a:avLst/>
              <a:gdLst/>
              <a:ahLst/>
              <a:cxnLst/>
              <a:rect l="l" t="t" r="r" b="b"/>
              <a:pathLst>
                <a:path w="757554" h="325120">
                  <a:moveTo>
                    <a:pt x="0" y="0"/>
                  </a:moveTo>
                  <a:lnTo>
                    <a:pt x="0" y="324694"/>
                  </a:lnTo>
                </a:path>
                <a:path w="757554" h="325120">
                  <a:moveTo>
                    <a:pt x="757486" y="0"/>
                  </a:moveTo>
                  <a:lnTo>
                    <a:pt x="757486" y="324694"/>
                  </a:lnTo>
                </a:path>
              </a:pathLst>
            </a:custGeom>
            <a:ln w="152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 descr=""/>
            <p:cNvSpPr/>
            <p:nvPr/>
          </p:nvSpPr>
          <p:spPr>
            <a:xfrm>
              <a:off x="6947561" y="3607853"/>
              <a:ext cx="755015" cy="189230"/>
            </a:xfrm>
            <a:custGeom>
              <a:avLst/>
              <a:gdLst/>
              <a:ahLst/>
              <a:cxnLst/>
              <a:rect l="l" t="t" r="r" b="b"/>
              <a:pathLst>
                <a:path w="755015" h="189229">
                  <a:moveTo>
                    <a:pt x="414129" y="0"/>
                  </a:moveTo>
                  <a:lnTo>
                    <a:pt x="335797" y="0"/>
                  </a:lnTo>
                  <a:lnTo>
                    <a:pt x="260195" y="5019"/>
                  </a:lnTo>
                  <a:lnTo>
                    <a:pt x="186904" y="12547"/>
                  </a:lnTo>
                  <a:lnTo>
                    <a:pt x="121382" y="25304"/>
                  </a:lnTo>
                  <a:lnTo>
                    <a:pt x="70561" y="37434"/>
                  </a:lnTo>
                  <a:lnTo>
                    <a:pt x="27930" y="55210"/>
                  </a:lnTo>
                  <a:lnTo>
                    <a:pt x="0" y="95572"/>
                  </a:lnTo>
                  <a:lnTo>
                    <a:pt x="7560" y="112929"/>
                  </a:lnTo>
                  <a:lnTo>
                    <a:pt x="70561" y="150782"/>
                  </a:lnTo>
                  <a:lnTo>
                    <a:pt x="121382" y="163539"/>
                  </a:lnTo>
                  <a:lnTo>
                    <a:pt x="186904" y="176296"/>
                  </a:lnTo>
                  <a:lnTo>
                    <a:pt x="260195" y="183824"/>
                  </a:lnTo>
                  <a:lnTo>
                    <a:pt x="335797" y="188843"/>
                  </a:lnTo>
                  <a:lnTo>
                    <a:pt x="414129" y="188843"/>
                  </a:lnTo>
                  <a:lnTo>
                    <a:pt x="489730" y="183824"/>
                  </a:lnTo>
                  <a:lnTo>
                    <a:pt x="565542" y="176296"/>
                  </a:lnTo>
                  <a:lnTo>
                    <a:pt x="628543" y="163539"/>
                  </a:lnTo>
                  <a:lnTo>
                    <a:pt x="679364" y="150782"/>
                  </a:lnTo>
                  <a:lnTo>
                    <a:pt x="719475" y="133215"/>
                  </a:lnTo>
                  <a:lnTo>
                    <a:pt x="754966" y="95572"/>
                  </a:lnTo>
                  <a:lnTo>
                    <a:pt x="744886" y="75495"/>
                  </a:lnTo>
                  <a:lnTo>
                    <a:pt x="679364" y="37434"/>
                  </a:lnTo>
                  <a:lnTo>
                    <a:pt x="628543" y="25304"/>
                  </a:lnTo>
                  <a:lnTo>
                    <a:pt x="565542" y="12547"/>
                  </a:lnTo>
                  <a:lnTo>
                    <a:pt x="489730" y="5019"/>
                  </a:lnTo>
                  <a:lnTo>
                    <a:pt x="4141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 descr=""/>
            <p:cNvSpPr/>
            <p:nvPr/>
          </p:nvSpPr>
          <p:spPr>
            <a:xfrm>
              <a:off x="6947561" y="3306079"/>
              <a:ext cx="755015" cy="490855"/>
            </a:xfrm>
            <a:custGeom>
              <a:avLst/>
              <a:gdLst/>
              <a:ahLst/>
              <a:cxnLst/>
              <a:rect l="l" t="t" r="r" b="b"/>
              <a:pathLst>
                <a:path w="755015" h="490854">
                  <a:moveTo>
                    <a:pt x="0" y="397346"/>
                  </a:moveTo>
                  <a:lnTo>
                    <a:pt x="27930" y="356984"/>
                  </a:lnTo>
                  <a:lnTo>
                    <a:pt x="70561" y="339208"/>
                  </a:lnTo>
                  <a:lnTo>
                    <a:pt x="121382" y="327078"/>
                  </a:lnTo>
                  <a:lnTo>
                    <a:pt x="186904" y="314321"/>
                  </a:lnTo>
                  <a:lnTo>
                    <a:pt x="260195" y="306792"/>
                  </a:lnTo>
                  <a:lnTo>
                    <a:pt x="335797" y="301773"/>
                  </a:lnTo>
                  <a:lnTo>
                    <a:pt x="414129" y="301773"/>
                  </a:lnTo>
                  <a:lnTo>
                    <a:pt x="489730" y="306792"/>
                  </a:lnTo>
                  <a:lnTo>
                    <a:pt x="565542" y="314321"/>
                  </a:lnTo>
                  <a:lnTo>
                    <a:pt x="628543" y="327078"/>
                  </a:lnTo>
                  <a:lnTo>
                    <a:pt x="679364" y="339208"/>
                  </a:lnTo>
                  <a:lnTo>
                    <a:pt x="719475" y="356984"/>
                  </a:lnTo>
                  <a:lnTo>
                    <a:pt x="754966" y="397346"/>
                  </a:lnTo>
                  <a:lnTo>
                    <a:pt x="744886" y="414703"/>
                  </a:lnTo>
                  <a:lnTo>
                    <a:pt x="679364" y="452556"/>
                  </a:lnTo>
                  <a:lnTo>
                    <a:pt x="628543" y="465313"/>
                  </a:lnTo>
                  <a:lnTo>
                    <a:pt x="565542" y="478069"/>
                  </a:lnTo>
                  <a:lnTo>
                    <a:pt x="489730" y="485598"/>
                  </a:lnTo>
                  <a:lnTo>
                    <a:pt x="414129" y="490617"/>
                  </a:lnTo>
                  <a:lnTo>
                    <a:pt x="335797" y="490617"/>
                  </a:lnTo>
                  <a:lnTo>
                    <a:pt x="260195" y="485598"/>
                  </a:lnTo>
                  <a:lnTo>
                    <a:pt x="186904" y="478069"/>
                  </a:lnTo>
                  <a:lnTo>
                    <a:pt x="121382" y="465313"/>
                  </a:lnTo>
                  <a:lnTo>
                    <a:pt x="70561" y="452556"/>
                  </a:lnTo>
                  <a:lnTo>
                    <a:pt x="27930" y="434989"/>
                  </a:lnTo>
                  <a:lnTo>
                    <a:pt x="0" y="397346"/>
                  </a:lnTo>
                  <a:close/>
                </a:path>
                <a:path w="755015" h="490854">
                  <a:moveTo>
                    <a:pt x="0" y="95153"/>
                  </a:moveTo>
                  <a:lnTo>
                    <a:pt x="27930" y="55210"/>
                  </a:lnTo>
                  <a:lnTo>
                    <a:pt x="70561" y="37434"/>
                  </a:lnTo>
                  <a:lnTo>
                    <a:pt x="121382" y="24677"/>
                  </a:lnTo>
                  <a:lnTo>
                    <a:pt x="186904" y="12129"/>
                  </a:lnTo>
                  <a:lnTo>
                    <a:pt x="260195" y="4391"/>
                  </a:lnTo>
                  <a:lnTo>
                    <a:pt x="335797" y="0"/>
                  </a:lnTo>
                  <a:lnTo>
                    <a:pt x="414129" y="0"/>
                  </a:lnTo>
                  <a:lnTo>
                    <a:pt x="489730" y="4391"/>
                  </a:lnTo>
                  <a:lnTo>
                    <a:pt x="565542" y="12129"/>
                  </a:lnTo>
                  <a:lnTo>
                    <a:pt x="628543" y="24677"/>
                  </a:lnTo>
                  <a:lnTo>
                    <a:pt x="679364" y="37434"/>
                  </a:lnTo>
                  <a:lnTo>
                    <a:pt x="719475" y="55210"/>
                  </a:lnTo>
                  <a:lnTo>
                    <a:pt x="754966" y="95153"/>
                  </a:lnTo>
                  <a:lnTo>
                    <a:pt x="744886" y="112929"/>
                  </a:lnTo>
                  <a:lnTo>
                    <a:pt x="679364" y="150782"/>
                  </a:lnTo>
                  <a:lnTo>
                    <a:pt x="628543" y="163539"/>
                  </a:lnTo>
                  <a:lnTo>
                    <a:pt x="565542" y="175668"/>
                  </a:lnTo>
                  <a:lnTo>
                    <a:pt x="489730" y="183197"/>
                  </a:lnTo>
                  <a:lnTo>
                    <a:pt x="414129" y="188216"/>
                  </a:lnTo>
                  <a:lnTo>
                    <a:pt x="335797" y="188216"/>
                  </a:lnTo>
                  <a:lnTo>
                    <a:pt x="260195" y="183197"/>
                  </a:lnTo>
                  <a:lnTo>
                    <a:pt x="186904" y="175668"/>
                  </a:lnTo>
                  <a:lnTo>
                    <a:pt x="121382" y="163539"/>
                  </a:lnTo>
                  <a:lnTo>
                    <a:pt x="70561" y="150782"/>
                  </a:lnTo>
                  <a:lnTo>
                    <a:pt x="27930" y="133006"/>
                  </a:lnTo>
                  <a:lnTo>
                    <a:pt x="0" y="95153"/>
                  </a:lnTo>
                  <a:close/>
                </a:path>
              </a:pathLst>
            </a:custGeom>
            <a:ln w="152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 descr=""/>
            <p:cNvSpPr/>
            <p:nvPr/>
          </p:nvSpPr>
          <p:spPr>
            <a:xfrm>
              <a:off x="6902410" y="3569900"/>
              <a:ext cx="840740" cy="139065"/>
            </a:xfrm>
            <a:custGeom>
              <a:avLst/>
              <a:gdLst/>
              <a:ahLst/>
              <a:cxnLst/>
              <a:rect l="l" t="t" r="r" b="b"/>
              <a:pathLst>
                <a:path w="840740" h="139064">
                  <a:moveTo>
                    <a:pt x="840354" y="0"/>
                  </a:moveTo>
                  <a:lnTo>
                    <a:pt x="0" y="0"/>
                  </a:lnTo>
                  <a:lnTo>
                    <a:pt x="0" y="138753"/>
                  </a:lnTo>
                  <a:lnTo>
                    <a:pt x="840354" y="138753"/>
                  </a:lnTo>
                  <a:lnTo>
                    <a:pt x="8403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 descr=""/>
            <p:cNvSpPr/>
            <p:nvPr/>
          </p:nvSpPr>
          <p:spPr>
            <a:xfrm>
              <a:off x="6947561" y="3389104"/>
              <a:ext cx="1858645" cy="1454785"/>
            </a:xfrm>
            <a:custGeom>
              <a:avLst/>
              <a:gdLst/>
              <a:ahLst/>
              <a:cxnLst/>
              <a:rect l="l" t="t" r="r" b="b"/>
              <a:pathLst>
                <a:path w="1858645" h="1454785">
                  <a:moveTo>
                    <a:pt x="0" y="0"/>
                  </a:moveTo>
                  <a:lnTo>
                    <a:pt x="0" y="324568"/>
                  </a:lnTo>
                </a:path>
                <a:path w="1858645" h="1454785">
                  <a:moveTo>
                    <a:pt x="757486" y="0"/>
                  </a:moveTo>
                  <a:lnTo>
                    <a:pt x="757486" y="324568"/>
                  </a:lnTo>
                </a:path>
                <a:path w="1858645" h="1454785">
                  <a:moveTo>
                    <a:pt x="1103154" y="1363691"/>
                  </a:moveTo>
                  <a:lnTo>
                    <a:pt x="1131084" y="1320652"/>
                  </a:lnTo>
                  <a:lnTo>
                    <a:pt x="1173715" y="1305950"/>
                  </a:lnTo>
                  <a:lnTo>
                    <a:pt x="1224536" y="1293298"/>
                  </a:lnTo>
                  <a:lnTo>
                    <a:pt x="1292578" y="1280646"/>
                  </a:lnTo>
                  <a:lnTo>
                    <a:pt x="1363139" y="1273033"/>
                  </a:lnTo>
                  <a:lnTo>
                    <a:pt x="1438951" y="1267972"/>
                  </a:lnTo>
                  <a:lnTo>
                    <a:pt x="1519593" y="1267972"/>
                  </a:lnTo>
                  <a:lnTo>
                    <a:pt x="1592884" y="1273033"/>
                  </a:lnTo>
                  <a:lnTo>
                    <a:pt x="1668486" y="1280646"/>
                  </a:lnTo>
                  <a:lnTo>
                    <a:pt x="1731487" y="1293298"/>
                  </a:lnTo>
                  <a:lnTo>
                    <a:pt x="1782309" y="1305950"/>
                  </a:lnTo>
                  <a:lnTo>
                    <a:pt x="1824940" y="1320652"/>
                  </a:lnTo>
                  <a:lnTo>
                    <a:pt x="1858120" y="1363691"/>
                  </a:lnTo>
                  <a:lnTo>
                    <a:pt x="1850350" y="1381404"/>
                  </a:lnTo>
                  <a:lnTo>
                    <a:pt x="1824940" y="1401167"/>
                  </a:lnTo>
                  <a:lnTo>
                    <a:pt x="1782309" y="1418880"/>
                  </a:lnTo>
                  <a:lnTo>
                    <a:pt x="1731487" y="1429002"/>
                  </a:lnTo>
                  <a:lnTo>
                    <a:pt x="1668486" y="1441675"/>
                  </a:lnTo>
                  <a:lnTo>
                    <a:pt x="1592884" y="1451797"/>
                  </a:lnTo>
                  <a:lnTo>
                    <a:pt x="1519593" y="1454328"/>
                  </a:lnTo>
                  <a:lnTo>
                    <a:pt x="1438951" y="1454328"/>
                  </a:lnTo>
                  <a:lnTo>
                    <a:pt x="1363139" y="1451797"/>
                  </a:lnTo>
                  <a:lnTo>
                    <a:pt x="1292578" y="1441675"/>
                  </a:lnTo>
                  <a:lnTo>
                    <a:pt x="1224536" y="1429002"/>
                  </a:lnTo>
                  <a:lnTo>
                    <a:pt x="1173715" y="1418880"/>
                  </a:lnTo>
                  <a:lnTo>
                    <a:pt x="1131084" y="1401167"/>
                  </a:lnTo>
                  <a:lnTo>
                    <a:pt x="1110714" y="1381404"/>
                  </a:lnTo>
                  <a:lnTo>
                    <a:pt x="1103154" y="1363691"/>
                  </a:lnTo>
                  <a:close/>
                </a:path>
                <a:path w="1858645" h="1454785">
                  <a:moveTo>
                    <a:pt x="1103154" y="1061875"/>
                  </a:moveTo>
                  <a:lnTo>
                    <a:pt x="1131084" y="1018837"/>
                  </a:lnTo>
                  <a:lnTo>
                    <a:pt x="1173715" y="1003633"/>
                  </a:lnTo>
                  <a:lnTo>
                    <a:pt x="1224536" y="990980"/>
                  </a:lnTo>
                  <a:lnTo>
                    <a:pt x="1292578" y="978830"/>
                  </a:lnTo>
                  <a:lnTo>
                    <a:pt x="1363139" y="971218"/>
                  </a:lnTo>
                  <a:lnTo>
                    <a:pt x="1438951" y="966157"/>
                  </a:lnTo>
                  <a:lnTo>
                    <a:pt x="1519593" y="966157"/>
                  </a:lnTo>
                  <a:lnTo>
                    <a:pt x="1592884" y="971218"/>
                  </a:lnTo>
                  <a:lnTo>
                    <a:pt x="1668486" y="978830"/>
                  </a:lnTo>
                  <a:lnTo>
                    <a:pt x="1731487" y="990980"/>
                  </a:lnTo>
                  <a:lnTo>
                    <a:pt x="1782309" y="1003633"/>
                  </a:lnTo>
                  <a:lnTo>
                    <a:pt x="1824940" y="1018837"/>
                  </a:lnTo>
                  <a:lnTo>
                    <a:pt x="1858120" y="1061875"/>
                  </a:lnTo>
                  <a:lnTo>
                    <a:pt x="1850350" y="1079087"/>
                  </a:lnTo>
                  <a:lnTo>
                    <a:pt x="1824940" y="1099351"/>
                  </a:lnTo>
                  <a:lnTo>
                    <a:pt x="1782309" y="1117065"/>
                  </a:lnTo>
                  <a:lnTo>
                    <a:pt x="1731487" y="1127207"/>
                  </a:lnTo>
                  <a:lnTo>
                    <a:pt x="1668486" y="1139860"/>
                  </a:lnTo>
                  <a:lnTo>
                    <a:pt x="1592884" y="1149480"/>
                  </a:lnTo>
                  <a:lnTo>
                    <a:pt x="1519593" y="1152010"/>
                  </a:lnTo>
                  <a:lnTo>
                    <a:pt x="1438951" y="1152010"/>
                  </a:lnTo>
                  <a:lnTo>
                    <a:pt x="1363139" y="1149480"/>
                  </a:lnTo>
                  <a:lnTo>
                    <a:pt x="1292578" y="1139860"/>
                  </a:lnTo>
                  <a:lnTo>
                    <a:pt x="1224536" y="1127207"/>
                  </a:lnTo>
                  <a:lnTo>
                    <a:pt x="1173715" y="1117065"/>
                  </a:lnTo>
                  <a:lnTo>
                    <a:pt x="1131084" y="1099351"/>
                  </a:lnTo>
                  <a:lnTo>
                    <a:pt x="1110714" y="1079087"/>
                  </a:lnTo>
                  <a:lnTo>
                    <a:pt x="1103154" y="1061875"/>
                  </a:lnTo>
                  <a:close/>
                </a:path>
              </a:pathLst>
            </a:custGeom>
            <a:ln w="152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 descr=""/>
            <p:cNvSpPr/>
            <p:nvPr/>
          </p:nvSpPr>
          <p:spPr>
            <a:xfrm>
              <a:off x="8007875" y="4617079"/>
              <a:ext cx="838200" cy="138430"/>
            </a:xfrm>
            <a:custGeom>
              <a:avLst/>
              <a:gdLst/>
              <a:ahLst/>
              <a:cxnLst/>
              <a:rect l="l" t="t" r="r" b="b"/>
              <a:pathLst>
                <a:path w="838200" h="138429">
                  <a:moveTo>
                    <a:pt x="837813" y="0"/>
                  </a:moveTo>
                  <a:lnTo>
                    <a:pt x="0" y="0"/>
                  </a:lnTo>
                  <a:lnTo>
                    <a:pt x="0" y="138247"/>
                  </a:lnTo>
                  <a:lnTo>
                    <a:pt x="837813" y="138247"/>
                  </a:lnTo>
                  <a:lnTo>
                    <a:pt x="83781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 descr=""/>
            <p:cNvSpPr/>
            <p:nvPr/>
          </p:nvSpPr>
          <p:spPr>
            <a:xfrm>
              <a:off x="8050715" y="4438306"/>
              <a:ext cx="760095" cy="325120"/>
            </a:xfrm>
            <a:custGeom>
              <a:avLst/>
              <a:gdLst/>
              <a:ahLst/>
              <a:cxnLst/>
              <a:rect l="l" t="t" r="r" b="b"/>
              <a:pathLst>
                <a:path w="760095" h="325120">
                  <a:moveTo>
                    <a:pt x="0" y="0"/>
                  </a:moveTo>
                  <a:lnTo>
                    <a:pt x="0" y="324610"/>
                  </a:lnTo>
                </a:path>
                <a:path w="760095" h="325120">
                  <a:moveTo>
                    <a:pt x="760006" y="0"/>
                  </a:moveTo>
                  <a:lnTo>
                    <a:pt x="760006" y="324610"/>
                  </a:lnTo>
                </a:path>
              </a:pathLst>
            </a:custGeom>
            <a:ln w="152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 descr=""/>
            <p:cNvSpPr/>
            <p:nvPr/>
          </p:nvSpPr>
          <p:spPr>
            <a:xfrm>
              <a:off x="8050715" y="4309692"/>
              <a:ext cx="755015" cy="186690"/>
            </a:xfrm>
            <a:custGeom>
              <a:avLst/>
              <a:gdLst/>
              <a:ahLst/>
              <a:cxnLst/>
              <a:rect l="l" t="t" r="r" b="b"/>
              <a:pathLst>
                <a:path w="755015" h="186689">
                  <a:moveTo>
                    <a:pt x="416439" y="0"/>
                  </a:moveTo>
                  <a:lnTo>
                    <a:pt x="335797" y="0"/>
                  </a:lnTo>
                  <a:lnTo>
                    <a:pt x="259985" y="2530"/>
                  </a:lnTo>
                  <a:lnTo>
                    <a:pt x="189424" y="12652"/>
                  </a:lnTo>
                  <a:lnTo>
                    <a:pt x="121382" y="25325"/>
                  </a:lnTo>
                  <a:lnTo>
                    <a:pt x="70561" y="35447"/>
                  </a:lnTo>
                  <a:lnTo>
                    <a:pt x="27930" y="53160"/>
                  </a:lnTo>
                  <a:lnTo>
                    <a:pt x="0" y="95697"/>
                  </a:lnTo>
                  <a:lnTo>
                    <a:pt x="7560" y="110901"/>
                  </a:lnTo>
                  <a:lnTo>
                    <a:pt x="70561" y="148377"/>
                  </a:lnTo>
                  <a:lnTo>
                    <a:pt x="121382" y="161029"/>
                  </a:lnTo>
                  <a:lnTo>
                    <a:pt x="189424" y="173702"/>
                  </a:lnTo>
                  <a:lnTo>
                    <a:pt x="259985" y="181294"/>
                  </a:lnTo>
                  <a:lnTo>
                    <a:pt x="335797" y="186355"/>
                  </a:lnTo>
                  <a:lnTo>
                    <a:pt x="416439" y="186355"/>
                  </a:lnTo>
                  <a:lnTo>
                    <a:pt x="489730" y="181294"/>
                  </a:lnTo>
                  <a:lnTo>
                    <a:pt x="565332" y="173702"/>
                  </a:lnTo>
                  <a:lnTo>
                    <a:pt x="628333" y="161029"/>
                  </a:lnTo>
                  <a:lnTo>
                    <a:pt x="679154" y="148377"/>
                  </a:lnTo>
                  <a:lnTo>
                    <a:pt x="721785" y="133696"/>
                  </a:lnTo>
                  <a:lnTo>
                    <a:pt x="754966" y="95697"/>
                  </a:lnTo>
                  <a:lnTo>
                    <a:pt x="747196" y="72923"/>
                  </a:lnTo>
                  <a:lnTo>
                    <a:pt x="679154" y="35447"/>
                  </a:lnTo>
                  <a:lnTo>
                    <a:pt x="565332" y="12652"/>
                  </a:lnTo>
                  <a:lnTo>
                    <a:pt x="489730" y="2530"/>
                  </a:lnTo>
                  <a:lnTo>
                    <a:pt x="4164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 descr=""/>
            <p:cNvSpPr/>
            <p:nvPr/>
          </p:nvSpPr>
          <p:spPr>
            <a:xfrm>
              <a:off x="8050715" y="4007918"/>
              <a:ext cx="755015" cy="488315"/>
            </a:xfrm>
            <a:custGeom>
              <a:avLst/>
              <a:gdLst/>
              <a:ahLst/>
              <a:cxnLst/>
              <a:rect l="l" t="t" r="r" b="b"/>
              <a:pathLst>
                <a:path w="755015" h="488314">
                  <a:moveTo>
                    <a:pt x="0" y="397471"/>
                  </a:moveTo>
                  <a:lnTo>
                    <a:pt x="27930" y="354934"/>
                  </a:lnTo>
                  <a:lnTo>
                    <a:pt x="70561" y="337221"/>
                  </a:lnTo>
                  <a:lnTo>
                    <a:pt x="121382" y="327099"/>
                  </a:lnTo>
                  <a:lnTo>
                    <a:pt x="189424" y="314426"/>
                  </a:lnTo>
                  <a:lnTo>
                    <a:pt x="259985" y="304304"/>
                  </a:lnTo>
                  <a:lnTo>
                    <a:pt x="335797" y="301773"/>
                  </a:lnTo>
                  <a:lnTo>
                    <a:pt x="416439" y="301773"/>
                  </a:lnTo>
                  <a:lnTo>
                    <a:pt x="489730" y="304304"/>
                  </a:lnTo>
                  <a:lnTo>
                    <a:pt x="565332" y="314426"/>
                  </a:lnTo>
                  <a:lnTo>
                    <a:pt x="628333" y="327099"/>
                  </a:lnTo>
                  <a:lnTo>
                    <a:pt x="679154" y="337221"/>
                  </a:lnTo>
                  <a:lnTo>
                    <a:pt x="721785" y="354934"/>
                  </a:lnTo>
                  <a:lnTo>
                    <a:pt x="747196" y="374697"/>
                  </a:lnTo>
                  <a:lnTo>
                    <a:pt x="754966" y="397471"/>
                  </a:lnTo>
                  <a:lnTo>
                    <a:pt x="747196" y="412675"/>
                  </a:lnTo>
                  <a:lnTo>
                    <a:pt x="679154" y="450151"/>
                  </a:lnTo>
                  <a:lnTo>
                    <a:pt x="628333" y="462803"/>
                  </a:lnTo>
                  <a:lnTo>
                    <a:pt x="565332" y="475476"/>
                  </a:lnTo>
                  <a:lnTo>
                    <a:pt x="489730" y="483068"/>
                  </a:lnTo>
                  <a:lnTo>
                    <a:pt x="416439" y="488129"/>
                  </a:lnTo>
                  <a:lnTo>
                    <a:pt x="335797" y="488129"/>
                  </a:lnTo>
                  <a:lnTo>
                    <a:pt x="259985" y="483068"/>
                  </a:lnTo>
                  <a:lnTo>
                    <a:pt x="189424" y="475476"/>
                  </a:lnTo>
                  <a:lnTo>
                    <a:pt x="121382" y="462803"/>
                  </a:lnTo>
                  <a:lnTo>
                    <a:pt x="70561" y="450151"/>
                  </a:lnTo>
                  <a:lnTo>
                    <a:pt x="27930" y="435470"/>
                  </a:lnTo>
                  <a:lnTo>
                    <a:pt x="7560" y="412675"/>
                  </a:lnTo>
                  <a:lnTo>
                    <a:pt x="0" y="397471"/>
                  </a:lnTo>
                  <a:close/>
                </a:path>
                <a:path w="755015" h="488314">
                  <a:moveTo>
                    <a:pt x="0" y="95676"/>
                  </a:moveTo>
                  <a:lnTo>
                    <a:pt x="27930" y="52616"/>
                  </a:lnTo>
                  <a:lnTo>
                    <a:pt x="70561" y="35405"/>
                  </a:lnTo>
                  <a:lnTo>
                    <a:pt x="121382" y="25283"/>
                  </a:lnTo>
                  <a:lnTo>
                    <a:pt x="189424" y="12610"/>
                  </a:lnTo>
                  <a:lnTo>
                    <a:pt x="259985" y="2509"/>
                  </a:lnTo>
                  <a:lnTo>
                    <a:pt x="335797" y="0"/>
                  </a:lnTo>
                  <a:lnTo>
                    <a:pt x="416439" y="0"/>
                  </a:lnTo>
                  <a:lnTo>
                    <a:pt x="489730" y="2509"/>
                  </a:lnTo>
                  <a:lnTo>
                    <a:pt x="565332" y="12610"/>
                  </a:lnTo>
                  <a:lnTo>
                    <a:pt x="628333" y="25283"/>
                  </a:lnTo>
                  <a:lnTo>
                    <a:pt x="679154" y="35405"/>
                  </a:lnTo>
                  <a:lnTo>
                    <a:pt x="721785" y="52616"/>
                  </a:lnTo>
                  <a:lnTo>
                    <a:pt x="747196" y="72881"/>
                  </a:lnTo>
                  <a:lnTo>
                    <a:pt x="754966" y="95676"/>
                  </a:lnTo>
                  <a:lnTo>
                    <a:pt x="747196" y="110859"/>
                  </a:lnTo>
                  <a:lnTo>
                    <a:pt x="679154" y="148335"/>
                  </a:lnTo>
                  <a:lnTo>
                    <a:pt x="628333" y="160987"/>
                  </a:lnTo>
                  <a:lnTo>
                    <a:pt x="565332" y="173661"/>
                  </a:lnTo>
                  <a:lnTo>
                    <a:pt x="489730" y="181252"/>
                  </a:lnTo>
                  <a:lnTo>
                    <a:pt x="416439" y="186313"/>
                  </a:lnTo>
                  <a:lnTo>
                    <a:pt x="335797" y="186313"/>
                  </a:lnTo>
                  <a:lnTo>
                    <a:pt x="259985" y="181252"/>
                  </a:lnTo>
                  <a:lnTo>
                    <a:pt x="189424" y="173661"/>
                  </a:lnTo>
                  <a:lnTo>
                    <a:pt x="121382" y="160987"/>
                  </a:lnTo>
                  <a:lnTo>
                    <a:pt x="70561" y="148335"/>
                  </a:lnTo>
                  <a:lnTo>
                    <a:pt x="27930" y="133131"/>
                  </a:lnTo>
                  <a:lnTo>
                    <a:pt x="7560" y="110859"/>
                  </a:lnTo>
                  <a:lnTo>
                    <a:pt x="0" y="95676"/>
                  </a:lnTo>
                  <a:close/>
                </a:path>
              </a:pathLst>
            </a:custGeom>
            <a:ln w="152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 descr=""/>
            <p:cNvSpPr/>
            <p:nvPr/>
          </p:nvSpPr>
          <p:spPr>
            <a:xfrm>
              <a:off x="8007875" y="4269694"/>
              <a:ext cx="838200" cy="138430"/>
            </a:xfrm>
            <a:custGeom>
              <a:avLst/>
              <a:gdLst/>
              <a:ahLst/>
              <a:cxnLst/>
              <a:rect l="l" t="t" r="r" b="b"/>
              <a:pathLst>
                <a:path w="838200" h="138429">
                  <a:moveTo>
                    <a:pt x="837813" y="0"/>
                  </a:moveTo>
                  <a:lnTo>
                    <a:pt x="0" y="0"/>
                  </a:lnTo>
                  <a:lnTo>
                    <a:pt x="0" y="138247"/>
                  </a:lnTo>
                  <a:lnTo>
                    <a:pt x="837813" y="138247"/>
                  </a:lnTo>
                  <a:lnTo>
                    <a:pt x="83781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 descr=""/>
            <p:cNvSpPr/>
            <p:nvPr/>
          </p:nvSpPr>
          <p:spPr>
            <a:xfrm>
              <a:off x="8050715" y="4088391"/>
              <a:ext cx="760095" cy="325120"/>
            </a:xfrm>
            <a:custGeom>
              <a:avLst/>
              <a:gdLst/>
              <a:ahLst/>
              <a:cxnLst/>
              <a:rect l="l" t="t" r="r" b="b"/>
              <a:pathLst>
                <a:path w="760095" h="325120">
                  <a:moveTo>
                    <a:pt x="0" y="0"/>
                  </a:moveTo>
                  <a:lnTo>
                    <a:pt x="0" y="324610"/>
                  </a:lnTo>
                </a:path>
                <a:path w="760095" h="325120">
                  <a:moveTo>
                    <a:pt x="760006" y="0"/>
                  </a:moveTo>
                  <a:lnTo>
                    <a:pt x="760006" y="324610"/>
                  </a:lnTo>
                </a:path>
              </a:pathLst>
            </a:custGeom>
            <a:ln w="152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 descr=""/>
            <p:cNvSpPr/>
            <p:nvPr/>
          </p:nvSpPr>
          <p:spPr>
            <a:xfrm>
              <a:off x="8050715" y="3957727"/>
              <a:ext cx="755015" cy="186055"/>
            </a:xfrm>
            <a:custGeom>
              <a:avLst/>
              <a:gdLst/>
              <a:ahLst/>
              <a:cxnLst/>
              <a:rect l="l" t="t" r="r" b="b"/>
              <a:pathLst>
                <a:path w="755015" h="186054">
                  <a:moveTo>
                    <a:pt x="416439" y="0"/>
                  </a:moveTo>
                  <a:lnTo>
                    <a:pt x="335797" y="0"/>
                  </a:lnTo>
                  <a:lnTo>
                    <a:pt x="259985" y="2509"/>
                  </a:lnTo>
                  <a:lnTo>
                    <a:pt x="189424" y="12129"/>
                  </a:lnTo>
                  <a:lnTo>
                    <a:pt x="121382" y="24886"/>
                  </a:lnTo>
                  <a:lnTo>
                    <a:pt x="70561" y="34924"/>
                  </a:lnTo>
                  <a:lnTo>
                    <a:pt x="27930" y="52700"/>
                  </a:lnTo>
                  <a:lnTo>
                    <a:pt x="0" y="95216"/>
                  </a:lnTo>
                  <a:lnTo>
                    <a:pt x="7560" y="110399"/>
                  </a:lnTo>
                  <a:lnTo>
                    <a:pt x="70561" y="148398"/>
                  </a:lnTo>
                  <a:lnTo>
                    <a:pt x="121382" y="161050"/>
                  </a:lnTo>
                  <a:lnTo>
                    <a:pt x="189424" y="173201"/>
                  </a:lnTo>
                  <a:lnTo>
                    <a:pt x="259985" y="180792"/>
                  </a:lnTo>
                  <a:lnTo>
                    <a:pt x="335797" y="185853"/>
                  </a:lnTo>
                  <a:lnTo>
                    <a:pt x="416439" y="185853"/>
                  </a:lnTo>
                  <a:lnTo>
                    <a:pt x="489730" y="180792"/>
                  </a:lnTo>
                  <a:lnTo>
                    <a:pt x="565332" y="173201"/>
                  </a:lnTo>
                  <a:lnTo>
                    <a:pt x="628333" y="161050"/>
                  </a:lnTo>
                  <a:lnTo>
                    <a:pt x="679154" y="148398"/>
                  </a:lnTo>
                  <a:lnTo>
                    <a:pt x="721785" y="133194"/>
                  </a:lnTo>
                  <a:lnTo>
                    <a:pt x="754966" y="95216"/>
                  </a:lnTo>
                  <a:lnTo>
                    <a:pt x="747196" y="72944"/>
                  </a:lnTo>
                  <a:lnTo>
                    <a:pt x="679154" y="34924"/>
                  </a:lnTo>
                  <a:lnTo>
                    <a:pt x="565332" y="12129"/>
                  </a:lnTo>
                  <a:lnTo>
                    <a:pt x="489730" y="2509"/>
                  </a:lnTo>
                  <a:lnTo>
                    <a:pt x="4164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 descr=""/>
            <p:cNvSpPr/>
            <p:nvPr/>
          </p:nvSpPr>
          <p:spPr>
            <a:xfrm>
              <a:off x="8050715" y="3655326"/>
              <a:ext cx="755015" cy="488315"/>
            </a:xfrm>
            <a:custGeom>
              <a:avLst/>
              <a:gdLst/>
              <a:ahLst/>
              <a:cxnLst/>
              <a:rect l="l" t="t" r="r" b="b"/>
              <a:pathLst>
                <a:path w="755015" h="488314">
                  <a:moveTo>
                    <a:pt x="0" y="397617"/>
                  </a:moveTo>
                  <a:lnTo>
                    <a:pt x="27930" y="355101"/>
                  </a:lnTo>
                  <a:lnTo>
                    <a:pt x="70561" y="337325"/>
                  </a:lnTo>
                  <a:lnTo>
                    <a:pt x="121382" y="327287"/>
                  </a:lnTo>
                  <a:lnTo>
                    <a:pt x="189424" y="314530"/>
                  </a:lnTo>
                  <a:lnTo>
                    <a:pt x="259985" y="304910"/>
                  </a:lnTo>
                  <a:lnTo>
                    <a:pt x="335797" y="302401"/>
                  </a:lnTo>
                  <a:lnTo>
                    <a:pt x="416439" y="302401"/>
                  </a:lnTo>
                  <a:lnTo>
                    <a:pt x="489730" y="304910"/>
                  </a:lnTo>
                  <a:lnTo>
                    <a:pt x="565332" y="314530"/>
                  </a:lnTo>
                  <a:lnTo>
                    <a:pt x="628333" y="327287"/>
                  </a:lnTo>
                  <a:lnTo>
                    <a:pt x="679154" y="337325"/>
                  </a:lnTo>
                  <a:lnTo>
                    <a:pt x="721785" y="355101"/>
                  </a:lnTo>
                  <a:lnTo>
                    <a:pt x="747196" y="375345"/>
                  </a:lnTo>
                  <a:lnTo>
                    <a:pt x="754966" y="397617"/>
                  </a:lnTo>
                  <a:lnTo>
                    <a:pt x="747196" y="412800"/>
                  </a:lnTo>
                  <a:lnTo>
                    <a:pt x="679154" y="450799"/>
                  </a:lnTo>
                  <a:lnTo>
                    <a:pt x="628333" y="463451"/>
                  </a:lnTo>
                  <a:lnTo>
                    <a:pt x="565332" y="475602"/>
                  </a:lnTo>
                  <a:lnTo>
                    <a:pt x="489730" y="483193"/>
                  </a:lnTo>
                  <a:lnTo>
                    <a:pt x="416439" y="488254"/>
                  </a:lnTo>
                  <a:lnTo>
                    <a:pt x="335797" y="488254"/>
                  </a:lnTo>
                  <a:lnTo>
                    <a:pt x="259985" y="483193"/>
                  </a:lnTo>
                  <a:lnTo>
                    <a:pt x="189424" y="475602"/>
                  </a:lnTo>
                  <a:lnTo>
                    <a:pt x="121382" y="463451"/>
                  </a:lnTo>
                  <a:lnTo>
                    <a:pt x="70561" y="450799"/>
                  </a:lnTo>
                  <a:lnTo>
                    <a:pt x="27930" y="435595"/>
                  </a:lnTo>
                  <a:lnTo>
                    <a:pt x="7560" y="412800"/>
                  </a:lnTo>
                  <a:lnTo>
                    <a:pt x="0" y="397617"/>
                  </a:lnTo>
                  <a:close/>
                </a:path>
                <a:path w="755015" h="488314">
                  <a:moveTo>
                    <a:pt x="0" y="95781"/>
                  </a:moveTo>
                  <a:lnTo>
                    <a:pt x="27930" y="53328"/>
                  </a:lnTo>
                  <a:lnTo>
                    <a:pt x="70561" y="35552"/>
                  </a:lnTo>
                  <a:lnTo>
                    <a:pt x="121382" y="25513"/>
                  </a:lnTo>
                  <a:lnTo>
                    <a:pt x="189424" y="12756"/>
                  </a:lnTo>
                  <a:lnTo>
                    <a:pt x="259985" y="2718"/>
                  </a:lnTo>
                  <a:lnTo>
                    <a:pt x="335797" y="0"/>
                  </a:lnTo>
                  <a:lnTo>
                    <a:pt x="416439" y="0"/>
                  </a:lnTo>
                  <a:lnTo>
                    <a:pt x="489730" y="2718"/>
                  </a:lnTo>
                  <a:lnTo>
                    <a:pt x="565332" y="12756"/>
                  </a:lnTo>
                  <a:lnTo>
                    <a:pt x="628333" y="25513"/>
                  </a:lnTo>
                  <a:lnTo>
                    <a:pt x="679154" y="35552"/>
                  </a:lnTo>
                  <a:lnTo>
                    <a:pt x="721785" y="53328"/>
                  </a:lnTo>
                  <a:lnTo>
                    <a:pt x="747196" y="72986"/>
                  </a:lnTo>
                  <a:lnTo>
                    <a:pt x="754966" y="95781"/>
                  </a:lnTo>
                  <a:lnTo>
                    <a:pt x="747196" y="111047"/>
                  </a:lnTo>
                  <a:lnTo>
                    <a:pt x="679154" y="148481"/>
                  </a:lnTo>
                  <a:lnTo>
                    <a:pt x="628333" y="161029"/>
                  </a:lnTo>
                  <a:lnTo>
                    <a:pt x="565332" y="173786"/>
                  </a:lnTo>
                  <a:lnTo>
                    <a:pt x="489730" y="181315"/>
                  </a:lnTo>
                  <a:lnTo>
                    <a:pt x="416439" y="186543"/>
                  </a:lnTo>
                  <a:lnTo>
                    <a:pt x="335797" y="186543"/>
                  </a:lnTo>
                  <a:lnTo>
                    <a:pt x="259985" y="181315"/>
                  </a:lnTo>
                  <a:lnTo>
                    <a:pt x="189424" y="173786"/>
                  </a:lnTo>
                  <a:lnTo>
                    <a:pt x="121382" y="161029"/>
                  </a:lnTo>
                  <a:lnTo>
                    <a:pt x="70561" y="148481"/>
                  </a:lnTo>
                  <a:lnTo>
                    <a:pt x="27930" y="133842"/>
                  </a:lnTo>
                  <a:lnTo>
                    <a:pt x="7560" y="111047"/>
                  </a:lnTo>
                  <a:lnTo>
                    <a:pt x="0" y="95781"/>
                  </a:lnTo>
                  <a:close/>
                </a:path>
              </a:pathLst>
            </a:custGeom>
            <a:ln w="152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 descr=""/>
            <p:cNvSpPr/>
            <p:nvPr/>
          </p:nvSpPr>
          <p:spPr>
            <a:xfrm>
              <a:off x="8007875" y="3917227"/>
              <a:ext cx="838200" cy="138430"/>
            </a:xfrm>
            <a:custGeom>
              <a:avLst/>
              <a:gdLst/>
              <a:ahLst/>
              <a:cxnLst/>
              <a:rect l="l" t="t" r="r" b="b"/>
              <a:pathLst>
                <a:path w="838200" h="138429">
                  <a:moveTo>
                    <a:pt x="837813" y="0"/>
                  </a:moveTo>
                  <a:lnTo>
                    <a:pt x="0" y="0"/>
                  </a:lnTo>
                  <a:lnTo>
                    <a:pt x="0" y="138247"/>
                  </a:lnTo>
                  <a:lnTo>
                    <a:pt x="837813" y="138247"/>
                  </a:lnTo>
                  <a:lnTo>
                    <a:pt x="83781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 descr=""/>
            <p:cNvSpPr/>
            <p:nvPr/>
          </p:nvSpPr>
          <p:spPr>
            <a:xfrm>
              <a:off x="8050715" y="3735841"/>
              <a:ext cx="760095" cy="325120"/>
            </a:xfrm>
            <a:custGeom>
              <a:avLst/>
              <a:gdLst/>
              <a:ahLst/>
              <a:cxnLst/>
              <a:rect l="l" t="t" r="r" b="b"/>
              <a:pathLst>
                <a:path w="760095" h="325120">
                  <a:moveTo>
                    <a:pt x="0" y="0"/>
                  </a:moveTo>
                  <a:lnTo>
                    <a:pt x="0" y="324694"/>
                  </a:lnTo>
                </a:path>
                <a:path w="760095" h="325120">
                  <a:moveTo>
                    <a:pt x="760006" y="0"/>
                  </a:moveTo>
                  <a:lnTo>
                    <a:pt x="760006" y="324694"/>
                  </a:lnTo>
                </a:path>
              </a:pathLst>
            </a:custGeom>
            <a:ln w="152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 descr=""/>
            <p:cNvSpPr/>
            <p:nvPr/>
          </p:nvSpPr>
          <p:spPr>
            <a:xfrm>
              <a:off x="8050715" y="3607853"/>
              <a:ext cx="755015" cy="189230"/>
            </a:xfrm>
            <a:custGeom>
              <a:avLst/>
              <a:gdLst/>
              <a:ahLst/>
              <a:cxnLst/>
              <a:rect l="l" t="t" r="r" b="b"/>
              <a:pathLst>
                <a:path w="755015" h="189229">
                  <a:moveTo>
                    <a:pt x="416439" y="0"/>
                  </a:moveTo>
                  <a:lnTo>
                    <a:pt x="335797" y="0"/>
                  </a:lnTo>
                  <a:lnTo>
                    <a:pt x="259985" y="5019"/>
                  </a:lnTo>
                  <a:lnTo>
                    <a:pt x="189424" y="12547"/>
                  </a:lnTo>
                  <a:lnTo>
                    <a:pt x="121382" y="25304"/>
                  </a:lnTo>
                  <a:lnTo>
                    <a:pt x="70561" y="37434"/>
                  </a:lnTo>
                  <a:lnTo>
                    <a:pt x="27930" y="55210"/>
                  </a:lnTo>
                  <a:lnTo>
                    <a:pt x="0" y="95572"/>
                  </a:lnTo>
                  <a:lnTo>
                    <a:pt x="7560" y="112929"/>
                  </a:lnTo>
                  <a:lnTo>
                    <a:pt x="70561" y="150782"/>
                  </a:lnTo>
                  <a:lnTo>
                    <a:pt x="121382" y="163539"/>
                  </a:lnTo>
                  <a:lnTo>
                    <a:pt x="189424" y="176296"/>
                  </a:lnTo>
                  <a:lnTo>
                    <a:pt x="259985" y="183824"/>
                  </a:lnTo>
                  <a:lnTo>
                    <a:pt x="335797" y="188843"/>
                  </a:lnTo>
                  <a:lnTo>
                    <a:pt x="416439" y="188843"/>
                  </a:lnTo>
                  <a:lnTo>
                    <a:pt x="489730" y="183824"/>
                  </a:lnTo>
                  <a:lnTo>
                    <a:pt x="565332" y="176296"/>
                  </a:lnTo>
                  <a:lnTo>
                    <a:pt x="628333" y="163539"/>
                  </a:lnTo>
                  <a:lnTo>
                    <a:pt x="679154" y="150782"/>
                  </a:lnTo>
                  <a:lnTo>
                    <a:pt x="721785" y="133215"/>
                  </a:lnTo>
                  <a:lnTo>
                    <a:pt x="754966" y="95572"/>
                  </a:lnTo>
                  <a:lnTo>
                    <a:pt x="747196" y="75495"/>
                  </a:lnTo>
                  <a:lnTo>
                    <a:pt x="679154" y="37434"/>
                  </a:lnTo>
                  <a:lnTo>
                    <a:pt x="628333" y="25304"/>
                  </a:lnTo>
                  <a:lnTo>
                    <a:pt x="565332" y="12547"/>
                  </a:lnTo>
                  <a:lnTo>
                    <a:pt x="489730" y="5019"/>
                  </a:lnTo>
                  <a:lnTo>
                    <a:pt x="4164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 descr=""/>
            <p:cNvSpPr/>
            <p:nvPr/>
          </p:nvSpPr>
          <p:spPr>
            <a:xfrm>
              <a:off x="8050715" y="3306079"/>
              <a:ext cx="755015" cy="490855"/>
            </a:xfrm>
            <a:custGeom>
              <a:avLst/>
              <a:gdLst/>
              <a:ahLst/>
              <a:cxnLst/>
              <a:rect l="l" t="t" r="r" b="b"/>
              <a:pathLst>
                <a:path w="755015" h="490854">
                  <a:moveTo>
                    <a:pt x="0" y="397346"/>
                  </a:moveTo>
                  <a:lnTo>
                    <a:pt x="27930" y="356984"/>
                  </a:lnTo>
                  <a:lnTo>
                    <a:pt x="70561" y="339208"/>
                  </a:lnTo>
                  <a:lnTo>
                    <a:pt x="121382" y="327078"/>
                  </a:lnTo>
                  <a:lnTo>
                    <a:pt x="189424" y="314321"/>
                  </a:lnTo>
                  <a:lnTo>
                    <a:pt x="259985" y="306792"/>
                  </a:lnTo>
                  <a:lnTo>
                    <a:pt x="335797" y="301773"/>
                  </a:lnTo>
                  <a:lnTo>
                    <a:pt x="416439" y="301773"/>
                  </a:lnTo>
                  <a:lnTo>
                    <a:pt x="489730" y="306792"/>
                  </a:lnTo>
                  <a:lnTo>
                    <a:pt x="565332" y="314321"/>
                  </a:lnTo>
                  <a:lnTo>
                    <a:pt x="628333" y="327078"/>
                  </a:lnTo>
                  <a:lnTo>
                    <a:pt x="679154" y="339208"/>
                  </a:lnTo>
                  <a:lnTo>
                    <a:pt x="721785" y="356984"/>
                  </a:lnTo>
                  <a:lnTo>
                    <a:pt x="754966" y="397346"/>
                  </a:lnTo>
                  <a:lnTo>
                    <a:pt x="747196" y="414703"/>
                  </a:lnTo>
                  <a:lnTo>
                    <a:pt x="679154" y="452556"/>
                  </a:lnTo>
                  <a:lnTo>
                    <a:pt x="628333" y="465313"/>
                  </a:lnTo>
                  <a:lnTo>
                    <a:pt x="565332" y="478069"/>
                  </a:lnTo>
                  <a:lnTo>
                    <a:pt x="489730" y="485598"/>
                  </a:lnTo>
                  <a:lnTo>
                    <a:pt x="416439" y="490617"/>
                  </a:lnTo>
                  <a:lnTo>
                    <a:pt x="335797" y="490617"/>
                  </a:lnTo>
                  <a:lnTo>
                    <a:pt x="259985" y="485598"/>
                  </a:lnTo>
                  <a:lnTo>
                    <a:pt x="189424" y="478069"/>
                  </a:lnTo>
                  <a:lnTo>
                    <a:pt x="121382" y="465313"/>
                  </a:lnTo>
                  <a:lnTo>
                    <a:pt x="70561" y="452556"/>
                  </a:lnTo>
                  <a:lnTo>
                    <a:pt x="27930" y="434989"/>
                  </a:lnTo>
                  <a:lnTo>
                    <a:pt x="0" y="397346"/>
                  </a:lnTo>
                  <a:close/>
                </a:path>
                <a:path w="755015" h="490854">
                  <a:moveTo>
                    <a:pt x="0" y="95153"/>
                  </a:moveTo>
                  <a:lnTo>
                    <a:pt x="27930" y="55210"/>
                  </a:lnTo>
                  <a:lnTo>
                    <a:pt x="70561" y="37434"/>
                  </a:lnTo>
                  <a:lnTo>
                    <a:pt x="121382" y="24677"/>
                  </a:lnTo>
                  <a:lnTo>
                    <a:pt x="189424" y="12129"/>
                  </a:lnTo>
                  <a:lnTo>
                    <a:pt x="259985" y="4391"/>
                  </a:lnTo>
                  <a:lnTo>
                    <a:pt x="335797" y="0"/>
                  </a:lnTo>
                  <a:lnTo>
                    <a:pt x="416439" y="0"/>
                  </a:lnTo>
                  <a:lnTo>
                    <a:pt x="489730" y="4391"/>
                  </a:lnTo>
                  <a:lnTo>
                    <a:pt x="565332" y="12129"/>
                  </a:lnTo>
                  <a:lnTo>
                    <a:pt x="628333" y="24677"/>
                  </a:lnTo>
                  <a:lnTo>
                    <a:pt x="679154" y="37434"/>
                  </a:lnTo>
                  <a:lnTo>
                    <a:pt x="721785" y="55210"/>
                  </a:lnTo>
                  <a:lnTo>
                    <a:pt x="754966" y="95153"/>
                  </a:lnTo>
                  <a:lnTo>
                    <a:pt x="747196" y="112929"/>
                  </a:lnTo>
                  <a:lnTo>
                    <a:pt x="679154" y="150782"/>
                  </a:lnTo>
                  <a:lnTo>
                    <a:pt x="628333" y="163539"/>
                  </a:lnTo>
                  <a:lnTo>
                    <a:pt x="565332" y="175668"/>
                  </a:lnTo>
                  <a:lnTo>
                    <a:pt x="489730" y="183197"/>
                  </a:lnTo>
                  <a:lnTo>
                    <a:pt x="416439" y="188216"/>
                  </a:lnTo>
                  <a:lnTo>
                    <a:pt x="335797" y="188216"/>
                  </a:lnTo>
                  <a:lnTo>
                    <a:pt x="259985" y="183197"/>
                  </a:lnTo>
                  <a:lnTo>
                    <a:pt x="189424" y="175668"/>
                  </a:lnTo>
                  <a:lnTo>
                    <a:pt x="121382" y="163539"/>
                  </a:lnTo>
                  <a:lnTo>
                    <a:pt x="70561" y="150782"/>
                  </a:lnTo>
                  <a:lnTo>
                    <a:pt x="27930" y="133006"/>
                  </a:lnTo>
                  <a:lnTo>
                    <a:pt x="0" y="95153"/>
                  </a:lnTo>
                  <a:close/>
                </a:path>
              </a:pathLst>
            </a:custGeom>
            <a:ln w="152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 descr=""/>
            <p:cNvSpPr/>
            <p:nvPr/>
          </p:nvSpPr>
          <p:spPr>
            <a:xfrm>
              <a:off x="8007875" y="3569900"/>
              <a:ext cx="838200" cy="139065"/>
            </a:xfrm>
            <a:custGeom>
              <a:avLst/>
              <a:gdLst/>
              <a:ahLst/>
              <a:cxnLst/>
              <a:rect l="l" t="t" r="r" b="b"/>
              <a:pathLst>
                <a:path w="838200" h="139064">
                  <a:moveTo>
                    <a:pt x="837813" y="0"/>
                  </a:moveTo>
                  <a:lnTo>
                    <a:pt x="0" y="0"/>
                  </a:lnTo>
                  <a:lnTo>
                    <a:pt x="0" y="138753"/>
                  </a:lnTo>
                  <a:lnTo>
                    <a:pt x="837813" y="138753"/>
                  </a:lnTo>
                  <a:lnTo>
                    <a:pt x="83781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 descr=""/>
            <p:cNvSpPr/>
            <p:nvPr/>
          </p:nvSpPr>
          <p:spPr>
            <a:xfrm>
              <a:off x="8050715" y="3389104"/>
              <a:ext cx="760095" cy="325120"/>
            </a:xfrm>
            <a:custGeom>
              <a:avLst/>
              <a:gdLst/>
              <a:ahLst/>
              <a:cxnLst/>
              <a:rect l="l" t="t" r="r" b="b"/>
              <a:pathLst>
                <a:path w="760095" h="325120">
                  <a:moveTo>
                    <a:pt x="0" y="0"/>
                  </a:moveTo>
                  <a:lnTo>
                    <a:pt x="0" y="324568"/>
                  </a:lnTo>
                </a:path>
                <a:path w="760095" h="325120">
                  <a:moveTo>
                    <a:pt x="760006" y="0"/>
                  </a:moveTo>
                  <a:lnTo>
                    <a:pt x="760006" y="324568"/>
                  </a:lnTo>
                </a:path>
              </a:pathLst>
            </a:custGeom>
            <a:ln w="152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4" name="object 144" descr=""/>
          <p:cNvSpPr txBox="1"/>
          <p:nvPr/>
        </p:nvSpPr>
        <p:spPr>
          <a:xfrm>
            <a:off x="5057000" y="3512250"/>
            <a:ext cx="152400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-50">
                <a:latin typeface="Times New Roman"/>
                <a:cs typeface="Times New Roman"/>
              </a:rPr>
              <a:t>C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45" name="object 145" descr=""/>
          <p:cNvSpPr txBox="1"/>
          <p:nvPr/>
        </p:nvSpPr>
        <p:spPr>
          <a:xfrm>
            <a:off x="6195225" y="3512250"/>
            <a:ext cx="152400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-50">
                <a:latin typeface="Times New Roman"/>
                <a:cs typeface="Times New Roman"/>
              </a:rPr>
              <a:t>C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46" name="object 146" descr=""/>
          <p:cNvSpPr txBox="1"/>
          <p:nvPr/>
        </p:nvSpPr>
        <p:spPr>
          <a:xfrm>
            <a:off x="7242728" y="3512250"/>
            <a:ext cx="162560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-50">
                <a:latin typeface="Times New Roman"/>
                <a:cs typeface="Times New Roman"/>
              </a:rPr>
              <a:t>D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47" name="object 147" descr=""/>
          <p:cNvSpPr txBox="1"/>
          <p:nvPr/>
        </p:nvSpPr>
        <p:spPr>
          <a:xfrm>
            <a:off x="8348402" y="3502028"/>
            <a:ext cx="186055" cy="2908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750" spc="-50">
                <a:latin typeface="Times New Roman"/>
                <a:cs typeface="Times New Roman"/>
              </a:rPr>
              <a:t>D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48" name="object 148" descr=""/>
          <p:cNvSpPr txBox="1"/>
          <p:nvPr/>
        </p:nvSpPr>
        <p:spPr>
          <a:xfrm>
            <a:off x="5051960" y="3879377"/>
            <a:ext cx="162560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-50">
                <a:latin typeface="Times New Roman"/>
                <a:cs typeface="Times New Roman"/>
              </a:rPr>
              <a:t>G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49" name="object 149" descr=""/>
          <p:cNvSpPr txBox="1"/>
          <p:nvPr/>
        </p:nvSpPr>
        <p:spPr>
          <a:xfrm>
            <a:off x="5031589" y="4561494"/>
            <a:ext cx="162560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-50">
                <a:latin typeface="Times New Roman"/>
                <a:cs typeface="Times New Roman"/>
              </a:rPr>
              <a:t>O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50" name="object 150" descr=""/>
          <p:cNvSpPr txBox="1"/>
          <p:nvPr/>
        </p:nvSpPr>
        <p:spPr>
          <a:xfrm>
            <a:off x="6152384" y="4558964"/>
            <a:ext cx="162560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-50">
                <a:latin typeface="Times New Roman"/>
                <a:cs typeface="Times New Roman"/>
              </a:rPr>
              <a:t>O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51" name="object 151" descr=""/>
          <p:cNvSpPr txBox="1"/>
          <p:nvPr/>
        </p:nvSpPr>
        <p:spPr>
          <a:xfrm>
            <a:off x="7242728" y="4551372"/>
            <a:ext cx="130810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-50">
                <a:latin typeface="Times New Roman"/>
                <a:cs typeface="Times New Roman"/>
              </a:rPr>
              <a:t>P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52" name="object 152" descr=""/>
          <p:cNvSpPr txBox="1"/>
          <p:nvPr/>
        </p:nvSpPr>
        <p:spPr>
          <a:xfrm>
            <a:off x="5041880" y="4236884"/>
            <a:ext cx="162560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-50">
                <a:latin typeface="Times New Roman"/>
                <a:cs typeface="Times New Roman"/>
              </a:rPr>
              <a:t>K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53" name="object 153" descr=""/>
          <p:cNvSpPr txBox="1"/>
          <p:nvPr/>
        </p:nvSpPr>
        <p:spPr>
          <a:xfrm>
            <a:off x="6154904" y="4236884"/>
            <a:ext cx="162560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-50">
                <a:latin typeface="Times New Roman"/>
                <a:cs typeface="Times New Roman"/>
              </a:rPr>
              <a:t>K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54" name="object 154" descr=""/>
          <p:cNvSpPr txBox="1"/>
          <p:nvPr/>
        </p:nvSpPr>
        <p:spPr>
          <a:xfrm>
            <a:off x="7250498" y="4236884"/>
            <a:ext cx="141605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-50">
                <a:latin typeface="Times New Roman"/>
                <a:cs typeface="Times New Roman"/>
              </a:rPr>
              <a:t>L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55" name="object 155" descr=""/>
          <p:cNvSpPr txBox="1"/>
          <p:nvPr/>
        </p:nvSpPr>
        <p:spPr>
          <a:xfrm>
            <a:off x="8353442" y="4236884"/>
            <a:ext cx="141605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-50">
                <a:latin typeface="Times New Roman"/>
                <a:cs typeface="Times New Roman"/>
              </a:rPr>
              <a:t>L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56" name="object 156" descr=""/>
          <p:cNvSpPr txBox="1"/>
          <p:nvPr/>
        </p:nvSpPr>
        <p:spPr>
          <a:xfrm>
            <a:off x="6187455" y="3879377"/>
            <a:ext cx="162560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-50">
                <a:latin typeface="Times New Roman"/>
                <a:cs typeface="Times New Roman"/>
              </a:rPr>
              <a:t>G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57" name="object 157" descr=""/>
          <p:cNvSpPr txBox="1"/>
          <p:nvPr/>
        </p:nvSpPr>
        <p:spPr>
          <a:xfrm>
            <a:off x="7250498" y="3886968"/>
            <a:ext cx="162560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-50">
                <a:latin typeface="Times New Roman"/>
                <a:cs typeface="Times New Roman"/>
              </a:rPr>
              <a:t>H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58" name="object 158" descr=""/>
          <p:cNvSpPr txBox="1"/>
          <p:nvPr/>
        </p:nvSpPr>
        <p:spPr>
          <a:xfrm>
            <a:off x="8350922" y="3886968"/>
            <a:ext cx="162560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-50">
                <a:latin typeface="Times New Roman"/>
                <a:cs typeface="Times New Roman"/>
              </a:rPr>
              <a:t>H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59" name="object 159" descr=""/>
          <p:cNvSpPr/>
          <p:nvPr/>
        </p:nvSpPr>
        <p:spPr>
          <a:xfrm>
            <a:off x="5099731" y="2915635"/>
            <a:ext cx="3340100" cy="488315"/>
          </a:xfrm>
          <a:custGeom>
            <a:avLst/>
            <a:gdLst/>
            <a:ahLst/>
            <a:cxnLst/>
            <a:rect l="l" t="t" r="r" b="b"/>
            <a:pathLst>
              <a:path w="3340100" h="488314">
                <a:moveTo>
                  <a:pt x="0" y="0"/>
                </a:moveTo>
                <a:lnTo>
                  <a:pt x="0" y="470959"/>
                </a:lnTo>
              </a:path>
              <a:path w="3340100" h="488314">
                <a:moveTo>
                  <a:pt x="1128354" y="17566"/>
                </a:moveTo>
                <a:lnTo>
                  <a:pt x="1128354" y="488108"/>
                </a:lnTo>
              </a:path>
              <a:path w="3340100" h="488314">
                <a:moveTo>
                  <a:pt x="2234029" y="10038"/>
                </a:moveTo>
                <a:lnTo>
                  <a:pt x="2236549" y="478069"/>
                </a:lnTo>
              </a:path>
              <a:path w="3340100" h="488314">
                <a:moveTo>
                  <a:pt x="3339493" y="0"/>
                </a:moveTo>
                <a:lnTo>
                  <a:pt x="3339493" y="470959"/>
                </a:lnTo>
              </a:path>
            </a:pathLst>
          </a:custGeom>
          <a:ln w="2028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0" name="object 160" descr=""/>
          <p:cNvSpPr txBox="1"/>
          <p:nvPr/>
        </p:nvSpPr>
        <p:spPr>
          <a:xfrm>
            <a:off x="1068152" y="4906349"/>
            <a:ext cx="409575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-25">
                <a:solidFill>
                  <a:srgbClr val="000080"/>
                </a:solidFill>
                <a:latin typeface="宋体"/>
                <a:cs typeface="宋体"/>
              </a:rPr>
              <a:t>镜像</a:t>
            </a:r>
            <a:endParaRPr sz="1450">
              <a:latin typeface="宋体"/>
              <a:cs typeface="宋体"/>
            </a:endParaRPr>
          </a:p>
        </p:txBody>
      </p:sp>
      <p:sp>
        <p:nvSpPr>
          <p:cNvPr id="161" name="object 161" descr=""/>
          <p:cNvSpPr txBox="1"/>
          <p:nvPr/>
        </p:nvSpPr>
        <p:spPr>
          <a:xfrm>
            <a:off x="3241720" y="4906349"/>
            <a:ext cx="409575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-25">
                <a:solidFill>
                  <a:srgbClr val="000080"/>
                </a:solidFill>
                <a:latin typeface="宋体"/>
                <a:cs typeface="宋体"/>
              </a:rPr>
              <a:t>镜像</a:t>
            </a:r>
            <a:endParaRPr sz="1450">
              <a:latin typeface="宋体"/>
              <a:cs typeface="宋体"/>
            </a:endParaRPr>
          </a:p>
        </p:txBody>
      </p:sp>
      <p:sp>
        <p:nvSpPr>
          <p:cNvPr id="162" name="object 162" descr=""/>
          <p:cNvSpPr txBox="1"/>
          <p:nvPr/>
        </p:nvSpPr>
        <p:spPr>
          <a:xfrm>
            <a:off x="5496119" y="4906349"/>
            <a:ext cx="409575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-25">
                <a:solidFill>
                  <a:srgbClr val="000080"/>
                </a:solidFill>
                <a:latin typeface="宋体"/>
                <a:cs typeface="宋体"/>
              </a:rPr>
              <a:t>镜像</a:t>
            </a:r>
            <a:endParaRPr sz="1450">
              <a:latin typeface="宋体"/>
              <a:cs typeface="宋体"/>
            </a:endParaRPr>
          </a:p>
        </p:txBody>
      </p:sp>
      <p:sp>
        <p:nvSpPr>
          <p:cNvPr id="163" name="object 163" descr=""/>
          <p:cNvSpPr txBox="1"/>
          <p:nvPr/>
        </p:nvSpPr>
        <p:spPr>
          <a:xfrm>
            <a:off x="7666937" y="4906349"/>
            <a:ext cx="409575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-25">
                <a:solidFill>
                  <a:srgbClr val="000080"/>
                </a:solidFill>
                <a:latin typeface="宋体"/>
                <a:cs typeface="宋体"/>
              </a:rPr>
              <a:t>镜像</a:t>
            </a:r>
            <a:endParaRPr sz="1450">
              <a:latin typeface="宋体"/>
              <a:cs typeface="宋体"/>
            </a:endParaRPr>
          </a:p>
        </p:txBody>
      </p:sp>
      <p:sp>
        <p:nvSpPr>
          <p:cNvPr id="164" name="object 164" descr=""/>
          <p:cNvSpPr txBox="1"/>
          <p:nvPr/>
        </p:nvSpPr>
        <p:spPr>
          <a:xfrm>
            <a:off x="1141317" y="3944709"/>
            <a:ext cx="215265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-50">
                <a:latin typeface="宋体"/>
                <a:cs typeface="宋体"/>
              </a:rPr>
              <a:t>＝</a:t>
            </a:r>
            <a:endParaRPr sz="1450">
              <a:latin typeface="宋体"/>
              <a:cs typeface="宋体"/>
            </a:endParaRPr>
          </a:p>
        </p:txBody>
      </p:sp>
      <p:sp>
        <p:nvSpPr>
          <p:cNvPr id="165" name="object 165" descr=""/>
          <p:cNvSpPr txBox="1"/>
          <p:nvPr/>
        </p:nvSpPr>
        <p:spPr>
          <a:xfrm>
            <a:off x="3347982" y="3947239"/>
            <a:ext cx="215265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-50">
                <a:latin typeface="宋体"/>
                <a:cs typeface="宋体"/>
              </a:rPr>
              <a:t>＝</a:t>
            </a:r>
            <a:endParaRPr sz="1450">
              <a:latin typeface="宋体"/>
              <a:cs typeface="宋体"/>
            </a:endParaRPr>
          </a:p>
        </p:txBody>
      </p:sp>
      <p:sp>
        <p:nvSpPr>
          <p:cNvPr id="166" name="object 166" descr=""/>
          <p:cNvSpPr txBox="1"/>
          <p:nvPr/>
        </p:nvSpPr>
        <p:spPr>
          <a:xfrm>
            <a:off x="5556391" y="3944709"/>
            <a:ext cx="215265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-50">
                <a:latin typeface="宋体"/>
                <a:cs typeface="宋体"/>
              </a:rPr>
              <a:t>＝</a:t>
            </a:r>
            <a:endParaRPr sz="1450">
              <a:latin typeface="宋体"/>
              <a:cs typeface="宋体"/>
            </a:endParaRPr>
          </a:p>
        </p:txBody>
      </p:sp>
      <p:sp>
        <p:nvSpPr>
          <p:cNvPr id="167" name="object 167" descr=""/>
          <p:cNvSpPr txBox="1"/>
          <p:nvPr/>
        </p:nvSpPr>
        <p:spPr>
          <a:xfrm>
            <a:off x="7765639" y="3944709"/>
            <a:ext cx="215265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-50">
                <a:latin typeface="宋体"/>
                <a:cs typeface="宋体"/>
              </a:rPr>
              <a:t>＝</a:t>
            </a:r>
            <a:endParaRPr sz="1450">
              <a:latin typeface="宋体"/>
              <a:cs typeface="宋体"/>
            </a:endParaRPr>
          </a:p>
        </p:txBody>
      </p:sp>
      <p:sp>
        <p:nvSpPr>
          <p:cNvPr id="168" name="object 168" descr=""/>
          <p:cNvSpPr txBox="1"/>
          <p:nvPr/>
        </p:nvSpPr>
        <p:spPr>
          <a:xfrm>
            <a:off x="3936205" y="4553903"/>
            <a:ext cx="162560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-50">
                <a:latin typeface="Times New Roman"/>
                <a:cs typeface="Times New Roman"/>
              </a:rPr>
              <a:t>N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69" name="object 169" descr=""/>
          <p:cNvSpPr txBox="1"/>
          <p:nvPr/>
        </p:nvSpPr>
        <p:spPr>
          <a:xfrm>
            <a:off x="8366042" y="4553903"/>
            <a:ext cx="130810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-50">
                <a:latin typeface="Times New Roman"/>
                <a:cs typeface="Times New Roman"/>
              </a:rPr>
              <a:t>P</a:t>
            </a:r>
            <a:endParaRPr sz="1450">
              <a:latin typeface="Times New Roman"/>
              <a:cs typeface="Times New Roman"/>
            </a:endParaRPr>
          </a:p>
        </p:txBody>
      </p:sp>
      <p:grpSp>
        <p:nvGrpSpPr>
          <p:cNvPr id="170" name="object 170" descr=""/>
          <p:cNvGrpSpPr/>
          <p:nvPr/>
        </p:nvGrpSpPr>
        <p:grpSpPr>
          <a:xfrm>
            <a:off x="234191" y="3176209"/>
            <a:ext cx="8695055" cy="2540635"/>
            <a:chOff x="234191" y="3176209"/>
            <a:chExt cx="8695055" cy="2540635"/>
          </a:xfrm>
        </p:grpSpPr>
        <p:sp>
          <p:nvSpPr>
            <p:cNvPr id="171" name="object 171" descr=""/>
            <p:cNvSpPr/>
            <p:nvPr/>
          </p:nvSpPr>
          <p:spPr>
            <a:xfrm>
              <a:off x="235661" y="3177674"/>
              <a:ext cx="2047239" cy="2096770"/>
            </a:xfrm>
            <a:custGeom>
              <a:avLst/>
              <a:gdLst/>
              <a:ahLst/>
              <a:cxnLst/>
              <a:rect l="l" t="t" r="r" b="b"/>
              <a:pathLst>
                <a:path w="2047239" h="2096770">
                  <a:moveTo>
                    <a:pt x="2039927" y="10038"/>
                  </a:moveTo>
                  <a:lnTo>
                    <a:pt x="2032367" y="10038"/>
                  </a:lnTo>
                  <a:lnTo>
                    <a:pt x="2032367" y="72777"/>
                  </a:lnTo>
                  <a:lnTo>
                    <a:pt x="2047068" y="72777"/>
                  </a:lnTo>
                  <a:lnTo>
                    <a:pt x="2047068" y="15057"/>
                  </a:lnTo>
                  <a:lnTo>
                    <a:pt x="2039927" y="15057"/>
                  </a:lnTo>
                  <a:lnTo>
                    <a:pt x="2039927" y="10038"/>
                  </a:lnTo>
                  <a:close/>
                </a:path>
                <a:path w="2047239" h="2096770">
                  <a:moveTo>
                    <a:pt x="2039927" y="0"/>
                  </a:moveTo>
                  <a:lnTo>
                    <a:pt x="1976422" y="0"/>
                  </a:lnTo>
                  <a:lnTo>
                    <a:pt x="1976422" y="15057"/>
                  </a:lnTo>
                  <a:lnTo>
                    <a:pt x="2032367" y="15057"/>
                  </a:lnTo>
                  <a:lnTo>
                    <a:pt x="2032367" y="10038"/>
                  </a:lnTo>
                  <a:lnTo>
                    <a:pt x="2039927" y="10038"/>
                  </a:lnTo>
                  <a:lnTo>
                    <a:pt x="2039927" y="0"/>
                  </a:lnTo>
                  <a:close/>
                </a:path>
                <a:path w="2047239" h="2096770">
                  <a:moveTo>
                    <a:pt x="2047068" y="10038"/>
                  </a:moveTo>
                  <a:lnTo>
                    <a:pt x="2039927" y="10038"/>
                  </a:lnTo>
                  <a:lnTo>
                    <a:pt x="2039927" y="15057"/>
                  </a:lnTo>
                  <a:lnTo>
                    <a:pt x="2047068" y="15057"/>
                  </a:lnTo>
                  <a:lnTo>
                    <a:pt x="2047068" y="10038"/>
                  </a:lnTo>
                  <a:close/>
                </a:path>
                <a:path w="2047239" h="2096770">
                  <a:moveTo>
                    <a:pt x="1928646" y="0"/>
                  </a:moveTo>
                  <a:lnTo>
                    <a:pt x="1865645" y="0"/>
                  </a:lnTo>
                  <a:lnTo>
                    <a:pt x="1865645" y="15057"/>
                  </a:lnTo>
                  <a:lnTo>
                    <a:pt x="1928646" y="15057"/>
                  </a:lnTo>
                  <a:lnTo>
                    <a:pt x="1928646" y="0"/>
                  </a:lnTo>
                  <a:close/>
                </a:path>
                <a:path w="2047239" h="2096770">
                  <a:moveTo>
                    <a:pt x="1817386" y="0"/>
                  </a:moveTo>
                  <a:lnTo>
                    <a:pt x="1754384" y="0"/>
                  </a:lnTo>
                  <a:lnTo>
                    <a:pt x="1754384" y="15057"/>
                  </a:lnTo>
                  <a:lnTo>
                    <a:pt x="1817386" y="15057"/>
                  </a:lnTo>
                  <a:lnTo>
                    <a:pt x="1817386" y="0"/>
                  </a:lnTo>
                  <a:close/>
                </a:path>
                <a:path w="2047239" h="2096770">
                  <a:moveTo>
                    <a:pt x="1709170" y="0"/>
                  </a:moveTo>
                  <a:lnTo>
                    <a:pt x="1645665" y="0"/>
                  </a:lnTo>
                  <a:lnTo>
                    <a:pt x="1645665" y="15057"/>
                  </a:lnTo>
                  <a:lnTo>
                    <a:pt x="1709170" y="15057"/>
                  </a:lnTo>
                  <a:lnTo>
                    <a:pt x="1709170" y="0"/>
                  </a:lnTo>
                  <a:close/>
                </a:path>
                <a:path w="2047239" h="2096770">
                  <a:moveTo>
                    <a:pt x="1597889" y="0"/>
                  </a:moveTo>
                  <a:lnTo>
                    <a:pt x="1534887" y="0"/>
                  </a:lnTo>
                  <a:lnTo>
                    <a:pt x="1534887" y="15057"/>
                  </a:lnTo>
                  <a:lnTo>
                    <a:pt x="1597889" y="15057"/>
                  </a:lnTo>
                  <a:lnTo>
                    <a:pt x="1597889" y="0"/>
                  </a:lnTo>
                  <a:close/>
                </a:path>
                <a:path w="2047239" h="2096770">
                  <a:moveTo>
                    <a:pt x="1486628" y="0"/>
                  </a:moveTo>
                  <a:lnTo>
                    <a:pt x="1423627" y="0"/>
                  </a:lnTo>
                  <a:lnTo>
                    <a:pt x="1423627" y="15057"/>
                  </a:lnTo>
                  <a:lnTo>
                    <a:pt x="1486628" y="15057"/>
                  </a:lnTo>
                  <a:lnTo>
                    <a:pt x="1486628" y="0"/>
                  </a:lnTo>
                  <a:close/>
                </a:path>
                <a:path w="2047239" h="2096770">
                  <a:moveTo>
                    <a:pt x="1375872" y="0"/>
                  </a:moveTo>
                  <a:lnTo>
                    <a:pt x="1312871" y="0"/>
                  </a:lnTo>
                  <a:lnTo>
                    <a:pt x="1312871" y="15057"/>
                  </a:lnTo>
                  <a:lnTo>
                    <a:pt x="1375872" y="15057"/>
                  </a:lnTo>
                  <a:lnTo>
                    <a:pt x="1375872" y="0"/>
                  </a:lnTo>
                  <a:close/>
                </a:path>
                <a:path w="2047239" h="2096770">
                  <a:moveTo>
                    <a:pt x="1267132" y="0"/>
                  </a:moveTo>
                  <a:lnTo>
                    <a:pt x="1204130" y="0"/>
                  </a:lnTo>
                  <a:lnTo>
                    <a:pt x="1204130" y="15057"/>
                  </a:lnTo>
                  <a:lnTo>
                    <a:pt x="1267132" y="15057"/>
                  </a:lnTo>
                  <a:lnTo>
                    <a:pt x="1267132" y="0"/>
                  </a:lnTo>
                  <a:close/>
                </a:path>
                <a:path w="2047239" h="2096770">
                  <a:moveTo>
                    <a:pt x="1156375" y="0"/>
                  </a:moveTo>
                  <a:lnTo>
                    <a:pt x="1092870" y="0"/>
                  </a:lnTo>
                  <a:lnTo>
                    <a:pt x="1092870" y="15057"/>
                  </a:lnTo>
                  <a:lnTo>
                    <a:pt x="1156375" y="15057"/>
                  </a:lnTo>
                  <a:lnTo>
                    <a:pt x="1156375" y="0"/>
                  </a:lnTo>
                  <a:close/>
                </a:path>
                <a:path w="2047239" h="2096770">
                  <a:moveTo>
                    <a:pt x="1045115" y="0"/>
                  </a:moveTo>
                  <a:lnTo>
                    <a:pt x="982113" y="0"/>
                  </a:lnTo>
                  <a:lnTo>
                    <a:pt x="982113" y="15057"/>
                  </a:lnTo>
                  <a:lnTo>
                    <a:pt x="1045115" y="15057"/>
                  </a:lnTo>
                  <a:lnTo>
                    <a:pt x="1045115" y="0"/>
                  </a:lnTo>
                  <a:close/>
                </a:path>
                <a:path w="2047239" h="2096770">
                  <a:moveTo>
                    <a:pt x="933833" y="0"/>
                  </a:moveTo>
                  <a:lnTo>
                    <a:pt x="870832" y="0"/>
                  </a:lnTo>
                  <a:lnTo>
                    <a:pt x="870832" y="15057"/>
                  </a:lnTo>
                  <a:lnTo>
                    <a:pt x="933833" y="15057"/>
                  </a:lnTo>
                  <a:lnTo>
                    <a:pt x="933833" y="0"/>
                  </a:lnTo>
                  <a:close/>
                </a:path>
                <a:path w="2047239" h="2096770">
                  <a:moveTo>
                    <a:pt x="825618" y="0"/>
                  </a:moveTo>
                  <a:lnTo>
                    <a:pt x="762112" y="0"/>
                  </a:lnTo>
                  <a:lnTo>
                    <a:pt x="762112" y="15057"/>
                  </a:lnTo>
                  <a:lnTo>
                    <a:pt x="825618" y="15057"/>
                  </a:lnTo>
                  <a:lnTo>
                    <a:pt x="825618" y="0"/>
                  </a:lnTo>
                  <a:close/>
                </a:path>
                <a:path w="2047239" h="2096770">
                  <a:moveTo>
                    <a:pt x="714357" y="0"/>
                  </a:moveTo>
                  <a:lnTo>
                    <a:pt x="651356" y="0"/>
                  </a:lnTo>
                  <a:lnTo>
                    <a:pt x="651356" y="15057"/>
                  </a:lnTo>
                  <a:lnTo>
                    <a:pt x="714357" y="15057"/>
                  </a:lnTo>
                  <a:lnTo>
                    <a:pt x="714357" y="0"/>
                  </a:lnTo>
                  <a:close/>
                </a:path>
                <a:path w="2047239" h="2096770">
                  <a:moveTo>
                    <a:pt x="603076" y="0"/>
                  </a:moveTo>
                  <a:lnTo>
                    <a:pt x="540075" y="0"/>
                  </a:lnTo>
                  <a:lnTo>
                    <a:pt x="540075" y="15057"/>
                  </a:lnTo>
                  <a:lnTo>
                    <a:pt x="603076" y="15057"/>
                  </a:lnTo>
                  <a:lnTo>
                    <a:pt x="603076" y="0"/>
                  </a:lnTo>
                  <a:close/>
                </a:path>
                <a:path w="2047239" h="2096770">
                  <a:moveTo>
                    <a:pt x="492320" y="0"/>
                  </a:moveTo>
                  <a:lnTo>
                    <a:pt x="429318" y="0"/>
                  </a:lnTo>
                  <a:lnTo>
                    <a:pt x="429318" y="15057"/>
                  </a:lnTo>
                  <a:lnTo>
                    <a:pt x="492320" y="15057"/>
                  </a:lnTo>
                  <a:lnTo>
                    <a:pt x="492320" y="0"/>
                  </a:lnTo>
                  <a:close/>
                </a:path>
                <a:path w="2047239" h="2096770">
                  <a:moveTo>
                    <a:pt x="383600" y="0"/>
                  </a:moveTo>
                  <a:lnTo>
                    <a:pt x="320599" y="0"/>
                  </a:lnTo>
                  <a:lnTo>
                    <a:pt x="320599" y="15057"/>
                  </a:lnTo>
                  <a:lnTo>
                    <a:pt x="383600" y="15057"/>
                  </a:lnTo>
                  <a:lnTo>
                    <a:pt x="383600" y="0"/>
                  </a:lnTo>
                  <a:close/>
                </a:path>
                <a:path w="2047239" h="2096770">
                  <a:moveTo>
                    <a:pt x="272844" y="0"/>
                  </a:moveTo>
                  <a:lnTo>
                    <a:pt x="209317" y="0"/>
                  </a:lnTo>
                  <a:lnTo>
                    <a:pt x="209317" y="15057"/>
                  </a:lnTo>
                  <a:lnTo>
                    <a:pt x="272844" y="15057"/>
                  </a:lnTo>
                  <a:lnTo>
                    <a:pt x="272844" y="0"/>
                  </a:lnTo>
                  <a:close/>
                </a:path>
                <a:path w="2047239" h="2096770">
                  <a:moveTo>
                    <a:pt x="161562" y="0"/>
                  </a:moveTo>
                  <a:lnTo>
                    <a:pt x="98567" y="0"/>
                  </a:lnTo>
                  <a:lnTo>
                    <a:pt x="98567" y="15057"/>
                  </a:lnTo>
                  <a:lnTo>
                    <a:pt x="161562" y="15057"/>
                  </a:lnTo>
                  <a:lnTo>
                    <a:pt x="161562" y="0"/>
                  </a:lnTo>
                  <a:close/>
                </a:path>
                <a:path w="2047239" h="2096770">
                  <a:moveTo>
                    <a:pt x="50300" y="0"/>
                  </a:moveTo>
                  <a:lnTo>
                    <a:pt x="0" y="0"/>
                  </a:lnTo>
                  <a:lnTo>
                    <a:pt x="0" y="25304"/>
                  </a:lnTo>
                  <a:lnTo>
                    <a:pt x="15242" y="25304"/>
                  </a:lnTo>
                  <a:lnTo>
                    <a:pt x="15242" y="15057"/>
                  </a:lnTo>
                  <a:lnTo>
                    <a:pt x="7621" y="15057"/>
                  </a:lnTo>
                  <a:lnTo>
                    <a:pt x="15242" y="7528"/>
                  </a:lnTo>
                  <a:lnTo>
                    <a:pt x="50300" y="7528"/>
                  </a:lnTo>
                  <a:lnTo>
                    <a:pt x="50300" y="0"/>
                  </a:lnTo>
                  <a:close/>
                </a:path>
                <a:path w="2047239" h="2096770">
                  <a:moveTo>
                    <a:pt x="15242" y="7528"/>
                  </a:moveTo>
                  <a:lnTo>
                    <a:pt x="7621" y="15057"/>
                  </a:lnTo>
                  <a:lnTo>
                    <a:pt x="15242" y="15057"/>
                  </a:lnTo>
                  <a:lnTo>
                    <a:pt x="15242" y="7528"/>
                  </a:lnTo>
                  <a:close/>
                </a:path>
                <a:path w="2047239" h="2096770">
                  <a:moveTo>
                    <a:pt x="50300" y="7528"/>
                  </a:moveTo>
                  <a:lnTo>
                    <a:pt x="15242" y="7528"/>
                  </a:lnTo>
                  <a:lnTo>
                    <a:pt x="15242" y="15057"/>
                  </a:lnTo>
                  <a:lnTo>
                    <a:pt x="50300" y="15057"/>
                  </a:lnTo>
                  <a:lnTo>
                    <a:pt x="50300" y="7528"/>
                  </a:lnTo>
                  <a:close/>
                </a:path>
                <a:path w="2047239" h="2096770">
                  <a:moveTo>
                    <a:pt x="15242" y="72777"/>
                  </a:moveTo>
                  <a:lnTo>
                    <a:pt x="0" y="72777"/>
                  </a:lnTo>
                  <a:lnTo>
                    <a:pt x="0" y="136143"/>
                  </a:lnTo>
                  <a:lnTo>
                    <a:pt x="15242" y="136143"/>
                  </a:lnTo>
                  <a:lnTo>
                    <a:pt x="15242" y="72777"/>
                  </a:lnTo>
                  <a:close/>
                </a:path>
                <a:path w="2047239" h="2096770">
                  <a:moveTo>
                    <a:pt x="15242" y="183824"/>
                  </a:moveTo>
                  <a:lnTo>
                    <a:pt x="0" y="183824"/>
                  </a:lnTo>
                  <a:lnTo>
                    <a:pt x="0" y="246563"/>
                  </a:lnTo>
                  <a:lnTo>
                    <a:pt x="15242" y="246563"/>
                  </a:lnTo>
                  <a:lnTo>
                    <a:pt x="15242" y="183824"/>
                  </a:lnTo>
                  <a:close/>
                </a:path>
                <a:path w="2047239" h="2096770">
                  <a:moveTo>
                    <a:pt x="15242" y="292153"/>
                  </a:moveTo>
                  <a:lnTo>
                    <a:pt x="0" y="292153"/>
                  </a:lnTo>
                  <a:lnTo>
                    <a:pt x="0" y="354892"/>
                  </a:lnTo>
                  <a:lnTo>
                    <a:pt x="15242" y="354892"/>
                  </a:lnTo>
                  <a:lnTo>
                    <a:pt x="15242" y="292153"/>
                  </a:lnTo>
                  <a:close/>
                </a:path>
                <a:path w="2047239" h="2096770">
                  <a:moveTo>
                    <a:pt x="15242" y="402574"/>
                  </a:moveTo>
                  <a:lnTo>
                    <a:pt x="0" y="402574"/>
                  </a:lnTo>
                  <a:lnTo>
                    <a:pt x="0" y="465313"/>
                  </a:lnTo>
                  <a:lnTo>
                    <a:pt x="15242" y="465313"/>
                  </a:lnTo>
                  <a:lnTo>
                    <a:pt x="15242" y="402574"/>
                  </a:lnTo>
                  <a:close/>
                </a:path>
                <a:path w="2047239" h="2096770">
                  <a:moveTo>
                    <a:pt x="15242" y="513412"/>
                  </a:moveTo>
                  <a:lnTo>
                    <a:pt x="0" y="513412"/>
                  </a:lnTo>
                  <a:lnTo>
                    <a:pt x="0" y="576151"/>
                  </a:lnTo>
                  <a:lnTo>
                    <a:pt x="15242" y="576151"/>
                  </a:lnTo>
                  <a:lnTo>
                    <a:pt x="15242" y="513412"/>
                  </a:lnTo>
                  <a:close/>
                </a:path>
                <a:path w="2047239" h="2096770">
                  <a:moveTo>
                    <a:pt x="15242" y="624251"/>
                  </a:moveTo>
                  <a:lnTo>
                    <a:pt x="0" y="624251"/>
                  </a:lnTo>
                  <a:lnTo>
                    <a:pt x="0" y="687199"/>
                  </a:lnTo>
                  <a:lnTo>
                    <a:pt x="15242" y="687199"/>
                  </a:lnTo>
                  <a:lnTo>
                    <a:pt x="15242" y="624251"/>
                  </a:lnTo>
                  <a:close/>
                </a:path>
                <a:path w="2047239" h="2096770">
                  <a:moveTo>
                    <a:pt x="15242" y="732162"/>
                  </a:moveTo>
                  <a:lnTo>
                    <a:pt x="0" y="732162"/>
                  </a:lnTo>
                  <a:lnTo>
                    <a:pt x="0" y="795110"/>
                  </a:lnTo>
                  <a:lnTo>
                    <a:pt x="15242" y="795110"/>
                  </a:lnTo>
                  <a:lnTo>
                    <a:pt x="15242" y="732162"/>
                  </a:lnTo>
                  <a:close/>
                </a:path>
                <a:path w="2047239" h="2096770">
                  <a:moveTo>
                    <a:pt x="15242" y="843105"/>
                  </a:moveTo>
                  <a:lnTo>
                    <a:pt x="0" y="843105"/>
                  </a:lnTo>
                  <a:lnTo>
                    <a:pt x="0" y="905907"/>
                  </a:lnTo>
                  <a:lnTo>
                    <a:pt x="15242" y="905907"/>
                  </a:lnTo>
                  <a:lnTo>
                    <a:pt x="15242" y="843105"/>
                  </a:lnTo>
                  <a:close/>
                </a:path>
                <a:path w="2047239" h="2096770">
                  <a:moveTo>
                    <a:pt x="15242" y="954006"/>
                  </a:moveTo>
                  <a:lnTo>
                    <a:pt x="0" y="954006"/>
                  </a:lnTo>
                  <a:lnTo>
                    <a:pt x="0" y="1016808"/>
                  </a:lnTo>
                  <a:lnTo>
                    <a:pt x="15242" y="1016808"/>
                  </a:lnTo>
                  <a:lnTo>
                    <a:pt x="15242" y="954006"/>
                  </a:lnTo>
                  <a:close/>
                </a:path>
                <a:path w="2047239" h="2096770">
                  <a:moveTo>
                    <a:pt x="15242" y="1064406"/>
                  </a:moveTo>
                  <a:lnTo>
                    <a:pt x="0" y="1064406"/>
                  </a:lnTo>
                  <a:lnTo>
                    <a:pt x="0" y="1127207"/>
                  </a:lnTo>
                  <a:lnTo>
                    <a:pt x="15242" y="1127207"/>
                  </a:lnTo>
                  <a:lnTo>
                    <a:pt x="15242" y="1064406"/>
                  </a:lnTo>
                  <a:close/>
                </a:path>
                <a:path w="2047239" h="2096770">
                  <a:moveTo>
                    <a:pt x="15242" y="1172777"/>
                  </a:moveTo>
                  <a:lnTo>
                    <a:pt x="0" y="1172777"/>
                  </a:lnTo>
                  <a:lnTo>
                    <a:pt x="0" y="1235578"/>
                  </a:lnTo>
                  <a:lnTo>
                    <a:pt x="15242" y="1235578"/>
                  </a:lnTo>
                  <a:lnTo>
                    <a:pt x="15242" y="1172777"/>
                  </a:lnTo>
                  <a:close/>
                </a:path>
                <a:path w="2047239" h="2096770">
                  <a:moveTo>
                    <a:pt x="15242" y="1283678"/>
                  </a:moveTo>
                  <a:lnTo>
                    <a:pt x="0" y="1283678"/>
                  </a:lnTo>
                  <a:lnTo>
                    <a:pt x="0" y="1346480"/>
                  </a:lnTo>
                  <a:lnTo>
                    <a:pt x="15242" y="1346480"/>
                  </a:lnTo>
                  <a:lnTo>
                    <a:pt x="15242" y="1283678"/>
                  </a:lnTo>
                  <a:close/>
                </a:path>
                <a:path w="2047239" h="2096770">
                  <a:moveTo>
                    <a:pt x="15242" y="1394078"/>
                  </a:moveTo>
                  <a:lnTo>
                    <a:pt x="0" y="1394078"/>
                  </a:lnTo>
                  <a:lnTo>
                    <a:pt x="0" y="1456879"/>
                  </a:lnTo>
                  <a:lnTo>
                    <a:pt x="15242" y="1456879"/>
                  </a:lnTo>
                  <a:lnTo>
                    <a:pt x="15242" y="1394078"/>
                  </a:lnTo>
                  <a:close/>
                </a:path>
                <a:path w="2047239" h="2096770">
                  <a:moveTo>
                    <a:pt x="15242" y="1504979"/>
                  </a:moveTo>
                  <a:lnTo>
                    <a:pt x="0" y="1504979"/>
                  </a:lnTo>
                  <a:lnTo>
                    <a:pt x="0" y="1567781"/>
                  </a:lnTo>
                  <a:lnTo>
                    <a:pt x="15242" y="1567781"/>
                  </a:lnTo>
                  <a:lnTo>
                    <a:pt x="15242" y="1504979"/>
                  </a:lnTo>
                  <a:close/>
                </a:path>
                <a:path w="2047239" h="2096770">
                  <a:moveTo>
                    <a:pt x="15242" y="1613350"/>
                  </a:moveTo>
                  <a:lnTo>
                    <a:pt x="0" y="1613350"/>
                  </a:lnTo>
                  <a:lnTo>
                    <a:pt x="0" y="1676151"/>
                  </a:lnTo>
                  <a:lnTo>
                    <a:pt x="15242" y="1676151"/>
                  </a:lnTo>
                  <a:lnTo>
                    <a:pt x="15242" y="1613350"/>
                  </a:lnTo>
                  <a:close/>
                </a:path>
                <a:path w="2047239" h="2096770">
                  <a:moveTo>
                    <a:pt x="15242" y="1723749"/>
                  </a:moveTo>
                  <a:lnTo>
                    <a:pt x="0" y="1723749"/>
                  </a:lnTo>
                  <a:lnTo>
                    <a:pt x="0" y="1786530"/>
                  </a:lnTo>
                  <a:lnTo>
                    <a:pt x="15242" y="1786530"/>
                  </a:lnTo>
                  <a:lnTo>
                    <a:pt x="15242" y="1723749"/>
                  </a:lnTo>
                  <a:close/>
                </a:path>
                <a:path w="2047239" h="2096770">
                  <a:moveTo>
                    <a:pt x="15242" y="1834651"/>
                  </a:moveTo>
                  <a:lnTo>
                    <a:pt x="0" y="1834651"/>
                  </a:lnTo>
                  <a:lnTo>
                    <a:pt x="0" y="1897431"/>
                  </a:lnTo>
                  <a:lnTo>
                    <a:pt x="15242" y="1897431"/>
                  </a:lnTo>
                  <a:lnTo>
                    <a:pt x="15242" y="1834651"/>
                  </a:lnTo>
                  <a:close/>
                </a:path>
                <a:path w="2047239" h="2096770">
                  <a:moveTo>
                    <a:pt x="15242" y="1945050"/>
                  </a:moveTo>
                  <a:lnTo>
                    <a:pt x="0" y="1945050"/>
                  </a:lnTo>
                  <a:lnTo>
                    <a:pt x="0" y="2008333"/>
                  </a:lnTo>
                  <a:lnTo>
                    <a:pt x="15242" y="2008333"/>
                  </a:lnTo>
                  <a:lnTo>
                    <a:pt x="15242" y="1945050"/>
                  </a:lnTo>
                  <a:close/>
                </a:path>
                <a:path w="2047239" h="2096770">
                  <a:moveTo>
                    <a:pt x="15242" y="2053421"/>
                  </a:moveTo>
                  <a:lnTo>
                    <a:pt x="0" y="2053421"/>
                  </a:lnTo>
                  <a:lnTo>
                    <a:pt x="0" y="2096460"/>
                  </a:lnTo>
                  <a:lnTo>
                    <a:pt x="38107" y="2096460"/>
                  </a:lnTo>
                  <a:lnTo>
                    <a:pt x="38107" y="2086338"/>
                  </a:lnTo>
                  <a:lnTo>
                    <a:pt x="15242" y="2086338"/>
                  </a:lnTo>
                  <a:lnTo>
                    <a:pt x="7621" y="2078726"/>
                  </a:lnTo>
                  <a:lnTo>
                    <a:pt x="15242" y="2078726"/>
                  </a:lnTo>
                  <a:lnTo>
                    <a:pt x="15242" y="2053421"/>
                  </a:lnTo>
                  <a:close/>
                </a:path>
                <a:path w="2047239" h="2096770">
                  <a:moveTo>
                    <a:pt x="15242" y="2078726"/>
                  </a:moveTo>
                  <a:lnTo>
                    <a:pt x="7621" y="2078726"/>
                  </a:lnTo>
                  <a:lnTo>
                    <a:pt x="15242" y="2086338"/>
                  </a:lnTo>
                  <a:lnTo>
                    <a:pt x="15242" y="2078726"/>
                  </a:lnTo>
                  <a:close/>
                </a:path>
                <a:path w="2047239" h="2096770">
                  <a:moveTo>
                    <a:pt x="38107" y="2078726"/>
                  </a:moveTo>
                  <a:lnTo>
                    <a:pt x="15242" y="2078726"/>
                  </a:lnTo>
                  <a:lnTo>
                    <a:pt x="15242" y="2086338"/>
                  </a:lnTo>
                  <a:lnTo>
                    <a:pt x="38107" y="2086338"/>
                  </a:lnTo>
                  <a:lnTo>
                    <a:pt x="38107" y="2078726"/>
                  </a:lnTo>
                  <a:close/>
                </a:path>
                <a:path w="2047239" h="2096770">
                  <a:moveTo>
                    <a:pt x="148857" y="2078726"/>
                  </a:moveTo>
                  <a:lnTo>
                    <a:pt x="85866" y="2078726"/>
                  </a:lnTo>
                  <a:lnTo>
                    <a:pt x="85866" y="2096460"/>
                  </a:lnTo>
                  <a:lnTo>
                    <a:pt x="148857" y="2096460"/>
                  </a:lnTo>
                  <a:lnTo>
                    <a:pt x="148857" y="2078726"/>
                  </a:lnTo>
                  <a:close/>
                </a:path>
                <a:path w="2047239" h="2096770">
                  <a:moveTo>
                    <a:pt x="257597" y="2078726"/>
                  </a:moveTo>
                  <a:lnTo>
                    <a:pt x="194596" y="2078726"/>
                  </a:lnTo>
                  <a:lnTo>
                    <a:pt x="194596" y="2096460"/>
                  </a:lnTo>
                  <a:lnTo>
                    <a:pt x="257597" y="2096460"/>
                  </a:lnTo>
                  <a:lnTo>
                    <a:pt x="257597" y="2078726"/>
                  </a:lnTo>
                  <a:close/>
                </a:path>
                <a:path w="2047239" h="2096770">
                  <a:moveTo>
                    <a:pt x="368354" y="2078726"/>
                  </a:moveTo>
                  <a:lnTo>
                    <a:pt x="305352" y="2078726"/>
                  </a:lnTo>
                  <a:lnTo>
                    <a:pt x="305352" y="2096460"/>
                  </a:lnTo>
                  <a:lnTo>
                    <a:pt x="368354" y="2096460"/>
                  </a:lnTo>
                  <a:lnTo>
                    <a:pt x="368354" y="2078726"/>
                  </a:lnTo>
                  <a:close/>
                </a:path>
                <a:path w="2047239" h="2096770">
                  <a:moveTo>
                    <a:pt x="479614" y="2078726"/>
                  </a:moveTo>
                  <a:lnTo>
                    <a:pt x="416613" y="2078726"/>
                  </a:lnTo>
                  <a:lnTo>
                    <a:pt x="416613" y="2096460"/>
                  </a:lnTo>
                  <a:lnTo>
                    <a:pt x="479614" y="2096460"/>
                  </a:lnTo>
                  <a:lnTo>
                    <a:pt x="479614" y="2078726"/>
                  </a:lnTo>
                  <a:close/>
                </a:path>
                <a:path w="2047239" h="2096770">
                  <a:moveTo>
                    <a:pt x="590896" y="2078726"/>
                  </a:moveTo>
                  <a:lnTo>
                    <a:pt x="527390" y="2078726"/>
                  </a:lnTo>
                  <a:lnTo>
                    <a:pt x="527390" y="2096460"/>
                  </a:lnTo>
                  <a:lnTo>
                    <a:pt x="590896" y="2096460"/>
                  </a:lnTo>
                  <a:lnTo>
                    <a:pt x="590896" y="2078726"/>
                  </a:lnTo>
                  <a:close/>
                </a:path>
                <a:path w="2047239" h="2096770">
                  <a:moveTo>
                    <a:pt x="699111" y="2078726"/>
                  </a:moveTo>
                  <a:lnTo>
                    <a:pt x="636110" y="2078726"/>
                  </a:lnTo>
                  <a:lnTo>
                    <a:pt x="636110" y="2096460"/>
                  </a:lnTo>
                  <a:lnTo>
                    <a:pt x="699111" y="2096460"/>
                  </a:lnTo>
                  <a:lnTo>
                    <a:pt x="699111" y="2078726"/>
                  </a:lnTo>
                  <a:close/>
                </a:path>
                <a:path w="2047239" h="2096770">
                  <a:moveTo>
                    <a:pt x="810372" y="2078726"/>
                  </a:moveTo>
                  <a:lnTo>
                    <a:pt x="747370" y="2078726"/>
                  </a:lnTo>
                  <a:lnTo>
                    <a:pt x="747370" y="2096460"/>
                  </a:lnTo>
                  <a:lnTo>
                    <a:pt x="810372" y="2096460"/>
                  </a:lnTo>
                  <a:lnTo>
                    <a:pt x="810372" y="2078726"/>
                  </a:lnTo>
                  <a:close/>
                </a:path>
                <a:path w="2047239" h="2096770">
                  <a:moveTo>
                    <a:pt x="921149" y="2078726"/>
                  </a:moveTo>
                  <a:lnTo>
                    <a:pt x="858148" y="2078726"/>
                  </a:lnTo>
                  <a:lnTo>
                    <a:pt x="858148" y="2096460"/>
                  </a:lnTo>
                  <a:lnTo>
                    <a:pt x="921149" y="2096460"/>
                  </a:lnTo>
                  <a:lnTo>
                    <a:pt x="921149" y="2078726"/>
                  </a:lnTo>
                  <a:close/>
                </a:path>
                <a:path w="2047239" h="2096770">
                  <a:moveTo>
                    <a:pt x="1032409" y="2078726"/>
                  </a:moveTo>
                  <a:lnTo>
                    <a:pt x="969408" y="2078726"/>
                  </a:lnTo>
                  <a:lnTo>
                    <a:pt x="969408" y="2096460"/>
                  </a:lnTo>
                  <a:lnTo>
                    <a:pt x="1032409" y="2096460"/>
                  </a:lnTo>
                  <a:lnTo>
                    <a:pt x="1032409" y="2078726"/>
                  </a:lnTo>
                  <a:close/>
                </a:path>
                <a:path w="2047239" h="2096770">
                  <a:moveTo>
                    <a:pt x="1141129" y="2078726"/>
                  </a:moveTo>
                  <a:lnTo>
                    <a:pt x="1078127" y="2078726"/>
                  </a:lnTo>
                  <a:lnTo>
                    <a:pt x="1078127" y="2096460"/>
                  </a:lnTo>
                  <a:lnTo>
                    <a:pt x="1141129" y="2096460"/>
                  </a:lnTo>
                  <a:lnTo>
                    <a:pt x="1141129" y="2078726"/>
                  </a:lnTo>
                  <a:close/>
                </a:path>
                <a:path w="2047239" h="2096770">
                  <a:moveTo>
                    <a:pt x="1251906" y="2078726"/>
                  </a:moveTo>
                  <a:lnTo>
                    <a:pt x="1188905" y="2078726"/>
                  </a:lnTo>
                  <a:lnTo>
                    <a:pt x="1188905" y="2096460"/>
                  </a:lnTo>
                  <a:lnTo>
                    <a:pt x="1251906" y="2096460"/>
                  </a:lnTo>
                  <a:lnTo>
                    <a:pt x="1251906" y="2078726"/>
                  </a:lnTo>
                  <a:close/>
                </a:path>
                <a:path w="2047239" h="2096770">
                  <a:moveTo>
                    <a:pt x="1363167" y="2078726"/>
                  </a:moveTo>
                  <a:lnTo>
                    <a:pt x="1300165" y="2078726"/>
                  </a:lnTo>
                  <a:lnTo>
                    <a:pt x="1300165" y="2096460"/>
                  </a:lnTo>
                  <a:lnTo>
                    <a:pt x="1363167" y="2096460"/>
                  </a:lnTo>
                  <a:lnTo>
                    <a:pt x="1363167" y="2078726"/>
                  </a:lnTo>
                  <a:close/>
                </a:path>
                <a:path w="2047239" h="2096770">
                  <a:moveTo>
                    <a:pt x="1474427" y="2078726"/>
                  </a:moveTo>
                  <a:lnTo>
                    <a:pt x="1410922" y="2078726"/>
                  </a:lnTo>
                  <a:lnTo>
                    <a:pt x="1410922" y="2096460"/>
                  </a:lnTo>
                  <a:lnTo>
                    <a:pt x="1474427" y="2096460"/>
                  </a:lnTo>
                  <a:lnTo>
                    <a:pt x="1474427" y="2078726"/>
                  </a:lnTo>
                  <a:close/>
                </a:path>
                <a:path w="2047239" h="2096770">
                  <a:moveTo>
                    <a:pt x="1582663" y="2078726"/>
                  </a:moveTo>
                  <a:lnTo>
                    <a:pt x="1519662" y="2078726"/>
                  </a:lnTo>
                  <a:lnTo>
                    <a:pt x="1519662" y="2096460"/>
                  </a:lnTo>
                  <a:lnTo>
                    <a:pt x="1582663" y="2096460"/>
                  </a:lnTo>
                  <a:lnTo>
                    <a:pt x="1582663" y="2078726"/>
                  </a:lnTo>
                  <a:close/>
                </a:path>
                <a:path w="2047239" h="2096770">
                  <a:moveTo>
                    <a:pt x="1693924" y="2078726"/>
                  </a:moveTo>
                  <a:lnTo>
                    <a:pt x="1630923" y="2078726"/>
                  </a:lnTo>
                  <a:lnTo>
                    <a:pt x="1630923" y="2096460"/>
                  </a:lnTo>
                  <a:lnTo>
                    <a:pt x="1693924" y="2096460"/>
                  </a:lnTo>
                  <a:lnTo>
                    <a:pt x="1693924" y="2078726"/>
                  </a:lnTo>
                  <a:close/>
                </a:path>
                <a:path w="2047239" h="2096770">
                  <a:moveTo>
                    <a:pt x="1804680" y="2078726"/>
                  </a:moveTo>
                  <a:lnTo>
                    <a:pt x="1741679" y="2078726"/>
                  </a:lnTo>
                  <a:lnTo>
                    <a:pt x="1741679" y="2096460"/>
                  </a:lnTo>
                  <a:lnTo>
                    <a:pt x="1804680" y="2096460"/>
                  </a:lnTo>
                  <a:lnTo>
                    <a:pt x="1804680" y="2078726"/>
                  </a:lnTo>
                  <a:close/>
                </a:path>
                <a:path w="2047239" h="2096770">
                  <a:moveTo>
                    <a:pt x="1915962" y="2078726"/>
                  </a:moveTo>
                  <a:lnTo>
                    <a:pt x="1852960" y="2078726"/>
                  </a:lnTo>
                  <a:lnTo>
                    <a:pt x="1852960" y="2096460"/>
                  </a:lnTo>
                  <a:lnTo>
                    <a:pt x="1915962" y="2096460"/>
                  </a:lnTo>
                  <a:lnTo>
                    <a:pt x="1915962" y="2078726"/>
                  </a:lnTo>
                  <a:close/>
                </a:path>
                <a:path w="2047239" h="2096770">
                  <a:moveTo>
                    <a:pt x="2024597" y="2078726"/>
                  </a:moveTo>
                  <a:lnTo>
                    <a:pt x="1961680" y="2078726"/>
                  </a:lnTo>
                  <a:lnTo>
                    <a:pt x="1961680" y="2096460"/>
                  </a:lnTo>
                  <a:lnTo>
                    <a:pt x="2024597" y="2096460"/>
                  </a:lnTo>
                  <a:lnTo>
                    <a:pt x="2024597" y="2078726"/>
                  </a:lnTo>
                  <a:close/>
                </a:path>
                <a:path w="2047239" h="2096770">
                  <a:moveTo>
                    <a:pt x="2047068" y="1990619"/>
                  </a:moveTo>
                  <a:lnTo>
                    <a:pt x="2032367" y="1990619"/>
                  </a:lnTo>
                  <a:lnTo>
                    <a:pt x="2032367" y="2053421"/>
                  </a:lnTo>
                  <a:lnTo>
                    <a:pt x="2047068" y="2053421"/>
                  </a:lnTo>
                  <a:lnTo>
                    <a:pt x="2047068" y="1990619"/>
                  </a:lnTo>
                  <a:close/>
                </a:path>
                <a:path w="2047239" h="2096770">
                  <a:moveTo>
                    <a:pt x="2047068" y="1879718"/>
                  </a:moveTo>
                  <a:lnTo>
                    <a:pt x="2032367" y="1879718"/>
                  </a:lnTo>
                  <a:lnTo>
                    <a:pt x="2032367" y="1942520"/>
                  </a:lnTo>
                  <a:lnTo>
                    <a:pt x="2047068" y="1942520"/>
                  </a:lnTo>
                  <a:lnTo>
                    <a:pt x="2047068" y="1879718"/>
                  </a:lnTo>
                  <a:close/>
                </a:path>
                <a:path w="2047239" h="2096770">
                  <a:moveTo>
                    <a:pt x="2047068" y="1771849"/>
                  </a:moveTo>
                  <a:lnTo>
                    <a:pt x="2032367" y="1771849"/>
                  </a:lnTo>
                  <a:lnTo>
                    <a:pt x="2032367" y="1834651"/>
                  </a:lnTo>
                  <a:lnTo>
                    <a:pt x="2047068" y="1834651"/>
                  </a:lnTo>
                  <a:lnTo>
                    <a:pt x="2047068" y="1771849"/>
                  </a:lnTo>
                  <a:close/>
                </a:path>
                <a:path w="2047239" h="2096770">
                  <a:moveTo>
                    <a:pt x="2047068" y="1660948"/>
                  </a:moveTo>
                  <a:lnTo>
                    <a:pt x="2032367" y="1660948"/>
                  </a:lnTo>
                  <a:lnTo>
                    <a:pt x="2032367" y="1723749"/>
                  </a:lnTo>
                  <a:lnTo>
                    <a:pt x="2047068" y="1723749"/>
                  </a:lnTo>
                  <a:lnTo>
                    <a:pt x="2047068" y="1660948"/>
                  </a:lnTo>
                  <a:close/>
                </a:path>
                <a:path w="2047239" h="2096770">
                  <a:moveTo>
                    <a:pt x="2047068" y="1550046"/>
                  </a:moveTo>
                  <a:lnTo>
                    <a:pt x="2032367" y="1550046"/>
                  </a:lnTo>
                  <a:lnTo>
                    <a:pt x="2032367" y="1613350"/>
                  </a:lnTo>
                  <a:lnTo>
                    <a:pt x="2047068" y="1613350"/>
                  </a:lnTo>
                  <a:lnTo>
                    <a:pt x="2047068" y="1550046"/>
                  </a:lnTo>
                  <a:close/>
                </a:path>
                <a:path w="2047239" h="2096770">
                  <a:moveTo>
                    <a:pt x="2047068" y="1439647"/>
                  </a:moveTo>
                  <a:lnTo>
                    <a:pt x="2032367" y="1439647"/>
                  </a:lnTo>
                  <a:lnTo>
                    <a:pt x="2032367" y="1502448"/>
                  </a:lnTo>
                  <a:lnTo>
                    <a:pt x="2047068" y="1502448"/>
                  </a:lnTo>
                  <a:lnTo>
                    <a:pt x="2047068" y="1439647"/>
                  </a:lnTo>
                  <a:close/>
                </a:path>
                <a:path w="2047239" h="2096770">
                  <a:moveTo>
                    <a:pt x="2047068" y="1331276"/>
                  </a:moveTo>
                  <a:lnTo>
                    <a:pt x="2032367" y="1331276"/>
                  </a:lnTo>
                  <a:lnTo>
                    <a:pt x="2032367" y="1394078"/>
                  </a:lnTo>
                  <a:lnTo>
                    <a:pt x="2047068" y="1394078"/>
                  </a:lnTo>
                  <a:lnTo>
                    <a:pt x="2047068" y="1331276"/>
                  </a:lnTo>
                  <a:close/>
                </a:path>
                <a:path w="2047239" h="2096770">
                  <a:moveTo>
                    <a:pt x="2047068" y="1220375"/>
                  </a:moveTo>
                  <a:lnTo>
                    <a:pt x="2032367" y="1220375"/>
                  </a:lnTo>
                  <a:lnTo>
                    <a:pt x="2032367" y="1283678"/>
                  </a:lnTo>
                  <a:lnTo>
                    <a:pt x="2047068" y="1283678"/>
                  </a:lnTo>
                  <a:lnTo>
                    <a:pt x="2047068" y="1220375"/>
                  </a:lnTo>
                  <a:close/>
                </a:path>
                <a:path w="2047239" h="2096770">
                  <a:moveTo>
                    <a:pt x="2047068" y="1109996"/>
                  </a:moveTo>
                  <a:lnTo>
                    <a:pt x="2032367" y="1109996"/>
                  </a:lnTo>
                  <a:lnTo>
                    <a:pt x="2032367" y="1172777"/>
                  </a:lnTo>
                  <a:lnTo>
                    <a:pt x="2047068" y="1172777"/>
                  </a:lnTo>
                  <a:lnTo>
                    <a:pt x="2047068" y="1109996"/>
                  </a:lnTo>
                  <a:close/>
                </a:path>
                <a:path w="2047239" h="2096770">
                  <a:moveTo>
                    <a:pt x="2047068" y="999095"/>
                  </a:moveTo>
                  <a:lnTo>
                    <a:pt x="2032367" y="999095"/>
                  </a:lnTo>
                  <a:lnTo>
                    <a:pt x="2032367" y="1061875"/>
                  </a:lnTo>
                  <a:lnTo>
                    <a:pt x="2047068" y="1061875"/>
                  </a:lnTo>
                  <a:lnTo>
                    <a:pt x="2047068" y="999095"/>
                  </a:lnTo>
                  <a:close/>
                </a:path>
                <a:path w="2047239" h="2096770">
                  <a:moveTo>
                    <a:pt x="2047068" y="890724"/>
                  </a:moveTo>
                  <a:lnTo>
                    <a:pt x="2032367" y="890724"/>
                  </a:lnTo>
                  <a:lnTo>
                    <a:pt x="2032367" y="954006"/>
                  </a:lnTo>
                  <a:lnTo>
                    <a:pt x="2047068" y="954006"/>
                  </a:lnTo>
                  <a:lnTo>
                    <a:pt x="2047068" y="890724"/>
                  </a:lnTo>
                  <a:close/>
                </a:path>
                <a:path w="2047239" h="2096770">
                  <a:moveTo>
                    <a:pt x="2047068" y="780262"/>
                  </a:moveTo>
                  <a:lnTo>
                    <a:pt x="2032367" y="780262"/>
                  </a:lnTo>
                  <a:lnTo>
                    <a:pt x="2032367" y="843105"/>
                  </a:lnTo>
                  <a:lnTo>
                    <a:pt x="2047068" y="843105"/>
                  </a:lnTo>
                  <a:lnTo>
                    <a:pt x="2047068" y="780262"/>
                  </a:lnTo>
                  <a:close/>
                </a:path>
                <a:path w="2047239" h="2096770">
                  <a:moveTo>
                    <a:pt x="2047068" y="669423"/>
                  </a:moveTo>
                  <a:lnTo>
                    <a:pt x="2032367" y="669423"/>
                  </a:lnTo>
                  <a:lnTo>
                    <a:pt x="2032367" y="732162"/>
                  </a:lnTo>
                  <a:lnTo>
                    <a:pt x="2047068" y="732162"/>
                  </a:lnTo>
                  <a:lnTo>
                    <a:pt x="2047068" y="669423"/>
                  </a:lnTo>
                  <a:close/>
                </a:path>
                <a:path w="2047239" h="2096770">
                  <a:moveTo>
                    <a:pt x="2047068" y="558584"/>
                  </a:moveTo>
                  <a:lnTo>
                    <a:pt x="2032367" y="558584"/>
                  </a:lnTo>
                  <a:lnTo>
                    <a:pt x="2032367" y="621741"/>
                  </a:lnTo>
                  <a:lnTo>
                    <a:pt x="2047068" y="621741"/>
                  </a:lnTo>
                  <a:lnTo>
                    <a:pt x="2047068" y="558584"/>
                  </a:lnTo>
                  <a:close/>
                </a:path>
                <a:path w="2047239" h="2096770">
                  <a:moveTo>
                    <a:pt x="2047068" y="450674"/>
                  </a:moveTo>
                  <a:lnTo>
                    <a:pt x="2032367" y="450674"/>
                  </a:lnTo>
                  <a:lnTo>
                    <a:pt x="2032367" y="513412"/>
                  </a:lnTo>
                  <a:lnTo>
                    <a:pt x="2047068" y="513412"/>
                  </a:lnTo>
                  <a:lnTo>
                    <a:pt x="2047068" y="450674"/>
                  </a:lnTo>
                  <a:close/>
                </a:path>
                <a:path w="2047239" h="2096770">
                  <a:moveTo>
                    <a:pt x="2047068" y="339835"/>
                  </a:moveTo>
                  <a:lnTo>
                    <a:pt x="2032367" y="339835"/>
                  </a:lnTo>
                  <a:lnTo>
                    <a:pt x="2032367" y="402574"/>
                  </a:lnTo>
                  <a:lnTo>
                    <a:pt x="2047068" y="402574"/>
                  </a:lnTo>
                  <a:lnTo>
                    <a:pt x="2047068" y="339835"/>
                  </a:lnTo>
                  <a:close/>
                </a:path>
                <a:path w="2047239" h="2096770">
                  <a:moveTo>
                    <a:pt x="2047068" y="228787"/>
                  </a:moveTo>
                  <a:lnTo>
                    <a:pt x="2032367" y="228787"/>
                  </a:lnTo>
                  <a:lnTo>
                    <a:pt x="2032367" y="292153"/>
                  </a:lnTo>
                  <a:lnTo>
                    <a:pt x="2047068" y="292153"/>
                  </a:lnTo>
                  <a:lnTo>
                    <a:pt x="2047068" y="228787"/>
                  </a:lnTo>
                  <a:close/>
                </a:path>
                <a:path w="2047239" h="2096770">
                  <a:moveTo>
                    <a:pt x="2047068" y="118367"/>
                  </a:moveTo>
                  <a:lnTo>
                    <a:pt x="2032367" y="118367"/>
                  </a:lnTo>
                  <a:lnTo>
                    <a:pt x="2032367" y="181315"/>
                  </a:lnTo>
                  <a:lnTo>
                    <a:pt x="2047068" y="181315"/>
                  </a:lnTo>
                  <a:lnTo>
                    <a:pt x="2047068" y="118367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 descr=""/>
            <p:cNvSpPr/>
            <p:nvPr/>
          </p:nvSpPr>
          <p:spPr>
            <a:xfrm>
              <a:off x="332764" y="3185202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 h="0">
                  <a:moveTo>
                    <a:pt x="0" y="0"/>
                  </a:moveTo>
                  <a:lnTo>
                    <a:pt x="1944288" y="0"/>
                  </a:lnTo>
                </a:path>
              </a:pathLst>
            </a:custGeom>
            <a:ln w="17985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 descr=""/>
            <p:cNvSpPr/>
            <p:nvPr/>
          </p:nvSpPr>
          <p:spPr>
            <a:xfrm>
              <a:off x="235661" y="3177674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50300" y="15057"/>
                  </a:moveTo>
                  <a:lnTo>
                    <a:pt x="7621" y="15057"/>
                  </a:lnTo>
                  <a:lnTo>
                    <a:pt x="15242" y="7528"/>
                  </a:lnTo>
                  <a:lnTo>
                    <a:pt x="15242" y="25304"/>
                  </a:lnTo>
                  <a:lnTo>
                    <a:pt x="0" y="25304"/>
                  </a:lnTo>
                  <a:lnTo>
                    <a:pt x="0" y="0"/>
                  </a:lnTo>
                  <a:lnTo>
                    <a:pt x="50300" y="0"/>
                  </a:lnTo>
                  <a:lnTo>
                    <a:pt x="50300" y="15057"/>
                  </a:lnTo>
                  <a:close/>
                </a:path>
              </a:pathLst>
            </a:custGeom>
            <a:ln w="31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 descr=""/>
            <p:cNvSpPr/>
            <p:nvPr/>
          </p:nvSpPr>
          <p:spPr>
            <a:xfrm>
              <a:off x="243282" y="3248981"/>
              <a:ext cx="0" cy="1938655"/>
            </a:xfrm>
            <a:custGeom>
              <a:avLst/>
              <a:gdLst/>
              <a:ahLst/>
              <a:cxnLst/>
              <a:rect l="l" t="t" r="r" b="b"/>
              <a:pathLst>
                <a:path w="0" h="1938654">
                  <a:moveTo>
                    <a:pt x="0" y="0"/>
                  </a:moveTo>
                  <a:lnTo>
                    <a:pt x="0" y="1938495"/>
                  </a:lnTo>
                </a:path>
              </a:pathLst>
            </a:custGeom>
            <a:ln w="18181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 descr=""/>
            <p:cNvSpPr/>
            <p:nvPr/>
          </p:nvSpPr>
          <p:spPr>
            <a:xfrm>
              <a:off x="235661" y="5231095"/>
              <a:ext cx="2025014" cy="43180"/>
            </a:xfrm>
            <a:custGeom>
              <a:avLst/>
              <a:gdLst/>
              <a:ahLst/>
              <a:cxnLst/>
              <a:rect l="l" t="t" r="r" b="b"/>
              <a:pathLst>
                <a:path w="2025014" h="43179">
                  <a:moveTo>
                    <a:pt x="15242" y="0"/>
                  </a:moveTo>
                  <a:lnTo>
                    <a:pt x="15242" y="32916"/>
                  </a:lnTo>
                  <a:lnTo>
                    <a:pt x="7621" y="25304"/>
                  </a:lnTo>
                  <a:lnTo>
                    <a:pt x="38107" y="25304"/>
                  </a:lnTo>
                  <a:lnTo>
                    <a:pt x="38107" y="43038"/>
                  </a:lnTo>
                  <a:lnTo>
                    <a:pt x="0" y="43038"/>
                  </a:lnTo>
                  <a:lnTo>
                    <a:pt x="0" y="0"/>
                  </a:lnTo>
                  <a:lnTo>
                    <a:pt x="15242" y="0"/>
                  </a:lnTo>
                  <a:close/>
                </a:path>
                <a:path w="2025014" h="43179">
                  <a:moveTo>
                    <a:pt x="85866" y="25304"/>
                  </a:moveTo>
                  <a:lnTo>
                    <a:pt x="148857" y="25304"/>
                  </a:lnTo>
                  <a:lnTo>
                    <a:pt x="148857" y="43038"/>
                  </a:lnTo>
                  <a:lnTo>
                    <a:pt x="85866" y="43038"/>
                  </a:lnTo>
                  <a:lnTo>
                    <a:pt x="85866" y="25304"/>
                  </a:lnTo>
                  <a:close/>
                </a:path>
                <a:path w="2025014" h="43179">
                  <a:moveTo>
                    <a:pt x="194596" y="25304"/>
                  </a:moveTo>
                  <a:lnTo>
                    <a:pt x="257597" y="25304"/>
                  </a:lnTo>
                  <a:lnTo>
                    <a:pt x="257597" y="43038"/>
                  </a:lnTo>
                  <a:lnTo>
                    <a:pt x="194596" y="43038"/>
                  </a:lnTo>
                  <a:lnTo>
                    <a:pt x="194596" y="25304"/>
                  </a:lnTo>
                  <a:close/>
                </a:path>
                <a:path w="2025014" h="43179">
                  <a:moveTo>
                    <a:pt x="305353" y="25304"/>
                  </a:moveTo>
                  <a:lnTo>
                    <a:pt x="368354" y="25304"/>
                  </a:lnTo>
                  <a:lnTo>
                    <a:pt x="368354" y="43038"/>
                  </a:lnTo>
                  <a:lnTo>
                    <a:pt x="305353" y="43038"/>
                  </a:lnTo>
                  <a:lnTo>
                    <a:pt x="305353" y="25304"/>
                  </a:lnTo>
                  <a:close/>
                </a:path>
                <a:path w="2025014" h="43179">
                  <a:moveTo>
                    <a:pt x="416613" y="25304"/>
                  </a:moveTo>
                  <a:lnTo>
                    <a:pt x="479614" y="25304"/>
                  </a:lnTo>
                  <a:lnTo>
                    <a:pt x="479614" y="43038"/>
                  </a:lnTo>
                  <a:lnTo>
                    <a:pt x="416613" y="43038"/>
                  </a:lnTo>
                  <a:lnTo>
                    <a:pt x="416613" y="25304"/>
                  </a:lnTo>
                  <a:close/>
                </a:path>
                <a:path w="2025014" h="43179">
                  <a:moveTo>
                    <a:pt x="527390" y="25304"/>
                  </a:moveTo>
                  <a:lnTo>
                    <a:pt x="590896" y="25304"/>
                  </a:lnTo>
                  <a:lnTo>
                    <a:pt x="590896" y="43038"/>
                  </a:lnTo>
                  <a:lnTo>
                    <a:pt x="527390" y="43038"/>
                  </a:lnTo>
                  <a:lnTo>
                    <a:pt x="527390" y="25304"/>
                  </a:lnTo>
                  <a:close/>
                </a:path>
                <a:path w="2025014" h="43179">
                  <a:moveTo>
                    <a:pt x="636110" y="25304"/>
                  </a:moveTo>
                  <a:lnTo>
                    <a:pt x="699111" y="25304"/>
                  </a:lnTo>
                  <a:lnTo>
                    <a:pt x="699111" y="43038"/>
                  </a:lnTo>
                  <a:lnTo>
                    <a:pt x="636110" y="43038"/>
                  </a:lnTo>
                  <a:lnTo>
                    <a:pt x="636110" y="25304"/>
                  </a:lnTo>
                  <a:close/>
                </a:path>
                <a:path w="2025014" h="43179">
                  <a:moveTo>
                    <a:pt x="747370" y="25304"/>
                  </a:moveTo>
                  <a:lnTo>
                    <a:pt x="810372" y="25304"/>
                  </a:lnTo>
                  <a:lnTo>
                    <a:pt x="810372" y="43038"/>
                  </a:lnTo>
                  <a:lnTo>
                    <a:pt x="747370" y="43038"/>
                  </a:lnTo>
                  <a:lnTo>
                    <a:pt x="747370" y="25304"/>
                  </a:lnTo>
                  <a:close/>
                </a:path>
                <a:path w="2025014" h="43179">
                  <a:moveTo>
                    <a:pt x="858148" y="25304"/>
                  </a:moveTo>
                  <a:lnTo>
                    <a:pt x="921149" y="25304"/>
                  </a:lnTo>
                  <a:lnTo>
                    <a:pt x="921149" y="43038"/>
                  </a:lnTo>
                  <a:lnTo>
                    <a:pt x="858148" y="43038"/>
                  </a:lnTo>
                  <a:lnTo>
                    <a:pt x="858148" y="25304"/>
                  </a:lnTo>
                  <a:close/>
                </a:path>
                <a:path w="2025014" h="43179">
                  <a:moveTo>
                    <a:pt x="969408" y="25304"/>
                  </a:moveTo>
                  <a:lnTo>
                    <a:pt x="1032409" y="25304"/>
                  </a:lnTo>
                  <a:lnTo>
                    <a:pt x="1032409" y="43038"/>
                  </a:lnTo>
                  <a:lnTo>
                    <a:pt x="969408" y="43038"/>
                  </a:lnTo>
                  <a:lnTo>
                    <a:pt x="969408" y="25304"/>
                  </a:lnTo>
                  <a:close/>
                </a:path>
                <a:path w="2025014" h="43179">
                  <a:moveTo>
                    <a:pt x="1078127" y="25304"/>
                  </a:moveTo>
                  <a:lnTo>
                    <a:pt x="1141129" y="25304"/>
                  </a:lnTo>
                  <a:lnTo>
                    <a:pt x="1141129" y="43038"/>
                  </a:lnTo>
                  <a:lnTo>
                    <a:pt x="1078127" y="43038"/>
                  </a:lnTo>
                  <a:lnTo>
                    <a:pt x="1078127" y="25304"/>
                  </a:lnTo>
                  <a:close/>
                </a:path>
                <a:path w="2025014" h="43179">
                  <a:moveTo>
                    <a:pt x="1188905" y="25304"/>
                  </a:moveTo>
                  <a:lnTo>
                    <a:pt x="1251906" y="25304"/>
                  </a:lnTo>
                  <a:lnTo>
                    <a:pt x="1251906" y="43038"/>
                  </a:lnTo>
                  <a:lnTo>
                    <a:pt x="1188905" y="43038"/>
                  </a:lnTo>
                  <a:lnTo>
                    <a:pt x="1188905" y="25304"/>
                  </a:lnTo>
                  <a:close/>
                </a:path>
                <a:path w="2025014" h="43179">
                  <a:moveTo>
                    <a:pt x="1300165" y="25304"/>
                  </a:moveTo>
                  <a:lnTo>
                    <a:pt x="1363167" y="25304"/>
                  </a:lnTo>
                  <a:lnTo>
                    <a:pt x="1363167" y="43038"/>
                  </a:lnTo>
                  <a:lnTo>
                    <a:pt x="1300165" y="43038"/>
                  </a:lnTo>
                  <a:lnTo>
                    <a:pt x="1300165" y="25304"/>
                  </a:lnTo>
                  <a:close/>
                </a:path>
                <a:path w="2025014" h="43179">
                  <a:moveTo>
                    <a:pt x="1410922" y="25304"/>
                  </a:moveTo>
                  <a:lnTo>
                    <a:pt x="1474427" y="25304"/>
                  </a:lnTo>
                  <a:lnTo>
                    <a:pt x="1474427" y="43038"/>
                  </a:lnTo>
                  <a:lnTo>
                    <a:pt x="1410922" y="43038"/>
                  </a:lnTo>
                  <a:lnTo>
                    <a:pt x="1410922" y="25304"/>
                  </a:lnTo>
                  <a:close/>
                </a:path>
                <a:path w="2025014" h="43179">
                  <a:moveTo>
                    <a:pt x="1519662" y="25304"/>
                  </a:moveTo>
                  <a:lnTo>
                    <a:pt x="1582664" y="25304"/>
                  </a:lnTo>
                  <a:lnTo>
                    <a:pt x="1582664" y="43038"/>
                  </a:lnTo>
                  <a:lnTo>
                    <a:pt x="1519662" y="43038"/>
                  </a:lnTo>
                  <a:lnTo>
                    <a:pt x="1519662" y="25304"/>
                  </a:lnTo>
                  <a:close/>
                </a:path>
                <a:path w="2025014" h="43179">
                  <a:moveTo>
                    <a:pt x="1630923" y="25304"/>
                  </a:moveTo>
                  <a:lnTo>
                    <a:pt x="1693924" y="25304"/>
                  </a:lnTo>
                  <a:lnTo>
                    <a:pt x="1693924" y="43038"/>
                  </a:lnTo>
                  <a:lnTo>
                    <a:pt x="1630923" y="43038"/>
                  </a:lnTo>
                  <a:lnTo>
                    <a:pt x="1630923" y="25304"/>
                  </a:lnTo>
                  <a:close/>
                </a:path>
                <a:path w="2025014" h="43179">
                  <a:moveTo>
                    <a:pt x="1741679" y="25304"/>
                  </a:moveTo>
                  <a:lnTo>
                    <a:pt x="1804680" y="25304"/>
                  </a:lnTo>
                  <a:lnTo>
                    <a:pt x="1804680" y="43038"/>
                  </a:lnTo>
                  <a:lnTo>
                    <a:pt x="1741679" y="43038"/>
                  </a:lnTo>
                  <a:lnTo>
                    <a:pt x="1741679" y="25304"/>
                  </a:lnTo>
                  <a:close/>
                </a:path>
                <a:path w="2025014" h="43179">
                  <a:moveTo>
                    <a:pt x="1852960" y="25304"/>
                  </a:moveTo>
                  <a:lnTo>
                    <a:pt x="1915962" y="25304"/>
                  </a:lnTo>
                  <a:lnTo>
                    <a:pt x="1915962" y="43038"/>
                  </a:lnTo>
                  <a:lnTo>
                    <a:pt x="1852960" y="43038"/>
                  </a:lnTo>
                  <a:lnTo>
                    <a:pt x="1852960" y="25304"/>
                  </a:lnTo>
                  <a:close/>
                </a:path>
                <a:path w="2025014" h="43179">
                  <a:moveTo>
                    <a:pt x="1961680" y="25304"/>
                  </a:moveTo>
                  <a:lnTo>
                    <a:pt x="2024597" y="25304"/>
                  </a:lnTo>
                  <a:lnTo>
                    <a:pt x="2024597" y="43038"/>
                  </a:lnTo>
                  <a:lnTo>
                    <a:pt x="1961680" y="43038"/>
                  </a:lnTo>
                  <a:lnTo>
                    <a:pt x="1961680" y="25304"/>
                  </a:lnTo>
                  <a:close/>
                </a:path>
              </a:pathLst>
            </a:custGeom>
            <a:ln w="31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6" name="object 176" descr=""/>
            <p:cNvSpPr/>
            <p:nvPr/>
          </p:nvSpPr>
          <p:spPr>
            <a:xfrm>
              <a:off x="2275379" y="3186242"/>
              <a:ext cx="0" cy="2046605"/>
            </a:xfrm>
            <a:custGeom>
              <a:avLst/>
              <a:gdLst/>
              <a:ahLst/>
              <a:cxnLst/>
              <a:rect l="l" t="t" r="r" b="b"/>
              <a:pathLst>
                <a:path w="0" h="2046604">
                  <a:moveTo>
                    <a:pt x="0" y="0"/>
                  </a:moveTo>
                  <a:lnTo>
                    <a:pt x="0" y="2046322"/>
                  </a:lnTo>
                </a:path>
              </a:pathLst>
            </a:custGeom>
            <a:ln w="17639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 descr=""/>
            <p:cNvSpPr/>
            <p:nvPr/>
          </p:nvSpPr>
          <p:spPr>
            <a:xfrm>
              <a:off x="2444222" y="3177674"/>
              <a:ext cx="2047875" cy="2096770"/>
            </a:xfrm>
            <a:custGeom>
              <a:avLst/>
              <a:gdLst/>
              <a:ahLst/>
              <a:cxnLst/>
              <a:rect l="l" t="t" r="r" b="b"/>
              <a:pathLst>
                <a:path w="2047875" h="2096770">
                  <a:moveTo>
                    <a:pt x="2039984" y="10038"/>
                  </a:moveTo>
                  <a:lnTo>
                    <a:pt x="2032424" y="10038"/>
                  </a:lnTo>
                  <a:lnTo>
                    <a:pt x="2032424" y="72777"/>
                  </a:lnTo>
                  <a:lnTo>
                    <a:pt x="2047544" y="72777"/>
                  </a:lnTo>
                  <a:lnTo>
                    <a:pt x="2047544" y="15057"/>
                  </a:lnTo>
                  <a:lnTo>
                    <a:pt x="2039984" y="15057"/>
                  </a:lnTo>
                  <a:lnTo>
                    <a:pt x="2039984" y="10038"/>
                  </a:lnTo>
                  <a:close/>
                </a:path>
                <a:path w="2047875" h="2096770">
                  <a:moveTo>
                    <a:pt x="2039984" y="0"/>
                  </a:moveTo>
                  <a:lnTo>
                    <a:pt x="1976983" y="0"/>
                  </a:lnTo>
                  <a:lnTo>
                    <a:pt x="1976983" y="15057"/>
                  </a:lnTo>
                  <a:lnTo>
                    <a:pt x="2032424" y="15057"/>
                  </a:lnTo>
                  <a:lnTo>
                    <a:pt x="2032424" y="10038"/>
                  </a:lnTo>
                  <a:lnTo>
                    <a:pt x="2039984" y="10038"/>
                  </a:lnTo>
                  <a:lnTo>
                    <a:pt x="2039984" y="0"/>
                  </a:lnTo>
                  <a:close/>
                </a:path>
                <a:path w="2047875" h="2096770">
                  <a:moveTo>
                    <a:pt x="2047544" y="10038"/>
                  </a:moveTo>
                  <a:lnTo>
                    <a:pt x="2039984" y="10038"/>
                  </a:lnTo>
                  <a:lnTo>
                    <a:pt x="2039984" y="15057"/>
                  </a:lnTo>
                  <a:lnTo>
                    <a:pt x="2047544" y="15057"/>
                  </a:lnTo>
                  <a:lnTo>
                    <a:pt x="2047544" y="10038"/>
                  </a:lnTo>
                  <a:close/>
                </a:path>
                <a:path w="2047875" h="2096770">
                  <a:moveTo>
                    <a:pt x="1928682" y="0"/>
                  </a:moveTo>
                  <a:lnTo>
                    <a:pt x="1865680" y="0"/>
                  </a:lnTo>
                  <a:lnTo>
                    <a:pt x="1865680" y="15057"/>
                  </a:lnTo>
                  <a:lnTo>
                    <a:pt x="1928682" y="15057"/>
                  </a:lnTo>
                  <a:lnTo>
                    <a:pt x="1928682" y="0"/>
                  </a:lnTo>
                  <a:close/>
                </a:path>
                <a:path w="2047875" h="2096770">
                  <a:moveTo>
                    <a:pt x="1818009" y="0"/>
                  </a:moveTo>
                  <a:lnTo>
                    <a:pt x="1755008" y="0"/>
                  </a:lnTo>
                  <a:lnTo>
                    <a:pt x="1755008" y="15057"/>
                  </a:lnTo>
                  <a:lnTo>
                    <a:pt x="1818009" y="15057"/>
                  </a:lnTo>
                  <a:lnTo>
                    <a:pt x="1818009" y="0"/>
                  </a:lnTo>
                  <a:close/>
                </a:path>
                <a:path w="2047875" h="2096770">
                  <a:moveTo>
                    <a:pt x="1709227" y="0"/>
                  </a:moveTo>
                  <a:lnTo>
                    <a:pt x="1646226" y="0"/>
                  </a:lnTo>
                  <a:lnTo>
                    <a:pt x="1646226" y="15057"/>
                  </a:lnTo>
                  <a:lnTo>
                    <a:pt x="1709227" y="15057"/>
                  </a:lnTo>
                  <a:lnTo>
                    <a:pt x="1709227" y="0"/>
                  </a:lnTo>
                  <a:close/>
                </a:path>
                <a:path w="2047875" h="2096770">
                  <a:moveTo>
                    <a:pt x="1597924" y="0"/>
                  </a:moveTo>
                  <a:lnTo>
                    <a:pt x="1534923" y="0"/>
                  </a:lnTo>
                  <a:lnTo>
                    <a:pt x="1534923" y="15057"/>
                  </a:lnTo>
                  <a:lnTo>
                    <a:pt x="1597924" y="15057"/>
                  </a:lnTo>
                  <a:lnTo>
                    <a:pt x="1597924" y="0"/>
                  </a:lnTo>
                  <a:close/>
                </a:path>
                <a:path w="2047875" h="2096770">
                  <a:moveTo>
                    <a:pt x="1487252" y="0"/>
                  </a:moveTo>
                  <a:lnTo>
                    <a:pt x="1424251" y="0"/>
                  </a:lnTo>
                  <a:lnTo>
                    <a:pt x="1424251" y="15057"/>
                  </a:lnTo>
                  <a:lnTo>
                    <a:pt x="1487252" y="15057"/>
                  </a:lnTo>
                  <a:lnTo>
                    <a:pt x="1487252" y="0"/>
                  </a:lnTo>
                  <a:close/>
                </a:path>
                <a:path w="2047875" h="2096770">
                  <a:moveTo>
                    <a:pt x="1375950" y="0"/>
                  </a:moveTo>
                  <a:lnTo>
                    <a:pt x="1312948" y="0"/>
                  </a:lnTo>
                  <a:lnTo>
                    <a:pt x="1312948" y="15057"/>
                  </a:lnTo>
                  <a:lnTo>
                    <a:pt x="1375950" y="15057"/>
                  </a:lnTo>
                  <a:lnTo>
                    <a:pt x="1375950" y="0"/>
                  </a:lnTo>
                  <a:close/>
                </a:path>
                <a:path w="2047875" h="2096770">
                  <a:moveTo>
                    <a:pt x="1267797" y="0"/>
                  </a:moveTo>
                  <a:lnTo>
                    <a:pt x="1204166" y="0"/>
                  </a:lnTo>
                  <a:lnTo>
                    <a:pt x="1204166" y="15057"/>
                  </a:lnTo>
                  <a:lnTo>
                    <a:pt x="1267797" y="15057"/>
                  </a:lnTo>
                  <a:lnTo>
                    <a:pt x="1267797" y="0"/>
                  </a:lnTo>
                  <a:close/>
                </a:path>
                <a:path w="2047875" h="2096770">
                  <a:moveTo>
                    <a:pt x="1156495" y="0"/>
                  </a:moveTo>
                  <a:lnTo>
                    <a:pt x="1093493" y="0"/>
                  </a:lnTo>
                  <a:lnTo>
                    <a:pt x="1093493" y="15057"/>
                  </a:lnTo>
                  <a:lnTo>
                    <a:pt x="1156495" y="15057"/>
                  </a:lnTo>
                  <a:lnTo>
                    <a:pt x="1156495" y="0"/>
                  </a:lnTo>
                  <a:close/>
                </a:path>
                <a:path w="2047875" h="2096770">
                  <a:moveTo>
                    <a:pt x="1045192" y="0"/>
                  </a:moveTo>
                  <a:lnTo>
                    <a:pt x="982191" y="0"/>
                  </a:lnTo>
                  <a:lnTo>
                    <a:pt x="982191" y="15057"/>
                  </a:lnTo>
                  <a:lnTo>
                    <a:pt x="1045192" y="15057"/>
                  </a:lnTo>
                  <a:lnTo>
                    <a:pt x="1045192" y="0"/>
                  </a:lnTo>
                  <a:close/>
                </a:path>
                <a:path w="2047875" h="2096770">
                  <a:moveTo>
                    <a:pt x="934310" y="0"/>
                  </a:moveTo>
                  <a:lnTo>
                    <a:pt x="871309" y="0"/>
                  </a:lnTo>
                  <a:lnTo>
                    <a:pt x="871309" y="15057"/>
                  </a:lnTo>
                  <a:lnTo>
                    <a:pt x="934310" y="15057"/>
                  </a:lnTo>
                  <a:lnTo>
                    <a:pt x="934310" y="0"/>
                  </a:lnTo>
                  <a:close/>
                </a:path>
                <a:path w="2047875" h="2096770">
                  <a:moveTo>
                    <a:pt x="825738" y="0"/>
                  </a:moveTo>
                  <a:lnTo>
                    <a:pt x="762736" y="0"/>
                  </a:lnTo>
                  <a:lnTo>
                    <a:pt x="762736" y="15057"/>
                  </a:lnTo>
                  <a:lnTo>
                    <a:pt x="825738" y="15057"/>
                  </a:lnTo>
                  <a:lnTo>
                    <a:pt x="825738" y="0"/>
                  </a:lnTo>
                  <a:close/>
                </a:path>
                <a:path w="2047875" h="2096770">
                  <a:moveTo>
                    <a:pt x="714855" y="0"/>
                  </a:moveTo>
                  <a:lnTo>
                    <a:pt x="651434" y="0"/>
                  </a:lnTo>
                  <a:lnTo>
                    <a:pt x="651434" y="15057"/>
                  </a:lnTo>
                  <a:lnTo>
                    <a:pt x="714855" y="15057"/>
                  </a:lnTo>
                  <a:lnTo>
                    <a:pt x="714855" y="0"/>
                  </a:lnTo>
                  <a:close/>
                </a:path>
                <a:path w="2047875" h="2096770">
                  <a:moveTo>
                    <a:pt x="603553" y="0"/>
                  </a:moveTo>
                  <a:lnTo>
                    <a:pt x="540551" y="0"/>
                  </a:lnTo>
                  <a:lnTo>
                    <a:pt x="540551" y="15057"/>
                  </a:lnTo>
                  <a:lnTo>
                    <a:pt x="603553" y="15057"/>
                  </a:lnTo>
                  <a:lnTo>
                    <a:pt x="603553" y="0"/>
                  </a:lnTo>
                  <a:close/>
                </a:path>
                <a:path w="2047875" h="2096770">
                  <a:moveTo>
                    <a:pt x="492460" y="0"/>
                  </a:moveTo>
                  <a:lnTo>
                    <a:pt x="429459" y="0"/>
                  </a:lnTo>
                  <a:lnTo>
                    <a:pt x="429459" y="15057"/>
                  </a:lnTo>
                  <a:lnTo>
                    <a:pt x="492460" y="15057"/>
                  </a:lnTo>
                  <a:lnTo>
                    <a:pt x="492460" y="0"/>
                  </a:lnTo>
                  <a:close/>
                </a:path>
                <a:path w="2047875" h="2096770">
                  <a:moveTo>
                    <a:pt x="384098" y="0"/>
                  </a:moveTo>
                  <a:lnTo>
                    <a:pt x="320677" y="0"/>
                  </a:lnTo>
                  <a:lnTo>
                    <a:pt x="320677" y="15057"/>
                  </a:lnTo>
                  <a:lnTo>
                    <a:pt x="384098" y="15057"/>
                  </a:lnTo>
                  <a:lnTo>
                    <a:pt x="384098" y="0"/>
                  </a:lnTo>
                  <a:close/>
                </a:path>
                <a:path w="2047875" h="2096770">
                  <a:moveTo>
                    <a:pt x="272795" y="0"/>
                  </a:moveTo>
                  <a:lnTo>
                    <a:pt x="209794" y="0"/>
                  </a:lnTo>
                  <a:lnTo>
                    <a:pt x="209794" y="15057"/>
                  </a:lnTo>
                  <a:lnTo>
                    <a:pt x="272795" y="15057"/>
                  </a:lnTo>
                  <a:lnTo>
                    <a:pt x="272795" y="0"/>
                  </a:lnTo>
                  <a:close/>
                </a:path>
                <a:path w="2047875" h="2096770">
                  <a:moveTo>
                    <a:pt x="161703" y="0"/>
                  </a:moveTo>
                  <a:lnTo>
                    <a:pt x="98702" y="0"/>
                  </a:lnTo>
                  <a:lnTo>
                    <a:pt x="98702" y="15057"/>
                  </a:lnTo>
                  <a:lnTo>
                    <a:pt x="161703" y="15057"/>
                  </a:lnTo>
                  <a:lnTo>
                    <a:pt x="161703" y="0"/>
                  </a:lnTo>
                  <a:close/>
                </a:path>
                <a:path w="2047875" h="2096770">
                  <a:moveTo>
                    <a:pt x="50821" y="0"/>
                  </a:moveTo>
                  <a:lnTo>
                    <a:pt x="0" y="0"/>
                  </a:lnTo>
                  <a:lnTo>
                    <a:pt x="0" y="25304"/>
                  </a:lnTo>
                  <a:lnTo>
                    <a:pt x="15330" y="25304"/>
                  </a:lnTo>
                  <a:lnTo>
                    <a:pt x="15330" y="15057"/>
                  </a:lnTo>
                  <a:lnTo>
                    <a:pt x="7770" y="15057"/>
                  </a:lnTo>
                  <a:lnTo>
                    <a:pt x="15330" y="7528"/>
                  </a:lnTo>
                  <a:lnTo>
                    <a:pt x="50821" y="7528"/>
                  </a:lnTo>
                  <a:lnTo>
                    <a:pt x="50821" y="0"/>
                  </a:lnTo>
                  <a:close/>
                </a:path>
                <a:path w="2047875" h="2096770">
                  <a:moveTo>
                    <a:pt x="15330" y="7528"/>
                  </a:moveTo>
                  <a:lnTo>
                    <a:pt x="7770" y="15057"/>
                  </a:lnTo>
                  <a:lnTo>
                    <a:pt x="15330" y="15057"/>
                  </a:lnTo>
                  <a:lnTo>
                    <a:pt x="15330" y="7528"/>
                  </a:lnTo>
                  <a:close/>
                </a:path>
                <a:path w="2047875" h="2096770">
                  <a:moveTo>
                    <a:pt x="50821" y="7528"/>
                  </a:moveTo>
                  <a:lnTo>
                    <a:pt x="15330" y="7528"/>
                  </a:lnTo>
                  <a:lnTo>
                    <a:pt x="15330" y="15057"/>
                  </a:lnTo>
                  <a:lnTo>
                    <a:pt x="50821" y="15057"/>
                  </a:lnTo>
                  <a:lnTo>
                    <a:pt x="50821" y="7528"/>
                  </a:lnTo>
                  <a:close/>
                </a:path>
                <a:path w="2047875" h="2096770">
                  <a:moveTo>
                    <a:pt x="15330" y="72777"/>
                  </a:moveTo>
                  <a:lnTo>
                    <a:pt x="0" y="72777"/>
                  </a:lnTo>
                  <a:lnTo>
                    <a:pt x="0" y="136143"/>
                  </a:lnTo>
                  <a:lnTo>
                    <a:pt x="15330" y="136143"/>
                  </a:lnTo>
                  <a:lnTo>
                    <a:pt x="15330" y="72777"/>
                  </a:lnTo>
                  <a:close/>
                </a:path>
                <a:path w="2047875" h="2096770">
                  <a:moveTo>
                    <a:pt x="15330" y="183824"/>
                  </a:moveTo>
                  <a:lnTo>
                    <a:pt x="0" y="183824"/>
                  </a:lnTo>
                  <a:lnTo>
                    <a:pt x="0" y="246563"/>
                  </a:lnTo>
                  <a:lnTo>
                    <a:pt x="15330" y="246563"/>
                  </a:lnTo>
                  <a:lnTo>
                    <a:pt x="15330" y="183824"/>
                  </a:lnTo>
                  <a:close/>
                </a:path>
                <a:path w="2047875" h="2096770">
                  <a:moveTo>
                    <a:pt x="15330" y="292153"/>
                  </a:moveTo>
                  <a:lnTo>
                    <a:pt x="0" y="292153"/>
                  </a:lnTo>
                  <a:lnTo>
                    <a:pt x="0" y="354892"/>
                  </a:lnTo>
                  <a:lnTo>
                    <a:pt x="15330" y="354892"/>
                  </a:lnTo>
                  <a:lnTo>
                    <a:pt x="15330" y="292153"/>
                  </a:lnTo>
                  <a:close/>
                </a:path>
                <a:path w="2047875" h="2096770">
                  <a:moveTo>
                    <a:pt x="15330" y="402574"/>
                  </a:moveTo>
                  <a:lnTo>
                    <a:pt x="0" y="402574"/>
                  </a:lnTo>
                  <a:lnTo>
                    <a:pt x="0" y="465313"/>
                  </a:lnTo>
                  <a:lnTo>
                    <a:pt x="15330" y="465313"/>
                  </a:lnTo>
                  <a:lnTo>
                    <a:pt x="15330" y="402574"/>
                  </a:lnTo>
                  <a:close/>
                </a:path>
                <a:path w="2047875" h="2096770">
                  <a:moveTo>
                    <a:pt x="15330" y="513412"/>
                  </a:moveTo>
                  <a:lnTo>
                    <a:pt x="0" y="513412"/>
                  </a:lnTo>
                  <a:lnTo>
                    <a:pt x="0" y="576151"/>
                  </a:lnTo>
                  <a:lnTo>
                    <a:pt x="15330" y="576151"/>
                  </a:lnTo>
                  <a:lnTo>
                    <a:pt x="15330" y="513412"/>
                  </a:lnTo>
                  <a:close/>
                </a:path>
                <a:path w="2047875" h="2096770">
                  <a:moveTo>
                    <a:pt x="15330" y="624251"/>
                  </a:moveTo>
                  <a:lnTo>
                    <a:pt x="0" y="624251"/>
                  </a:lnTo>
                  <a:lnTo>
                    <a:pt x="0" y="687199"/>
                  </a:lnTo>
                  <a:lnTo>
                    <a:pt x="15330" y="687199"/>
                  </a:lnTo>
                  <a:lnTo>
                    <a:pt x="15330" y="624251"/>
                  </a:lnTo>
                  <a:close/>
                </a:path>
                <a:path w="2047875" h="2096770">
                  <a:moveTo>
                    <a:pt x="15330" y="732162"/>
                  </a:moveTo>
                  <a:lnTo>
                    <a:pt x="0" y="732162"/>
                  </a:lnTo>
                  <a:lnTo>
                    <a:pt x="0" y="795110"/>
                  </a:lnTo>
                  <a:lnTo>
                    <a:pt x="15330" y="795110"/>
                  </a:lnTo>
                  <a:lnTo>
                    <a:pt x="15330" y="732162"/>
                  </a:lnTo>
                  <a:close/>
                </a:path>
                <a:path w="2047875" h="2096770">
                  <a:moveTo>
                    <a:pt x="15330" y="843105"/>
                  </a:moveTo>
                  <a:lnTo>
                    <a:pt x="0" y="843105"/>
                  </a:lnTo>
                  <a:lnTo>
                    <a:pt x="0" y="905907"/>
                  </a:lnTo>
                  <a:lnTo>
                    <a:pt x="15330" y="905907"/>
                  </a:lnTo>
                  <a:lnTo>
                    <a:pt x="15330" y="843105"/>
                  </a:lnTo>
                  <a:close/>
                </a:path>
                <a:path w="2047875" h="2096770">
                  <a:moveTo>
                    <a:pt x="15330" y="954006"/>
                  </a:moveTo>
                  <a:lnTo>
                    <a:pt x="0" y="954006"/>
                  </a:lnTo>
                  <a:lnTo>
                    <a:pt x="0" y="1016808"/>
                  </a:lnTo>
                  <a:lnTo>
                    <a:pt x="15330" y="1016808"/>
                  </a:lnTo>
                  <a:lnTo>
                    <a:pt x="15330" y="954006"/>
                  </a:lnTo>
                  <a:close/>
                </a:path>
                <a:path w="2047875" h="2096770">
                  <a:moveTo>
                    <a:pt x="15330" y="1064406"/>
                  </a:moveTo>
                  <a:lnTo>
                    <a:pt x="0" y="1064406"/>
                  </a:lnTo>
                  <a:lnTo>
                    <a:pt x="0" y="1127207"/>
                  </a:lnTo>
                  <a:lnTo>
                    <a:pt x="15330" y="1127207"/>
                  </a:lnTo>
                  <a:lnTo>
                    <a:pt x="15330" y="1064406"/>
                  </a:lnTo>
                  <a:close/>
                </a:path>
                <a:path w="2047875" h="2096770">
                  <a:moveTo>
                    <a:pt x="15330" y="1172777"/>
                  </a:moveTo>
                  <a:lnTo>
                    <a:pt x="0" y="1172777"/>
                  </a:lnTo>
                  <a:lnTo>
                    <a:pt x="0" y="1235578"/>
                  </a:lnTo>
                  <a:lnTo>
                    <a:pt x="15330" y="1235578"/>
                  </a:lnTo>
                  <a:lnTo>
                    <a:pt x="15330" y="1172777"/>
                  </a:lnTo>
                  <a:close/>
                </a:path>
                <a:path w="2047875" h="2096770">
                  <a:moveTo>
                    <a:pt x="15330" y="1283678"/>
                  </a:moveTo>
                  <a:lnTo>
                    <a:pt x="0" y="1283678"/>
                  </a:lnTo>
                  <a:lnTo>
                    <a:pt x="0" y="1346480"/>
                  </a:lnTo>
                  <a:lnTo>
                    <a:pt x="15330" y="1346480"/>
                  </a:lnTo>
                  <a:lnTo>
                    <a:pt x="15330" y="1283678"/>
                  </a:lnTo>
                  <a:close/>
                </a:path>
                <a:path w="2047875" h="2096770">
                  <a:moveTo>
                    <a:pt x="15330" y="1394078"/>
                  </a:moveTo>
                  <a:lnTo>
                    <a:pt x="0" y="1394078"/>
                  </a:lnTo>
                  <a:lnTo>
                    <a:pt x="0" y="1456879"/>
                  </a:lnTo>
                  <a:lnTo>
                    <a:pt x="15330" y="1456879"/>
                  </a:lnTo>
                  <a:lnTo>
                    <a:pt x="15330" y="1394078"/>
                  </a:lnTo>
                  <a:close/>
                </a:path>
                <a:path w="2047875" h="2096770">
                  <a:moveTo>
                    <a:pt x="15330" y="1504979"/>
                  </a:moveTo>
                  <a:lnTo>
                    <a:pt x="0" y="1504979"/>
                  </a:lnTo>
                  <a:lnTo>
                    <a:pt x="0" y="1567781"/>
                  </a:lnTo>
                  <a:lnTo>
                    <a:pt x="15330" y="1567781"/>
                  </a:lnTo>
                  <a:lnTo>
                    <a:pt x="15330" y="1504979"/>
                  </a:lnTo>
                  <a:close/>
                </a:path>
                <a:path w="2047875" h="2096770">
                  <a:moveTo>
                    <a:pt x="15330" y="1613350"/>
                  </a:moveTo>
                  <a:lnTo>
                    <a:pt x="0" y="1613350"/>
                  </a:lnTo>
                  <a:lnTo>
                    <a:pt x="0" y="1676151"/>
                  </a:lnTo>
                  <a:lnTo>
                    <a:pt x="15330" y="1676151"/>
                  </a:lnTo>
                  <a:lnTo>
                    <a:pt x="15330" y="1613350"/>
                  </a:lnTo>
                  <a:close/>
                </a:path>
                <a:path w="2047875" h="2096770">
                  <a:moveTo>
                    <a:pt x="15330" y="1723749"/>
                  </a:moveTo>
                  <a:lnTo>
                    <a:pt x="0" y="1723749"/>
                  </a:lnTo>
                  <a:lnTo>
                    <a:pt x="0" y="1786530"/>
                  </a:lnTo>
                  <a:lnTo>
                    <a:pt x="15330" y="1786530"/>
                  </a:lnTo>
                  <a:lnTo>
                    <a:pt x="15330" y="1723749"/>
                  </a:lnTo>
                  <a:close/>
                </a:path>
                <a:path w="2047875" h="2096770">
                  <a:moveTo>
                    <a:pt x="15330" y="1834651"/>
                  </a:moveTo>
                  <a:lnTo>
                    <a:pt x="0" y="1834651"/>
                  </a:lnTo>
                  <a:lnTo>
                    <a:pt x="0" y="1897431"/>
                  </a:lnTo>
                  <a:lnTo>
                    <a:pt x="15330" y="1897431"/>
                  </a:lnTo>
                  <a:lnTo>
                    <a:pt x="15330" y="1834651"/>
                  </a:lnTo>
                  <a:close/>
                </a:path>
                <a:path w="2047875" h="2096770">
                  <a:moveTo>
                    <a:pt x="15330" y="1945050"/>
                  </a:moveTo>
                  <a:lnTo>
                    <a:pt x="0" y="1945050"/>
                  </a:lnTo>
                  <a:lnTo>
                    <a:pt x="0" y="2008333"/>
                  </a:lnTo>
                  <a:lnTo>
                    <a:pt x="15330" y="2008333"/>
                  </a:lnTo>
                  <a:lnTo>
                    <a:pt x="15330" y="1945050"/>
                  </a:lnTo>
                  <a:close/>
                </a:path>
                <a:path w="2047875" h="2096770">
                  <a:moveTo>
                    <a:pt x="15330" y="2053421"/>
                  </a:moveTo>
                  <a:lnTo>
                    <a:pt x="0" y="2053421"/>
                  </a:lnTo>
                  <a:lnTo>
                    <a:pt x="0" y="2096460"/>
                  </a:lnTo>
                  <a:lnTo>
                    <a:pt x="38220" y="2096460"/>
                  </a:lnTo>
                  <a:lnTo>
                    <a:pt x="38220" y="2086338"/>
                  </a:lnTo>
                  <a:lnTo>
                    <a:pt x="15330" y="2086338"/>
                  </a:lnTo>
                  <a:lnTo>
                    <a:pt x="7770" y="2078726"/>
                  </a:lnTo>
                  <a:lnTo>
                    <a:pt x="15330" y="2078726"/>
                  </a:lnTo>
                  <a:lnTo>
                    <a:pt x="15330" y="2053421"/>
                  </a:lnTo>
                  <a:close/>
                </a:path>
                <a:path w="2047875" h="2096770">
                  <a:moveTo>
                    <a:pt x="15330" y="2078726"/>
                  </a:moveTo>
                  <a:lnTo>
                    <a:pt x="7770" y="2078726"/>
                  </a:lnTo>
                  <a:lnTo>
                    <a:pt x="15330" y="2086338"/>
                  </a:lnTo>
                  <a:lnTo>
                    <a:pt x="15330" y="2078726"/>
                  </a:lnTo>
                  <a:close/>
                </a:path>
                <a:path w="2047875" h="2096770">
                  <a:moveTo>
                    <a:pt x="38220" y="2078726"/>
                  </a:moveTo>
                  <a:lnTo>
                    <a:pt x="15330" y="2078726"/>
                  </a:lnTo>
                  <a:lnTo>
                    <a:pt x="15330" y="2086338"/>
                  </a:lnTo>
                  <a:lnTo>
                    <a:pt x="38220" y="2086338"/>
                  </a:lnTo>
                  <a:lnTo>
                    <a:pt x="38220" y="2078726"/>
                  </a:lnTo>
                  <a:close/>
                </a:path>
                <a:path w="2047875" h="2096770">
                  <a:moveTo>
                    <a:pt x="149523" y="2078726"/>
                  </a:moveTo>
                  <a:lnTo>
                    <a:pt x="85891" y="2078726"/>
                  </a:lnTo>
                  <a:lnTo>
                    <a:pt x="85891" y="2096460"/>
                  </a:lnTo>
                  <a:lnTo>
                    <a:pt x="149523" y="2096460"/>
                  </a:lnTo>
                  <a:lnTo>
                    <a:pt x="149523" y="2078726"/>
                  </a:lnTo>
                  <a:close/>
                </a:path>
                <a:path w="2047875" h="2096770">
                  <a:moveTo>
                    <a:pt x="257675" y="2078726"/>
                  </a:moveTo>
                  <a:lnTo>
                    <a:pt x="194674" y="2078726"/>
                  </a:lnTo>
                  <a:lnTo>
                    <a:pt x="194674" y="2096460"/>
                  </a:lnTo>
                  <a:lnTo>
                    <a:pt x="257675" y="2096460"/>
                  </a:lnTo>
                  <a:lnTo>
                    <a:pt x="257675" y="2078726"/>
                  </a:lnTo>
                  <a:close/>
                </a:path>
                <a:path w="2047875" h="2096770">
                  <a:moveTo>
                    <a:pt x="368978" y="2078726"/>
                  </a:moveTo>
                  <a:lnTo>
                    <a:pt x="305976" y="2078726"/>
                  </a:lnTo>
                  <a:lnTo>
                    <a:pt x="305976" y="2096460"/>
                  </a:lnTo>
                  <a:lnTo>
                    <a:pt x="368978" y="2096460"/>
                  </a:lnTo>
                  <a:lnTo>
                    <a:pt x="368978" y="2078726"/>
                  </a:lnTo>
                  <a:close/>
                </a:path>
                <a:path w="2047875" h="2096770">
                  <a:moveTo>
                    <a:pt x="479650" y="2078726"/>
                  </a:moveTo>
                  <a:lnTo>
                    <a:pt x="416649" y="2078726"/>
                  </a:lnTo>
                  <a:lnTo>
                    <a:pt x="416649" y="2096460"/>
                  </a:lnTo>
                  <a:lnTo>
                    <a:pt x="479650" y="2096460"/>
                  </a:lnTo>
                  <a:lnTo>
                    <a:pt x="479650" y="2078726"/>
                  </a:lnTo>
                  <a:close/>
                </a:path>
                <a:path w="2047875" h="2096770">
                  <a:moveTo>
                    <a:pt x="590952" y="2078726"/>
                  </a:moveTo>
                  <a:lnTo>
                    <a:pt x="527951" y="2078726"/>
                  </a:lnTo>
                  <a:lnTo>
                    <a:pt x="527951" y="2096460"/>
                  </a:lnTo>
                  <a:lnTo>
                    <a:pt x="590952" y="2096460"/>
                  </a:lnTo>
                  <a:lnTo>
                    <a:pt x="590952" y="2078726"/>
                  </a:lnTo>
                  <a:close/>
                </a:path>
                <a:path w="2047875" h="2096770">
                  <a:moveTo>
                    <a:pt x="699735" y="2078726"/>
                  </a:moveTo>
                  <a:lnTo>
                    <a:pt x="636103" y="2078726"/>
                  </a:lnTo>
                  <a:lnTo>
                    <a:pt x="636103" y="2096460"/>
                  </a:lnTo>
                  <a:lnTo>
                    <a:pt x="699735" y="2096460"/>
                  </a:lnTo>
                  <a:lnTo>
                    <a:pt x="699735" y="2078726"/>
                  </a:lnTo>
                  <a:close/>
                </a:path>
                <a:path w="2047875" h="2096770">
                  <a:moveTo>
                    <a:pt x="810407" y="2078726"/>
                  </a:moveTo>
                  <a:lnTo>
                    <a:pt x="747406" y="2078726"/>
                  </a:lnTo>
                  <a:lnTo>
                    <a:pt x="747406" y="2096460"/>
                  </a:lnTo>
                  <a:lnTo>
                    <a:pt x="810407" y="2096460"/>
                  </a:lnTo>
                  <a:lnTo>
                    <a:pt x="810407" y="2078726"/>
                  </a:lnTo>
                  <a:close/>
                </a:path>
                <a:path w="2047875" h="2096770">
                  <a:moveTo>
                    <a:pt x="921710" y="2078726"/>
                  </a:moveTo>
                  <a:lnTo>
                    <a:pt x="858708" y="2078726"/>
                  </a:lnTo>
                  <a:lnTo>
                    <a:pt x="858708" y="2096460"/>
                  </a:lnTo>
                  <a:lnTo>
                    <a:pt x="921710" y="2096460"/>
                  </a:lnTo>
                  <a:lnTo>
                    <a:pt x="921710" y="2078726"/>
                  </a:lnTo>
                  <a:close/>
                </a:path>
                <a:path w="2047875" h="2096770">
                  <a:moveTo>
                    <a:pt x="1033012" y="2078726"/>
                  </a:moveTo>
                  <a:lnTo>
                    <a:pt x="969381" y="2078726"/>
                  </a:lnTo>
                  <a:lnTo>
                    <a:pt x="969381" y="2096460"/>
                  </a:lnTo>
                  <a:lnTo>
                    <a:pt x="1033012" y="2096460"/>
                  </a:lnTo>
                  <a:lnTo>
                    <a:pt x="1033012" y="2078726"/>
                  </a:lnTo>
                  <a:close/>
                </a:path>
                <a:path w="2047875" h="2096770">
                  <a:moveTo>
                    <a:pt x="1141164" y="2078726"/>
                  </a:moveTo>
                  <a:lnTo>
                    <a:pt x="1078163" y="2078726"/>
                  </a:lnTo>
                  <a:lnTo>
                    <a:pt x="1078163" y="2096460"/>
                  </a:lnTo>
                  <a:lnTo>
                    <a:pt x="1141164" y="2096460"/>
                  </a:lnTo>
                  <a:lnTo>
                    <a:pt x="1141164" y="2078726"/>
                  </a:lnTo>
                  <a:close/>
                </a:path>
                <a:path w="2047875" h="2096770">
                  <a:moveTo>
                    <a:pt x="1252467" y="2078726"/>
                  </a:moveTo>
                  <a:lnTo>
                    <a:pt x="1189466" y="2078726"/>
                  </a:lnTo>
                  <a:lnTo>
                    <a:pt x="1189466" y="2096460"/>
                  </a:lnTo>
                  <a:lnTo>
                    <a:pt x="1252467" y="2096460"/>
                  </a:lnTo>
                  <a:lnTo>
                    <a:pt x="1252467" y="2078726"/>
                  </a:lnTo>
                  <a:close/>
                </a:path>
                <a:path w="2047875" h="2096770">
                  <a:moveTo>
                    <a:pt x="1363139" y="2078726"/>
                  </a:moveTo>
                  <a:lnTo>
                    <a:pt x="1300138" y="2078726"/>
                  </a:lnTo>
                  <a:lnTo>
                    <a:pt x="1300138" y="2096460"/>
                  </a:lnTo>
                  <a:lnTo>
                    <a:pt x="1363139" y="2096460"/>
                  </a:lnTo>
                  <a:lnTo>
                    <a:pt x="1363139" y="2078726"/>
                  </a:lnTo>
                  <a:close/>
                </a:path>
                <a:path w="2047875" h="2096770">
                  <a:moveTo>
                    <a:pt x="1474442" y="2078726"/>
                  </a:moveTo>
                  <a:lnTo>
                    <a:pt x="1411440" y="2078726"/>
                  </a:lnTo>
                  <a:lnTo>
                    <a:pt x="1411440" y="2096460"/>
                  </a:lnTo>
                  <a:lnTo>
                    <a:pt x="1474442" y="2096460"/>
                  </a:lnTo>
                  <a:lnTo>
                    <a:pt x="1474442" y="2078726"/>
                  </a:lnTo>
                  <a:close/>
                </a:path>
                <a:path w="2047875" h="2096770">
                  <a:moveTo>
                    <a:pt x="1583224" y="2078726"/>
                  </a:moveTo>
                  <a:lnTo>
                    <a:pt x="1519803" y="2078726"/>
                  </a:lnTo>
                  <a:lnTo>
                    <a:pt x="1519803" y="2096460"/>
                  </a:lnTo>
                  <a:lnTo>
                    <a:pt x="1583224" y="2096460"/>
                  </a:lnTo>
                  <a:lnTo>
                    <a:pt x="1583224" y="2078726"/>
                  </a:lnTo>
                  <a:close/>
                </a:path>
                <a:path w="2047875" h="2096770">
                  <a:moveTo>
                    <a:pt x="1693897" y="2078726"/>
                  </a:moveTo>
                  <a:lnTo>
                    <a:pt x="1630895" y="2078726"/>
                  </a:lnTo>
                  <a:lnTo>
                    <a:pt x="1630895" y="2096460"/>
                  </a:lnTo>
                  <a:lnTo>
                    <a:pt x="1693897" y="2096460"/>
                  </a:lnTo>
                  <a:lnTo>
                    <a:pt x="1693897" y="2078726"/>
                  </a:lnTo>
                  <a:close/>
                </a:path>
                <a:path w="2047875" h="2096770">
                  <a:moveTo>
                    <a:pt x="1805199" y="2078726"/>
                  </a:moveTo>
                  <a:lnTo>
                    <a:pt x="1742198" y="2078726"/>
                  </a:lnTo>
                  <a:lnTo>
                    <a:pt x="1742198" y="2096460"/>
                  </a:lnTo>
                  <a:lnTo>
                    <a:pt x="1805199" y="2096460"/>
                  </a:lnTo>
                  <a:lnTo>
                    <a:pt x="1805199" y="2078726"/>
                  </a:lnTo>
                  <a:close/>
                </a:path>
                <a:path w="2047875" h="2096770">
                  <a:moveTo>
                    <a:pt x="1916501" y="2078726"/>
                  </a:moveTo>
                  <a:lnTo>
                    <a:pt x="1853080" y="2078726"/>
                  </a:lnTo>
                  <a:lnTo>
                    <a:pt x="1853080" y="2096460"/>
                  </a:lnTo>
                  <a:lnTo>
                    <a:pt x="1916501" y="2096460"/>
                  </a:lnTo>
                  <a:lnTo>
                    <a:pt x="1916501" y="2078726"/>
                  </a:lnTo>
                  <a:close/>
                </a:path>
                <a:path w="2047875" h="2096770">
                  <a:moveTo>
                    <a:pt x="2024654" y="2078726"/>
                  </a:moveTo>
                  <a:lnTo>
                    <a:pt x="1961652" y="2078726"/>
                  </a:lnTo>
                  <a:lnTo>
                    <a:pt x="1961652" y="2096460"/>
                  </a:lnTo>
                  <a:lnTo>
                    <a:pt x="2024654" y="2096460"/>
                  </a:lnTo>
                  <a:lnTo>
                    <a:pt x="2024654" y="2078726"/>
                  </a:lnTo>
                  <a:close/>
                </a:path>
                <a:path w="2047875" h="2096770">
                  <a:moveTo>
                    <a:pt x="2047544" y="1990619"/>
                  </a:moveTo>
                  <a:lnTo>
                    <a:pt x="2032424" y="1990619"/>
                  </a:lnTo>
                  <a:lnTo>
                    <a:pt x="2032424" y="2053421"/>
                  </a:lnTo>
                  <a:lnTo>
                    <a:pt x="2047544" y="2053421"/>
                  </a:lnTo>
                  <a:lnTo>
                    <a:pt x="2047544" y="1990619"/>
                  </a:lnTo>
                  <a:close/>
                </a:path>
                <a:path w="2047875" h="2096770">
                  <a:moveTo>
                    <a:pt x="2047544" y="1879718"/>
                  </a:moveTo>
                  <a:lnTo>
                    <a:pt x="2032424" y="1879718"/>
                  </a:lnTo>
                  <a:lnTo>
                    <a:pt x="2032424" y="1942520"/>
                  </a:lnTo>
                  <a:lnTo>
                    <a:pt x="2047544" y="1942520"/>
                  </a:lnTo>
                  <a:lnTo>
                    <a:pt x="2047544" y="1879718"/>
                  </a:lnTo>
                  <a:close/>
                </a:path>
                <a:path w="2047875" h="2096770">
                  <a:moveTo>
                    <a:pt x="2047544" y="1771849"/>
                  </a:moveTo>
                  <a:lnTo>
                    <a:pt x="2032424" y="1771849"/>
                  </a:lnTo>
                  <a:lnTo>
                    <a:pt x="2032424" y="1834651"/>
                  </a:lnTo>
                  <a:lnTo>
                    <a:pt x="2047544" y="1834651"/>
                  </a:lnTo>
                  <a:lnTo>
                    <a:pt x="2047544" y="1771849"/>
                  </a:lnTo>
                  <a:close/>
                </a:path>
                <a:path w="2047875" h="2096770">
                  <a:moveTo>
                    <a:pt x="2047544" y="1660948"/>
                  </a:moveTo>
                  <a:lnTo>
                    <a:pt x="2032424" y="1660948"/>
                  </a:lnTo>
                  <a:lnTo>
                    <a:pt x="2032424" y="1723749"/>
                  </a:lnTo>
                  <a:lnTo>
                    <a:pt x="2047544" y="1723749"/>
                  </a:lnTo>
                  <a:lnTo>
                    <a:pt x="2047544" y="1660948"/>
                  </a:lnTo>
                  <a:close/>
                </a:path>
                <a:path w="2047875" h="2096770">
                  <a:moveTo>
                    <a:pt x="2047544" y="1550046"/>
                  </a:moveTo>
                  <a:lnTo>
                    <a:pt x="2032424" y="1550046"/>
                  </a:lnTo>
                  <a:lnTo>
                    <a:pt x="2032424" y="1613350"/>
                  </a:lnTo>
                  <a:lnTo>
                    <a:pt x="2047544" y="1613350"/>
                  </a:lnTo>
                  <a:lnTo>
                    <a:pt x="2047544" y="1550046"/>
                  </a:lnTo>
                  <a:close/>
                </a:path>
                <a:path w="2047875" h="2096770">
                  <a:moveTo>
                    <a:pt x="2047544" y="1439647"/>
                  </a:moveTo>
                  <a:lnTo>
                    <a:pt x="2032424" y="1439647"/>
                  </a:lnTo>
                  <a:lnTo>
                    <a:pt x="2032424" y="1502448"/>
                  </a:lnTo>
                  <a:lnTo>
                    <a:pt x="2047544" y="1502448"/>
                  </a:lnTo>
                  <a:lnTo>
                    <a:pt x="2047544" y="1439647"/>
                  </a:lnTo>
                  <a:close/>
                </a:path>
                <a:path w="2047875" h="2096770">
                  <a:moveTo>
                    <a:pt x="2047544" y="1331276"/>
                  </a:moveTo>
                  <a:lnTo>
                    <a:pt x="2032424" y="1331276"/>
                  </a:lnTo>
                  <a:lnTo>
                    <a:pt x="2032424" y="1394078"/>
                  </a:lnTo>
                  <a:lnTo>
                    <a:pt x="2047544" y="1394078"/>
                  </a:lnTo>
                  <a:lnTo>
                    <a:pt x="2047544" y="1331276"/>
                  </a:lnTo>
                  <a:close/>
                </a:path>
                <a:path w="2047875" h="2096770">
                  <a:moveTo>
                    <a:pt x="2047544" y="1220375"/>
                  </a:moveTo>
                  <a:lnTo>
                    <a:pt x="2032424" y="1220375"/>
                  </a:lnTo>
                  <a:lnTo>
                    <a:pt x="2032424" y="1283678"/>
                  </a:lnTo>
                  <a:lnTo>
                    <a:pt x="2047544" y="1283678"/>
                  </a:lnTo>
                  <a:lnTo>
                    <a:pt x="2047544" y="1220375"/>
                  </a:lnTo>
                  <a:close/>
                </a:path>
                <a:path w="2047875" h="2096770">
                  <a:moveTo>
                    <a:pt x="2047544" y="1109996"/>
                  </a:moveTo>
                  <a:lnTo>
                    <a:pt x="2032424" y="1109996"/>
                  </a:lnTo>
                  <a:lnTo>
                    <a:pt x="2032424" y="1172777"/>
                  </a:lnTo>
                  <a:lnTo>
                    <a:pt x="2047544" y="1172777"/>
                  </a:lnTo>
                  <a:lnTo>
                    <a:pt x="2047544" y="1109996"/>
                  </a:lnTo>
                  <a:close/>
                </a:path>
                <a:path w="2047875" h="2096770">
                  <a:moveTo>
                    <a:pt x="2047544" y="999095"/>
                  </a:moveTo>
                  <a:lnTo>
                    <a:pt x="2032424" y="999095"/>
                  </a:lnTo>
                  <a:lnTo>
                    <a:pt x="2032424" y="1061875"/>
                  </a:lnTo>
                  <a:lnTo>
                    <a:pt x="2047544" y="1061875"/>
                  </a:lnTo>
                  <a:lnTo>
                    <a:pt x="2047544" y="999095"/>
                  </a:lnTo>
                  <a:close/>
                </a:path>
                <a:path w="2047875" h="2096770">
                  <a:moveTo>
                    <a:pt x="2047544" y="890724"/>
                  </a:moveTo>
                  <a:lnTo>
                    <a:pt x="2032424" y="890724"/>
                  </a:lnTo>
                  <a:lnTo>
                    <a:pt x="2032424" y="954006"/>
                  </a:lnTo>
                  <a:lnTo>
                    <a:pt x="2047544" y="954006"/>
                  </a:lnTo>
                  <a:lnTo>
                    <a:pt x="2047544" y="890724"/>
                  </a:lnTo>
                  <a:close/>
                </a:path>
                <a:path w="2047875" h="2096770">
                  <a:moveTo>
                    <a:pt x="2047544" y="780262"/>
                  </a:moveTo>
                  <a:lnTo>
                    <a:pt x="2032424" y="780262"/>
                  </a:lnTo>
                  <a:lnTo>
                    <a:pt x="2032424" y="843105"/>
                  </a:lnTo>
                  <a:lnTo>
                    <a:pt x="2047544" y="843105"/>
                  </a:lnTo>
                  <a:lnTo>
                    <a:pt x="2047544" y="780262"/>
                  </a:lnTo>
                  <a:close/>
                </a:path>
                <a:path w="2047875" h="2096770">
                  <a:moveTo>
                    <a:pt x="2047544" y="669423"/>
                  </a:moveTo>
                  <a:lnTo>
                    <a:pt x="2032424" y="669423"/>
                  </a:lnTo>
                  <a:lnTo>
                    <a:pt x="2032424" y="732162"/>
                  </a:lnTo>
                  <a:lnTo>
                    <a:pt x="2047544" y="732162"/>
                  </a:lnTo>
                  <a:lnTo>
                    <a:pt x="2047544" y="669423"/>
                  </a:lnTo>
                  <a:close/>
                </a:path>
                <a:path w="2047875" h="2096770">
                  <a:moveTo>
                    <a:pt x="2047544" y="558584"/>
                  </a:moveTo>
                  <a:lnTo>
                    <a:pt x="2032424" y="558584"/>
                  </a:lnTo>
                  <a:lnTo>
                    <a:pt x="2032424" y="621741"/>
                  </a:lnTo>
                  <a:lnTo>
                    <a:pt x="2047544" y="621741"/>
                  </a:lnTo>
                  <a:lnTo>
                    <a:pt x="2047544" y="558584"/>
                  </a:lnTo>
                  <a:close/>
                </a:path>
                <a:path w="2047875" h="2096770">
                  <a:moveTo>
                    <a:pt x="2047544" y="450674"/>
                  </a:moveTo>
                  <a:lnTo>
                    <a:pt x="2032424" y="450674"/>
                  </a:lnTo>
                  <a:lnTo>
                    <a:pt x="2032424" y="513412"/>
                  </a:lnTo>
                  <a:lnTo>
                    <a:pt x="2047544" y="513412"/>
                  </a:lnTo>
                  <a:lnTo>
                    <a:pt x="2047544" y="450674"/>
                  </a:lnTo>
                  <a:close/>
                </a:path>
                <a:path w="2047875" h="2096770">
                  <a:moveTo>
                    <a:pt x="2047544" y="339835"/>
                  </a:moveTo>
                  <a:lnTo>
                    <a:pt x="2032424" y="339835"/>
                  </a:lnTo>
                  <a:lnTo>
                    <a:pt x="2032424" y="402574"/>
                  </a:lnTo>
                  <a:lnTo>
                    <a:pt x="2047544" y="402574"/>
                  </a:lnTo>
                  <a:lnTo>
                    <a:pt x="2047544" y="339835"/>
                  </a:lnTo>
                  <a:close/>
                </a:path>
                <a:path w="2047875" h="2096770">
                  <a:moveTo>
                    <a:pt x="2047544" y="228787"/>
                  </a:moveTo>
                  <a:lnTo>
                    <a:pt x="2032424" y="228787"/>
                  </a:lnTo>
                  <a:lnTo>
                    <a:pt x="2032424" y="292153"/>
                  </a:lnTo>
                  <a:lnTo>
                    <a:pt x="2047544" y="292153"/>
                  </a:lnTo>
                  <a:lnTo>
                    <a:pt x="2047544" y="228787"/>
                  </a:lnTo>
                  <a:close/>
                </a:path>
                <a:path w="2047875" h="2096770">
                  <a:moveTo>
                    <a:pt x="2047544" y="118367"/>
                  </a:moveTo>
                  <a:lnTo>
                    <a:pt x="2032424" y="118367"/>
                  </a:lnTo>
                  <a:lnTo>
                    <a:pt x="2032424" y="181315"/>
                  </a:lnTo>
                  <a:lnTo>
                    <a:pt x="2047544" y="181315"/>
                  </a:lnTo>
                  <a:lnTo>
                    <a:pt x="2047544" y="118367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 descr=""/>
            <p:cNvSpPr/>
            <p:nvPr/>
          </p:nvSpPr>
          <p:spPr>
            <a:xfrm>
              <a:off x="2541460" y="3185202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 h="0">
                  <a:moveTo>
                    <a:pt x="0" y="0"/>
                  </a:moveTo>
                  <a:lnTo>
                    <a:pt x="1944211" y="0"/>
                  </a:lnTo>
                </a:path>
              </a:pathLst>
            </a:custGeom>
            <a:ln w="17985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 descr=""/>
            <p:cNvSpPr/>
            <p:nvPr/>
          </p:nvSpPr>
          <p:spPr>
            <a:xfrm>
              <a:off x="2444222" y="3177674"/>
              <a:ext cx="51435" cy="25400"/>
            </a:xfrm>
            <a:custGeom>
              <a:avLst/>
              <a:gdLst/>
              <a:ahLst/>
              <a:cxnLst/>
              <a:rect l="l" t="t" r="r" b="b"/>
              <a:pathLst>
                <a:path w="51435" h="25400">
                  <a:moveTo>
                    <a:pt x="50821" y="15057"/>
                  </a:moveTo>
                  <a:lnTo>
                    <a:pt x="7770" y="15057"/>
                  </a:lnTo>
                  <a:lnTo>
                    <a:pt x="15330" y="7528"/>
                  </a:lnTo>
                  <a:lnTo>
                    <a:pt x="15330" y="25304"/>
                  </a:lnTo>
                  <a:lnTo>
                    <a:pt x="0" y="25304"/>
                  </a:lnTo>
                  <a:lnTo>
                    <a:pt x="0" y="0"/>
                  </a:lnTo>
                  <a:lnTo>
                    <a:pt x="50821" y="0"/>
                  </a:lnTo>
                  <a:lnTo>
                    <a:pt x="50821" y="15057"/>
                  </a:lnTo>
                  <a:close/>
                </a:path>
              </a:pathLst>
            </a:custGeom>
            <a:ln w="31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 descr=""/>
            <p:cNvSpPr/>
            <p:nvPr/>
          </p:nvSpPr>
          <p:spPr>
            <a:xfrm>
              <a:off x="2451888" y="3248981"/>
              <a:ext cx="0" cy="1938655"/>
            </a:xfrm>
            <a:custGeom>
              <a:avLst/>
              <a:gdLst/>
              <a:ahLst/>
              <a:cxnLst/>
              <a:rect l="l" t="t" r="r" b="b"/>
              <a:pathLst>
                <a:path w="0" h="1938654">
                  <a:moveTo>
                    <a:pt x="0" y="0"/>
                  </a:moveTo>
                  <a:lnTo>
                    <a:pt x="0" y="1938495"/>
                  </a:lnTo>
                </a:path>
              </a:pathLst>
            </a:custGeom>
            <a:ln w="18269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 descr=""/>
            <p:cNvSpPr/>
            <p:nvPr/>
          </p:nvSpPr>
          <p:spPr>
            <a:xfrm>
              <a:off x="2444222" y="5231095"/>
              <a:ext cx="2025014" cy="43180"/>
            </a:xfrm>
            <a:custGeom>
              <a:avLst/>
              <a:gdLst/>
              <a:ahLst/>
              <a:cxnLst/>
              <a:rect l="l" t="t" r="r" b="b"/>
              <a:pathLst>
                <a:path w="2025014" h="43179">
                  <a:moveTo>
                    <a:pt x="15330" y="0"/>
                  </a:moveTo>
                  <a:lnTo>
                    <a:pt x="15330" y="32916"/>
                  </a:lnTo>
                  <a:lnTo>
                    <a:pt x="7770" y="25304"/>
                  </a:lnTo>
                  <a:lnTo>
                    <a:pt x="38220" y="25304"/>
                  </a:lnTo>
                  <a:lnTo>
                    <a:pt x="38220" y="43038"/>
                  </a:lnTo>
                  <a:lnTo>
                    <a:pt x="0" y="43038"/>
                  </a:lnTo>
                  <a:lnTo>
                    <a:pt x="0" y="0"/>
                  </a:lnTo>
                  <a:lnTo>
                    <a:pt x="15330" y="0"/>
                  </a:lnTo>
                  <a:close/>
                </a:path>
                <a:path w="2025014" h="43179">
                  <a:moveTo>
                    <a:pt x="85891" y="25304"/>
                  </a:moveTo>
                  <a:lnTo>
                    <a:pt x="149523" y="25304"/>
                  </a:lnTo>
                  <a:lnTo>
                    <a:pt x="149523" y="43038"/>
                  </a:lnTo>
                  <a:lnTo>
                    <a:pt x="85891" y="43038"/>
                  </a:lnTo>
                  <a:lnTo>
                    <a:pt x="85891" y="25304"/>
                  </a:lnTo>
                  <a:close/>
                </a:path>
                <a:path w="2025014" h="43179">
                  <a:moveTo>
                    <a:pt x="194674" y="25304"/>
                  </a:moveTo>
                  <a:lnTo>
                    <a:pt x="257675" y="25304"/>
                  </a:lnTo>
                  <a:lnTo>
                    <a:pt x="257675" y="43038"/>
                  </a:lnTo>
                  <a:lnTo>
                    <a:pt x="194674" y="43038"/>
                  </a:lnTo>
                  <a:lnTo>
                    <a:pt x="194674" y="25304"/>
                  </a:lnTo>
                  <a:close/>
                </a:path>
                <a:path w="2025014" h="43179">
                  <a:moveTo>
                    <a:pt x="305976" y="25304"/>
                  </a:moveTo>
                  <a:lnTo>
                    <a:pt x="368978" y="25304"/>
                  </a:lnTo>
                  <a:lnTo>
                    <a:pt x="368978" y="43038"/>
                  </a:lnTo>
                  <a:lnTo>
                    <a:pt x="305976" y="43038"/>
                  </a:lnTo>
                  <a:lnTo>
                    <a:pt x="305976" y="25304"/>
                  </a:lnTo>
                  <a:close/>
                </a:path>
                <a:path w="2025014" h="43179">
                  <a:moveTo>
                    <a:pt x="416649" y="25304"/>
                  </a:moveTo>
                  <a:lnTo>
                    <a:pt x="479650" y="25304"/>
                  </a:lnTo>
                  <a:lnTo>
                    <a:pt x="479650" y="43038"/>
                  </a:lnTo>
                  <a:lnTo>
                    <a:pt x="416649" y="43038"/>
                  </a:lnTo>
                  <a:lnTo>
                    <a:pt x="416649" y="25304"/>
                  </a:lnTo>
                  <a:close/>
                </a:path>
                <a:path w="2025014" h="43179">
                  <a:moveTo>
                    <a:pt x="527951" y="25304"/>
                  </a:moveTo>
                  <a:lnTo>
                    <a:pt x="590952" y="25304"/>
                  </a:lnTo>
                  <a:lnTo>
                    <a:pt x="590952" y="43038"/>
                  </a:lnTo>
                  <a:lnTo>
                    <a:pt x="527951" y="43038"/>
                  </a:lnTo>
                  <a:lnTo>
                    <a:pt x="527951" y="25304"/>
                  </a:lnTo>
                  <a:close/>
                </a:path>
                <a:path w="2025014" h="43179">
                  <a:moveTo>
                    <a:pt x="636103" y="25304"/>
                  </a:moveTo>
                  <a:lnTo>
                    <a:pt x="699735" y="25304"/>
                  </a:lnTo>
                  <a:lnTo>
                    <a:pt x="699735" y="43038"/>
                  </a:lnTo>
                  <a:lnTo>
                    <a:pt x="636103" y="43038"/>
                  </a:lnTo>
                  <a:lnTo>
                    <a:pt x="636103" y="25304"/>
                  </a:lnTo>
                  <a:close/>
                </a:path>
                <a:path w="2025014" h="43179">
                  <a:moveTo>
                    <a:pt x="747406" y="25304"/>
                  </a:moveTo>
                  <a:lnTo>
                    <a:pt x="810407" y="25304"/>
                  </a:lnTo>
                  <a:lnTo>
                    <a:pt x="810407" y="43038"/>
                  </a:lnTo>
                  <a:lnTo>
                    <a:pt x="747406" y="43038"/>
                  </a:lnTo>
                  <a:lnTo>
                    <a:pt x="747406" y="25304"/>
                  </a:lnTo>
                  <a:close/>
                </a:path>
                <a:path w="2025014" h="43179">
                  <a:moveTo>
                    <a:pt x="858708" y="25304"/>
                  </a:moveTo>
                  <a:lnTo>
                    <a:pt x="921710" y="25304"/>
                  </a:lnTo>
                  <a:lnTo>
                    <a:pt x="921710" y="43038"/>
                  </a:lnTo>
                  <a:lnTo>
                    <a:pt x="858708" y="43038"/>
                  </a:lnTo>
                  <a:lnTo>
                    <a:pt x="858708" y="25304"/>
                  </a:lnTo>
                  <a:close/>
                </a:path>
                <a:path w="2025014" h="43179">
                  <a:moveTo>
                    <a:pt x="969381" y="25304"/>
                  </a:moveTo>
                  <a:lnTo>
                    <a:pt x="1033012" y="25304"/>
                  </a:lnTo>
                  <a:lnTo>
                    <a:pt x="1033012" y="43038"/>
                  </a:lnTo>
                  <a:lnTo>
                    <a:pt x="969381" y="43038"/>
                  </a:lnTo>
                  <a:lnTo>
                    <a:pt x="969381" y="25304"/>
                  </a:lnTo>
                  <a:close/>
                </a:path>
                <a:path w="2025014" h="43179">
                  <a:moveTo>
                    <a:pt x="1078163" y="25304"/>
                  </a:moveTo>
                  <a:lnTo>
                    <a:pt x="1141165" y="25304"/>
                  </a:lnTo>
                  <a:lnTo>
                    <a:pt x="1141165" y="43038"/>
                  </a:lnTo>
                  <a:lnTo>
                    <a:pt x="1078163" y="43038"/>
                  </a:lnTo>
                  <a:lnTo>
                    <a:pt x="1078163" y="25304"/>
                  </a:lnTo>
                  <a:close/>
                </a:path>
                <a:path w="2025014" h="43179">
                  <a:moveTo>
                    <a:pt x="1189466" y="25304"/>
                  </a:moveTo>
                  <a:lnTo>
                    <a:pt x="1252467" y="25304"/>
                  </a:lnTo>
                  <a:lnTo>
                    <a:pt x="1252467" y="43038"/>
                  </a:lnTo>
                  <a:lnTo>
                    <a:pt x="1189466" y="43038"/>
                  </a:lnTo>
                  <a:lnTo>
                    <a:pt x="1189466" y="25304"/>
                  </a:lnTo>
                  <a:close/>
                </a:path>
                <a:path w="2025014" h="43179">
                  <a:moveTo>
                    <a:pt x="1300138" y="25304"/>
                  </a:moveTo>
                  <a:lnTo>
                    <a:pt x="1363139" y="25304"/>
                  </a:lnTo>
                  <a:lnTo>
                    <a:pt x="1363139" y="43038"/>
                  </a:lnTo>
                  <a:lnTo>
                    <a:pt x="1300138" y="43038"/>
                  </a:lnTo>
                  <a:lnTo>
                    <a:pt x="1300138" y="25304"/>
                  </a:lnTo>
                  <a:close/>
                </a:path>
                <a:path w="2025014" h="43179">
                  <a:moveTo>
                    <a:pt x="1411440" y="25304"/>
                  </a:moveTo>
                  <a:lnTo>
                    <a:pt x="1474442" y="25304"/>
                  </a:lnTo>
                  <a:lnTo>
                    <a:pt x="1474442" y="43038"/>
                  </a:lnTo>
                  <a:lnTo>
                    <a:pt x="1411440" y="43038"/>
                  </a:lnTo>
                  <a:lnTo>
                    <a:pt x="1411440" y="25304"/>
                  </a:lnTo>
                  <a:close/>
                </a:path>
                <a:path w="2025014" h="43179">
                  <a:moveTo>
                    <a:pt x="1519803" y="25304"/>
                  </a:moveTo>
                  <a:lnTo>
                    <a:pt x="1583224" y="25304"/>
                  </a:lnTo>
                  <a:lnTo>
                    <a:pt x="1583224" y="43038"/>
                  </a:lnTo>
                  <a:lnTo>
                    <a:pt x="1519803" y="43038"/>
                  </a:lnTo>
                  <a:lnTo>
                    <a:pt x="1519803" y="25304"/>
                  </a:lnTo>
                  <a:close/>
                </a:path>
                <a:path w="2025014" h="43179">
                  <a:moveTo>
                    <a:pt x="1630895" y="25304"/>
                  </a:moveTo>
                  <a:lnTo>
                    <a:pt x="1693897" y="25304"/>
                  </a:lnTo>
                  <a:lnTo>
                    <a:pt x="1693897" y="43038"/>
                  </a:lnTo>
                  <a:lnTo>
                    <a:pt x="1630895" y="43038"/>
                  </a:lnTo>
                  <a:lnTo>
                    <a:pt x="1630895" y="25304"/>
                  </a:lnTo>
                  <a:close/>
                </a:path>
                <a:path w="2025014" h="43179">
                  <a:moveTo>
                    <a:pt x="1742198" y="25304"/>
                  </a:moveTo>
                  <a:lnTo>
                    <a:pt x="1805199" y="25304"/>
                  </a:lnTo>
                  <a:lnTo>
                    <a:pt x="1805199" y="43038"/>
                  </a:lnTo>
                  <a:lnTo>
                    <a:pt x="1742198" y="43038"/>
                  </a:lnTo>
                  <a:lnTo>
                    <a:pt x="1742198" y="25304"/>
                  </a:lnTo>
                  <a:close/>
                </a:path>
                <a:path w="2025014" h="43179">
                  <a:moveTo>
                    <a:pt x="1853080" y="25304"/>
                  </a:moveTo>
                  <a:lnTo>
                    <a:pt x="1916502" y="25304"/>
                  </a:lnTo>
                  <a:lnTo>
                    <a:pt x="1916502" y="43038"/>
                  </a:lnTo>
                  <a:lnTo>
                    <a:pt x="1853080" y="43038"/>
                  </a:lnTo>
                  <a:lnTo>
                    <a:pt x="1853080" y="25304"/>
                  </a:lnTo>
                  <a:close/>
                </a:path>
                <a:path w="2025014" h="43179">
                  <a:moveTo>
                    <a:pt x="1961653" y="25304"/>
                  </a:moveTo>
                  <a:lnTo>
                    <a:pt x="2024654" y="25304"/>
                  </a:lnTo>
                  <a:lnTo>
                    <a:pt x="2024654" y="43038"/>
                  </a:lnTo>
                  <a:lnTo>
                    <a:pt x="1961653" y="43038"/>
                  </a:lnTo>
                  <a:lnTo>
                    <a:pt x="1961653" y="25304"/>
                  </a:lnTo>
                  <a:close/>
                </a:path>
              </a:pathLst>
            </a:custGeom>
            <a:ln w="31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 descr=""/>
            <p:cNvSpPr/>
            <p:nvPr/>
          </p:nvSpPr>
          <p:spPr>
            <a:xfrm>
              <a:off x="4484207" y="3186242"/>
              <a:ext cx="0" cy="2046605"/>
            </a:xfrm>
            <a:custGeom>
              <a:avLst/>
              <a:gdLst/>
              <a:ahLst/>
              <a:cxnLst/>
              <a:rect l="l" t="t" r="r" b="b"/>
              <a:pathLst>
                <a:path w="0" h="2046604">
                  <a:moveTo>
                    <a:pt x="0" y="0"/>
                  </a:moveTo>
                  <a:lnTo>
                    <a:pt x="0" y="2046322"/>
                  </a:lnTo>
                </a:path>
              </a:pathLst>
            </a:custGeom>
            <a:ln w="18059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183" descr=""/>
            <p:cNvSpPr/>
            <p:nvPr/>
          </p:nvSpPr>
          <p:spPr>
            <a:xfrm>
              <a:off x="4653471" y="3177674"/>
              <a:ext cx="2047239" cy="2096770"/>
            </a:xfrm>
            <a:custGeom>
              <a:avLst/>
              <a:gdLst/>
              <a:ahLst/>
              <a:cxnLst/>
              <a:rect l="l" t="t" r="r" b="b"/>
              <a:pathLst>
                <a:path w="2047240" h="2096770">
                  <a:moveTo>
                    <a:pt x="2039354" y="10038"/>
                  </a:moveTo>
                  <a:lnTo>
                    <a:pt x="2031794" y="10038"/>
                  </a:lnTo>
                  <a:lnTo>
                    <a:pt x="2031794" y="72777"/>
                  </a:lnTo>
                  <a:lnTo>
                    <a:pt x="2046914" y="72777"/>
                  </a:lnTo>
                  <a:lnTo>
                    <a:pt x="2046914" y="15057"/>
                  </a:lnTo>
                  <a:lnTo>
                    <a:pt x="2039354" y="15057"/>
                  </a:lnTo>
                  <a:lnTo>
                    <a:pt x="2039354" y="10038"/>
                  </a:lnTo>
                  <a:close/>
                </a:path>
                <a:path w="2047240" h="2096770">
                  <a:moveTo>
                    <a:pt x="2039354" y="0"/>
                  </a:moveTo>
                  <a:lnTo>
                    <a:pt x="1976353" y="0"/>
                  </a:lnTo>
                  <a:lnTo>
                    <a:pt x="1976353" y="15057"/>
                  </a:lnTo>
                  <a:lnTo>
                    <a:pt x="2031794" y="15057"/>
                  </a:lnTo>
                  <a:lnTo>
                    <a:pt x="2031794" y="10038"/>
                  </a:lnTo>
                  <a:lnTo>
                    <a:pt x="2039354" y="10038"/>
                  </a:lnTo>
                  <a:lnTo>
                    <a:pt x="2039354" y="0"/>
                  </a:lnTo>
                  <a:close/>
                </a:path>
                <a:path w="2047240" h="2096770">
                  <a:moveTo>
                    <a:pt x="2046914" y="10038"/>
                  </a:moveTo>
                  <a:lnTo>
                    <a:pt x="2039354" y="10038"/>
                  </a:lnTo>
                  <a:lnTo>
                    <a:pt x="2039354" y="15057"/>
                  </a:lnTo>
                  <a:lnTo>
                    <a:pt x="2046914" y="15057"/>
                  </a:lnTo>
                  <a:lnTo>
                    <a:pt x="2046914" y="10038"/>
                  </a:lnTo>
                  <a:close/>
                </a:path>
                <a:path w="2047240" h="2096770">
                  <a:moveTo>
                    <a:pt x="1928472" y="0"/>
                  </a:moveTo>
                  <a:lnTo>
                    <a:pt x="1865470" y="0"/>
                  </a:lnTo>
                  <a:lnTo>
                    <a:pt x="1865470" y="15057"/>
                  </a:lnTo>
                  <a:lnTo>
                    <a:pt x="1928472" y="15057"/>
                  </a:lnTo>
                  <a:lnTo>
                    <a:pt x="1928472" y="0"/>
                  </a:lnTo>
                  <a:close/>
                </a:path>
                <a:path w="2047240" h="2096770">
                  <a:moveTo>
                    <a:pt x="1817379" y="0"/>
                  </a:moveTo>
                  <a:lnTo>
                    <a:pt x="1754378" y="0"/>
                  </a:lnTo>
                  <a:lnTo>
                    <a:pt x="1754378" y="15057"/>
                  </a:lnTo>
                  <a:lnTo>
                    <a:pt x="1817379" y="15057"/>
                  </a:lnTo>
                  <a:lnTo>
                    <a:pt x="1817379" y="0"/>
                  </a:lnTo>
                  <a:close/>
                </a:path>
                <a:path w="2047240" h="2096770">
                  <a:moveTo>
                    <a:pt x="1709017" y="0"/>
                  </a:moveTo>
                  <a:lnTo>
                    <a:pt x="1645596" y="0"/>
                  </a:lnTo>
                  <a:lnTo>
                    <a:pt x="1645596" y="15057"/>
                  </a:lnTo>
                  <a:lnTo>
                    <a:pt x="1709017" y="15057"/>
                  </a:lnTo>
                  <a:lnTo>
                    <a:pt x="1709017" y="0"/>
                  </a:lnTo>
                  <a:close/>
                </a:path>
                <a:path w="2047240" h="2096770">
                  <a:moveTo>
                    <a:pt x="1597714" y="0"/>
                  </a:moveTo>
                  <a:lnTo>
                    <a:pt x="1534713" y="0"/>
                  </a:lnTo>
                  <a:lnTo>
                    <a:pt x="1534713" y="15057"/>
                  </a:lnTo>
                  <a:lnTo>
                    <a:pt x="1597714" y="15057"/>
                  </a:lnTo>
                  <a:lnTo>
                    <a:pt x="1597714" y="0"/>
                  </a:lnTo>
                  <a:close/>
                </a:path>
                <a:path w="2047240" h="2096770">
                  <a:moveTo>
                    <a:pt x="1486622" y="0"/>
                  </a:moveTo>
                  <a:lnTo>
                    <a:pt x="1423621" y="0"/>
                  </a:lnTo>
                  <a:lnTo>
                    <a:pt x="1423621" y="15057"/>
                  </a:lnTo>
                  <a:lnTo>
                    <a:pt x="1486622" y="15057"/>
                  </a:lnTo>
                  <a:lnTo>
                    <a:pt x="1486622" y="0"/>
                  </a:lnTo>
                  <a:close/>
                </a:path>
                <a:path w="2047240" h="2096770">
                  <a:moveTo>
                    <a:pt x="1375740" y="0"/>
                  </a:moveTo>
                  <a:lnTo>
                    <a:pt x="1312318" y="0"/>
                  </a:lnTo>
                  <a:lnTo>
                    <a:pt x="1312318" y="15057"/>
                  </a:lnTo>
                  <a:lnTo>
                    <a:pt x="1375740" y="15057"/>
                  </a:lnTo>
                  <a:lnTo>
                    <a:pt x="1375740" y="0"/>
                  </a:lnTo>
                  <a:close/>
                </a:path>
                <a:path w="2047240" h="2096770">
                  <a:moveTo>
                    <a:pt x="1266957" y="0"/>
                  </a:moveTo>
                  <a:lnTo>
                    <a:pt x="1203956" y="0"/>
                  </a:lnTo>
                  <a:lnTo>
                    <a:pt x="1203956" y="15057"/>
                  </a:lnTo>
                  <a:lnTo>
                    <a:pt x="1266957" y="15057"/>
                  </a:lnTo>
                  <a:lnTo>
                    <a:pt x="1266957" y="0"/>
                  </a:lnTo>
                  <a:close/>
                </a:path>
                <a:path w="2047240" h="2096770">
                  <a:moveTo>
                    <a:pt x="1155865" y="0"/>
                  </a:moveTo>
                  <a:lnTo>
                    <a:pt x="1092863" y="0"/>
                  </a:lnTo>
                  <a:lnTo>
                    <a:pt x="1092863" y="15057"/>
                  </a:lnTo>
                  <a:lnTo>
                    <a:pt x="1155865" y="15057"/>
                  </a:lnTo>
                  <a:lnTo>
                    <a:pt x="1155865" y="0"/>
                  </a:lnTo>
                  <a:close/>
                </a:path>
                <a:path w="2047240" h="2096770">
                  <a:moveTo>
                    <a:pt x="1044982" y="0"/>
                  </a:moveTo>
                  <a:lnTo>
                    <a:pt x="981981" y="0"/>
                  </a:lnTo>
                  <a:lnTo>
                    <a:pt x="981981" y="15057"/>
                  </a:lnTo>
                  <a:lnTo>
                    <a:pt x="1044982" y="15057"/>
                  </a:lnTo>
                  <a:lnTo>
                    <a:pt x="1044982" y="0"/>
                  </a:lnTo>
                  <a:close/>
                </a:path>
                <a:path w="2047240" h="2096770">
                  <a:moveTo>
                    <a:pt x="933680" y="0"/>
                  </a:moveTo>
                  <a:lnTo>
                    <a:pt x="870679" y="0"/>
                  </a:lnTo>
                  <a:lnTo>
                    <a:pt x="870679" y="15057"/>
                  </a:lnTo>
                  <a:lnTo>
                    <a:pt x="933680" y="15057"/>
                  </a:lnTo>
                  <a:lnTo>
                    <a:pt x="933680" y="0"/>
                  </a:lnTo>
                  <a:close/>
                </a:path>
                <a:path w="2047240" h="2096770">
                  <a:moveTo>
                    <a:pt x="825528" y="0"/>
                  </a:moveTo>
                  <a:lnTo>
                    <a:pt x="762106" y="0"/>
                  </a:lnTo>
                  <a:lnTo>
                    <a:pt x="762106" y="15057"/>
                  </a:lnTo>
                  <a:lnTo>
                    <a:pt x="825528" y="15057"/>
                  </a:lnTo>
                  <a:lnTo>
                    <a:pt x="825528" y="0"/>
                  </a:lnTo>
                  <a:close/>
                </a:path>
                <a:path w="2047240" h="2096770">
                  <a:moveTo>
                    <a:pt x="714225" y="0"/>
                  </a:moveTo>
                  <a:lnTo>
                    <a:pt x="651224" y="0"/>
                  </a:lnTo>
                  <a:lnTo>
                    <a:pt x="651224" y="15057"/>
                  </a:lnTo>
                  <a:lnTo>
                    <a:pt x="714225" y="15057"/>
                  </a:lnTo>
                  <a:lnTo>
                    <a:pt x="714225" y="0"/>
                  </a:lnTo>
                  <a:close/>
                </a:path>
                <a:path w="2047240" h="2096770">
                  <a:moveTo>
                    <a:pt x="602923" y="0"/>
                  </a:moveTo>
                  <a:lnTo>
                    <a:pt x="539921" y="0"/>
                  </a:lnTo>
                  <a:lnTo>
                    <a:pt x="539921" y="15057"/>
                  </a:lnTo>
                  <a:lnTo>
                    <a:pt x="602923" y="15057"/>
                  </a:lnTo>
                  <a:lnTo>
                    <a:pt x="602923" y="0"/>
                  </a:lnTo>
                  <a:close/>
                </a:path>
                <a:path w="2047240" h="2096770">
                  <a:moveTo>
                    <a:pt x="492250" y="0"/>
                  </a:moveTo>
                  <a:lnTo>
                    <a:pt x="428829" y="0"/>
                  </a:lnTo>
                  <a:lnTo>
                    <a:pt x="428829" y="15057"/>
                  </a:lnTo>
                  <a:lnTo>
                    <a:pt x="492250" y="15057"/>
                  </a:lnTo>
                  <a:lnTo>
                    <a:pt x="492250" y="0"/>
                  </a:lnTo>
                  <a:close/>
                </a:path>
                <a:path w="2047240" h="2096770">
                  <a:moveTo>
                    <a:pt x="383468" y="0"/>
                  </a:moveTo>
                  <a:lnTo>
                    <a:pt x="320467" y="0"/>
                  </a:lnTo>
                  <a:lnTo>
                    <a:pt x="320467" y="15057"/>
                  </a:lnTo>
                  <a:lnTo>
                    <a:pt x="383468" y="15057"/>
                  </a:lnTo>
                  <a:lnTo>
                    <a:pt x="383468" y="0"/>
                  </a:lnTo>
                  <a:close/>
                </a:path>
                <a:path w="2047240" h="2096770">
                  <a:moveTo>
                    <a:pt x="272165" y="0"/>
                  </a:moveTo>
                  <a:lnTo>
                    <a:pt x="209164" y="0"/>
                  </a:lnTo>
                  <a:lnTo>
                    <a:pt x="209164" y="15057"/>
                  </a:lnTo>
                  <a:lnTo>
                    <a:pt x="272165" y="15057"/>
                  </a:lnTo>
                  <a:lnTo>
                    <a:pt x="272165" y="0"/>
                  </a:lnTo>
                  <a:close/>
                </a:path>
                <a:path w="2047240" h="2096770">
                  <a:moveTo>
                    <a:pt x="161493" y="0"/>
                  </a:moveTo>
                  <a:lnTo>
                    <a:pt x="98492" y="0"/>
                  </a:lnTo>
                  <a:lnTo>
                    <a:pt x="98492" y="15057"/>
                  </a:lnTo>
                  <a:lnTo>
                    <a:pt x="161493" y="15057"/>
                  </a:lnTo>
                  <a:lnTo>
                    <a:pt x="161493" y="0"/>
                  </a:lnTo>
                  <a:close/>
                </a:path>
                <a:path w="2047240" h="2096770">
                  <a:moveTo>
                    <a:pt x="50191" y="0"/>
                  </a:moveTo>
                  <a:lnTo>
                    <a:pt x="0" y="0"/>
                  </a:lnTo>
                  <a:lnTo>
                    <a:pt x="0" y="25304"/>
                  </a:lnTo>
                  <a:lnTo>
                    <a:pt x="15120" y="25304"/>
                  </a:lnTo>
                  <a:lnTo>
                    <a:pt x="15120" y="15057"/>
                  </a:lnTo>
                  <a:lnTo>
                    <a:pt x="7560" y="15057"/>
                  </a:lnTo>
                  <a:lnTo>
                    <a:pt x="15120" y="7528"/>
                  </a:lnTo>
                  <a:lnTo>
                    <a:pt x="50191" y="7528"/>
                  </a:lnTo>
                  <a:lnTo>
                    <a:pt x="50191" y="0"/>
                  </a:lnTo>
                  <a:close/>
                </a:path>
                <a:path w="2047240" h="2096770">
                  <a:moveTo>
                    <a:pt x="15120" y="7528"/>
                  </a:moveTo>
                  <a:lnTo>
                    <a:pt x="7560" y="15057"/>
                  </a:lnTo>
                  <a:lnTo>
                    <a:pt x="15120" y="15057"/>
                  </a:lnTo>
                  <a:lnTo>
                    <a:pt x="15120" y="7528"/>
                  </a:lnTo>
                  <a:close/>
                </a:path>
                <a:path w="2047240" h="2096770">
                  <a:moveTo>
                    <a:pt x="50191" y="7528"/>
                  </a:moveTo>
                  <a:lnTo>
                    <a:pt x="15120" y="7528"/>
                  </a:lnTo>
                  <a:lnTo>
                    <a:pt x="15120" y="15057"/>
                  </a:lnTo>
                  <a:lnTo>
                    <a:pt x="50191" y="15057"/>
                  </a:lnTo>
                  <a:lnTo>
                    <a:pt x="50191" y="7528"/>
                  </a:lnTo>
                  <a:close/>
                </a:path>
                <a:path w="2047240" h="2096770">
                  <a:moveTo>
                    <a:pt x="15120" y="72777"/>
                  </a:moveTo>
                  <a:lnTo>
                    <a:pt x="0" y="72777"/>
                  </a:lnTo>
                  <a:lnTo>
                    <a:pt x="0" y="136143"/>
                  </a:lnTo>
                  <a:lnTo>
                    <a:pt x="15120" y="136143"/>
                  </a:lnTo>
                  <a:lnTo>
                    <a:pt x="15120" y="72777"/>
                  </a:lnTo>
                  <a:close/>
                </a:path>
                <a:path w="2047240" h="2096770">
                  <a:moveTo>
                    <a:pt x="15120" y="183824"/>
                  </a:moveTo>
                  <a:lnTo>
                    <a:pt x="0" y="183824"/>
                  </a:lnTo>
                  <a:lnTo>
                    <a:pt x="0" y="246563"/>
                  </a:lnTo>
                  <a:lnTo>
                    <a:pt x="15120" y="246563"/>
                  </a:lnTo>
                  <a:lnTo>
                    <a:pt x="15120" y="183824"/>
                  </a:lnTo>
                  <a:close/>
                </a:path>
                <a:path w="2047240" h="2096770">
                  <a:moveTo>
                    <a:pt x="15120" y="294663"/>
                  </a:moveTo>
                  <a:lnTo>
                    <a:pt x="0" y="294663"/>
                  </a:lnTo>
                  <a:lnTo>
                    <a:pt x="0" y="357402"/>
                  </a:lnTo>
                  <a:lnTo>
                    <a:pt x="15120" y="357402"/>
                  </a:lnTo>
                  <a:lnTo>
                    <a:pt x="15120" y="294663"/>
                  </a:lnTo>
                  <a:close/>
                </a:path>
                <a:path w="2047240" h="2096770">
                  <a:moveTo>
                    <a:pt x="15120" y="402574"/>
                  </a:moveTo>
                  <a:lnTo>
                    <a:pt x="0" y="402574"/>
                  </a:lnTo>
                  <a:lnTo>
                    <a:pt x="0" y="465313"/>
                  </a:lnTo>
                  <a:lnTo>
                    <a:pt x="15120" y="465313"/>
                  </a:lnTo>
                  <a:lnTo>
                    <a:pt x="15120" y="402574"/>
                  </a:lnTo>
                  <a:close/>
                </a:path>
                <a:path w="2047240" h="2096770">
                  <a:moveTo>
                    <a:pt x="15120" y="513412"/>
                  </a:moveTo>
                  <a:lnTo>
                    <a:pt x="0" y="513412"/>
                  </a:lnTo>
                  <a:lnTo>
                    <a:pt x="0" y="576151"/>
                  </a:lnTo>
                  <a:lnTo>
                    <a:pt x="15120" y="576151"/>
                  </a:lnTo>
                  <a:lnTo>
                    <a:pt x="15120" y="513412"/>
                  </a:lnTo>
                  <a:close/>
                </a:path>
                <a:path w="2047240" h="2096770">
                  <a:moveTo>
                    <a:pt x="15120" y="624251"/>
                  </a:moveTo>
                  <a:lnTo>
                    <a:pt x="0" y="624251"/>
                  </a:lnTo>
                  <a:lnTo>
                    <a:pt x="0" y="687199"/>
                  </a:lnTo>
                  <a:lnTo>
                    <a:pt x="15120" y="687199"/>
                  </a:lnTo>
                  <a:lnTo>
                    <a:pt x="15120" y="624251"/>
                  </a:lnTo>
                  <a:close/>
                </a:path>
                <a:path w="2047240" h="2096770">
                  <a:moveTo>
                    <a:pt x="15120" y="734671"/>
                  </a:moveTo>
                  <a:lnTo>
                    <a:pt x="0" y="734671"/>
                  </a:lnTo>
                  <a:lnTo>
                    <a:pt x="0" y="797619"/>
                  </a:lnTo>
                  <a:lnTo>
                    <a:pt x="15120" y="797619"/>
                  </a:lnTo>
                  <a:lnTo>
                    <a:pt x="15120" y="734671"/>
                  </a:lnTo>
                  <a:close/>
                </a:path>
                <a:path w="2047240" h="2096770">
                  <a:moveTo>
                    <a:pt x="15120" y="843105"/>
                  </a:moveTo>
                  <a:lnTo>
                    <a:pt x="0" y="843105"/>
                  </a:lnTo>
                  <a:lnTo>
                    <a:pt x="0" y="905907"/>
                  </a:lnTo>
                  <a:lnTo>
                    <a:pt x="15120" y="905907"/>
                  </a:lnTo>
                  <a:lnTo>
                    <a:pt x="15120" y="843105"/>
                  </a:lnTo>
                  <a:close/>
                </a:path>
                <a:path w="2047240" h="2096770">
                  <a:moveTo>
                    <a:pt x="15120" y="954006"/>
                  </a:moveTo>
                  <a:lnTo>
                    <a:pt x="0" y="954006"/>
                  </a:lnTo>
                  <a:lnTo>
                    <a:pt x="0" y="1016808"/>
                  </a:lnTo>
                  <a:lnTo>
                    <a:pt x="15120" y="1016808"/>
                  </a:lnTo>
                  <a:lnTo>
                    <a:pt x="15120" y="954006"/>
                  </a:lnTo>
                  <a:close/>
                </a:path>
                <a:path w="2047240" h="2096770">
                  <a:moveTo>
                    <a:pt x="15120" y="1064406"/>
                  </a:moveTo>
                  <a:lnTo>
                    <a:pt x="0" y="1064406"/>
                  </a:lnTo>
                  <a:lnTo>
                    <a:pt x="0" y="1127207"/>
                  </a:lnTo>
                  <a:lnTo>
                    <a:pt x="15120" y="1127207"/>
                  </a:lnTo>
                  <a:lnTo>
                    <a:pt x="15120" y="1064406"/>
                  </a:lnTo>
                  <a:close/>
                </a:path>
                <a:path w="2047240" h="2096770">
                  <a:moveTo>
                    <a:pt x="15120" y="1175307"/>
                  </a:moveTo>
                  <a:lnTo>
                    <a:pt x="0" y="1175307"/>
                  </a:lnTo>
                  <a:lnTo>
                    <a:pt x="0" y="1238109"/>
                  </a:lnTo>
                  <a:lnTo>
                    <a:pt x="15120" y="1238109"/>
                  </a:lnTo>
                  <a:lnTo>
                    <a:pt x="15120" y="1175307"/>
                  </a:lnTo>
                  <a:close/>
                </a:path>
                <a:path w="2047240" h="2096770">
                  <a:moveTo>
                    <a:pt x="15120" y="1283678"/>
                  </a:moveTo>
                  <a:lnTo>
                    <a:pt x="0" y="1283678"/>
                  </a:lnTo>
                  <a:lnTo>
                    <a:pt x="0" y="1346480"/>
                  </a:lnTo>
                  <a:lnTo>
                    <a:pt x="15120" y="1346480"/>
                  </a:lnTo>
                  <a:lnTo>
                    <a:pt x="15120" y="1283678"/>
                  </a:lnTo>
                  <a:close/>
                </a:path>
                <a:path w="2047240" h="2096770">
                  <a:moveTo>
                    <a:pt x="15120" y="1394078"/>
                  </a:moveTo>
                  <a:lnTo>
                    <a:pt x="0" y="1394078"/>
                  </a:lnTo>
                  <a:lnTo>
                    <a:pt x="0" y="1456879"/>
                  </a:lnTo>
                  <a:lnTo>
                    <a:pt x="15120" y="1456879"/>
                  </a:lnTo>
                  <a:lnTo>
                    <a:pt x="15120" y="1394078"/>
                  </a:lnTo>
                  <a:close/>
                </a:path>
                <a:path w="2047240" h="2096770">
                  <a:moveTo>
                    <a:pt x="15120" y="1504979"/>
                  </a:moveTo>
                  <a:lnTo>
                    <a:pt x="0" y="1504979"/>
                  </a:lnTo>
                  <a:lnTo>
                    <a:pt x="0" y="1567781"/>
                  </a:lnTo>
                  <a:lnTo>
                    <a:pt x="15120" y="1567781"/>
                  </a:lnTo>
                  <a:lnTo>
                    <a:pt x="15120" y="1504979"/>
                  </a:lnTo>
                  <a:close/>
                </a:path>
                <a:path w="2047240" h="2096770">
                  <a:moveTo>
                    <a:pt x="15120" y="1615378"/>
                  </a:moveTo>
                  <a:lnTo>
                    <a:pt x="0" y="1615378"/>
                  </a:lnTo>
                  <a:lnTo>
                    <a:pt x="0" y="1678682"/>
                  </a:lnTo>
                  <a:lnTo>
                    <a:pt x="15120" y="1678682"/>
                  </a:lnTo>
                  <a:lnTo>
                    <a:pt x="15120" y="1615378"/>
                  </a:lnTo>
                  <a:close/>
                </a:path>
                <a:path w="2047240" h="2096770">
                  <a:moveTo>
                    <a:pt x="15120" y="1723749"/>
                  </a:moveTo>
                  <a:lnTo>
                    <a:pt x="0" y="1723749"/>
                  </a:lnTo>
                  <a:lnTo>
                    <a:pt x="0" y="1786530"/>
                  </a:lnTo>
                  <a:lnTo>
                    <a:pt x="15120" y="1786530"/>
                  </a:lnTo>
                  <a:lnTo>
                    <a:pt x="15120" y="1723749"/>
                  </a:lnTo>
                  <a:close/>
                </a:path>
                <a:path w="2047240" h="2096770">
                  <a:moveTo>
                    <a:pt x="15120" y="1834651"/>
                  </a:moveTo>
                  <a:lnTo>
                    <a:pt x="0" y="1834651"/>
                  </a:lnTo>
                  <a:lnTo>
                    <a:pt x="0" y="1897431"/>
                  </a:lnTo>
                  <a:lnTo>
                    <a:pt x="15120" y="1897431"/>
                  </a:lnTo>
                  <a:lnTo>
                    <a:pt x="15120" y="1834651"/>
                  </a:lnTo>
                  <a:close/>
                </a:path>
                <a:path w="2047240" h="2096770">
                  <a:moveTo>
                    <a:pt x="15120" y="1945050"/>
                  </a:moveTo>
                  <a:lnTo>
                    <a:pt x="0" y="1945050"/>
                  </a:lnTo>
                  <a:lnTo>
                    <a:pt x="0" y="2008333"/>
                  </a:lnTo>
                  <a:lnTo>
                    <a:pt x="15120" y="2008333"/>
                  </a:lnTo>
                  <a:lnTo>
                    <a:pt x="15120" y="1945050"/>
                  </a:lnTo>
                  <a:close/>
                </a:path>
                <a:path w="2047240" h="2096770">
                  <a:moveTo>
                    <a:pt x="15120" y="2055951"/>
                  </a:moveTo>
                  <a:lnTo>
                    <a:pt x="0" y="2055951"/>
                  </a:lnTo>
                  <a:lnTo>
                    <a:pt x="0" y="2096460"/>
                  </a:lnTo>
                  <a:lnTo>
                    <a:pt x="37590" y="2096460"/>
                  </a:lnTo>
                  <a:lnTo>
                    <a:pt x="37590" y="2086338"/>
                  </a:lnTo>
                  <a:lnTo>
                    <a:pt x="15120" y="2086338"/>
                  </a:lnTo>
                  <a:lnTo>
                    <a:pt x="7560" y="2078726"/>
                  </a:lnTo>
                  <a:lnTo>
                    <a:pt x="15120" y="2078726"/>
                  </a:lnTo>
                  <a:lnTo>
                    <a:pt x="15120" y="2055951"/>
                  </a:lnTo>
                  <a:close/>
                </a:path>
                <a:path w="2047240" h="2096770">
                  <a:moveTo>
                    <a:pt x="15120" y="2078726"/>
                  </a:moveTo>
                  <a:lnTo>
                    <a:pt x="7560" y="2078726"/>
                  </a:lnTo>
                  <a:lnTo>
                    <a:pt x="15120" y="2086338"/>
                  </a:lnTo>
                  <a:lnTo>
                    <a:pt x="15120" y="2078726"/>
                  </a:lnTo>
                  <a:close/>
                </a:path>
                <a:path w="2047240" h="2096770">
                  <a:moveTo>
                    <a:pt x="37590" y="2078726"/>
                  </a:moveTo>
                  <a:lnTo>
                    <a:pt x="15120" y="2078726"/>
                  </a:lnTo>
                  <a:lnTo>
                    <a:pt x="15120" y="2086338"/>
                  </a:lnTo>
                  <a:lnTo>
                    <a:pt x="37590" y="2086338"/>
                  </a:lnTo>
                  <a:lnTo>
                    <a:pt x="37590" y="2078726"/>
                  </a:lnTo>
                  <a:close/>
                </a:path>
                <a:path w="2047240" h="2096770">
                  <a:moveTo>
                    <a:pt x="148683" y="2078726"/>
                  </a:moveTo>
                  <a:lnTo>
                    <a:pt x="85681" y="2078726"/>
                  </a:lnTo>
                  <a:lnTo>
                    <a:pt x="85681" y="2096460"/>
                  </a:lnTo>
                  <a:lnTo>
                    <a:pt x="148683" y="2096460"/>
                  </a:lnTo>
                  <a:lnTo>
                    <a:pt x="148683" y="2078726"/>
                  </a:lnTo>
                  <a:close/>
                </a:path>
                <a:path w="2047240" h="2096770">
                  <a:moveTo>
                    <a:pt x="257465" y="2078726"/>
                  </a:moveTo>
                  <a:lnTo>
                    <a:pt x="194044" y="2078726"/>
                  </a:lnTo>
                  <a:lnTo>
                    <a:pt x="194044" y="2096460"/>
                  </a:lnTo>
                  <a:lnTo>
                    <a:pt x="257465" y="2096460"/>
                  </a:lnTo>
                  <a:lnTo>
                    <a:pt x="257465" y="2078726"/>
                  </a:lnTo>
                  <a:close/>
                </a:path>
                <a:path w="2047240" h="2096770">
                  <a:moveTo>
                    <a:pt x="368348" y="2078726"/>
                  </a:moveTo>
                  <a:lnTo>
                    <a:pt x="305346" y="2078726"/>
                  </a:lnTo>
                  <a:lnTo>
                    <a:pt x="305346" y="2096460"/>
                  </a:lnTo>
                  <a:lnTo>
                    <a:pt x="368348" y="2096460"/>
                  </a:lnTo>
                  <a:lnTo>
                    <a:pt x="368348" y="2078726"/>
                  </a:lnTo>
                  <a:close/>
                </a:path>
                <a:path w="2047240" h="2096770">
                  <a:moveTo>
                    <a:pt x="479440" y="2078726"/>
                  </a:moveTo>
                  <a:lnTo>
                    <a:pt x="416439" y="2078726"/>
                  </a:lnTo>
                  <a:lnTo>
                    <a:pt x="416439" y="2096460"/>
                  </a:lnTo>
                  <a:lnTo>
                    <a:pt x="479440" y="2096460"/>
                  </a:lnTo>
                  <a:lnTo>
                    <a:pt x="479440" y="2078726"/>
                  </a:lnTo>
                  <a:close/>
                </a:path>
                <a:path w="2047240" h="2096770">
                  <a:moveTo>
                    <a:pt x="590322" y="2078726"/>
                  </a:moveTo>
                  <a:lnTo>
                    <a:pt x="527321" y="2078726"/>
                  </a:lnTo>
                  <a:lnTo>
                    <a:pt x="527321" y="2096460"/>
                  </a:lnTo>
                  <a:lnTo>
                    <a:pt x="590322" y="2096460"/>
                  </a:lnTo>
                  <a:lnTo>
                    <a:pt x="590322" y="2078726"/>
                  </a:lnTo>
                  <a:close/>
                </a:path>
                <a:path w="2047240" h="2096770">
                  <a:moveTo>
                    <a:pt x="699105" y="2078726"/>
                  </a:moveTo>
                  <a:lnTo>
                    <a:pt x="636103" y="2078726"/>
                  </a:lnTo>
                  <a:lnTo>
                    <a:pt x="636103" y="2096460"/>
                  </a:lnTo>
                  <a:lnTo>
                    <a:pt x="699105" y="2096460"/>
                  </a:lnTo>
                  <a:lnTo>
                    <a:pt x="699105" y="2078726"/>
                  </a:lnTo>
                  <a:close/>
                </a:path>
                <a:path w="2047240" h="2096770">
                  <a:moveTo>
                    <a:pt x="810197" y="2078726"/>
                  </a:moveTo>
                  <a:lnTo>
                    <a:pt x="747196" y="2078726"/>
                  </a:lnTo>
                  <a:lnTo>
                    <a:pt x="747196" y="2096460"/>
                  </a:lnTo>
                  <a:lnTo>
                    <a:pt x="810197" y="2096460"/>
                  </a:lnTo>
                  <a:lnTo>
                    <a:pt x="810197" y="2078726"/>
                  </a:lnTo>
                  <a:close/>
                </a:path>
                <a:path w="2047240" h="2096770">
                  <a:moveTo>
                    <a:pt x="921080" y="2078726"/>
                  </a:moveTo>
                  <a:lnTo>
                    <a:pt x="858078" y="2078726"/>
                  </a:lnTo>
                  <a:lnTo>
                    <a:pt x="858078" y="2096460"/>
                  </a:lnTo>
                  <a:lnTo>
                    <a:pt x="921080" y="2096460"/>
                  </a:lnTo>
                  <a:lnTo>
                    <a:pt x="921080" y="2078726"/>
                  </a:lnTo>
                  <a:close/>
                </a:path>
                <a:path w="2047240" h="2096770">
                  <a:moveTo>
                    <a:pt x="1032382" y="2078726"/>
                  </a:moveTo>
                  <a:lnTo>
                    <a:pt x="969381" y="2078726"/>
                  </a:lnTo>
                  <a:lnTo>
                    <a:pt x="969381" y="2096460"/>
                  </a:lnTo>
                  <a:lnTo>
                    <a:pt x="1032382" y="2096460"/>
                  </a:lnTo>
                  <a:lnTo>
                    <a:pt x="1032382" y="2078726"/>
                  </a:lnTo>
                  <a:close/>
                </a:path>
                <a:path w="2047240" h="2096770">
                  <a:moveTo>
                    <a:pt x="1140954" y="2078726"/>
                  </a:moveTo>
                  <a:lnTo>
                    <a:pt x="1077533" y="2078726"/>
                  </a:lnTo>
                  <a:lnTo>
                    <a:pt x="1077533" y="2096460"/>
                  </a:lnTo>
                  <a:lnTo>
                    <a:pt x="1140954" y="2096460"/>
                  </a:lnTo>
                  <a:lnTo>
                    <a:pt x="1140954" y="2078726"/>
                  </a:lnTo>
                  <a:close/>
                </a:path>
                <a:path w="2047240" h="2096770">
                  <a:moveTo>
                    <a:pt x="1251837" y="2078726"/>
                  </a:moveTo>
                  <a:lnTo>
                    <a:pt x="1188836" y="2078726"/>
                  </a:lnTo>
                  <a:lnTo>
                    <a:pt x="1188836" y="2096460"/>
                  </a:lnTo>
                  <a:lnTo>
                    <a:pt x="1251837" y="2096460"/>
                  </a:lnTo>
                  <a:lnTo>
                    <a:pt x="1251837" y="2078726"/>
                  </a:lnTo>
                  <a:close/>
                </a:path>
                <a:path w="2047240" h="2096770">
                  <a:moveTo>
                    <a:pt x="1363139" y="2078726"/>
                  </a:moveTo>
                  <a:lnTo>
                    <a:pt x="1300138" y="2078726"/>
                  </a:lnTo>
                  <a:lnTo>
                    <a:pt x="1300138" y="2096460"/>
                  </a:lnTo>
                  <a:lnTo>
                    <a:pt x="1363139" y="2096460"/>
                  </a:lnTo>
                  <a:lnTo>
                    <a:pt x="1363139" y="2078726"/>
                  </a:lnTo>
                  <a:close/>
                </a:path>
                <a:path w="2047240" h="2096770">
                  <a:moveTo>
                    <a:pt x="1473812" y="2078726"/>
                  </a:moveTo>
                  <a:lnTo>
                    <a:pt x="1410810" y="2078726"/>
                  </a:lnTo>
                  <a:lnTo>
                    <a:pt x="1410810" y="2096460"/>
                  </a:lnTo>
                  <a:lnTo>
                    <a:pt x="1473812" y="2096460"/>
                  </a:lnTo>
                  <a:lnTo>
                    <a:pt x="1473812" y="2078726"/>
                  </a:lnTo>
                  <a:close/>
                </a:path>
                <a:path w="2047240" h="2096770">
                  <a:moveTo>
                    <a:pt x="1582594" y="2078726"/>
                  </a:moveTo>
                  <a:lnTo>
                    <a:pt x="1519593" y="2078726"/>
                  </a:lnTo>
                  <a:lnTo>
                    <a:pt x="1519593" y="2096460"/>
                  </a:lnTo>
                  <a:lnTo>
                    <a:pt x="1582594" y="2096460"/>
                  </a:lnTo>
                  <a:lnTo>
                    <a:pt x="1582594" y="2078726"/>
                  </a:lnTo>
                  <a:close/>
                </a:path>
                <a:path w="2047240" h="2096770">
                  <a:moveTo>
                    <a:pt x="1693897" y="2078726"/>
                  </a:moveTo>
                  <a:lnTo>
                    <a:pt x="1630265" y="2078726"/>
                  </a:lnTo>
                  <a:lnTo>
                    <a:pt x="1630265" y="2096460"/>
                  </a:lnTo>
                  <a:lnTo>
                    <a:pt x="1693897" y="2096460"/>
                  </a:lnTo>
                  <a:lnTo>
                    <a:pt x="1693897" y="2078726"/>
                  </a:lnTo>
                  <a:close/>
                </a:path>
                <a:path w="2047240" h="2096770">
                  <a:moveTo>
                    <a:pt x="1804569" y="2078726"/>
                  </a:moveTo>
                  <a:lnTo>
                    <a:pt x="1741568" y="2078726"/>
                  </a:lnTo>
                  <a:lnTo>
                    <a:pt x="1741568" y="2096460"/>
                  </a:lnTo>
                  <a:lnTo>
                    <a:pt x="1804569" y="2096460"/>
                  </a:lnTo>
                  <a:lnTo>
                    <a:pt x="1804569" y="2078726"/>
                  </a:lnTo>
                  <a:close/>
                </a:path>
                <a:path w="2047240" h="2096770">
                  <a:moveTo>
                    <a:pt x="1915871" y="2078726"/>
                  </a:moveTo>
                  <a:lnTo>
                    <a:pt x="1852870" y="2078726"/>
                  </a:lnTo>
                  <a:lnTo>
                    <a:pt x="1852870" y="2096460"/>
                  </a:lnTo>
                  <a:lnTo>
                    <a:pt x="1915871" y="2096460"/>
                  </a:lnTo>
                  <a:lnTo>
                    <a:pt x="1915871" y="2078726"/>
                  </a:lnTo>
                  <a:close/>
                </a:path>
                <a:path w="2047240" h="2096770">
                  <a:moveTo>
                    <a:pt x="2024654" y="2078726"/>
                  </a:moveTo>
                  <a:lnTo>
                    <a:pt x="1961022" y="2078726"/>
                  </a:lnTo>
                  <a:lnTo>
                    <a:pt x="1961022" y="2096460"/>
                  </a:lnTo>
                  <a:lnTo>
                    <a:pt x="2024654" y="2096460"/>
                  </a:lnTo>
                  <a:lnTo>
                    <a:pt x="2024654" y="2078726"/>
                  </a:lnTo>
                  <a:close/>
                </a:path>
                <a:path w="2047240" h="2096770">
                  <a:moveTo>
                    <a:pt x="2046914" y="1990619"/>
                  </a:moveTo>
                  <a:lnTo>
                    <a:pt x="2031794" y="1990619"/>
                  </a:lnTo>
                  <a:lnTo>
                    <a:pt x="2031794" y="2053421"/>
                  </a:lnTo>
                  <a:lnTo>
                    <a:pt x="2046914" y="2053421"/>
                  </a:lnTo>
                  <a:lnTo>
                    <a:pt x="2046914" y="1990619"/>
                  </a:lnTo>
                  <a:close/>
                </a:path>
                <a:path w="2047240" h="2096770">
                  <a:moveTo>
                    <a:pt x="2046914" y="1879718"/>
                  </a:moveTo>
                  <a:lnTo>
                    <a:pt x="2031794" y="1879718"/>
                  </a:lnTo>
                  <a:lnTo>
                    <a:pt x="2031794" y="1942520"/>
                  </a:lnTo>
                  <a:lnTo>
                    <a:pt x="2046914" y="1942520"/>
                  </a:lnTo>
                  <a:lnTo>
                    <a:pt x="2046914" y="1879718"/>
                  </a:lnTo>
                  <a:close/>
                </a:path>
                <a:path w="2047240" h="2096770">
                  <a:moveTo>
                    <a:pt x="2046914" y="1771849"/>
                  </a:moveTo>
                  <a:lnTo>
                    <a:pt x="2031794" y="1771849"/>
                  </a:lnTo>
                  <a:lnTo>
                    <a:pt x="2031794" y="1834651"/>
                  </a:lnTo>
                  <a:lnTo>
                    <a:pt x="2046914" y="1834651"/>
                  </a:lnTo>
                  <a:lnTo>
                    <a:pt x="2046914" y="1771849"/>
                  </a:lnTo>
                  <a:close/>
                </a:path>
                <a:path w="2047240" h="2096770">
                  <a:moveTo>
                    <a:pt x="2046914" y="1660948"/>
                  </a:moveTo>
                  <a:lnTo>
                    <a:pt x="2031794" y="1660948"/>
                  </a:lnTo>
                  <a:lnTo>
                    <a:pt x="2031794" y="1723749"/>
                  </a:lnTo>
                  <a:lnTo>
                    <a:pt x="2046914" y="1723749"/>
                  </a:lnTo>
                  <a:lnTo>
                    <a:pt x="2046914" y="1660948"/>
                  </a:lnTo>
                  <a:close/>
                </a:path>
                <a:path w="2047240" h="2096770">
                  <a:moveTo>
                    <a:pt x="2046914" y="1550046"/>
                  </a:moveTo>
                  <a:lnTo>
                    <a:pt x="2031794" y="1550046"/>
                  </a:lnTo>
                  <a:lnTo>
                    <a:pt x="2031794" y="1613350"/>
                  </a:lnTo>
                  <a:lnTo>
                    <a:pt x="2046914" y="1613350"/>
                  </a:lnTo>
                  <a:lnTo>
                    <a:pt x="2046914" y="1550046"/>
                  </a:lnTo>
                  <a:close/>
                </a:path>
                <a:path w="2047240" h="2096770">
                  <a:moveTo>
                    <a:pt x="2046914" y="1439647"/>
                  </a:moveTo>
                  <a:lnTo>
                    <a:pt x="2031794" y="1439647"/>
                  </a:lnTo>
                  <a:lnTo>
                    <a:pt x="2031794" y="1502448"/>
                  </a:lnTo>
                  <a:lnTo>
                    <a:pt x="2046914" y="1502448"/>
                  </a:lnTo>
                  <a:lnTo>
                    <a:pt x="2046914" y="1439647"/>
                  </a:lnTo>
                  <a:close/>
                </a:path>
                <a:path w="2047240" h="2096770">
                  <a:moveTo>
                    <a:pt x="2046914" y="1331276"/>
                  </a:moveTo>
                  <a:lnTo>
                    <a:pt x="2031794" y="1331276"/>
                  </a:lnTo>
                  <a:lnTo>
                    <a:pt x="2031794" y="1394078"/>
                  </a:lnTo>
                  <a:lnTo>
                    <a:pt x="2046914" y="1394078"/>
                  </a:lnTo>
                  <a:lnTo>
                    <a:pt x="2046914" y="1331276"/>
                  </a:lnTo>
                  <a:close/>
                </a:path>
                <a:path w="2047240" h="2096770">
                  <a:moveTo>
                    <a:pt x="2046914" y="1220375"/>
                  </a:moveTo>
                  <a:lnTo>
                    <a:pt x="2031794" y="1220375"/>
                  </a:lnTo>
                  <a:lnTo>
                    <a:pt x="2031794" y="1283678"/>
                  </a:lnTo>
                  <a:lnTo>
                    <a:pt x="2046914" y="1283678"/>
                  </a:lnTo>
                  <a:lnTo>
                    <a:pt x="2046914" y="1220375"/>
                  </a:lnTo>
                  <a:close/>
                </a:path>
                <a:path w="2047240" h="2096770">
                  <a:moveTo>
                    <a:pt x="2046914" y="1109996"/>
                  </a:moveTo>
                  <a:lnTo>
                    <a:pt x="2031794" y="1109996"/>
                  </a:lnTo>
                  <a:lnTo>
                    <a:pt x="2031794" y="1172777"/>
                  </a:lnTo>
                  <a:lnTo>
                    <a:pt x="2046914" y="1172777"/>
                  </a:lnTo>
                  <a:lnTo>
                    <a:pt x="2046914" y="1109996"/>
                  </a:lnTo>
                  <a:close/>
                </a:path>
                <a:path w="2047240" h="2096770">
                  <a:moveTo>
                    <a:pt x="2046914" y="999095"/>
                  </a:moveTo>
                  <a:lnTo>
                    <a:pt x="2031794" y="999095"/>
                  </a:lnTo>
                  <a:lnTo>
                    <a:pt x="2031794" y="1061875"/>
                  </a:lnTo>
                  <a:lnTo>
                    <a:pt x="2046914" y="1061875"/>
                  </a:lnTo>
                  <a:lnTo>
                    <a:pt x="2046914" y="999095"/>
                  </a:lnTo>
                  <a:close/>
                </a:path>
                <a:path w="2047240" h="2096770">
                  <a:moveTo>
                    <a:pt x="2046914" y="890724"/>
                  </a:moveTo>
                  <a:lnTo>
                    <a:pt x="2031794" y="890724"/>
                  </a:lnTo>
                  <a:lnTo>
                    <a:pt x="2031794" y="954006"/>
                  </a:lnTo>
                  <a:lnTo>
                    <a:pt x="2046914" y="954006"/>
                  </a:lnTo>
                  <a:lnTo>
                    <a:pt x="2046914" y="890724"/>
                  </a:lnTo>
                  <a:close/>
                </a:path>
                <a:path w="2047240" h="2096770">
                  <a:moveTo>
                    <a:pt x="2046914" y="780262"/>
                  </a:moveTo>
                  <a:lnTo>
                    <a:pt x="2031794" y="780262"/>
                  </a:lnTo>
                  <a:lnTo>
                    <a:pt x="2031794" y="843105"/>
                  </a:lnTo>
                  <a:lnTo>
                    <a:pt x="2046914" y="843105"/>
                  </a:lnTo>
                  <a:lnTo>
                    <a:pt x="2046914" y="780262"/>
                  </a:lnTo>
                  <a:close/>
                </a:path>
                <a:path w="2047240" h="2096770">
                  <a:moveTo>
                    <a:pt x="2046914" y="669423"/>
                  </a:moveTo>
                  <a:lnTo>
                    <a:pt x="2031794" y="669423"/>
                  </a:lnTo>
                  <a:lnTo>
                    <a:pt x="2031794" y="732162"/>
                  </a:lnTo>
                  <a:lnTo>
                    <a:pt x="2046914" y="732162"/>
                  </a:lnTo>
                  <a:lnTo>
                    <a:pt x="2046914" y="669423"/>
                  </a:lnTo>
                  <a:close/>
                </a:path>
                <a:path w="2047240" h="2096770">
                  <a:moveTo>
                    <a:pt x="2046914" y="558584"/>
                  </a:moveTo>
                  <a:lnTo>
                    <a:pt x="2031794" y="558584"/>
                  </a:lnTo>
                  <a:lnTo>
                    <a:pt x="2031794" y="621741"/>
                  </a:lnTo>
                  <a:lnTo>
                    <a:pt x="2046914" y="621741"/>
                  </a:lnTo>
                  <a:lnTo>
                    <a:pt x="2046914" y="558584"/>
                  </a:lnTo>
                  <a:close/>
                </a:path>
                <a:path w="2047240" h="2096770">
                  <a:moveTo>
                    <a:pt x="2046914" y="450674"/>
                  </a:moveTo>
                  <a:lnTo>
                    <a:pt x="2031794" y="450674"/>
                  </a:lnTo>
                  <a:lnTo>
                    <a:pt x="2031794" y="513412"/>
                  </a:lnTo>
                  <a:lnTo>
                    <a:pt x="2046914" y="513412"/>
                  </a:lnTo>
                  <a:lnTo>
                    <a:pt x="2046914" y="450674"/>
                  </a:lnTo>
                  <a:close/>
                </a:path>
                <a:path w="2047240" h="2096770">
                  <a:moveTo>
                    <a:pt x="2046914" y="339835"/>
                  </a:moveTo>
                  <a:lnTo>
                    <a:pt x="2031794" y="339835"/>
                  </a:lnTo>
                  <a:lnTo>
                    <a:pt x="2031794" y="402574"/>
                  </a:lnTo>
                  <a:lnTo>
                    <a:pt x="2046914" y="402574"/>
                  </a:lnTo>
                  <a:lnTo>
                    <a:pt x="2046914" y="339835"/>
                  </a:lnTo>
                  <a:close/>
                </a:path>
                <a:path w="2047240" h="2096770">
                  <a:moveTo>
                    <a:pt x="2046914" y="228787"/>
                  </a:moveTo>
                  <a:lnTo>
                    <a:pt x="2031794" y="228787"/>
                  </a:lnTo>
                  <a:lnTo>
                    <a:pt x="2031794" y="292153"/>
                  </a:lnTo>
                  <a:lnTo>
                    <a:pt x="2046914" y="292153"/>
                  </a:lnTo>
                  <a:lnTo>
                    <a:pt x="2046914" y="228787"/>
                  </a:lnTo>
                  <a:close/>
                </a:path>
                <a:path w="2047240" h="2096770">
                  <a:moveTo>
                    <a:pt x="2046914" y="118367"/>
                  </a:moveTo>
                  <a:lnTo>
                    <a:pt x="2031794" y="118367"/>
                  </a:lnTo>
                  <a:lnTo>
                    <a:pt x="2031794" y="181315"/>
                  </a:lnTo>
                  <a:lnTo>
                    <a:pt x="2046914" y="181315"/>
                  </a:lnTo>
                  <a:lnTo>
                    <a:pt x="2046914" y="118367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 descr=""/>
            <p:cNvSpPr/>
            <p:nvPr/>
          </p:nvSpPr>
          <p:spPr>
            <a:xfrm>
              <a:off x="4750499" y="3185202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 h="0">
                  <a:moveTo>
                    <a:pt x="0" y="0"/>
                  </a:moveTo>
                  <a:lnTo>
                    <a:pt x="1943791" y="0"/>
                  </a:lnTo>
                </a:path>
              </a:pathLst>
            </a:custGeom>
            <a:ln w="17985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 descr=""/>
            <p:cNvSpPr/>
            <p:nvPr/>
          </p:nvSpPr>
          <p:spPr>
            <a:xfrm>
              <a:off x="4653471" y="3177674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50191" y="15057"/>
                  </a:moveTo>
                  <a:lnTo>
                    <a:pt x="7560" y="15057"/>
                  </a:lnTo>
                  <a:lnTo>
                    <a:pt x="15120" y="7528"/>
                  </a:lnTo>
                  <a:lnTo>
                    <a:pt x="15120" y="25304"/>
                  </a:lnTo>
                  <a:lnTo>
                    <a:pt x="0" y="25304"/>
                  </a:lnTo>
                  <a:lnTo>
                    <a:pt x="0" y="0"/>
                  </a:lnTo>
                  <a:lnTo>
                    <a:pt x="50191" y="0"/>
                  </a:lnTo>
                  <a:lnTo>
                    <a:pt x="50191" y="15057"/>
                  </a:lnTo>
                  <a:close/>
                </a:path>
              </a:pathLst>
            </a:custGeom>
            <a:ln w="31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6" name="object 186" descr=""/>
            <p:cNvSpPr/>
            <p:nvPr/>
          </p:nvSpPr>
          <p:spPr>
            <a:xfrm>
              <a:off x="4661031" y="3248981"/>
              <a:ext cx="0" cy="1938655"/>
            </a:xfrm>
            <a:custGeom>
              <a:avLst/>
              <a:gdLst/>
              <a:ahLst/>
              <a:cxnLst/>
              <a:rect l="l" t="t" r="r" b="b"/>
              <a:pathLst>
                <a:path w="0" h="1938654">
                  <a:moveTo>
                    <a:pt x="0" y="0"/>
                  </a:moveTo>
                  <a:lnTo>
                    <a:pt x="0" y="1938495"/>
                  </a:lnTo>
                </a:path>
              </a:pathLst>
            </a:custGeom>
            <a:ln w="18059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 descr=""/>
            <p:cNvSpPr/>
            <p:nvPr/>
          </p:nvSpPr>
          <p:spPr>
            <a:xfrm>
              <a:off x="4653471" y="5233626"/>
              <a:ext cx="2025014" cy="40640"/>
            </a:xfrm>
            <a:custGeom>
              <a:avLst/>
              <a:gdLst/>
              <a:ahLst/>
              <a:cxnLst/>
              <a:rect l="l" t="t" r="r" b="b"/>
              <a:pathLst>
                <a:path w="2025015" h="40639">
                  <a:moveTo>
                    <a:pt x="15120" y="0"/>
                  </a:moveTo>
                  <a:lnTo>
                    <a:pt x="15120" y="30386"/>
                  </a:lnTo>
                  <a:lnTo>
                    <a:pt x="7560" y="22774"/>
                  </a:lnTo>
                  <a:lnTo>
                    <a:pt x="37590" y="22774"/>
                  </a:lnTo>
                  <a:lnTo>
                    <a:pt x="37590" y="40508"/>
                  </a:lnTo>
                  <a:lnTo>
                    <a:pt x="0" y="40508"/>
                  </a:lnTo>
                  <a:lnTo>
                    <a:pt x="0" y="0"/>
                  </a:lnTo>
                  <a:lnTo>
                    <a:pt x="15120" y="0"/>
                  </a:lnTo>
                  <a:close/>
                </a:path>
                <a:path w="2025015" h="40639">
                  <a:moveTo>
                    <a:pt x="85681" y="22774"/>
                  </a:moveTo>
                  <a:lnTo>
                    <a:pt x="148683" y="22774"/>
                  </a:lnTo>
                  <a:lnTo>
                    <a:pt x="148683" y="40508"/>
                  </a:lnTo>
                  <a:lnTo>
                    <a:pt x="85681" y="40508"/>
                  </a:lnTo>
                  <a:lnTo>
                    <a:pt x="85681" y="22774"/>
                  </a:lnTo>
                  <a:close/>
                </a:path>
                <a:path w="2025015" h="40639">
                  <a:moveTo>
                    <a:pt x="194044" y="22774"/>
                  </a:moveTo>
                  <a:lnTo>
                    <a:pt x="257465" y="22774"/>
                  </a:lnTo>
                  <a:lnTo>
                    <a:pt x="257465" y="40508"/>
                  </a:lnTo>
                  <a:lnTo>
                    <a:pt x="194044" y="40508"/>
                  </a:lnTo>
                  <a:lnTo>
                    <a:pt x="194044" y="22774"/>
                  </a:lnTo>
                  <a:close/>
                </a:path>
                <a:path w="2025015" h="40639">
                  <a:moveTo>
                    <a:pt x="305346" y="22774"/>
                  </a:moveTo>
                  <a:lnTo>
                    <a:pt x="368348" y="22774"/>
                  </a:lnTo>
                  <a:lnTo>
                    <a:pt x="368348" y="40508"/>
                  </a:lnTo>
                  <a:lnTo>
                    <a:pt x="305346" y="40508"/>
                  </a:lnTo>
                  <a:lnTo>
                    <a:pt x="305346" y="22774"/>
                  </a:lnTo>
                  <a:close/>
                </a:path>
                <a:path w="2025015" h="40639">
                  <a:moveTo>
                    <a:pt x="416439" y="22774"/>
                  </a:moveTo>
                  <a:lnTo>
                    <a:pt x="479440" y="22774"/>
                  </a:lnTo>
                  <a:lnTo>
                    <a:pt x="479440" y="40508"/>
                  </a:lnTo>
                  <a:lnTo>
                    <a:pt x="416439" y="40508"/>
                  </a:lnTo>
                  <a:lnTo>
                    <a:pt x="416439" y="22774"/>
                  </a:lnTo>
                  <a:close/>
                </a:path>
                <a:path w="2025015" h="40639">
                  <a:moveTo>
                    <a:pt x="527321" y="22774"/>
                  </a:moveTo>
                  <a:lnTo>
                    <a:pt x="590322" y="22774"/>
                  </a:lnTo>
                  <a:lnTo>
                    <a:pt x="590322" y="40508"/>
                  </a:lnTo>
                  <a:lnTo>
                    <a:pt x="527321" y="40508"/>
                  </a:lnTo>
                  <a:lnTo>
                    <a:pt x="527321" y="22774"/>
                  </a:lnTo>
                  <a:close/>
                </a:path>
                <a:path w="2025015" h="40639">
                  <a:moveTo>
                    <a:pt x="636103" y="22774"/>
                  </a:moveTo>
                  <a:lnTo>
                    <a:pt x="699105" y="22774"/>
                  </a:lnTo>
                  <a:lnTo>
                    <a:pt x="699105" y="40508"/>
                  </a:lnTo>
                  <a:lnTo>
                    <a:pt x="636103" y="40508"/>
                  </a:lnTo>
                  <a:lnTo>
                    <a:pt x="636103" y="22774"/>
                  </a:lnTo>
                  <a:close/>
                </a:path>
                <a:path w="2025015" h="40639">
                  <a:moveTo>
                    <a:pt x="747196" y="22774"/>
                  </a:moveTo>
                  <a:lnTo>
                    <a:pt x="810197" y="22774"/>
                  </a:lnTo>
                  <a:lnTo>
                    <a:pt x="810197" y="40508"/>
                  </a:lnTo>
                  <a:lnTo>
                    <a:pt x="747196" y="40508"/>
                  </a:lnTo>
                  <a:lnTo>
                    <a:pt x="747196" y="22774"/>
                  </a:lnTo>
                  <a:close/>
                </a:path>
                <a:path w="2025015" h="40639">
                  <a:moveTo>
                    <a:pt x="858078" y="22774"/>
                  </a:moveTo>
                  <a:lnTo>
                    <a:pt x="921080" y="22774"/>
                  </a:lnTo>
                  <a:lnTo>
                    <a:pt x="921080" y="40508"/>
                  </a:lnTo>
                  <a:lnTo>
                    <a:pt x="858078" y="40508"/>
                  </a:lnTo>
                  <a:lnTo>
                    <a:pt x="858078" y="22774"/>
                  </a:lnTo>
                  <a:close/>
                </a:path>
                <a:path w="2025015" h="40639">
                  <a:moveTo>
                    <a:pt x="969381" y="22774"/>
                  </a:moveTo>
                  <a:lnTo>
                    <a:pt x="1032382" y="22774"/>
                  </a:lnTo>
                  <a:lnTo>
                    <a:pt x="1032382" y="40508"/>
                  </a:lnTo>
                  <a:lnTo>
                    <a:pt x="969381" y="40508"/>
                  </a:lnTo>
                  <a:lnTo>
                    <a:pt x="969381" y="22774"/>
                  </a:lnTo>
                  <a:close/>
                </a:path>
                <a:path w="2025015" h="40639">
                  <a:moveTo>
                    <a:pt x="1077533" y="22774"/>
                  </a:moveTo>
                  <a:lnTo>
                    <a:pt x="1140955" y="22774"/>
                  </a:lnTo>
                  <a:lnTo>
                    <a:pt x="1140955" y="40508"/>
                  </a:lnTo>
                  <a:lnTo>
                    <a:pt x="1077533" y="40508"/>
                  </a:lnTo>
                  <a:lnTo>
                    <a:pt x="1077533" y="22774"/>
                  </a:lnTo>
                  <a:close/>
                </a:path>
                <a:path w="2025015" h="40639">
                  <a:moveTo>
                    <a:pt x="1188836" y="22774"/>
                  </a:moveTo>
                  <a:lnTo>
                    <a:pt x="1251837" y="22774"/>
                  </a:lnTo>
                  <a:lnTo>
                    <a:pt x="1251837" y="40508"/>
                  </a:lnTo>
                  <a:lnTo>
                    <a:pt x="1188836" y="40508"/>
                  </a:lnTo>
                  <a:lnTo>
                    <a:pt x="1188836" y="22774"/>
                  </a:lnTo>
                  <a:close/>
                </a:path>
                <a:path w="2025015" h="40639">
                  <a:moveTo>
                    <a:pt x="1300138" y="22774"/>
                  </a:moveTo>
                  <a:lnTo>
                    <a:pt x="1363139" y="22774"/>
                  </a:lnTo>
                  <a:lnTo>
                    <a:pt x="1363139" y="40508"/>
                  </a:lnTo>
                  <a:lnTo>
                    <a:pt x="1300138" y="40508"/>
                  </a:lnTo>
                  <a:lnTo>
                    <a:pt x="1300138" y="22774"/>
                  </a:lnTo>
                  <a:close/>
                </a:path>
                <a:path w="2025015" h="40639">
                  <a:moveTo>
                    <a:pt x="1410810" y="22774"/>
                  </a:moveTo>
                  <a:lnTo>
                    <a:pt x="1473812" y="22774"/>
                  </a:lnTo>
                  <a:lnTo>
                    <a:pt x="1473812" y="40508"/>
                  </a:lnTo>
                  <a:lnTo>
                    <a:pt x="1410810" y="40508"/>
                  </a:lnTo>
                  <a:lnTo>
                    <a:pt x="1410810" y="22774"/>
                  </a:lnTo>
                  <a:close/>
                </a:path>
                <a:path w="2025015" h="40639">
                  <a:moveTo>
                    <a:pt x="1519593" y="22774"/>
                  </a:moveTo>
                  <a:lnTo>
                    <a:pt x="1582594" y="22774"/>
                  </a:lnTo>
                  <a:lnTo>
                    <a:pt x="1582594" y="40508"/>
                  </a:lnTo>
                  <a:lnTo>
                    <a:pt x="1519593" y="40508"/>
                  </a:lnTo>
                  <a:lnTo>
                    <a:pt x="1519593" y="22774"/>
                  </a:lnTo>
                  <a:close/>
                </a:path>
                <a:path w="2025015" h="40639">
                  <a:moveTo>
                    <a:pt x="1630265" y="22774"/>
                  </a:moveTo>
                  <a:lnTo>
                    <a:pt x="1693897" y="22774"/>
                  </a:lnTo>
                  <a:lnTo>
                    <a:pt x="1693897" y="40508"/>
                  </a:lnTo>
                  <a:lnTo>
                    <a:pt x="1630265" y="40508"/>
                  </a:lnTo>
                  <a:lnTo>
                    <a:pt x="1630265" y="22774"/>
                  </a:lnTo>
                  <a:close/>
                </a:path>
                <a:path w="2025015" h="40639">
                  <a:moveTo>
                    <a:pt x="1741568" y="22774"/>
                  </a:moveTo>
                  <a:lnTo>
                    <a:pt x="1804569" y="22774"/>
                  </a:lnTo>
                  <a:lnTo>
                    <a:pt x="1804569" y="40508"/>
                  </a:lnTo>
                  <a:lnTo>
                    <a:pt x="1741568" y="40508"/>
                  </a:lnTo>
                  <a:lnTo>
                    <a:pt x="1741568" y="22774"/>
                  </a:lnTo>
                  <a:close/>
                </a:path>
                <a:path w="2025015" h="40639">
                  <a:moveTo>
                    <a:pt x="1852870" y="22774"/>
                  </a:moveTo>
                  <a:lnTo>
                    <a:pt x="1915872" y="22774"/>
                  </a:lnTo>
                  <a:lnTo>
                    <a:pt x="1915872" y="40508"/>
                  </a:lnTo>
                  <a:lnTo>
                    <a:pt x="1852870" y="40508"/>
                  </a:lnTo>
                  <a:lnTo>
                    <a:pt x="1852870" y="22774"/>
                  </a:lnTo>
                  <a:close/>
                </a:path>
                <a:path w="2025015" h="40639">
                  <a:moveTo>
                    <a:pt x="1961023" y="22774"/>
                  </a:moveTo>
                  <a:lnTo>
                    <a:pt x="2024654" y="22774"/>
                  </a:lnTo>
                  <a:lnTo>
                    <a:pt x="2024654" y="40508"/>
                  </a:lnTo>
                  <a:lnTo>
                    <a:pt x="1961023" y="40508"/>
                  </a:lnTo>
                  <a:lnTo>
                    <a:pt x="1961023" y="22774"/>
                  </a:lnTo>
                  <a:close/>
                </a:path>
              </a:pathLst>
            </a:custGeom>
            <a:ln w="31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 descr=""/>
            <p:cNvSpPr/>
            <p:nvPr/>
          </p:nvSpPr>
          <p:spPr>
            <a:xfrm>
              <a:off x="6692826" y="3186242"/>
              <a:ext cx="0" cy="2046605"/>
            </a:xfrm>
            <a:custGeom>
              <a:avLst/>
              <a:gdLst/>
              <a:ahLst/>
              <a:cxnLst/>
              <a:rect l="l" t="t" r="r" b="b"/>
              <a:pathLst>
                <a:path w="0" h="2046604">
                  <a:moveTo>
                    <a:pt x="0" y="0"/>
                  </a:moveTo>
                  <a:lnTo>
                    <a:pt x="0" y="2046322"/>
                  </a:lnTo>
                </a:path>
              </a:pathLst>
            </a:custGeom>
            <a:ln w="18059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 descr=""/>
            <p:cNvSpPr/>
            <p:nvPr/>
          </p:nvSpPr>
          <p:spPr>
            <a:xfrm>
              <a:off x="6877210" y="3177674"/>
              <a:ext cx="2050414" cy="2096770"/>
            </a:xfrm>
            <a:custGeom>
              <a:avLst/>
              <a:gdLst/>
              <a:ahLst/>
              <a:cxnLst/>
              <a:rect l="l" t="t" r="r" b="b"/>
              <a:pathLst>
                <a:path w="2050415" h="2096770">
                  <a:moveTo>
                    <a:pt x="2042504" y="10038"/>
                  </a:moveTo>
                  <a:lnTo>
                    <a:pt x="2032424" y="10038"/>
                  </a:lnTo>
                  <a:lnTo>
                    <a:pt x="2032424" y="72777"/>
                  </a:lnTo>
                  <a:lnTo>
                    <a:pt x="2050064" y="72777"/>
                  </a:lnTo>
                  <a:lnTo>
                    <a:pt x="2050064" y="15057"/>
                  </a:lnTo>
                  <a:lnTo>
                    <a:pt x="2042504" y="15057"/>
                  </a:lnTo>
                  <a:lnTo>
                    <a:pt x="2042504" y="10038"/>
                  </a:lnTo>
                  <a:close/>
                </a:path>
                <a:path w="2050415" h="2096770">
                  <a:moveTo>
                    <a:pt x="2042504" y="0"/>
                  </a:moveTo>
                  <a:lnTo>
                    <a:pt x="1978873" y="0"/>
                  </a:lnTo>
                  <a:lnTo>
                    <a:pt x="1978873" y="15057"/>
                  </a:lnTo>
                  <a:lnTo>
                    <a:pt x="2032424" y="15057"/>
                  </a:lnTo>
                  <a:lnTo>
                    <a:pt x="2032424" y="10038"/>
                  </a:lnTo>
                  <a:lnTo>
                    <a:pt x="2042504" y="10038"/>
                  </a:lnTo>
                  <a:lnTo>
                    <a:pt x="2042504" y="0"/>
                  </a:lnTo>
                  <a:close/>
                </a:path>
                <a:path w="2050415" h="2096770">
                  <a:moveTo>
                    <a:pt x="2050064" y="10038"/>
                  </a:moveTo>
                  <a:lnTo>
                    <a:pt x="2042504" y="10038"/>
                  </a:lnTo>
                  <a:lnTo>
                    <a:pt x="2042504" y="15057"/>
                  </a:lnTo>
                  <a:lnTo>
                    <a:pt x="2050064" y="15057"/>
                  </a:lnTo>
                  <a:lnTo>
                    <a:pt x="2050064" y="10038"/>
                  </a:lnTo>
                  <a:close/>
                </a:path>
                <a:path w="2050415" h="2096770">
                  <a:moveTo>
                    <a:pt x="1931202" y="0"/>
                  </a:moveTo>
                  <a:lnTo>
                    <a:pt x="1868200" y="0"/>
                  </a:lnTo>
                  <a:lnTo>
                    <a:pt x="1868200" y="15057"/>
                  </a:lnTo>
                  <a:lnTo>
                    <a:pt x="1931202" y="15057"/>
                  </a:lnTo>
                  <a:lnTo>
                    <a:pt x="1931202" y="0"/>
                  </a:lnTo>
                  <a:close/>
                </a:path>
                <a:path w="2050415" h="2096770">
                  <a:moveTo>
                    <a:pt x="1819899" y="0"/>
                  </a:moveTo>
                  <a:lnTo>
                    <a:pt x="1756898" y="0"/>
                  </a:lnTo>
                  <a:lnTo>
                    <a:pt x="1756898" y="15057"/>
                  </a:lnTo>
                  <a:lnTo>
                    <a:pt x="1819899" y="15057"/>
                  </a:lnTo>
                  <a:lnTo>
                    <a:pt x="1819899" y="0"/>
                  </a:lnTo>
                  <a:close/>
                </a:path>
                <a:path w="2050415" h="2096770">
                  <a:moveTo>
                    <a:pt x="1709227" y="0"/>
                  </a:moveTo>
                  <a:lnTo>
                    <a:pt x="1646226" y="0"/>
                  </a:lnTo>
                  <a:lnTo>
                    <a:pt x="1646226" y="15057"/>
                  </a:lnTo>
                  <a:lnTo>
                    <a:pt x="1709227" y="15057"/>
                  </a:lnTo>
                  <a:lnTo>
                    <a:pt x="1709227" y="0"/>
                  </a:lnTo>
                  <a:close/>
                </a:path>
                <a:path w="2050415" h="2096770">
                  <a:moveTo>
                    <a:pt x="1600445" y="0"/>
                  </a:moveTo>
                  <a:lnTo>
                    <a:pt x="1537443" y="0"/>
                  </a:lnTo>
                  <a:lnTo>
                    <a:pt x="1537443" y="15057"/>
                  </a:lnTo>
                  <a:lnTo>
                    <a:pt x="1600445" y="15057"/>
                  </a:lnTo>
                  <a:lnTo>
                    <a:pt x="1600445" y="0"/>
                  </a:lnTo>
                  <a:close/>
                </a:path>
                <a:path w="2050415" h="2096770">
                  <a:moveTo>
                    <a:pt x="1489142" y="0"/>
                  </a:moveTo>
                  <a:lnTo>
                    <a:pt x="1426141" y="0"/>
                  </a:lnTo>
                  <a:lnTo>
                    <a:pt x="1426141" y="15057"/>
                  </a:lnTo>
                  <a:lnTo>
                    <a:pt x="1489142" y="15057"/>
                  </a:lnTo>
                  <a:lnTo>
                    <a:pt x="1489142" y="0"/>
                  </a:lnTo>
                  <a:close/>
                </a:path>
                <a:path w="2050415" h="2096770">
                  <a:moveTo>
                    <a:pt x="1378470" y="0"/>
                  </a:moveTo>
                  <a:lnTo>
                    <a:pt x="1315468" y="0"/>
                  </a:lnTo>
                  <a:lnTo>
                    <a:pt x="1315468" y="15057"/>
                  </a:lnTo>
                  <a:lnTo>
                    <a:pt x="1378470" y="15057"/>
                  </a:lnTo>
                  <a:lnTo>
                    <a:pt x="1378470" y="0"/>
                  </a:lnTo>
                  <a:close/>
                </a:path>
                <a:path w="2050415" h="2096770">
                  <a:moveTo>
                    <a:pt x="1267167" y="0"/>
                  </a:moveTo>
                  <a:lnTo>
                    <a:pt x="1204166" y="0"/>
                  </a:lnTo>
                  <a:lnTo>
                    <a:pt x="1204166" y="15057"/>
                  </a:lnTo>
                  <a:lnTo>
                    <a:pt x="1267167" y="15057"/>
                  </a:lnTo>
                  <a:lnTo>
                    <a:pt x="1267167" y="0"/>
                  </a:lnTo>
                  <a:close/>
                </a:path>
                <a:path w="2050415" h="2096770">
                  <a:moveTo>
                    <a:pt x="1159015" y="0"/>
                  </a:moveTo>
                  <a:lnTo>
                    <a:pt x="1095383" y="0"/>
                  </a:lnTo>
                  <a:lnTo>
                    <a:pt x="1095383" y="15057"/>
                  </a:lnTo>
                  <a:lnTo>
                    <a:pt x="1159015" y="15057"/>
                  </a:lnTo>
                  <a:lnTo>
                    <a:pt x="1159015" y="0"/>
                  </a:lnTo>
                  <a:close/>
                </a:path>
                <a:path w="2050415" h="2096770">
                  <a:moveTo>
                    <a:pt x="1047712" y="0"/>
                  </a:moveTo>
                  <a:lnTo>
                    <a:pt x="984711" y="0"/>
                  </a:lnTo>
                  <a:lnTo>
                    <a:pt x="984711" y="15057"/>
                  </a:lnTo>
                  <a:lnTo>
                    <a:pt x="1047712" y="15057"/>
                  </a:lnTo>
                  <a:lnTo>
                    <a:pt x="1047712" y="0"/>
                  </a:lnTo>
                  <a:close/>
                </a:path>
                <a:path w="2050415" h="2096770">
                  <a:moveTo>
                    <a:pt x="936410" y="0"/>
                  </a:moveTo>
                  <a:lnTo>
                    <a:pt x="873409" y="0"/>
                  </a:lnTo>
                  <a:lnTo>
                    <a:pt x="873409" y="15057"/>
                  </a:lnTo>
                  <a:lnTo>
                    <a:pt x="936410" y="15057"/>
                  </a:lnTo>
                  <a:lnTo>
                    <a:pt x="936410" y="0"/>
                  </a:lnTo>
                  <a:close/>
                </a:path>
                <a:path w="2050415" h="2096770">
                  <a:moveTo>
                    <a:pt x="825738" y="0"/>
                  </a:moveTo>
                  <a:lnTo>
                    <a:pt x="762736" y="0"/>
                  </a:lnTo>
                  <a:lnTo>
                    <a:pt x="762736" y="15057"/>
                  </a:lnTo>
                  <a:lnTo>
                    <a:pt x="825738" y="15057"/>
                  </a:lnTo>
                  <a:lnTo>
                    <a:pt x="825738" y="0"/>
                  </a:lnTo>
                  <a:close/>
                </a:path>
                <a:path w="2050415" h="2096770">
                  <a:moveTo>
                    <a:pt x="716955" y="0"/>
                  </a:moveTo>
                  <a:lnTo>
                    <a:pt x="653954" y="0"/>
                  </a:lnTo>
                  <a:lnTo>
                    <a:pt x="653954" y="15057"/>
                  </a:lnTo>
                  <a:lnTo>
                    <a:pt x="716955" y="15057"/>
                  </a:lnTo>
                  <a:lnTo>
                    <a:pt x="716955" y="0"/>
                  </a:lnTo>
                  <a:close/>
                </a:path>
                <a:path w="2050415" h="2096770">
                  <a:moveTo>
                    <a:pt x="606073" y="0"/>
                  </a:moveTo>
                  <a:lnTo>
                    <a:pt x="542651" y="0"/>
                  </a:lnTo>
                  <a:lnTo>
                    <a:pt x="542651" y="15057"/>
                  </a:lnTo>
                  <a:lnTo>
                    <a:pt x="606073" y="15057"/>
                  </a:lnTo>
                  <a:lnTo>
                    <a:pt x="606073" y="0"/>
                  </a:lnTo>
                  <a:close/>
                </a:path>
                <a:path w="2050415" h="2096770">
                  <a:moveTo>
                    <a:pt x="494980" y="0"/>
                  </a:moveTo>
                  <a:lnTo>
                    <a:pt x="431979" y="0"/>
                  </a:lnTo>
                  <a:lnTo>
                    <a:pt x="431979" y="15057"/>
                  </a:lnTo>
                  <a:lnTo>
                    <a:pt x="494980" y="15057"/>
                  </a:lnTo>
                  <a:lnTo>
                    <a:pt x="494980" y="0"/>
                  </a:lnTo>
                  <a:close/>
                </a:path>
                <a:path w="2050415" h="2096770">
                  <a:moveTo>
                    <a:pt x="383678" y="0"/>
                  </a:moveTo>
                  <a:lnTo>
                    <a:pt x="320677" y="0"/>
                  </a:lnTo>
                  <a:lnTo>
                    <a:pt x="320677" y="15057"/>
                  </a:lnTo>
                  <a:lnTo>
                    <a:pt x="383678" y="15057"/>
                  </a:lnTo>
                  <a:lnTo>
                    <a:pt x="383678" y="0"/>
                  </a:lnTo>
                  <a:close/>
                </a:path>
                <a:path w="2050415" h="2096770">
                  <a:moveTo>
                    <a:pt x="275316" y="0"/>
                  </a:moveTo>
                  <a:lnTo>
                    <a:pt x="211894" y="0"/>
                  </a:lnTo>
                  <a:lnTo>
                    <a:pt x="211894" y="15057"/>
                  </a:lnTo>
                  <a:lnTo>
                    <a:pt x="275316" y="15057"/>
                  </a:lnTo>
                  <a:lnTo>
                    <a:pt x="275316" y="0"/>
                  </a:lnTo>
                  <a:close/>
                </a:path>
                <a:path w="2050415" h="2096770">
                  <a:moveTo>
                    <a:pt x="164223" y="0"/>
                  </a:moveTo>
                  <a:lnTo>
                    <a:pt x="101222" y="0"/>
                  </a:lnTo>
                  <a:lnTo>
                    <a:pt x="101222" y="15057"/>
                  </a:lnTo>
                  <a:lnTo>
                    <a:pt x="164223" y="15057"/>
                  </a:lnTo>
                  <a:lnTo>
                    <a:pt x="164223" y="0"/>
                  </a:lnTo>
                  <a:close/>
                </a:path>
                <a:path w="2050415" h="2096770">
                  <a:moveTo>
                    <a:pt x="52921" y="0"/>
                  </a:moveTo>
                  <a:lnTo>
                    <a:pt x="0" y="0"/>
                  </a:lnTo>
                  <a:lnTo>
                    <a:pt x="0" y="25304"/>
                  </a:lnTo>
                  <a:lnTo>
                    <a:pt x="17850" y="25304"/>
                  </a:lnTo>
                  <a:lnTo>
                    <a:pt x="17850" y="15057"/>
                  </a:lnTo>
                  <a:lnTo>
                    <a:pt x="10080" y="15057"/>
                  </a:lnTo>
                  <a:lnTo>
                    <a:pt x="17850" y="7528"/>
                  </a:lnTo>
                  <a:lnTo>
                    <a:pt x="52921" y="7528"/>
                  </a:lnTo>
                  <a:lnTo>
                    <a:pt x="52921" y="0"/>
                  </a:lnTo>
                  <a:close/>
                </a:path>
                <a:path w="2050415" h="2096770">
                  <a:moveTo>
                    <a:pt x="17850" y="7528"/>
                  </a:moveTo>
                  <a:lnTo>
                    <a:pt x="10080" y="15057"/>
                  </a:lnTo>
                  <a:lnTo>
                    <a:pt x="17850" y="15057"/>
                  </a:lnTo>
                  <a:lnTo>
                    <a:pt x="17850" y="7528"/>
                  </a:lnTo>
                  <a:close/>
                </a:path>
                <a:path w="2050415" h="2096770">
                  <a:moveTo>
                    <a:pt x="52921" y="7528"/>
                  </a:moveTo>
                  <a:lnTo>
                    <a:pt x="17850" y="7528"/>
                  </a:lnTo>
                  <a:lnTo>
                    <a:pt x="17850" y="15057"/>
                  </a:lnTo>
                  <a:lnTo>
                    <a:pt x="52921" y="15057"/>
                  </a:lnTo>
                  <a:lnTo>
                    <a:pt x="52921" y="7528"/>
                  </a:lnTo>
                  <a:close/>
                </a:path>
                <a:path w="2050415" h="2096770">
                  <a:moveTo>
                    <a:pt x="17850" y="72777"/>
                  </a:moveTo>
                  <a:lnTo>
                    <a:pt x="0" y="72777"/>
                  </a:lnTo>
                  <a:lnTo>
                    <a:pt x="0" y="136143"/>
                  </a:lnTo>
                  <a:lnTo>
                    <a:pt x="17850" y="136143"/>
                  </a:lnTo>
                  <a:lnTo>
                    <a:pt x="17850" y="72777"/>
                  </a:lnTo>
                  <a:close/>
                </a:path>
                <a:path w="2050415" h="2096770">
                  <a:moveTo>
                    <a:pt x="17850" y="183824"/>
                  </a:moveTo>
                  <a:lnTo>
                    <a:pt x="0" y="183824"/>
                  </a:lnTo>
                  <a:lnTo>
                    <a:pt x="0" y="246563"/>
                  </a:lnTo>
                  <a:lnTo>
                    <a:pt x="17850" y="246563"/>
                  </a:lnTo>
                  <a:lnTo>
                    <a:pt x="17850" y="183824"/>
                  </a:lnTo>
                  <a:close/>
                </a:path>
                <a:path w="2050415" h="2096770">
                  <a:moveTo>
                    <a:pt x="17850" y="294663"/>
                  </a:moveTo>
                  <a:lnTo>
                    <a:pt x="0" y="294663"/>
                  </a:lnTo>
                  <a:lnTo>
                    <a:pt x="0" y="357402"/>
                  </a:lnTo>
                  <a:lnTo>
                    <a:pt x="17850" y="357402"/>
                  </a:lnTo>
                  <a:lnTo>
                    <a:pt x="17850" y="294663"/>
                  </a:lnTo>
                  <a:close/>
                </a:path>
                <a:path w="2050415" h="2096770">
                  <a:moveTo>
                    <a:pt x="17850" y="402574"/>
                  </a:moveTo>
                  <a:lnTo>
                    <a:pt x="0" y="402574"/>
                  </a:lnTo>
                  <a:lnTo>
                    <a:pt x="0" y="465313"/>
                  </a:lnTo>
                  <a:lnTo>
                    <a:pt x="17850" y="465313"/>
                  </a:lnTo>
                  <a:lnTo>
                    <a:pt x="17850" y="402574"/>
                  </a:lnTo>
                  <a:close/>
                </a:path>
                <a:path w="2050415" h="2096770">
                  <a:moveTo>
                    <a:pt x="17850" y="513412"/>
                  </a:moveTo>
                  <a:lnTo>
                    <a:pt x="0" y="513412"/>
                  </a:lnTo>
                  <a:lnTo>
                    <a:pt x="0" y="576151"/>
                  </a:lnTo>
                  <a:lnTo>
                    <a:pt x="17850" y="576151"/>
                  </a:lnTo>
                  <a:lnTo>
                    <a:pt x="17850" y="513412"/>
                  </a:lnTo>
                  <a:close/>
                </a:path>
                <a:path w="2050415" h="2096770">
                  <a:moveTo>
                    <a:pt x="17850" y="624251"/>
                  </a:moveTo>
                  <a:lnTo>
                    <a:pt x="0" y="624251"/>
                  </a:lnTo>
                  <a:lnTo>
                    <a:pt x="0" y="687199"/>
                  </a:lnTo>
                  <a:lnTo>
                    <a:pt x="17850" y="687199"/>
                  </a:lnTo>
                  <a:lnTo>
                    <a:pt x="17850" y="624251"/>
                  </a:lnTo>
                  <a:close/>
                </a:path>
                <a:path w="2050415" h="2096770">
                  <a:moveTo>
                    <a:pt x="17850" y="734671"/>
                  </a:moveTo>
                  <a:lnTo>
                    <a:pt x="0" y="734671"/>
                  </a:lnTo>
                  <a:lnTo>
                    <a:pt x="0" y="797619"/>
                  </a:lnTo>
                  <a:lnTo>
                    <a:pt x="17850" y="797619"/>
                  </a:lnTo>
                  <a:lnTo>
                    <a:pt x="17850" y="734671"/>
                  </a:lnTo>
                  <a:close/>
                </a:path>
                <a:path w="2050415" h="2096770">
                  <a:moveTo>
                    <a:pt x="17850" y="843105"/>
                  </a:moveTo>
                  <a:lnTo>
                    <a:pt x="0" y="843105"/>
                  </a:lnTo>
                  <a:lnTo>
                    <a:pt x="0" y="905907"/>
                  </a:lnTo>
                  <a:lnTo>
                    <a:pt x="17850" y="905907"/>
                  </a:lnTo>
                  <a:lnTo>
                    <a:pt x="17850" y="843105"/>
                  </a:lnTo>
                  <a:close/>
                </a:path>
                <a:path w="2050415" h="2096770">
                  <a:moveTo>
                    <a:pt x="17850" y="954006"/>
                  </a:moveTo>
                  <a:lnTo>
                    <a:pt x="0" y="954006"/>
                  </a:lnTo>
                  <a:lnTo>
                    <a:pt x="0" y="1016808"/>
                  </a:lnTo>
                  <a:lnTo>
                    <a:pt x="17850" y="1016808"/>
                  </a:lnTo>
                  <a:lnTo>
                    <a:pt x="17850" y="954006"/>
                  </a:lnTo>
                  <a:close/>
                </a:path>
                <a:path w="2050415" h="2096770">
                  <a:moveTo>
                    <a:pt x="17850" y="1064406"/>
                  </a:moveTo>
                  <a:lnTo>
                    <a:pt x="0" y="1064406"/>
                  </a:lnTo>
                  <a:lnTo>
                    <a:pt x="0" y="1127207"/>
                  </a:lnTo>
                  <a:lnTo>
                    <a:pt x="17850" y="1127207"/>
                  </a:lnTo>
                  <a:lnTo>
                    <a:pt x="17850" y="1064406"/>
                  </a:lnTo>
                  <a:close/>
                </a:path>
                <a:path w="2050415" h="2096770">
                  <a:moveTo>
                    <a:pt x="17850" y="1175307"/>
                  </a:moveTo>
                  <a:lnTo>
                    <a:pt x="0" y="1175307"/>
                  </a:lnTo>
                  <a:lnTo>
                    <a:pt x="0" y="1238109"/>
                  </a:lnTo>
                  <a:lnTo>
                    <a:pt x="17850" y="1238109"/>
                  </a:lnTo>
                  <a:lnTo>
                    <a:pt x="17850" y="1175307"/>
                  </a:lnTo>
                  <a:close/>
                </a:path>
                <a:path w="2050415" h="2096770">
                  <a:moveTo>
                    <a:pt x="17850" y="1283678"/>
                  </a:moveTo>
                  <a:lnTo>
                    <a:pt x="0" y="1283678"/>
                  </a:lnTo>
                  <a:lnTo>
                    <a:pt x="0" y="1346480"/>
                  </a:lnTo>
                  <a:lnTo>
                    <a:pt x="17850" y="1346480"/>
                  </a:lnTo>
                  <a:lnTo>
                    <a:pt x="17850" y="1283678"/>
                  </a:lnTo>
                  <a:close/>
                </a:path>
                <a:path w="2050415" h="2096770">
                  <a:moveTo>
                    <a:pt x="17850" y="1394078"/>
                  </a:moveTo>
                  <a:lnTo>
                    <a:pt x="0" y="1394078"/>
                  </a:lnTo>
                  <a:lnTo>
                    <a:pt x="0" y="1456879"/>
                  </a:lnTo>
                  <a:lnTo>
                    <a:pt x="17850" y="1456879"/>
                  </a:lnTo>
                  <a:lnTo>
                    <a:pt x="17850" y="1394078"/>
                  </a:lnTo>
                  <a:close/>
                </a:path>
                <a:path w="2050415" h="2096770">
                  <a:moveTo>
                    <a:pt x="17850" y="1504979"/>
                  </a:moveTo>
                  <a:lnTo>
                    <a:pt x="0" y="1504979"/>
                  </a:lnTo>
                  <a:lnTo>
                    <a:pt x="0" y="1567781"/>
                  </a:lnTo>
                  <a:lnTo>
                    <a:pt x="17850" y="1567781"/>
                  </a:lnTo>
                  <a:lnTo>
                    <a:pt x="17850" y="1504979"/>
                  </a:lnTo>
                  <a:close/>
                </a:path>
                <a:path w="2050415" h="2096770">
                  <a:moveTo>
                    <a:pt x="17850" y="1615378"/>
                  </a:moveTo>
                  <a:lnTo>
                    <a:pt x="0" y="1615378"/>
                  </a:lnTo>
                  <a:lnTo>
                    <a:pt x="0" y="1678682"/>
                  </a:lnTo>
                  <a:lnTo>
                    <a:pt x="17850" y="1678682"/>
                  </a:lnTo>
                  <a:lnTo>
                    <a:pt x="17850" y="1615378"/>
                  </a:lnTo>
                  <a:close/>
                </a:path>
                <a:path w="2050415" h="2096770">
                  <a:moveTo>
                    <a:pt x="17850" y="1723749"/>
                  </a:moveTo>
                  <a:lnTo>
                    <a:pt x="0" y="1723749"/>
                  </a:lnTo>
                  <a:lnTo>
                    <a:pt x="0" y="1786530"/>
                  </a:lnTo>
                  <a:lnTo>
                    <a:pt x="17850" y="1786530"/>
                  </a:lnTo>
                  <a:lnTo>
                    <a:pt x="17850" y="1723749"/>
                  </a:lnTo>
                  <a:close/>
                </a:path>
                <a:path w="2050415" h="2096770">
                  <a:moveTo>
                    <a:pt x="17850" y="1834651"/>
                  </a:moveTo>
                  <a:lnTo>
                    <a:pt x="0" y="1834651"/>
                  </a:lnTo>
                  <a:lnTo>
                    <a:pt x="0" y="1897431"/>
                  </a:lnTo>
                  <a:lnTo>
                    <a:pt x="17850" y="1897431"/>
                  </a:lnTo>
                  <a:lnTo>
                    <a:pt x="17850" y="1834651"/>
                  </a:lnTo>
                  <a:close/>
                </a:path>
                <a:path w="2050415" h="2096770">
                  <a:moveTo>
                    <a:pt x="17850" y="1945050"/>
                  </a:moveTo>
                  <a:lnTo>
                    <a:pt x="0" y="1945050"/>
                  </a:lnTo>
                  <a:lnTo>
                    <a:pt x="0" y="2008333"/>
                  </a:lnTo>
                  <a:lnTo>
                    <a:pt x="17850" y="2008333"/>
                  </a:lnTo>
                  <a:lnTo>
                    <a:pt x="17850" y="1945050"/>
                  </a:lnTo>
                  <a:close/>
                </a:path>
                <a:path w="2050415" h="2096770">
                  <a:moveTo>
                    <a:pt x="17850" y="2055951"/>
                  </a:moveTo>
                  <a:lnTo>
                    <a:pt x="0" y="2055951"/>
                  </a:lnTo>
                  <a:lnTo>
                    <a:pt x="0" y="2096460"/>
                  </a:lnTo>
                  <a:lnTo>
                    <a:pt x="40740" y="2096460"/>
                  </a:lnTo>
                  <a:lnTo>
                    <a:pt x="40740" y="2086338"/>
                  </a:lnTo>
                  <a:lnTo>
                    <a:pt x="17850" y="2086338"/>
                  </a:lnTo>
                  <a:lnTo>
                    <a:pt x="10080" y="2078726"/>
                  </a:lnTo>
                  <a:lnTo>
                    <a:pt x="17850" y="2078726"/>
                  </a:lnTo>
                  <a:lnTo>
                    <a:pt x="17850" y="2055951"/>
                  </a:lnTo>
                  <a:close/>
                </a:path>
                <a:path w="2050415" h="2096770">
                  <a:moveTo>
                    <a:pt x="17850" y="2078726"/>
                  </a:moveTo>
                  <a:lnTo>
                    <a:pt x="10080" y="2078726"/>
                  </a:lnTo>
                  <a:lnTo>
                    <a:pt x="17850" y="2086338"/>
                  </a:lnTo>
                  <a:lnTo>
                    <a:pt x="17850" y="2078726"/>
                  </a:lnTo>
                  <a:close/>
                </a:path>
                <a:path w="2050415" h="2096770">
                  <a:moveTo>
                    <a:pt x="40740" y="2078726"/>
                  </a:moveTo>
                  <a:lnTo>
                    <a:pt x="17850" y="2078726"/>
                  </a:lnTo>
                  <a:lnTo>
                    <a:pt x="17850" y="2086338"/>
                  </a:lnTo>
                  <a:lnTo>
                    <a:pt x="40740" y="2086338"/>
                  </a:lnTo>
                  <a:lnTo>
                    <a:pt x="40740" y="2078726"/>
                  </a:lnTo>
                  <a:close/>
                </a:path>
                <a:path w="2050415" h="2096770">
                  <a:moveTo>
                    <a:pt x="148893" y="2078726"/>
                  </a:moveTo>
                  <a:lnTo>
                    <a:pt x="85891" y="2078726"/>
                  </a:lnTo>
                  <a:lnTo>
                    <a:pt x="85891" y="2096460"/>
                  </a:lnTo>
                  <a:lnTo>
                    <a:pt x="148893" y="2096460"/>
                  </a:lnTo>
                  <a:lnTo>
                    <a:pt x="148893" y="2078726"/>
                  </a:lnTo>
                  <a:close/>
                </a:path>
                <a:path w="2050415" h="2096770">
                  <a:moveTo>
                    <a:pt x="260195" y="2078726"/>
                  </a:moveTo>
                  <a:lnTo>
                    <a:pt x="197194" y="2078726"/>
                  </a:lnTo>
                  <a:lnTo>
                    <a:pt x="197194" y="2096460"/>
                  </a:lnTo>
                  <a:lnTo>
                    <a:pt x="260195" y="2096460"/>
                  </a:lnTo>
                  <a:lnTo>
                    <a:pt x="260195" y="2078726"/>
                  </a:lnTo>
                  <a:close/>
                </a:path>
                <a:path w="2050415" h="2096770">
                  <a:moveTo>
                    <a:pt x="370868" y="2078726"/>
                  </a:moveTo>
                  <a:lnTo>
                    <a:pt x="307866" y="2078726"/>
                  </a:lnTo>
                  <a:lnTo>
                    <a:pt x="307866" y="2096460"/>
                  </a:lnTo>
                  <a:lnTo>
                    <a:pt x="370868" y="2096460"/>
                  </a:lnTo>
                  <a:lnTo>
                    <a:pt x="370868" y="2078726"/>
                  </a:lnTo>
                  <a:close/>
                </a:path>
                <a:path w="2050415" h="2096770">
                  <a:moveTo>
                    <a:pt x="482170" y="2078726"/>
                  </a:moveTo>
                  <a:lnTo>
                    <a:pt x="419169" y="2078726"/>
                  </a:lnTo>
                  <a:lnTo>
                    <a:pt x="419169" y="2096460"/>
                  </a:lnTo>
                  <a:lnTo>
                    <a:pt x="482170" y="2096460"/>
                  </a:lnTo>
                  <a:lnTo>
                    <a:pt x="482170" y="2078726"/>
                  </a:lnTo>
                  <a:close/>
                </a:path>
                <a:path w="2050415" h="2096770">
                  <a:moveTo>
                    <a:pt x="590952" y="2078726"/>
                  </a:moveTo>
                  <a:lnTo>
                    <a:pt x="527951" y="2078726"/>
                  </a:lnTo>
                  <a:lnTo>
                    <a:pt x="527951" y="2096460"/>
                  </a:lnTo>
                  <a:lnTo>
                    <a:pt x="590952" y="2096460"/>
                  </a:lnTo>
                  <a:lnTo>
                    <a:pt x="590952" y="2078726"/>
                  </a:lnTo>
                  <a:close/>
                </a:path>
                <a:path w="2050415" h="2096770">
                  <a:moveTo>
                    <a:pt x="701625" y="2078726"/>
                  </a:moveTo>
                  <a:lnTo>
                    <a:pt x="638623" y="2078726"/>
                  </a:lnTo>
                  <a:lnTo>
                    <a:pt x="638623" y="2096460"/>
                  </a:lnTo>
                  <a:lnTo>
                    <a:pt x="701625" y="2096460"/>
                  </a:lnTo>
                  <a:lnTo>
                    <a:pt x="701625" y="2078726"/>
                  </a:lnTo>
                  <a:close/>
                </a:path>
                <a:path w="2050415" h="2096770">
                  <a:moveTo>
                    <a:pt x="812927" y="2078726"/>
                  </a:moveTo>
                  <a:lnTo>
                    <a:pt x="749926" y="2078726"/>
                  </a:lnTo>
                  <a:lnTo>
                    <a:pt x="749926" y="2096460"/>
                  </a:lnTo>
                  <a:lnTo>
                    <a:pt x="812927" y="2096460"/>
                  </a:lnTo>
                  <a:lnTo>
                    <a:pt x="812927" y="2078726"/>
                  </a:lnTo>
                  <a:close/>
                </a:path>
                <a:path w="2050415" h="2096770">
                  <a:moveTo>
                    <a:pt x="924230" y="2078726"/>
                  </a:moveTo>
                  <a:lnTo>
                    <a:pt x="860598" y="2078726"/>
                  </a:lnTo>
                  <a:lnTo>
                    <a:pt x="860598" y="2096460"/>
                  </a:lnTo>
                  <a:lnTo>
                    <a:pt x="924230" y="2096460"/>
                  </a:lnTo>
                  <a:lnTo>
                    <a:pt x="924230" y="2078726"/>
                  </a:lnTo>
                  <a:close/>
                </a:path>
                <a:path w="2050415" h="2096770">
                  <a:moveTo>
                    <a:pt x="1032382" y="2078726"/>
                  </a:moveTo>
                  <a:lnTo>
                    <a:pt x="969381" y="2078726"/>
                  </a:lnTo>
                  <a:lnTo>
                    <a:pt x="969381" y="2096460"/>
                  </a:lnTo>
                  <a:lnTo>
                    <a:pt x="1032382" y="2096460"/>
                  </a:lnTo>
                  <a:lnTo>
                    <a:pt x="1032382" y="2078726"/>
                  </a:lnTo>
                  <a:close/>
                </a:path>
                <a:path w="2050415" h="2096770">
                  <a:moveTo>
                    <a:pt x="1143685" y="2078726"/>
                  </a:moveTo>
                  <a:lnTo>
                    <a:pt x="1080683" y="2078726"/>
                  </a:lnTo>
                  <a:lnTo>
                    <a:pt x="1080683" y="2096460"/>
                  </a:lnTo>
                  <a:lnTo>
                    <a:pt x="1143685" y="2096460"/>
                  </a:lnTo>
                  <a:lnTo>
                    <a:pt x="1143685" y="2078726"/>
                  </a:lnTo>
                  <a:close/>
                </a:path>
                <a:path w="2050415" h="2096770">
                  <a:moveTo>
                    <a:pt x="1254357" y="2078726"/>
                  </a:moveTo>
                  <a:lnTo>
                    <a:pt x="1191356" y="2078726"/>
                  </a:lnTo>
                  <a:lnTo>
                    <a:pt x="1191356" y="2096460"/>
                  </a:lnTo>
                  <a:lnTo>
                    <a:pt x="1254357" y="2096460"/>
                  </a:lnTo>
                  <a:lnTo>
                    <a:pt x="1254357" y="2078726"/>
                  </a:lnTo>
                  <a:close/>
                </a:path>
                <a:path w="2050415" h="2096770">
                  <a:moveTo>
                    <a:pt x="1365659" y="2078726"/>
                  </a:moveTo>
                  <a:lnTo>
                    <a:pt x="1302658" y="2078726"/>
                  </a:lnTo>
                  <a:lnTo>
                    <a:pt x="1302658" y="2096460"/>
                  </a:lnTo>
                  <a:lnTo>
                    <a:pt x="1365659" y="2096460"/>
                  </a:lnTo>
                  <a:lnTo>
                    <a:pt x="1365659" y="2078726"/>
                  </a:lnTo>
                  <a:close/>
                </a:path>
                <a:path w="2050415" h="2096770">
                  <a:moveTo>
                    <a:pt x="1474442" y="2078726"/>
                  </a:moveTo>
                  <a:lnTo>
                    <a:pt x="1411020" y="2078726"/>
                  </a:lnTo>
                  <a:lnTo>
                    <a:pt x="1411020" y="2096460"/>
                  </a:lnTo>
                  <a:lnTo>
                    <a:pt x="1474442" y="2096460"/>
                  </a:lnTo>
                  <a:lnTo>
                    <a:pt x="1474442" y="2078726"/>
                  </a:lnTo>
                  <a:close/>
                </a:path>
                <a:path w="2050415" h="2096770">
                  <a:moveTo>
                    <a:pt x="1585114" y="2078726"/>
                  </a:moveTo>
                  <a:lnTo>
                    <a:pt x="1522113" y="2078726"/>
                  </a:lnTo>
                  <a:lnTo>
                    <a:pt x="1522113" y="2096460"/>
                  </a:lnTo>
                  <a:lnTo>
                    <a:pt x="1585114" y="2096460"/>
                  </a:lnTo>
                  <a:lnTo>
                    <a:pt x="1585114" y="2078726"/>
                  </a:lnTo>
                  <a:close/>
                </a:path>
                <a:path w="2050415" h="2096770">
                  <a:moveTo>
                    <a:pt x="1696417" y="2078726"/>
                  </a:moveTo>
                  <a:lnTo>
                    <a:pt x="1633415" y="2078726"/>
                  </a:lnTo>
                  <a:lnTo>
                    <a:pt x="1633415" y="2096460"/>
                  </a:lnTo>
                  <a:lnTo>
                    <a:pt x="1696417" y="2096460"/>
                  </a:lnTo>
                  <a:lnTo>
                    <a:pt x="1696417" y="2078726"/>
                  </a:lnTo>
                  <a:close/>
                </a:path>
                <a:path w="2050415" h="2096770">
                  <a:moveTo>
                    <a:pt x="1807719" y="2078726"/>
                  </a:moveTo>
                  <a:lnTo>
                    <a:pt x="1744298" y="2078726"/>
                  </a:lnTo>
                  <a:lnTo>
                    <a:pt x="1744298" y="2096460"/>
                  </a:lnTo>
                  <a:lnTo>
                    <a:pt x="1807719" y="2096460"/>
                  </a:lnTo>
                  <a:lnTo>
                    <a:pt x="1807719" y="2078726"/>
                  </a:lnTo>
                  <a:close/>
                </a:path>
                <a:path w="2050415" h="2096770">
                  <a:moveTo>
                    <a:pt x="1915871" y="2078726"/>
                  </a:moveTo>
                  <a:lnTo>
                    <a:pt x="1852870" y="2078726"/>
                  </a:lnTo>
                  <a:lnTo>
                    <a:pt x="1852870" y="2096460"/>
                  </a:lnTo>
                  <a:lnTo>
                    <a:pt x="1915871" y="2096460"/>
                  </a:lnTo>
                  <a:lnTo>
                    <a:pt x="1915871" y="2078726"/>
                  </a:lnTo>
                  <a:close/>
                </a:path>
                <a:path w="2050415" h="2096770">
                  <a:moveTo>
                    <a:pt x="2027174" y="2078726"/>
                  </a:moveTo>
                  <a:lnTo>
                    <a:pt x="1964173" y="2078726"/>
                  </a:lnTo>
                  <a:lnTo>
                    <a:pt x="1964173" y="2096460"/>
                  </a:lnTo>
                  <a:lnTo>
                    <a:pt x="2027174" y="2096460"/>
                  </a:lnTo>
                  <a:lnTo>
                    <a:pt x="2027174" y="2078726"/>
                  </a:lnTo>
                  <a:close/>
                </a:path>
                <a:path w="2050415" h="2096770">
                  <a:moveTo>
                    <a:pt x="2050064" y="1990619"/>
                  </a:moveTo>
                  <a:lnTo>
                    <a:pt x="2032424" y="1990619"/>
                  </a:lnTo>
                  <a:lnTo>
                    <a:pt x="2032424" y="2053421"/>
                  </a:lnTo>
                  <a:lnTo>
                    <a:pt x="2050064" y="2053421"/>
                  </a:lnTo>
                  <a:lnTo>
                    <a:pt x="2050064" y="1990619"/>
                  </a:lnTo>
                  <a:close/>
                </a:path>
                <a:path w="2050415" h="2096770">
                  <a:moveTo>
                    <a:pt x="2050064" y="1879718"/>
                  </a:moveTo>
                  <a:lnTo>
                    <a:pt x="2032424" y="1879718"/>
                  </a:lnTo>
                  <a:lnTo>
                    <a:pt x="2032424" y="1942520"/>
                  </a:lnTo>
                  <a:lnTo>
                    <a:pt x="2050064" y="1942520"/>
                  </a:lnTo>
                  <a:lnTo>
                    <a:pt x="2050064" y="1879718"/>
                  </a:lnTo>
                  <a:close/>
                </a:path>
                <a:path w="2050415" h="2096770">
                  <a:moveTo>
                    <a:pt x="2050064" y="1771849"/>
                  </a:moveTo>
                  <a:lnTo>
                    <a:pt x="2032424" y="1771849"/>
                  </a:lnTo>
                  <a:lnTo>
                    <a:pt x="2032424" y="1834651"/>
                  </a:lnTo>
                  <a:lnTo>
                    <a:pt x="2050064" y="1834651"/>
                  </a:lnTo>
                  <a:lnTo>
                    <a:pt x="2050064" y="1771849"/>
                  </a:lnTo>
                  <a:close/>
                </a:path>
                <a:path w="2050415" h="2096770">
                  <a:moveTo>
                    <a:pt x="2050064" y="1660948"/>
                  </a:moveTo>
                  <a:lnTo>
                    <a:pt x="2032424" y="1660948"/>
                  </a:lnTo>
                  <a:lnTo>
                    <a:pt x="2032424" y="1723749"/>
                  </a:lnTo>
                  <a:lnTo>
                    <a:pt x="2050064" y="1723749"/>
                  </a:lnTo>
                  <a:lnTo>
                    <a:pt x="2050064" y="1660948"/>
                  </a:lnTo>
                  <a:close/>
                </a:path>
                <a:path w="2050415" h="2096770">
                  <a:moveTo>
                    <a:pt x="2050064" y="1550046"/>
                  </a:moveTo>
                  <a:lnTo>
                    <a:pt x="2032424" y="1550046"/>
                  </a:lnTo>
                  <a:lnTo>
                    <a:pt x="2032424" y="1613350"/>
                  </a:lnTo>
                  <a:lnTo>
                    <a:pt x="2050064" y="1613350"/>
                  </a:lnTo>
                  <a:lnTo>
                    <a:pt x="2050064" y="1550046"/>
                  </a:lnTo>
                  <a:close/>
                </a:path>
                <a:path w="2050415" h="2096770">
                  <a:moveTo>
                    <a:pt x="2050064" y="1439647"/>
                  </a:moveTo>
                  <a:lnTo>
                    <a:pt x="2032424" y="1439647"/>
                  </a:lnTo>
                  <a:lnTo>
                    <a:pt x="2032424" y="1502448"/>
                  </a:lnTo>
                  <a:lnTo>
                    <a:pt x="2050064" y="1502448"/>
                  </a:lnTo>
                  <a:lnTo>
                    <a:pt x="2050064" y="1439647"/>
                  </a:lnTo>
                  <a:close/>
                </a:path>
                <a:path w="2050415" h="2096770">
                  <a:moveTo>
                    <a:pt x="2050064" y="1331276"/>
                  </a:moveTo>
                  <a:lnTo>
                    <a:pt x="2032424" y="1331276"/>
                  </a:lnTo>
                  <a:lnTo>
                    <a:pt x="2032424" y="1394078"/>
                  </a:lnTo>
                  <a:lnTo>
                    <a:pt x="2050064" y="1394078"/>
                  </a:lnTo>
                  <a:lnTo>
                    <a:pt x="2050064" y="1331276"/>
                  </a:lnTo>
                  <a:close/>
                </a:path>
                <a:path w="2050415" h="2096770">
                  <a:moveTo>
                    <a:pt x="2050064" y="1220375"/>
                  </a:moveTo>
                  <a:lnTo>
                    <a:pt x="2032424" y="1220375"/>
                  </a:lnTo>
                  <a:lnTo>
                    <a:pt x="2032424" y="1283678"/>
                  </a:lnTo>
                  <a:lnTo>
                    <a:pt x="2050064" y="1283678"/>
                  </a:lnTo>
                  <a:lnTo>
                    <a:pt x="2050064" y="1220375"/>
                  </a:lnTo>
                  <a:close/>
                </a:path>
                <a:path w="2050415" h="2096770">
                  <a:moveTo>
                    <a:pt x="2050064" y="1109996"/>
                  </a:moveTo>
                  <a:lnTo>
                    <a:pt x="2032424" y="1109996"/>
                  </a:lnTo>
                  <a:lnTo>
                    <a:pt x="2032424" y="1172777"/>
                  </a:lnTo>
                  <a:lnTo>
                    <a:pt x="2050064" y="1172777"/>
                  </a:lnTo>
                  <a:lnTo>
                    <a:pt x="2050064" y="1109996"/>
                  </a:lnTo>
                  <a:close/>
                </a:path>
                <a:path w="2050415" h="2096770">
                  <a:moveTo>
                    <a:pt x="2050064" y="999095"/>
                  </a:moveTo>
                  <a:lnTo>
                    <a:pt x="2032424" y="999095"/>
                  </a:lnTo>
                  <a:lnTo>
                    <a:pt x="2032424" y="1061875"/>
                  </a:lnTo>
                  <a:lnTo>
                    <a:pt x="2050064" y="1061875"/>
                  </a:lnTo>
                  <a:lnTo>
                    <a:pt x="2050064" y="999095"/>
                  </a:lnTo>
                  <a:close/>
                </a:path>
                <a:path w="2050415" h="2096770">
                  <a:moveTo>
                    <a:pt x="2050064" y="890724"/>
                  </a:moveTo>
                  <a:lnTo>
                    <a:pt x="2032424" y="890724"/>
                  </a:lnTo>
                  <a:lnTo>
                    <a:pt x="2032424" y="954006"/>
                  </a:lnTo>
                  <a:lnTo>
                    <a:pt x="2050064" y="954006"/>
                  </a:lnTo>
                  <a:lnTo>
                    <a:pt x="2050064" y="890724"/>
                  </a:lnTo>
                  <a:close/>
                </a:path>
                <a:path w="2050415" h="2096770">
                  <a:moveTo>
                    <a:pt x="2050064" y="780262"/>
                  </a:moveTo>
                  <a:lnTo>
                    <a:pt x="2032424" y="780262"/>
                  </a:lnTo>
                  <a:lnTo>
                    <a:pt x="2032424" y="843105"/>
                  </a:lnTo>
                  <a:lnTo>
                    <a:pt x="2050064" y="843105"/>
                  </a:lnTo>
                  <a:lnTo>
                    <a:pt x="2050064" y="780262"/>
                  </a:lnTo>
                  <a:close/>
                </a:path>
                <a:path w="2050415" h="2096770">
                  <a:moveTo>
                    <a:pt x="2050064" y="669423"/>
                  </a:moveTo>
                  <a:lnTo>
                    <a:pt x="2032424" y="669423"/>
                  </a:lnTo>
                  <a:lnTo>
                    <a:pt x="2032424" y="732162"/>
                  </a:lnTo>
                  <a:lnTo>
                    <a:pt x="2050064" y="732162"/>
                  </a:lnTo>
                  <a:lnTo>
                    <a:pt x="2050064" y="669423"/>
                  </a:lnTo>
                  <a:close/>
                </a:path>
                <a:path w="2050415" h="2096770">
                  <a:moveTo>
                    <a:pt x="2050064" y="558584"/>
                  </a:moveTo>
                  <a:lnTo>
                    <a:pt x="2032424" y="558584"/>
                  </a:lnTo>
                  <a:lnTo>
                    <a:pt x="2032424" y="621741"/>
                  </a:lnTo>
                  <a:lnTo>
                    <a:pt x="2050064" y="621741"/>
                  </a:lnTo>
                  <a:lnTo>
                    <a:pt x="2050064" y="558584"/>
                  </a:lnTo>
                  <a:close/>
                </a:path>
                <a:path w="2050415" h="2096770">
                  <a:moveTo>
                    <a:pt x="2050064" y="450674"/>
                  </a:moveTo>
                  <a:lnTo>
                    <a:pt x="2032424" y="450674"/>
                  </a:lnTo>
                  <a:lnTo>
                    <a:pt x="2032424" y="513412"/>
                  </a:lnTo>
                  <a:lnTo>
                    <a:pt x="2050064" y="513412"/>
                  </a:lnTo>
                  <a:lnTo>
                    <a:pt x="2050064" y="450674"/>
                  </a:lnTo>
                  <a:close/>
                </a:path>
                <a:path w="2050415" h="2096770">
                  <a:moveTo>
                    <a:pt x="2050064" y="339835"/>
                  </a:moveTo>
                  <a:lnTo>
                    <a:pt x="2032424" y="339835"/>
                  </a:lnTo>
                  <a:lnTo>
                    <a:pt x="2032424" y="402574"/>
                  </a:lnTo>
                  <a:lnTo>
                    <a:pt x="2050064" y="402574"/>
                  </a:lnTo>
                  <a:lnTo>
                    <a:pt x="2050064" y="339835"/>
                  </a:lnTo>
                  <a:close/>
                </a:path>
                <a:path w="2050415" h="2096770">
                  <a:moveTo>
                    <a:pt x="2050064" y="228787"/>
                  </a:moveTo>
                  <a:lnTo>
                    <a:pt x="2032424" y="228787"/>
                  </a:lnTo>
                  <a:lnTo>
                    <a:pt x="2032424" y="292153"/>
                  </a:lnTo>
                  <a:lnTo>
                    <a:pt x="2050064" y="292153"/>
                  </a:lnTo>
                  <a:lnTo>
                    <a:pt x="2050064" y="228787"/>
                  </a:lnTo>
                  <a:close/>
                </a:path>
                <a:path w="2050415" h="2096770">
                  <a:moveTo>
                    <a:pt x="2050064" y="118367"/>
                  </a:moveTo>
                  <a:lnTo>
                    <a:pt x="2032424" y="118367"/>
                  </a:lnTo>
                  <a:lnTo>
                    <a:pt x="2032424" y="181315"/>
                  </a:lnTo>
                  <a:lnTo>
                    <a:pt x="2050064" y="181315"/>
                  </a:lnTo>
                  <a:lnTo>
                    <a:pt x="2050064" y="118367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 descr=""/>
            <p:cNvSpPr/>
            <p:nvPr/>
          </p:nvSpPr>
          <p:spPr>
            <a:xfrm>
              <a:off x="6976968" y="3185202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 h="0">
                  <a:moveTo>
                    <a:pt x="0" y="0"/>
                  </a:moveTo>
                  <a:lnTo>
                    <a:pt x="1944211" y="0"/>
                  </a:lnTo>
                </a:path>
              </a:pathLst>
            </a:custGeom>
            <a:ln w="17985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 descr=""/>
            <p:cNvSpPr/>
            <p:nvPr/>
          </p:nvSpPr>
          <p:spPr>
            <a:xfrm>
              <a:off x="6877210" y="3177674"/>
              <a:ext cx="2050414" cy="2096770"/>
            </a:xfrm>
            <a:custGeom>
              <a:avLst/>
              <a:gdLst/>
              <a:ahLst/>
              <a:cxnLst/>
              <a:rect l="l" t="t" r="r" b="b"/>
              <a:pathLst>
                <a:path w="2050415" h="2096770">
                  <a:moveTo>
                    <a:pt x="52921" y="15057"/>
                  </a:moveTo>
                  <a:lnTo>
                    <a:pt x="10080" y="15057"/>
                  </a:lnTo>
                  <a:lnTo>
                    <a:pt x="17850" y="7528"/>
                  </a:lnTo>
                  <a:lnTo>
                    <a:pt x="17850" y="25304"/>
                  </a:lnTo>
                  <a:lnTo>
                    <a:pt x="0" y="25304"/>
                  </a:lnTo>
                  <a:lnTo>
                    <a:pt x="0" y="0"/>
                  </a:lnTo>
                  <a:lnTo>
                    <a:pt x="52921" y="0"/>
                  </a:lnTo>
                  <a:lnTo>
                    <a:pt x="52921" y="15057"/>
                  </a:lnTo>
                  <a:close/>
                </a:path>
                <a:path w="2050415" h="2096770">
                  <a:moveTo>
                    <a:pt x="17850" y="72777"/>
                  </a:moveTo>
                  <a:lnTo>
                    <a:pt x="17850" y="136143"/>
                  </a:lnTo>
                  <a:lnTo>
                    <a:pt x="0" y="136143"/>
                  </a:lnTo>
                  <a:lnTo>
                    <a:pt x="0" y="72777"/>
                  </a:lnTo>
                  <a:lnTo>
                    <a:pt x="17850" y="72777"/>
                  </a:lnTo>
                  <a:close/>
                </a:path>
                <a:path w="2050415" h="2096770">
                  <a:moveTo>
                    <a:pt x="17850" y="183824"/>
                  </a:moveTo>
                  <a:lnTo>
                    <a:pt x="17850" y="246563"/>
                  </a:lnTo>
                  <a:lnTo>
                    <a:pt x="0" y="246563"/>
                  </a:lnTo>
                  <a:lnTo>
                    <a:pt x="0" y="183824"/>
                  </a:lnTo>
                  <a:lnTo>
                    <a:pt x="17850" y="183824"/>
                  </a:lnTo>
                  <a:close/>
                </a:path>
                <a:path w="2050415" h="2096770">
                  <a:moveTo>
                    <a:pt x="17850" y="294663"/>
                  </a:moveTo>
                  <a:lnTo>
                    <a:pt x="17850" y="357402"/>
                  </a:lnTo>
                  <a:lnTo>
                    <a:pt x="0" y="357402"/>
                  </a:lnTo>
                  <a:lnTo>
                    <a:pt x="0" y="294663"/>
                  </a:lnTo>
                  <a:lnTo>
                    <a:pt x="17850" y="294663"/>
                  </a:lnTo>
                  <a:close/>
                </a:path>
                <a:path w="2050415" h="2096770">
                  <a:moveTo>
                    <a:pt x="17850" y="402574"/>
                  </a:moveTo>
                  <a:lnTo>
                    <a:pt x="17850" y="465313"/>
                  </a:lnTo>
                  <a:lnTo>
                    <a:pt x="0" y="465313"/>
                  </a:lnTo>
                  <a:lnTo>
                    <a:pt x="0" y="402574"/>
                  </a:lnTo>
                  <a:lnTo>
                    <a:pt x="17850" y="402574"/>
                  </a:lnTo>
                  <a:close/>
                </a:path>
                <a:path w="2050415" h="2096770">
                  <a:moveTo>
                    <a:pt x="17850" y="513412"/>
                  </a:moveTo>
                  <a:lnTo>
                    <a:pt x="17850" y="576151"/>
                  </a:lnTo>
                  <a:lnTo>
                    <a:pt x="0" y="576151"/>
                  </a:lnTo>
                  <a:lnTo>
                    <a:pt x="0" y="513412"/>
                  </a:lnTo>
                  <a:lnTo>
                    <a:pt x="17850" y="513412"/>
                  </a:lnTo>
                  <a:close/>
                </a:path>
                <a:path w="2050415" h="2096770">
                  <a:moveTo>
                    <a:pt x="17850" y="624251"/>
                  </a:moveTo>
                  <a:lnTo>
                    <a:pt x="17850" y="687199"/>
                  </a:lnTo>
                  <a:lnTo>
                    <a:pt x="0" y="687199"/>
                  </a:lnTo>
                  <a:lnTo>
                    <a:pt x="0" y="624251"/>
                  </a:lnTo>
                  <a:lnTo>
                    <a:pt x="17850" y="624251"/>
                  </a:lnTo>
                  <a:close/>
                </a:path>
                <a:path w="2050415" h="2096770">
                  <a:moveTo>
                    <a:pt x="17850" y="734671"/>
                  </a:moveTo>
                  <a:lnTo>
                    <a:pt x="17850" y="797619"/>
                  </a:lnTo>
                  <a:lnTo>
                    <a:pt x="0" y="797619"/>
                  </a:lnTo>
                  <a:lnTo>
                    <a:pt x="0" y="734671"/>
                  </a:lnTo>
                  <a:lnTo>
                    <a:pt x="17850" y="734671"/>
                  </a:lnTo>
                  <a:close/>
                </a:path>
                <a:path w="2050415" h="2096770">
                  <a:moveTo>
                    <a:pt x="17850" y="843105"/>
                  </a:moveTo>
                  <a:lnTo>
                    <a:pt x="17850" y="905907"/>
                  </a:lnTo>
                  <a:lnTo>
                    <a:pt x="0" y="905907"/>
                  </a:lnTo>
                  <a:lnTo>
                    <a:pt x="0" y="843105"/>
                  </a:lnTo>
                  <a:lnTo>
                    <a:pt x="17850" y="843105"/>
                  </a:lnTo>
                  <a:close/>
                </a:path>
                <a:path w="2050415" h="2096770">
                  <a:moveTo>
                    <a:pt x="17850" y="954006"/>
                  </a:moveTo>
                  <a:lnTo>
                    <a:pt x="17850" y="1016808"/>
                  </a:lnTo>
                  <a:lnTo>
                    <a:pt x="0" y="1016808"/>
                  </a:lnTo>
                  <a:lnTo>
                    <a:pt x="0" y="954006"/>
                  </a:lnTo>
                  <a:lnTo>
                    <a:pt x="17850" y="954006"/>
                  </a:lnTo>
                  <a:close/>
                </a:path>
                <a:path w="2050415" h="2096770">
                  <a:moveTo>
                    <a:pt x="17850" y="1064406"/>
                  </a:moveTo>
                  <a:lnTo>
                    <a:pt x="17850" y="1127207"/>
                  </a:lnTo>
                  <a:lnTo>
                    <a:pt x="0" y="1127207"/>
                  </a:lnTo>
                  <a:lnTo>
                    <a:pt x="0" y="1064406"/>
                  </a:lnTo>
                  <a:lnTo>
                    <a:pt x="17850" y="1064406"/>
                  </a:lnTo>
                  <a:close/>
                </a:path>
                <a:path w="2050415" h="2096770">
                  <a:moveTo>
                    <a:pt x="17850" y="1175307"/>
                  </a:moveTo>
                  <a:lnTo>
                    <a:pt x="17850" y="1238109"/>
                  </a:lnTo>
                  <a:lnTo>
                    <a:pt x="0" y="1238109"/>
                  </a:lnTo>
                  <a:lnTo>
                    <a:pt x="0" y="1175307"/>
                  </a:lnTo>
                  <a:lnTo>
                    <a:pt x="17850" y="1175307"/>
                  </a:lnTo>
                  <a:close/>
                </a:path>
                <a:path w="2050415" h="2096770">
                  <a:moveTo>
                    <a:pt x="17850" y="1283678"/>
                  </a:moveTo>
                  <a:lnTo>
                    <a:pt x="17850" y="1346480"/>
                  </a:lnTo>
                  <a:lnTo>
                    <a:pt x="0" y="1346480"/>
                  </a:lnTo>
                  <a:lnTo>
                    <a:pt x="0" y="1283678"/>
                  </a:lnTo>
                  <a:lnTo>
                    <a:pt x="17850" y="1283678"/>
                  </a:lnTo>
                  <a:close/>
                </a:path>
                <a:path w="2050415" h="2096770">
                  <a:moveTo>
                    <a:pt x="17850" y="1394078"/>
                  </a:moveTo>
                  <a:lnTo>
                    <a:pt x="17850" y="1456879"/>
                  </a:lnTo>
                  <a:lnTo>
                    <a:pt x="0" y="1456879"/>
                  </a:lnTo>
                  <a:lnTo>
                    <a:pt x="0" y="1394078"/>
                  </a:lnTo>
                  <a:lnTo>
                    <a:pt x="17850" y="1394078"/>
                  </a:lnTo>
                  <a:close/>
                </a:path>
                <a:path w="2050415" h="2096770">
                  <a:moveTo>
                    <a:pt x="17850" y="1504979"/>
                  </a:moveTo>
                  <a:lnTo>
                    <a:pt x="17850" y="1567780"/>
                  </a:lnTo>
                  <a:lnTo>
                    <a:pt x="0" y="1567780"/>
                  </a:lnTo>
                  <a:lnTo>
                    <a:pt x="0" y="1504979"/>
                  </a:lnTo>
                  <a:lnTo>
                    <a:pt x="17850" y="1504979"/>
                  </a:lnTo>
                  <a:close/>
                </a:path>
                <a:path w="2050415" h="2096770">
                  <a:moveTo>
                    <a:pt x="17850" y="1615378"/>
                  </a:moveTo>
                  <a:lnTo>
                    <a:pt x="17850" y="1678682"/>
                  </a:lnTo>
                  <a:lnTo>
                    <a:pt x="0" y="1678682"/>
                  </a:lnTo>
                  <a:lnTo>
                    <a:pt x="0" y="1615378"/>
                  </a:lnTo>
                  <a:lnTo>
                    <a:pt x="17850" y="1615378"/>
                  </a:lnTo>
                  <a:close/>
                </a:path>
                <a:path w="2050415" h="2096770">
                  <a:moveTo>
                    <a:pt x="17850" y="1723749"/>
                  </a:moveTo>
                  <a:lnTo>
                    <a:pt x="17850" y="1786530"/>
                  </a:lnTo>
                  <a:lnTo>
                    <a:pt x="0" y="1786530"/>
                  </a:lnTo>
                  <a:lnTo>
                    <a:pt x="0" y="1723749"/>
                  </a:lnTo>
                  <a:lnTo>
                    <a:pt x="17850" y="1723749"/>
                  </a:lnTo>
                  <a:close/>
                </a:path>
                <a:path w="2050415" h="2096770">
                  <a:moveTo>
                    <a:pt x="17850" y="1834651"/>
                  </a:moveTo>
                  <a:lnTo>
                    <a:pt x="17850" y="1897431"/>
                  </a:lnTo>
                  <a:lnTo>
                    <a:pt x="0" y="1897431"/>
                  </a:lnTo>
                  <a:lnTo>
                    <a:pt x="0" y="1834651"/>
                  </a:lnTo>
                  <a:lnTo>
                    <a:pt x="17850" y="1834651"/>
                  </a:lnTo>
                  <a:close/>
                </a:path>
                <a:path w="2050415" h="2096770">
                  <a:moveTo>
                    <a:pt x="17850" y="1945050"/>
                  </a:moveTo>
                  <a:lnTo>
                    <a:pt x="17850" y="2008333"/>
                  </a:lnTo>
                  <a:lnTo>
                    <a:pt x="0" y="2008333"/>
                  </a:lnTo>
                  <a:lnTo>
                    <a:pt x="0" y="1945050"/>
                  </a:lnTo>
                  <a:lnTo>
                    <a:pt x="17850" y="1945050"/>
                  </a:lnTo>
                  <a:close/>
                </a:path>
                <a:path w="2050415" h="2096770">
                  <a:moveTo>
                    <a:pt x="17850" y="2055951"/>
                  </a:moveTo>
                  <a:lnTo>
                    <a:pt x="17850" y="2086338"/>
                  </a:lnTo>
                  <a:lnTo>
                    <a:pt x="10080" y="2078726"/>
                  </a:lnTo>
                  <a:lnTo>
                    <a:pt x="40740" y="2078726"/>
                  </a:lnTo>
                  <a:lnTo>
                    <a:pt x="40740" y="2096460"/>
                  </a:lnTo>
                  <a:lnTo>
                    <a:pt x="0" y="2096460"/>
                  </a:lnTo>
                  <a:lnTo>
                    <a:pt x="0" y="2055951"/>
                  </a:lnTo>
                  <a:lnTo>
                    <a:pt x="17850" y="2055951"/>
                  </a:lnTo>
                  <a:close/>
                </a:path>
                <a:path w="2050415" h="2096770">
                  <a:moveTo>
                    <a:pt x="85891" y="2078726"/>
                  </a:moveTo>
                  <a:lnTo>
                    <a:pt x="148893" y="2078726"/>
                  </a:lnTo>
                  <a:lnTo>
                    <a:pt x="148893" y="2096460"/>
                  </a:lnTo>
                  <a:lnTo>
                    <a:pt x="85891" y="2096460"/>
                  </a:lnTo>
                  <a:lnTo>
                    <a:pt x="85891" y="2078726"/>
                  </a:lnTo>
                  <a:close/>
                </a:path>
                <a:path w="2050415" h="2096770">
                  <a:moveTo>
                    <a:pt x="197194" y="2078726"/>
                  </a:moveTo>
                  <a:lnTo>
                    <a:pt x="260195" y="2078726"/>
                  </a:lnTo>
                  <a:lnTo>
                    <a:pt x="260195" y="2096460"/>
                  </a:lnTo>
                  <a:lnTo>
                    <a:pt x="197194" y="2096460"/>
                  </a:lnTo>
                  <a:lnTo>
                    <a:pt x="197194" y="2078726"/>
                  </a:lnTo>
                  <a:close/>
                </a:path>
                <a:path w="2050415" h="2096770">
                  <a:moveTo>
                    <a:pt x="307866" y="2078726"/>
                  </a:moveTo>
                  <a:lnTo>
                    <a:pt x="370868" y="2078726"/>
                  </a:lnTo>
                  <a:lnTo>
                    <a:pt x="370868" y="2096460"/>
                  </a:lnTo>
                  <a:lnTo>
                    <a:pt x="307866" y="2096460"/>
                  </a:lnTo>
                  <a:lnTo>
                    <a:pt x="307866" y="2078726"/>
                  </a:lnTo>
                  <a:close/>
                </a:path>
                <a:path w="2050415" h="2096770">
                  <a:moveTo>
                    <a:pt x="419169" y="2078726"/>
                  </a:moveTo>
                  <a:lnTo>
                    <a:pt x="482170" y="2078726"/>
                  </a:lnTo>
                  <a:lnTo>
                    <a:pt x="482170" y="2096460"/>
                  </a:lnTo>
                  <a:lnTo>
                    <a:pt x="419169" y="2096460"/>
                  </a:lnTo>
                  <a:lnTo>
                    <a:pt x="419169" y="2078726"/>
                  </a:lnTo>
                  <a:close/>
                </a:path>
                <a:path w="2050415" h="2096770">
                  <a:moveTo>
                    <a:pt x="527951" y="2078726"/>
                  </a:moveTo>
                  <a:lnTo>
                    <a:pt x="590952" y="2078726"/>
                  </a:lnTo>
                  <a:lnTo>
                    <a:pt x="590952" y="2096460"/>
                  </a:lnTo>
                  <a:lnTo>
                    <a:pt x="527951" y="2096460"/>
                  </a:lnTo>
                  <a:lnTo>
                    <a:pt x="527951" y="2078726"/>
                  </a:lnTo>
                  <a:close/>
                </a:path>
                <a:path w="2050415" h="2096770">
                  <a:moveTo>
                    <a:pt x="638624" y="2078726"/>
                  </a:moveTo>
                  <a:lnTo>
                    <a:pt x="701625" y="2078726"/>
                  </a:lnTo>
                  <a:lnTo>
                    <a:pt x="701625" y="2096460"/>
                  </a:lnTo>
                  <a:lnTo>
                    <a:pt x="638624" y="2096460"/>
                  </a:lnTo>
                  <a:lnTo>
                    <a:pt x="638624" y="2078726"/>
                  </a:lnTo>
                  <a:close/>
                </a:path>
                <a:path w="2050415" h="2096770">
                  <a:moveTo>
                    <a:pt x="749926" y="2078726"/>
                  </a:moveTo>
                  <a:lnTo>
                    <a:pt x="812927" y="2078726"/>
                  </a:lnTo>
                  <a:lnTo>
                    <a:pt x="812927" y="2096460"/>
                  </a:lnTo>
                  <a:lnTo>
                    <a:pt x="749926" y="2096460"/>
                  </a:lnTo>
                  <a:lnTo>
                    <a:pt x="749926" y="2078726"/>
                  </a:lnTo>
                  <a:close/>
                </a:path>
                <a:path w="2050415" h="2096770">
                  <a:moveTo>
                    <a:pt x="860598" y="2078726"/>
                  </a:moveTo>
                  <a:lnTo>
                    <a:pt x="924230" y="2078726"/>
                  </a:lnTo>
                  <a:lnTo>
                    <a:pt x="924230" y="2096460"/>
                  </a:lnTo>
                  <a:lnTo>
                    <a:pt x="860598" y="2096460"/>
                  </a:lnTo>
                  <a:lnTo>
                    <a:pt x="860598" y="2078726"/>
                  </a:lnTo>
                  <a:close/>
                </a:path>
                <a:path w="2050415" h="2096770">
                  <a:moveTo>
                    <a:pt x="969381" y="2078726"/>
                  </a:moveTo>
                  <a:lnTo>
                    <a:pt x="1032382" y="2078726"/>
                  </a:lnTo>
                  <a:lnTo>
                    <a:pt x="1032382" y="2096460"/>
                  </a:lnTo>
                  <a:lnTo>
                    <a:pt x="969381" y="2096460"/>
                  </a:lnTo>
                  <a:lnTo>
                    <a:pt x="969381" y="2078726"/>
                  </a:lnTo>
                  <a:close/>
                </a:path>
                <a:path w="2050415" h="2096770">
                  <a:moveTo>
                    <a:pt x="1080683" y="2078726"/>
                  </a:moveTo>
                  <a:lnTo>
                    <a:pt x="1143685" y="2078726"/>
                  </a:lnTo>
                  <a:lnTo>
                    <a:pt x="1143685" y="2096460"/>
                  </a:lnTo>
                  <a:lnTo>
                    <a:pt x="1080683" y="2096460"/>
                  </a:lnTo>
                  <a:lnTo>
                    <a:pt x="1080683" y="2078726"/>
                  </a:lnTo>
                  <a:close/>
                </a:path>
                <a:path w="2050415" h="2096770">
                  <a:moveTo>
                    <a:pt x="1191356" y="2078726"/>
                  </a:moveTo>
                  <a:lnTo>
                    <a:pt x="1254357" y="2078726"/>
                  </a:lnTo>
                  <a:lnTo>
                    <a:pt x="1254357" y="2096460"/>
                  </a:lnTo>
                  <a:lnTo>
                    <a:pt x="1191356" y="2096460"/>
                  </a:lnTo>
                  <a:lnTo>
                    <a:pt x="1191356" y="2078726"/>
                  </a:lnTo>
                  <a:close/>
                </a:path>
                <a:path w="2050415" h="2096770">
                  <a:moveTo>
                    <a:pt x="1302658" y="2078726"/>
                  </a:moveTo>
                  <a:lnTo>
                    <a:pt x="1365659" y="2078726"/>
                  </a:lnTo>
                  <a:lnTo>
                    <a:pt x="1365659" y="2096460"/>
                  </a:lnTo>
                  <a:lnTo>
                    <a:pt x="1302658" y="2096460"/>
                  </a:lnTo>
                  <a:lnTo>
                    <a:pt x="1302658" y="2078726"/>
                  </a:lnTo>
                  <a:close/>
                </a:path>
                <a:path w="2050415" h="2096770">
                  <a:moveTo>
                    <a:pt x="1411020" y="2078726"/>
                  </a:moveTo>
                  <a:lnTo>
                    <a:pt x="1474442" y="2078726"/>
                  </a:lnTo>
                  <a:lnTo>
                    <a:pt x="1474442" y="2096460"/>
                  </a:lnTo>
                  <a:lnTo>
                    <a:pt x="1411020" y="2096460"/>
                  </a:lnTo>
                  <a:lnTo>
                    <a:pt x="1411020" y="2078726"/>
                  </a:lnTo>
                  <a:close/>
                </a:path>
                <a:path w="2050415" h="2096770">
                  <a:moveTo>
                    <a:pt x="1522113" y="2078726"/>
                  </a:moveTo>
                  <a:lnTo>
                    <a:pt x="1585114" y="2078726"/>
                  </a:lnTo>
                  <a:lnTo>
                    <a:pt x="1585114" y="2096460"/>
                  </a:lnTo>
                  <a:lnTo>
                    <a:pt x="1522113" y="2096460"/>
                  </a:lnTo>
                  <a:lnTo>
                    <a:pt x="1522113" y="2078726"/>
                  </a:lnTo>
                  <a:close/>
                </a:path>
                <a:path w="2050415" h="2096770">
                  <a:moveTo>
                    <a:pt x="1633415" y="2078726"/>
                  </a:moveTo>
                  <a:lnTo>
                    <a:pt x="1696417" y="2078726"/>
                  </a:lnTo>
                  <a:lnTo>
                    <a:pt x="1696417" y="2096460"/>
                  </a:lnTo>
                  <a:lnTo>
                    <a:pt x="1633415" y="2096460"/>
                  </a:lnTo>
                  <a:lnTo>
                    <a:pt x="1633415" y="2078726"/>
                  </a:lnTo>
                  <a:close/>
                </a:path>
                <a:path w="2050415" h="2096770">
                  <a:moveTo>
                    <a:pt x="1744298" y="2078726"/>
                  </a:moveTo>
                  <a:lnTo>
                    <a:pt x="1807719" y="2078726"/>
                  </a:lnTo>
                  <a:lnTo>
                    <a:pt x="1807719" y="2096460"/>
                  </a:lnTo>
                  <a:lnTo>
                    <a:pt x="1744298" y="2096460"/>
                  </a:lnTo>
                  <a:lnTo>
                    <a:pt x="1744298" y="2078726"/>
                  </a:lnTo>
                  <a:close/>
                </a:path>
                <a:path w="2050415" h="2096770">
                  <a:moveTo>
                    <a:pt x="1852870" y="2078726"/>
                  </a:moveTo>
                  <a:lnTo>
                    <a:pt x="1915872" y="2078726"/>
                  </a:lnTo>
                  <a:lnTo>
                    <a:pt x="1915872" y="2096460"/>
                  </a:lnTo>
                  <a:lnTo>
                    <a:pt x="1852870" y="2096460"/>
                  </a:lnTo>
                  <a:lnTo>
                    <a:pt x="1852870" y="2078726"/>
                  </a:lnTo>
                  <a:close/>
                </a:path>
                <a:path w="2050415" h="2096770">
                  <a:moveTo>
                    <a:pt x="1964173" y="2078726"/>
                  </a:moveTo>
                  <a:lnTo>
                    <a:pt x="2027174" y="2078726"/>
                  </a:lnTo>
                  <a:lnTo>
                    <a:pt x="2027174" y="2096460"/>
                  </a:lnTo>
                  <a:lnTo>
                    <a:pt x="1964173" y="2096460"/>
                  </a:lnTo>
                  <a:lnTo>
                    <a:pt x="1964173" y="2078726"/>
                  </a:lnTo>
                  <a:close/>
                </a:path>
                <a:path w="2050415" h="2096770">
                  <a:moveTo>
                    <a:pt x="2032424" y="2053421"/>
                  </a:moveTo>
                  <a:lnTo>
                    <a:pt x="2032424" y="1990619"/>
                  </a:lnTo>
                  <a:lnTo>
                    <a:pt x="2050064" y="1990619"/>
                  </a:lnTo>
                  <a:lnTo>
                    <a:pt x="2050064" y="2053421"/>
                  </a:lnTo>
                  <a:lnTo>
                    <a:pt x="2032424" y="2053421"/>
                  </a:lnTo>
                  <a:close/>
                </a:path>
                <a:path w="2050415" h="2096770">
                  <a:moveTo>
                    <a:pt x="2032424" y="1942520"/>
                  </a:moveTo>
                  <a:lnTo>
                    <a:pt x="2032424" y="1879718"/>
                  </a:lnTo>
                  <a:lnTo>
                    <a:pt x="2050064" y="1879718"/>
                  </a:lnTo>
                  <a:lnTo>
                    <a:pt x="2050064" y="1942520"/>
                  </a:lnTo>
                  <a:lnTo>
                    <a:pt x="2032424" y="1942520"/>
                  </a:lnTo>
                  <a:close/>
                </a:path>
                <a:path w="2050415" h="2096770">
                  <a:moveTo>
                    <a:pt x="2032424" y="1834651"/>
                  </a:moveTo>
                  <a:lnTo>
                    <a:pt x="2032424" y="1771849"/>
                  </a:lnTo>
                  <a:lnTo>
                    <a:pt x="2050064" y="1771849"/>
                  </a:lnTo>
                  <a:lnTo>
                    <a:pt x="2050064" y="1834651"/>
                  </a:lnTo>
                  <a:lnTo>
                    <a:pt x="2032424" y="1834651"/>
                  </a:lnTo>
                  <a:close/>
                </a:path>
                <a:path w="2050415" h="2096770">
                  <a:moveTo>
                    <a:pt x="2032424" y="1723749"/>
                  </a:moveTo>
                  <a:lnTo>
                    <a:pt x="2032424" y="1660948"/>
                  </a:lnTo>
                  <a:lnTo>
                    <a:pt x="2050064" y="1660948"/>
                  </a:lnTo>
                  <a:lnTo>
                    <a:pt x="2050064" y="1723749"/>
                  </a:lnTo>
                  <a:lnTo>
                    <a:pt x="2032424" y="1723749"/>
                  </a:lnTo>
                  <a:close/>
                </a:path>
                <a:path w="2050415" h="2096770">
                  <a:moveTo>
                    <a:pt x="2032424" y="1613350"/>
                  </a:moveTo>
                  <a:lnTo>
                    <a:pt x="2032424" y="1550046"/>
                  </a:lnTo>
                  <a:lnTo>
                    <a:pt x="2050064" y="1550046"/>
                  </a:lnTo>
                  <a:lnTo>
                    <a:pt x="2050064" y="1613350"/>
                  </a:lnTo>
                  <a:lnTo>
                    <a:pt x="2032424" y="1613350"/>
                  </a:lnTo>
                  <a:close/>
                </a:path>
                <a:path w="2050415" h="2096770">
                  <a:moveTo>
                    <a:pt x="2032424" y="1502448"/>
                  </a:moveTo>
                  <a:lnTo>
                    <a:pt x="2032424" y="1439647"/>
                  </a:lnTo>
                  <a:lnTo>
                    <a:pt x="2050064" y="1439647"/>
                  </a:lnTo>
                  <a:lnTo>
                    <a:pt x="2050064" y="1502448"/>
                  </a:lnTo>
                  <a:lnTo>
                    <a:pt x="2032424" y="1502448"/>
                  </a:lnTo>
                  <a:close/>
                </a:path>
                <a:path w="2050415" h="2096770">
                  <a:moveTo>
                    <a:pt x="2032424" y="1394078"/>
                  </a:moveTo>
                  <a:lnTo>
                    <a:pt x="2032424" y="1331276"/>
                  </a:lnTo>
                  <a:lnTo>
                    <a:pt x="2050064" y="1331276"/>
                  </a:lnTo>
                  <a:lnTo>
                    <a:pt x="2050064" y="1394078"/>
                  </a:lnTo>
                  <a:lnTo>
                    <a:pt x="2032424" y="1394078"/>
                  </a:lnTo>
                  <a:close/>
                </a:path>
                <a:path w="2050415" h="2096770">
                  <a:moveTo>
                    <a:pt x="2032424" y="1283678"/>
                  </a:moveTo>
                  <a:lnTo>
                    <a:pt x="2032424" y="1220375"/>
                  </a:lnTo>
                  <a:lnTo>
                    <a:pt x="2050064" y="1220375"/>
                  </a:lnTo>
                  <a:lnTo>
                    <a:pt x="2050064" y="1283678"/>
                  </a:lnTo>
                  <a:lnTo>
                    <a:pt x="2032424" y="1283678"/>
                  </a:lnTo>
                  <a:close/>
                </a:path>
                <a:path w="2050415" h="2096770">
                  <a:moveTo>
                    <a:pt x="2032424" y="1172777"/>
                  </a:moveTo>
                  <a:lnTo>
                    <a:pt x="2032424" y="1109996"/>
                  </a:lnTo>
                  <a:lnTo>
                    <a:pt x="2050064" y="1109996"/>
                  </a:lnTo>
                  <a:lnTo>
                    <a:pt x="2050064" y="1172777"/>
                  </a:lnTo>
                  <a:lnTo>
                    <a:pt x="2032424" y="1172777"/>
                  </a:lnTo>
                  <a:close/>
                </a:path>
                <a:path w="2050415" h="2096770">
                  <a:moveTo>
                    <a:pt x="2032424" y="1061875"/>
                  </a:moveTo>
                  <a:lnTo>
                    <a:pt x="2032424" y="999095"/>
                  </a:lnTo>
                  <a:lnTo>
                    <a:pt x="2050064" y="999095"/>
                  </a:lnTo>
                  <a:lnTo>
                    <a:pt x="2050064" y="1061875"/>
                  </a:lnTo>
                  <a:lnTo>
                    <a:pt x="2032424" y="1061875"/>
                  </a:lnTo>
                  <a:close/>
                </a:path>
                <a:path w="2050415" h="2096770">
                  <a:moveTo>
                    <a:pt x="2032424" y="954006"/>
                  </a:moveTo>
                  <a:lnTo>
                    <a:pt x="2032424" y="890724"/>
                  </a:lnTo>
                  <a:lnTo>
                    <a:pt x="2050064" y="890724"/>
                  </a:lnTo>
                  <a:lnTo>
                    <a:pt x="2050064" y="954006"/>
                  </a:lnTo>
                  <a:lnTo>
                    <a:pt x="2032424" y="954006"/>
                  </a:lnTo>
                  <a:close/>
                </a:path>
                <a:path w="2050415" h="2096770">
                  <a:moveTo>
                    <a:pt x="2032424" y="843105"/>
                  </a:moveTo>
                  <a:lnTo>
                    <a:pt x="2032424" y="780262"/>
                  </a:lnTo>
                  <a:lnTo>
                    <a:pt x="2050064" y="780262"/>
                  </a:lnTo>
                  <a:lnTo>
                    <a:pt x="2050064" y="843105"/>
                  </a:lnTo>
                  <a:lnTo>
                    <a:pt x="2032424" y="843105"/>
                  </a:lnTo>
                  <a:close/>
                </a:path>
                <a:path w="2050415" h="2096770">
                  <a:moveTo>
                    <a:pt x="2032424" y="732162"/>
                  </a:moveTo>
                  <a:lnTo>
                    <a:pt x="2032424" y="669423"/>
                  </a:lnTo>
                  <a:lnTo>
                    <a:pt x="2050064" y="669423"/>
                  </a:lnTo>
                  <a:lnTo>
                    <a:pt x="2050064" y="732162"/>
                  </a:lnTo>
                  <a:lnTo>
                    <a:pt x="2032424" y="732162"/>
                  </a:lnTo>
                  <a:close/>
                </a:path>
                <a:path w="2050415" h="2096770">
                  <a:moveTo>
                    <a:pt x="2032424" y="621741"/>
                  </a:moveTo>
                  <a:lnTo>
                    <a:pt x="2032424" y="558584"/>
                  </a:lnTo>
                  <a:lnTo>
                    <a:pt x="2050064" y="558584"/>
                  </a:lnTo>
                  <a:lnTo>
                    <a:pt x="2050064" y="621741"/>
                  </a:lnTo>
                  <a:lnTo>
                    <a:pt x="2032424" y="621741"/>
                  </a:lnTo>
                  <a:close/>
                </a:path>
                <a:path w="2050415" h="2096770">
                  <a:moveTo>
                    <a:pt x="2032424" y="513412"/>
                  </a:moveTo>
                  <a:lnTo>
                    <a:pt x="2032424" y="450674"/>
                  </a:lnTo>
                  <a:lnTo>
                    <a:pt x="2050064" y="450674"/>
                  </a:lnTo>
                  <a:lnTo>
                    <a:pt x="2050064" y="513412"/>
                  </a:lnTo>
                  <a:lnTo>
                    <a:pt x="2032424" y="513412"/>
                  </a:lnTo>
                  <a:close/>
                </a:path>
                <a:path w="2050415" h="2096770">
                  <a:moveTo>
                    <a:pt x="2032424" y="402574"/>
                  </a:moveTo>
                  <a:lnTo>
                    <a:pt x="2032424" y="339835"/>
                  </a:lnTo>
                  <a:lnTo>
                    <a:pt x="2050064" y="339835"/>
                  </a:lnTo>
                  <a:lnTo>
                    <a:pt x="2050064" y="402574"/>
                  </a:lnTo>
                  <a:lnTo>
                    <a:pt x="2032424" y="402574"/>
                  </a:lnTo>
                  <a:close/>
                </a:path>
                <a:path w="2050415" h="2096770">
                  <a:moveTo>
                    <a:pt x="2032424" y="292153"/>
                  </a:moveTo>
                  <a:lnTo>
                    <a:pt x="2032424" y="228787"/>
                  </a:lnTo>
                  <a:lnTo>
                    <a:pt x="2050064" y="228787"/>
                  </a:lnTo>
                  <a:lnTo>
                    <a:pt x="2050064" y="292153"/>
                  </a:lnTo>
                  <a:lnTo>
                    <a:pt x="2032424" y="292153"/>
                  </a:lnTo>
                  <a:close/>
                </a:path>
                <a:path w="2050415" h="2096770">
                  <a:moveTo>
                    <a:pt x="2032424" y="181315"/>
                  </a:moveTo>
                  <a:lnTo>
                    <a:pt x="2032424" y="118367"/>
                  </a:lnTo>
                  <a:lnTo>
                    <a:pt x="2050064" y="118367"/>
                  </a:lnTo>
                  <a:lnTo>
                    <a:pt x="2050064" y="181315"/>
                  </a:lnTo>
                  <a:lnTo>
                    <a:pt x="2032424" y="181315"/>
                  </a:lnTo>
                  <a:close/>
                </a:path>
                <a:path w="2050415" h="2096770">
                  <a:moveTo>
                    <a:pt x="2032424" y="72777"/>
                  </a:moveTo>
                  <a:lnTo>
                    <a:pt x="2032424" y="10038"/>
                  </a:lnTo>
                  <a:lnTo>
                    <a:pt x="2050064" y="10038"/>
                  </a:lnTo>
                  <a:lnTo>
                    <a:pt x="2050064" y="72777"/>
                  </a:lnTo>
                  <a:lnTo>
                    <a:pt x="2032424" y="72777"/>
                  </a:lnTo>
                  <a:close/>
                </a:path>
              </a:pathLst>
            </a:custGeom>
            <a:ln w="31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 descr=""/>
            <p:cNvSpPr/>
            <p:nvPr/>
          </p:nvSpPr>
          <p:spPr>
            <a:xfrm>
              <a:off x="1247490" y="5296155"/>
              <a:ext cx="6687820" cy="415290"/>
            </a:xfrm>
            <a:custGeom>
              <a:avLst/>
              <a:gdLst/>
              <a:ahLst/>
              <a:cxnLst/>
              <a:rect l="l" t="t" r="r" b="b"/>
              <a:pathLst>
                <a:path w="6687820" h="415289">
                  <a:moveTo>
                    <a:pt x="0" y="0"/>
                  </a:moveTo>
                  <a:lnTo>
                    <a:pt x="0" y="12673"/>
                  </a:lnTo>
                  <a:lnTo>
                    <a:pt x="2541" y="22795"/>
                  </a:lnTo>
                  <a:lnTo>
                    <a:pt x="5082" y="32916"/>
                  </a:lnTo>
                  <a:lnTo>
                    <a:pt x="10164" y="43038"/>
                  </a:lnTo>
                  <a:lnTo>
                    <a:pt x="17787" y="53181"/>
                  </a:lnTo>
                  <a:lnTo>
                    <a:pt x="25410" y="62801"/>
                  </a:lnTo>
                  <a:lnTo>
                    <a:pt x="33033" y="72923"/>
                  </a:lnTo>
                  <a:lnTo>
                    <a:pt x="43197" y="80514"/>
                  </a:lnTo>
                  <a:lnTo>
                    <a:pt x="53362" y="90657"/>
                  </a:lnTo>
                  <a:lnTo>
                    <a:pt x="65542" y="100779"/>
                  </a:lnTo>
                  <a:lnTo>
                    <a:pt x="80788" y="108370"/>
                  </a:lnTo>
                  <a:lnTo>
                    <a:pt x="93494" y="115962"/>
                  </a:lnTo>
                  <a:lnTo>
                    <a:pt x="111281" y="126105"/>
                  </a:lnTo>
                  <a:lnTo>
                    <a:pt x="126506" y="133696"/>
                  </a:lnTo>
                  <a:lnTo>
                    <a:pt x="143790" y="141287"/>
                  </a:lnTo>
                  <a:lnTo>
                    <a:pt x="161577" y="148377"/>
                  </a:lnTo>
                  <a:lnTo>
                    <a:pt x="181884" y="153438"/>
                  </a:lnTo>
                  <a:lnTo>
                    <a:pt x="202213" y="161029"/>
                  </a:lnTo>
                  <a:lnTo>
                    <a:pt x="222037" y="166111"/>
                  </a:lnTo>
                  <a:lnTo>
                    <a:pt x="244886" y="173702"/>
                  </a:lnTo>
                  <a:lnTo>
                    <a:pt x="267755" y="178763"/>
                  </a:lnTo>
                  <a:lnTo>
                    <a:pt x="290625" y="183824"/>
                  </a:lnTo>
                  <a:lnTo>
                    <a:pt x="315510" y="188885"/>
                  </a:lnTo>
                  <a:lnTo>
                    <a:pt x="338380" y="191416"/>
                  </a:lnTo>
                  <a:lnTo>
                    <a:pt x="391217" y="199028"/>
                  </a:lnTo>
                  <a:lnTo>
                    <a:pt x="444579" y="204089"/>
                  </a:lnTo>
                  <a:lnTo>
                    <a:pt x="499957" y="206619"/>
                  </a:lnTo>
                  <a:lnTo>
                    <a:pt x="555336" y="209150"/>
                  </a:lnTo>
                  <a:lnTo>
                    <a:pt x="2786887" y="209150"/>
                  </a:lnTo>
                  <a:lnTo>
                    <a:pt x="2842748" y="209150"/>
                  </a:lnTo>
                  <a:lnTo>
                    <a:pt x="2897979" y="211680"/>
                  </a:lnTo>
                  <a:lnTo>
                    <a:pt x="2950900" y="216741"/>
                  </a:lnTo>
                  <a:lnTo>
                    <a:pt x="3001721" y="224333"/>
                  </a:lnTo>
                  <a:lnTo>
                    <a:pt x="3051912" y="233953"/>
                  </a:lnTo>
                  <a:lnTo>
                    <a:pt x="3074803" y="239034"/>
                  </a:lnTo>
                  <a:lnTo>
                    <a:pt x="3097693" y="244095"/>
                  </a:lnTo>
                  <a:lnTo>
                    <a:pt x="3120164" y="249156"/>
                  </a:lnTo>
                  <a:lnTo>
                    <a:pt x="3140324" y="256748"/>
                  </a:lnTo>
                  <a:lnTo>
                    <a:pt x="3160695" y="261809"/>
                  </a:lnTo>
                  <a:lnTo>
                    <a:pt x="3181065" y="269400"/>
                  </a:lnTo>
                  <a:lnTo>
                    <a:pt x="3198286" y="277012"/>
                  </a:lnTo>
                  <a:lnTo>
                    <a:pt x="3216136" y="284604"/>
                  </a:lnTo>
                  <a:lnTo>
                    <a:pt x="3231466" y="292195"/>
                  </a:lnTo>
                  <a:lnTo>
                    <a:pt x="3249107" y="299787"/>
                  </a:lnTo>
                  <a:lnTo>
                    <a:pt x="3261917" y="307399"/>
                  </a:lnTo>
                  <a:lnTo>
                    <a:pt x="3299508" y="334732"/>
                  </a:lnTo>
                  <a:lnTo>
                    <a:pt x="3317148" y="354997"/>
                  </a:lnTo>
                  <a:lnTo>
                    <a:pt x="3324918" y="365119"/>
                  </a:lnTo>
                  <a:lnTo>
                    <a:pt x="3332479" y="375241"/>
                  </a:lnTo>
                  <a:lnTo>
                    <a:pt x="3337519" y="385383"/>
                  </a:lnTo>
                  <a:lnTo>
                    <a:pt x="3340039" y="395003"/>
                  </a:lnTo>
                  <a:lnTo>
                    <a:pt x="3342559" y="405125"/>
                  </a:lnTo>
                  <a:lnTo>
                    <a:pt x="3342559" y="415247"/>
                  </a:lnTo>
                  <a:lnTo>
                    <a:pt x="3345079" y="405125"/>
                  </a:lnTo>
                  <a:lnTo>
                    <a:pt x="3345079" y="395003"/>
                  </a:lnTo>
                  <a:lnTo>
                    <a:pt x="3349699" y="385383"/>
                  </a:lnTo>
                  <a:lnTo>
                    <a:pt x="3377630" y="344854"/>
                  </a:lnTo>
                  <a:lnTo>
                    <a:pt x="3387920" y="334732"/>
                  </a:lnTo>
                  <a:lnTo>
                    <a:pt x="3398000" y="324610"/>
                  </a:lnTo>
                  <a:lnTo>
                    <a:pt x="3410810" y="317019"/>
                  </a:lnTo>
                  <a:lnTo>
                    <a:pt x="3423411" y="307399"/>
                  </a:lnTo>
                  <a:lnTo>
                    <a:pt x="3438111" y="299787"/>
                  </a:lnTo>
                  <a:lnTo>
                    <a:pt x="3453441" y="292195"/>
                  </a:lnTo>
                  <a:lnTo>
                    <a:pt x="3471082" y="284604"/>
                  </a:lnTo>
                  <a:lnTo>
                    <a:pt x="3488932" y="277012"/>
                  </a:lnTo>
                  <a:lnTo>
                    <a:pt x="3506152" y="269400"/>
                  </a:lnTo>
                  <a:lnTo>
                    <a:pt x="3526523" y="261809"/>
                  </a:lnTo>
                  <a:lnTo>
                    <a:pt x="3546893" y="256748"/>
                  </a:lnTo>
                  <a:lnTo>
                    <a:pt x="3567264" y="249156"/>
                  </a:lnTo>
                  <a:lnTo>
                    <a:pt x="3589524" y="244095"/>
                  </a:lnTo>
                  <a:lnTo>
                    <a:pt x="3612415" y="239034"/>
                  </a:lnTo>
                  <a:lnTo>
                    <a:pt x="3635305" y="233953"/>
                  </a:lnTo>
                  <a:lnTo>
                    <a:pt x="3682976" y="224333"/>
                  </a:lnTo>
                  <a:lnTo>
                    <a:pt x="3733797" y="216741"/>
                  </a:lnTo>
                  <a:lnTo>
                    <a:pt x="3789239" y="211680"/>
                  </a:lnTo>
                  <a:lnTo>
                    <a:pt x="3842160" y="209150"/>
                  </a:lnTo>
                  <a:lnTo>
                    <a:pt x="3900541" y="209150"/>
                  </a:lnTo>
                  <a:lnTo>
                    <a:pt x="6129530" y="209150"/>
                  </a:lnTo>
                  <a:lnTo>
                    <a:pt x="6187281" y="206619"/>
                  </a:lnTo>
                  <a:lnTo>
                    <a:pt x="6242722" y="204089"/>
                  </a:lnTo>
                  <a:lnTo>
                    <a:pt x="6296064" y="199028"/>
                  </a:lnTo>
                  <a:lnTo>
                    <a:pt x="6346465" y="191416"/>
                  </a:lnTo>
                  <a:lnTo>
                    <a:pt x="6371875" y="188885"/>
                  </a:lnTo>
                  <a:lnTo>
                    <a:pt x="6394136" y="183824"/>
                  </a:lnTo>
                  <a:lnTo>
                    <a:pt x="6419546" y="178763"/>
                  </a:lnTo>
                  <a:lnTo>
                    <a:pt x="6439917" y="173702"/>
                  </a:lnTo>
                  <a:lnTo>
                    <a:pt x="6462807" y="166111"/>
                  </a:lnTo>
                  <a:lnTo>
                    <a:pt x="6482548" y="161029"/>
                  </a:lnTo>
                  <a:lnTo>
                    <a:pt x="6502918" y="153438"/>
                  </a:lnTo>
                  <a:lnTo>
                    <a:pt x="6523289" y="148377"/>
                  </a:lnTo>
                  <a:lnTo>
                    <a:pt x="6540929" y="141287"/>
                  </a:lnTo>
                  <a:lnTo>
                    <a:pt x="6558149" y="133696"/>
                  </a:lnTo>
                  <a:lnTo>
                    <a:pt x="6576000" y="126105"/>
                  </a:lnTo>
                  <a:lnTo>
                    <a:pt x="6591330" y="115962"/>
                  </a:lnTo>
                  <a:lnTo>
                    <a:pt x="6606450" y="108370"/>
                  </a:lnTo>
                  <a:lnTo>
                    <a:pt x="6619261" y="100779"/>
                  </a:lnTo>
                  <a:lnTo>
                    <a:pt x="6631441" y="90657"/>
                  </a:lnTo>
                  <a:lnTo>
                    <a:pt x="6641521" y="80514"/>
                  </a:lnTo>
                  <a:lnTo>
                    <a:pt x="6651811" y="72923"/>
                  </a:lnTo>
                  <a:lnTo>
                    <a:pt x="6661892" y="62801"/>
                  </a:lnTo>
                  <a:lnTo>
                    <a:pt x="6669452" y="53181"/>
                  </a:lnTo>
                  <a:lnTo>
                    <a:pt x="6674492" y="43038"/>
                  </a:lnTo>
                  <a:lnTo>
                    <a:pt x="6679742" y="32916"/>
                  </a:lnTo>
                  <a:lnTo>
                    <a:pt x="6684782" y="22795"/>
                  </a:lnTo>
                  <a:lnTo>
                    <a:pt x="6684782" y="12673"/>
                  </a:lnTo>
                  <a:lnTo>
                    <a:pt x="6687302" y="0"/>
                  </a:lnTo>
                </a:path>
              </a:pathLst>
            </a:custGeom>
            <a:ln w="10119">
              <a:solidFill>
                <a:srgbClr val="9933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3" name="object 193" descr=""/>
          <p:cNvSpPr txBox="1"/>
          <p:nvPr/>
        </p:nvSpPr>
        <p:spPr>
          <a:xfrm>
            <a:off x="4080059" y="5751540"/>
            <a:ext cx="975360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-10">
                <a:solidFill>
                  <a:srgbClr val="993300"/>
                </a:solidFill>
                <a:latin typeface="宋体"/>
                <a:cs typeface="宋体"/>
              </a:rPr>
              <a:t>按条带存放</a:t>
            </a:r>
            <a:endParaRPr sz="145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53605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34809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15" b="1">
                <a:solidFill>
                  <a:srgbClr val="40458B"/>
                </a:solidFill>
                <a:latin typeface="宋体"/>
                <a:cs typeface="宋体"/>
              </a:rPr>
              <a:t>42/81</a:t>
            </a:r>
            <a:endParaRPr baseline="1736" sz="2400">
              <a:latin typeface="宋体"/>
              <a:cs typeface="宋体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19062" y="188976"/>
            <a:ext cx="1437005" cy="274955"/>
            <a:chOff x="119062" y="188976"/>
            <a:chExt cx="1437005" cy="274955"/>
          </a:xfrm>
        </p:grpSpPr>
        <p:sp>
          <p:nvSpPr>
            <p:cNvPr id="4" name="object 4" descr=""/>
            <p:cNvSpPr/>
            <p:nvPr/>
          </p:nvSpPr>
          <p:spPr>
            <a:xfrm>
              <a:off x="119062" y="188976"/>
              <a:ext cx="499745" cy="274955"/>
            </a:xfrm>
            <a:custGeom>
              <a:avLst/>
              <a:gdLst/>
              <a:ahLst/>
              <a:cxnLst/>
              <a:rect l="l" t="t" r="r" b="b"/>
              <a:pathLst>
                <a:path w="499745" h="274955">
                  <a:moveTo>
                    <a:pt x="119837" y="0"/>
                  </a:moveTo>
                  <a:lnTo>
                    <a:pt x="4993" y="41528"/>
                  </a:lnTo>
                  <a:lnTo>
                    <a:pt x="264655" y="135508"/>
                  </a:lnTo>
                  <a:lnTo>
                    <a:pt x="0" y="231266"/>
                  </a:lnTo>
                  <a:lnTo>
                    <a:pt x="119837" y="274574"/>
                  </a:lnTo>
                  <a:lnTo>
                    <a:pt x="499338" y="137287"/>
                  </a:lnTo>
                  <a:lnTo>
                    <a:pt x="119837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85546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9621" y="0"/>
                  </a:moveTo>
                  <a:lnTo>
                    <a:pt x="4991" y="41528"/>
                  </a:lnTo>
                  <a:lnTo>
                    <a:pt x="264147" y="135508"/>
                  </a:lnTo>
                  <a:lnTo>
                    <a:pt x="0" y="231266"/>
                  </a:lnTo>
                  <a:lnTo>
                    <a:pt x="119621" y="274574"/>
                  </a:lnTo>
                  <a:lnTo>
                    <a:pt x="497141" y="137287"/>
                  </a:lnTo>
                  <a:lnTo>
                    <a:pt x="119621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058608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8363" y="0"/>
                  </a:moveTo>
                  <a:lnTo>
                    <a:pt x="4978" y="41528"/>
                  </a:lnTo>
                  <a:lnTo>
                    <a:pt x="264096" y="135508"/>
                  </a:lnTo>
                  <a:lnTo>
                    <a:pt x="0" y="231266"/>
                  </a:lnTo>
                  <a:lnTo>
                    <a:pt x="118363" y="274574"/>
                  </a:lnTo>
                  <a:lnTo>
                    <a:pt x="497141" y="137287"/>
                  </a:lnTo>
                  <a:lnTo>
                    <a:pt x="118363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600315" algn="l"/>
              </a:tabLst>
            </a:pPr>
            <a:r>
              <a:rPr dirty="0" spc="-605"/>
              <a:t> </a:t>
            </a:r>
            <a:r>
              <a:rPr dirty="0"/>
              <a:t>8.3 廉价磁盘冗余阵列</a:t>
            </a:r>
            <a:r>
              <a:rPr dirty="0" spc="-20"/>
              <a:t>RAID</a:t>
            </a:r>
            <a:r>
              <a:rPr dirty="0"/>
              <a:t>	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258267" y="924566"/>
            <a:ext cx="6918325" cy="982344"/>
          </a:xfrm>
          <a:prstGeom prst="rect">
            <a:avLst/>
          </a:prstGeom>
        </p:spPr>
        <p:txBody>
          <a:bodyPr wrap="square" lIns="0" tIns="1676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20"/>
              </a:spcBef>
              <a:tabLst>
                <a:tab pos="469265" algn="l"/>
              </a:tabLst>
            </a:pPr>
            <a:r>
              <a:rPr dirty="0" sz="2400" spc="-25">
                <a:solidFill>
                  <a:srgbClr val="40458B"/>
                </a:solidFill>
                <a:latin typeface="黑体"/>
                <a:cs typeface="黑体"/>
              </a:rPr>
              <a:t>2.</a:t>
            </a:r>
            <a:r>
              <a:rPr dirty="0" sz="24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sz="2400">
                <a:solidFill>
                  <a:srgbClr val="E14B04"/>
                </a:solidFill>
                <a:latin typeface="黑体"/>
                <a:cs typeface="黑体"/>
              </a:rPr>
              <a:t>RAID01</a:t>
            </a:r>
            <a:r>
              <a:rPr dirty="0" sz="2400" spc="-5">
                <a:solidFill>
                  <a:srgbClr val="E14B04"/>
                </a:solidFill>
                <a:latin typeface="黑体"/>
                <a:cs typeface="黑体"/>
              </a:rPr>
              <a:t>又称为</a:t>
            </a:r>
            <a:r>
              <a:rPr dirty="0" sz="2400" spc="-10">
                <a:solidFill>
                  <a:srgbClr val="D50092"/>
                </a:solidFill>
                <a:latin typeface="黑体"/>
                <a:cs typeface="黑体"/>
              </a:rPr>
              <a:t>RAID0+1</a:t>
            </a:r>
            <a:endParaRPr sz="2400">
              <a:latin typeface="黑体"/>
              <a:cs typeface="黑体"/>
            </a:endParaRPr>
          </a:p>
          <a:p>
            <a:pPr marL="1270000">
              <a:lnSpc>
                <a:spcPct val="100000"/>
              </a:lnSpc>
              <a:spcBef>
                <a:spcPts val="1030"/>
              </a:spcBef>
            </a:pPr>
            <a:r>
              <a:rPr dirty="0" sz="2000" spc="-10" b="1">
                <a:latin typeface="宋体"/>
                <a:cs typeface="宋体"/>
              </a:rPr>
              <a:t>先进行条带存放</a:t>
            </a:r>
            <a:r>
              <a:rPr dirty="0" sz="2000" spc="-20" b="1">
                <a:latin typeface="宋体"/>
                <a:cs typeface="宋体"/>
              </a:rPr>
              <a:t>（</a:t>
            </a:r>
            <a:r>
              <a:rPr dirty="0" sz="2000" spc="-20" b="1">
                <a:solidFill>
                  <a:srgbClr val="9933FF"/>
                </a:solidFill>
                <a:latin typeface="宋体"/>
                <a:cs typeface="宋体"/>
              </a:rPr>
              <a:t>RAID0</a:t>
            </a:r>
            <a:r>
              <a:rPr dirty="0" sz="2000" spc="-20" b="1">
                <a:latin typeface="宋体"/>
                <a:cs typeface="宋体"/>
              </a:rPr>
              <a:t>），再进行镜像</a:t>
            </a:r>
            <a:r>
              <a:rPr dirty="0" sz="2000" spc="-10" b="1">
                <a:latin typeface="宋体"/>
                <a:cs typeface="宋体"/>
              </a:rPr>
              <a:t>（</a:t>
            </a:r>
            <a:r>
              <a:rPr dirty="0" sz="2000" spc="-10" b="1">
                <a:solidFill>
                  <a:srgbClr val="9933FF"/>
                </a:solidFill>
                <a:latin typeface="宋体"/>
                <a:cs typeface="宋体"/>
              </a:rPr>
              <a:t>RAID1</a:t>
            </a:r>
            <a:r>
              <a:rPr dirty="0" sz="2000" spc="-10" b="1">
                <a:latin typeface="宋体"/>
                <a:cs typeface="宋体"/>
              </a:rPr>
              <a:t>）</a:t>
            </a:r>
            <a:endParaRPr sz="2000">
              <a:latin typeface="宋体"/>
              <a:cs typeface="宋体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550737" y="2830084"/>
            <a:ext cx="7814309" cy="1817370"/>
            <a:chOff x="550737" y="2830084"/>
            <a:chExt cx="7814309" cy="1817370"/>
          </a:xfrm>
        </p:grpSpPr>
        <p:sp>
          <p:nvSpPr>
            <p:cNvPr id="11" name="object 11" descr=""/>
            <p:cNvSpPr/>
            <p:nvPr/>
          </p:nvSpPr>
          <p:spPr>
            <a:xfrm>
              <a:off x="590300" y="4176861"/>
              <a:ext cx="702310" cy="454025"/>
            </a:xfrm>
            <a:custGeom>
              <a:avLst/>
              <a:gdLst/>
              <a:ahLst/>
              <a:cxnLst/>
              <a:rect l="l" t="t" r="r" b="b"/>
              <a:pathLst>
                <a:path w="702310" h="454025">
                  <a:moveTo>
                    <a:pt x="0" y="369660"/>
                  </a:moveTo>
                  <a:lnTo>
                    <a:pt x="25905" y="329720"/>
                  </a:lnTo>
                  <a:lnTo>
                    <a:pt x="65939" y="315637"/>
                  </a:lnTo>
                  <a:lnTo>
                    <a:pt x="113048" y="303902"/>
                  </a:lnTo>
                  <a:lnTo>
                    <a:pt x="176163" y="292613"/>
                  </a:lnTo>
                  <a:lnTo>
                    <a:pt x="242101" y="285571"/>
                  </a:lnTo>
                  <a:lnTo>
                    <a:pt x="312263" y="280877"/>
                  </a:lnTo>
                  <a:lnTo>
                    <a:pt x="387624" y="280877"/>
                  </a:lnTo>
                  <a:lnTo>
                    <a:pt x="455450" y="285571"/>
                  </a:lnTo>
                  <a:lnTo>
                    <a:pt x="526099" y="292613"/>
                  </a:lnTo>
                  <a:lnTo>
                    <a:pt x="584990" y="303902"/>
                  </a:lnTo>
                  <a:lnTo>
                    <a:pt x="631616" y="315637"/>
                  </a:lnTo>
                  <a:lnTo>
                    <a:pt x="671642" y="329720"/>
                  </a:lnTo>
                  <a:lnTo>
                    <a:pt x="702265" y="369660"/>
                  </a:lnTo>
                  <a:lnTo>
                    <a:pt x="695198" y="386090"/>
                  </a:lnTo>
                  <a:lnTo>
                    <a:pt x="631616" y="420850"/>
                  </a:lnTo>
                  <a:lnTo>
                    <a:pt x="584990" y="430239"/>
                  </a:lnTo>
                  <a:lnTo>
                    <a:pt x="526099" y="441994"/>
                  </a:lnTo>
                  <a:lnTo>
                    <a:pt x="455450" y="451382"/>
                  </a:lnTo>
                  <a:lnTo>
                    <a:pt x="387624" y="453729"/>
                  </a:lnTo>
                  <a:lnTo>
                    <a:pt x="312263" y="453729"/>
                  </a:lnTo>
                  <a:lnTo>
                    <a:pt x="242101" y="451382"/>
                  </a:lnTo>
                  <a:lnTo>
                    <a:pt x="176163" y="441994"/>
                  </a:lnTo>
                  <a:lnTo>
                    <a:pt x="113048" y="430239"/>
                  </a:lnTo>
                  <a:lnTo>
                    <a:pt x="65939" y="420850"/>
                  </a:lnTo>
                  <a:lnTo>
                    <a:pt x="25905" y="404886"/>
                  </a:lnTo>
                  <a:lnTo>
                    <a:pt x="0" y="369660"/>
                  </a:lnTo>
                  <a:close/>
                </a:path>
                <a:path w="702310" h="454025">
                  <a:moveTo>
                    <a:pt x="0" y="89248"/>
                  </a:moveTo>
                  <a:lnTo>
                    <a:pt x="25905" y="49308"/>
                  </a:lnTo>
                  <a:lnTo>
                    <a:pt x="65939" y="35226"/>
                  </a:lnTo>
                  <a:lnTo>
                    <a:pt x="113048" y="23471"/>
                  </a:lnTo>
                  <a:lnTo>
                    <a:pt x="176163" y="11735"/>
                  </a:lnTo>
                  <a:lnTo>
                    <a:pt x="242101" y="4694"/>
                  </a:lnTo>
                  <a:lnTo>
                    <a:pt x="312263" y="0"/>
                  </a:lnTo>
                  <a:lnTo>
                    <a:pt x="387624" y="0"/>
                  </a:lnTo>
                  <a:lnTo>
                    <a:pt x="455450" y="4694"/>
                  </a:lnTo>
                  <a:lnTo>
                    <a:pt x="526099" y="11735"/>
                  </a:lnTo>
                  <a:lnTo>
                    <a:pt x="584990" y="23471"/>
                  </a:lnTo>
                  <a:lnTo>
                    <a:pt x="631616" y="35226"/>
                  </a:lnTo>
                  <a:lnTo>
                    <a:pt x="671642" y="49308"/>
                  </a:lnTo>
                  <a:lnTo>
                    <a:pt x="702265" y="89248"/>
                  </a:lnTo>
                  <a:lnTo>
                    <a:pt x="695198" y="105212"/>
                  </a:lnTo>
                  <a:lnTo>
                    <a:pt x="631616" y="140438"/>
                  </a:lnTo>
                  <a:lnTo>
                    <a:pt x="584990" y="149827"/>
                  </a:lnTo>
                  <a:lnTo>
                    <a:pt x="526099" y="161582"/>
                  </a:lnTo>
                  <a:lnTo>
                    <a:pt x="455450" y="170970"/>
                  </a:lnTo>
                  <a:lnTo>
                    <a:pt x="387624" y="173317"/>
                  </a:lnTo>
                  <a:lnTo>
                    <a:pt x="312263" y="173317"/>
                  </a:lnTo>
                  <a:lnTo>
                    <a:pt x="242101" y="170970"/>
                  </a:lnTo>
                  <a:lnTo>
                    <a:pt x="176163" y="161582"/>
                  </a:lnTo>
                  <a:lnTo>
                    <a:pt x="113048" y="149827"/>
                  </a:lnTo>
                  <a:lnTo>
                    <a:pt x="65939" y="140438"/>
                  </a:lnTo>
                  <a:lnTo>
                    <a:pt x="25905" y="123989"/>
                  </a:lnTo>
                  <a:lnTo>
                    <a:pt x="0" y="89248"/>
                  </a:lnTo>
                  <a:close/>
                </a:path>
              </a:pathLst>
            </a:custGeom>
            <a:ln w="141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550737" y="4420169"/>
              <a:ext cx="779780" cy="128905"/>
            </a:xfrm>
            <a:custGeom>
              <a:avLst/>
              <a:gdLst/>
              <a:ahLst/>
              <a:cxnLst/>
              <a:rect l="l" t="t" r="r" b="b"/>
              <a:pathLst>
                <a:path w="779780" h="128904">
                  <a:moveTo>
                    <a:pt x="779496" y="0"/>
                  </a:moveTo>
                  <a:lnTo>
                    <a:pt x="0" y="0"/>
                  </a:lnTo>
                  <a:lnTo>
                    <a:pt x="0" y="128699"/>
                  </a:lnTo>
                  <a:lnTo>
                    <a:pt x="779496" y="128699"/>
                  </a:lnTo>
                  <a:lnTo>
                    <a:pt x="7794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590300" y="4254354"/>
              <a:ext cx="707390" cy="301625"/>
            </a:xfrm>
            <a:custGeom>
              <a:avLst/>
              <a:gdLst/>
              <a:ahLst/>
              <a:cxnLst/>
              <a:rect l="l" t="t" r="r" b="b"/>
              <a:pathLst>
                <a:path w="707390" h="301625">
                  <a:moveTo>
                    <a:pt x="0" y="0"/>
                  </a:moveTo>
                  <a:lnTo>
                    <a:pt x="0" y="301555"/>
                  </a:lnTo>
                </a:path>
                <a:path w="707390" h="301625">
                  <a:moveTo>
                    <a:pt x="706976" y="0"/>
                  </a:moveTo>
                  <a:lnTo>
                    <a:pt x="706976" y="301555"/>
                  </a:lnTo>
                </a:path>
              </a:pathLst>
            </a:custGeom>
            <a:ln w="141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590300" y="4135059"/>
              <a:ext cx="702310" cy="173355"/>
            </a:xfrm>
            <a:custGeom>
              <a:avLst/>
              <a:gdLst/>
              <a:ahLst/>
              <a:cxnLst/>
              <a:rect l="l" t="t" r="r" b="b"/>
              <a:pathLst>
                <a:path w="702310" h="173354">
                  <a:moveTo>
                    <a:pt x="387624" y="0"/>
                  </a:moveTo>
                  <a:lnTo>
                    <a:pt x="312263" y="0"/>
                  </a:lnTo>
                  <a:lnTo>
                    <a:pt x="242101" y="2347"/>
                  </a:lnTo>
                  <a:lnTo>
                    <a:pt x="176163" y="11735"/>
                  </a:lnTo>
                  <a:lnTo>
                    <a:pt x="113048" y="23471"/>
                  </a:lnTo>
                  <a:lnTo>
                    <a:pt x="65939" y="32878"/>
                  </a:lnTo>
                  <a:lnTo>
                    <a:pt x="25905" y="48843"/>
                  </a:lnTo>
                  <a:lnTo>
                    <a:pt x="0" y="88763"/>
                  </a:lnTo>
                  <a:lnTo>
                    <a:pt x="7064" y="102865"/>
                  </a:lnTo>
                  <a:lnTo>
                    <a:pt x="65939" y="138091"/>
                  </a:lnTo>
                  <a:lnTo>
                    <a:pt x="113048" y="149361"/>
                  </a:lnTo>
                  <a:lnTo>
                    <a:pt x="176163" y="161097"/>
                  </a:lnTo>
                  <a:lnTo>
                    <a:pt x="242101" y="168138"/>
                  </a:lnTo>
                  <a:lnTo>
                    <a:pt x="312263" y="172852"/>
                  </a:lnTo>
                  <a:lnTo>
                    <a:pt x="387624" y="172852"/>
                  </a:lnTo>
                  <a:lnTo>
                    <a:pt x="455450" y="168138"/>
                  </a:lnTo>
                  <a:lnTo>
                    <a:pt x="526099" y="161097"/>
                  </a:lnTo>
                  <a:lnTo>
                    <a:pt x="584990" y="149361"/>
                  </a:lnTo>
                  <a:lnTo>
                    <a:pt x="631616" y="138091"/>
                  </a:lnTo>
                  <a:lnTo>
                    <a:pt x="671642" y="123989"/>
                  </a:lnTo>
                  <a:lnTo>
                    <a:pt x="702265" y="88763"/>
                  </a:lnTo>
                  <a:lnTo>
                    <a:pt x="695198" y="67639"/>
                  </a:lnTo>
                  <a:lnTo>
                    <a:pt x="631616" y="32878"/>
                  </a:lnTo>
                  <a:lnTo>
                    <a:pt x="526099" y="11735"/>
                  </a:lnTo>
                  <a:lnTo>
                    <a:pt x="455450" y="2347"/>
                  </a:lnTo>
                  <a:lnTo>
                    <a:pt x="3876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590300" y="3854628"/>
              <a:ext cx="702310" cy="453390"/>
            </a:xfrm>
            <a:custGeom>
              <a:avLst/>
              <a:gdLst/>
              <a:ahLst/>
              <a:cxnLst/>
              <a:rect l="l" t="t" r="r" b="b"/>
              <a:pathLst>
                <a:path w="702310" h="453389">
                  <a:moveTo>
                    <a:pt x="0" y="369194"/>
                  </a:moveTo>
                  <a:lnTo>
                    <a:pt x="25905" y="329274"/>
                  </a:lnTo>
                  <a:lnTo>
                    <a:pt x="65939" y="313310"/>
                  </a:lnTo>
                  <a:lnTo>
                    <a:pt x="113048" y="303902"/>
                  </a:lnTo>
                  <a:lnTo>
                    <a:pt x="176163" y="292166"/>
                  </a:lnTo>
                  <a:lnTo>
                    <a:pt x="242101" y="282778"/>
                  </a:lnTo>
                  <a:lnTo>
                    <a:pt x="312263" y="280431"/>
                  </a:lnTo>
                  <a:lnTo>
                    <a:pt x="387624" y="280431"/>
                  </a:lnTo>
                  <a:lnTo>
                    <a:pt x="455450" y="282778"/>
                  </a:lnTo>
                  <a:lnTo>
                    <a:pt x="526099" y="292166"/>
                  </a:lnTo>
                  <a:lnTo>
                    <a:pt x="584990" y="303902"/>
                  </a:lnTo>
                  <a:lnTo>
                    <a:pt x="631616" y="313310"/>
                  </a:lnTo>
                  <a:lnTo>
                    <a:pt x="671642" y="329274"/>
                  </a:lnTo>
                  <a:lnTo>
                    <a:pt x="702265" y="369194"/>
                  </a:lnTo>
                  <a:lnTo>
                    <a:pt x="695198" y="383296"/>
                  </a:lnTo>
                  <a:lnTo>
                    <a:pt x="631616" y="418522"/>
                  </a:lnTo>
                  <a:lnTo>
                    <a:pt x="584990" y="429792"/>
                  </a:lnTo>
                  <a:lnTo>
                    <a:pt x="526099" y="441528"/>
                  </a:lnTo>
                  <a:lnTo>
                    <a:pt x="455450" y="448569"/>
                  </a:lnTo>
                  <a:lnTo>
                    <a:pt x="387624" y="453283"/>
                  </a:lnTo>
                  <a:lnTo>
                    <a:pt x="312263" y="453283"/>
                  </a:lnTo>
                  <a:lnTo>
                    <a:pt x="242101" y="448569"/>
                  </a:lnTo>
                  <a:lnTo>
                    <a:pt x="176163" y="441528"/>
                  </a:lnTo>
                  <a:lnTo>
                    <a:pt x="113048" y="429792"/>
                  </a:lnTo>
                  <a:lnTo>
                    <a:pt x="65939" y="418522"/>
                  </a:lnTo>
                  <a:lnTo>
                    <a:pt x="25905" y="404420"/>
                  </a:lnTo>
                  <a:lnTo>
                    <a:pt x="0" y="369194"/>
                  </a:lnTo>
                  <a:close/>
                </a:path>
                <a:path w="702310" h="453389">
                  <a:moveTo>
                    <a:pt x="0" y="88782"/>
                  </a:moveTo>
                  <a:lnTo>
                    <a:pt x="25905" y="48862"/>
                  </a:lnTo>
                  <a:lnTo>
                    <a:pt x="65939" y="32413"/>
                  </a:lnTo>
                  <a:lnTo>
                    <a:pt x="113048" y="23024"/>
                  </a:lnTo>
                  <a:lnTo>
                    <a:pt x="176163" y="11289"/>
                  </a:lnTo>
                  <a:lnTo>
                    <a:pt x="242101" y="2347"/>
                  </a:lnTo>
                  <a:lnTo>
                    <a:pt x="312263" y="0"/>
                  </a:lnTo>
                  <a:lnTo>
                    <a:pt x="387624" y="0"/>
                  </a:lnTo>
                  <a:lnTo>
                    <a:pt x="455450" y="2347"/>
                  </a:lnTo>
                  <a:lnTo>
                    <a:pt x="526099" y="11289"/>
                  </a:lnTo>
                  <a:lnTo>
                    <a:pt x="584990" y="23024"/>
                  </a:lnTo>
                  <a:lnTo>
                    <a:pt x="631616" y="32413"/>
                  </a:lnTo>
                  <a:lnTo>
                    <a:pt x="671642" y="48862"/>
                  </a:lnTo>
                  <a:lnTo>
                    <a:pt x="702265" y="88782"/>
                  </a:lnTo>
                  <a:lnTo>
                    <a:pt x="695198" y="102865"/>
                  </a:lnTo>
                  <a:lnTo>
                    <a:pt x="631616" y="137626"/>
                  </a:lnTo>
                  <a:lnTo>
                    <a:pt x="584990" y="149381"/>
                  </a:lnTo>
                  <a:lnTo>
                    <a:pt x="526099" y="161116"/>
                  </a:lnTo>
                  <a:lnTo>
                    <a:pt x="455450" y="168157"/>
                  </a:lnTo>
                  <a:lnTo>
                    <a:pt x="387624" y="172852"/>
                  </a:lnTo>
                  <a:lnTo>
                    <a:pt x="312263" y="172852"/>
                  </a:lnTo>
                  <a:lnTo>
                    <a:pt x="242101" y="168157"/>
                  </a:lnTo>
                  <a:lnTo>
                    <a:pt x="176163" y="161116"/>
                  </a:lnTo>
                  <a:lnTo>
                    <a:pt x="113048" y="149381"/>
                  </a:lnTo>
                  <a:lnTo>
                    <a:pt x="65939" y="137626"/>
                  </a:lnTo>
                  <a:lnTo>
                    <a:pt x="25905" y="123543"/>
                  </a:lnTo>
                  <a:lnTo>
                    <a:pt x="0" y="88782"/>
                  </a:lnTo>
                  <a:close/>
                </a:path>
              </a:pathLst>
            </a:custGeom>
            <a:ln w="141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550737" y="4097471"/>
              <a:ext cx="779780" cy="128905"/>
            </a:xfrm>
            <a:custGeom>
              <a:avLst/>
              <a:gdLst/>
              <a:ahLst/>
              <a:cxnLst/>
              <a:rect l="l" t="t" r="r" b="b"/>
              <a:pathLst>
                <a:path w="779780" h="128904">
                  <a:moveTo>
                    <a:pt x="779496" y="0"/>
                  </a:moveTo>
                  <a:lnTo>
                    <a:pt x="0" y="0"/>
                  </a:lnTo>
                  <a:lnTo>
                    <a:pt x="0" y="128699"/>
                  </a:lnTo>
                  <a:lnTo>
                    <a:pt x="779496" y="128699"/>
                  </a:lnTo>
                  <a:lnTo>
                    <a:pt x="7794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590300" y="3929328"/>
              <a:ext cx="707390" cy="301625"/>
            </a:xfrm>
            <a:custGeom>
              <a:avLst/>
              <a:gdLst/>
              <a:ahLst/>
              <a:cxnLst/>
              <a:rect l="l" t="t" r="r" b="b"/>
              <a:pathLst>
                <a:path w="707390" h="301625">
                  <a:moveTo>
                    <a:pt x="0" y="0"/>
                  </a:moveTo>
                  <a:lnTo>
                    <a:pt x="0" y="301535"/>
                  </a:lnTo>
                </a:path>
                <a:path w="707390" h="301625">
                  <a:moveTo>
                    <a:pt x="706976" y="0"/>
                  </a:moveTo>
                  <a:lnTo>
                    <a:pt x="706976" y="301535"/>
                  </a:lnTo>
                </a:path>
              </a:pathLst>
            </a:custGeom>
            <a:ln w="141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590300" y="3807666"/>
              <a:ext cx="702310" cy="173355"/>
            </a:xfrm>
            <a:custGeom>
              <a:avLst/>
              <a:gdLst/>
              <a:ahLst/>
              <a:cxnLst/>
              <a:rect l="l" t="t" r="r" b="b"/>
              <a:pathLst>
                <a:path w="702310" h="173354">
                  <a:moveTo>
                    <a:pt x="387624" y="0"/>
                  </a:moveTo>
                  <a:lnTo>
                    <a:pt x="312263" y="0"/>
                  </a:lnTo>
                  <a:lnTo>
                    <a:pt x="242101" y="2347"/>
                  </a:lnTo>
                  <a:lnTo>
                    <a:pt x="176163" y="11735"/>
                  </a:lnTo>
                  <a:lnTo>
                    <a:pt x="113048" y="23490"/>
                  </a:lnTo>
                  <a:lnTo>
                    <a:pt x="65939" y="32878"/>
                  </a:lnTo>
                  <a:lnTo>
                    <a:pt x="25905" y="49308"/>
                  </a:lnTo>
                  <a:lnTo>
                    <a:pt x="0" y="88782"/>
                  </a:lnTo>
                  <a:lnTo>
                    <a:pt x="7064" y="102865"/>
                  </a:lnTo>
                  <a:lnTo>
                    <a:pt x="65939" y="138091"/>
                  </a:lnTo>
                  <a:lnTo>
                    <a:pt x="113048" y="149827"/>
                  </a:lnTo>
                  <a:lnTo>
                    <a:pt x="176163" y="161116"/>
                  </a:lnTo>
                  <a:lnTo>
                    <a:pt x="242101" y="168157"/>
                  </a:lnTo>
                  <a:lnTo>
                    <a:pt x="312263" y="172852"/>
                  </a:lnTo>
                  <a:lnTo>
                    <a:pt x="387624" y="172852"/>
                  </a:lnTo>
                  <a:lnTo>
                    <a:pt x="455450" y="168157"/>
                  </a:lnTo>
                  <a:lnTo>
                    <a:pt x="526099" y="161116"/>
                  </a:lnTo>
                  <a:lnTo>
                    <a:pt x="584990" y="149827"/>
                  </a:lnTo>
                  <a:lnTo>
                    <a:pt x="631616" y="138091"/>
                  </a:lnTo>
                  <a:lnTo>
                    <a:pt x="671642" y="124008"/>
                  </a:lnTo>
                  <a:lnTo>
                    <a:pt x="702265" y="88782"/>
                  </a:lnTo>
                  <a:lnTo>
                    <a:pt x="695198" y="67639"/>
                  </a:lnTo>
                  <a:lnTo>
                    <a:pt x="631616" y="32878"/>
                  </a:lnTo>
                  <a:lnTo>
                    <a:pt x="526099" y="11735"/>
                  </a:lnTo>
                  <a:lnTo>
                    <a:pt x="455450" y="2347"/>
                  </a:lnTo>
                  <a:lnTo>
                    <a:pt x="3876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590300" y="3527254"/>
              <a:ext cx="702310" cy="453390"/>
            </a:xfrm>
            <a:custGeom>
              <a:avLst/>
              <a:gdLst/>
              <a:ahLst/>
              <a:cxnLst/>
              <a:rect l="l" t="t" r="r" b="b"/>
              <a:pathLst>
                <a:path w="702310" h="453389">
                  <a:moveTo>
                    <a:pt x="0" y="369194"/>
                  </a:moveTo>
                  <a:lnTo>
                    <a:pt x="25905" y="329720"/>
                  </a:lnTo>
                  <a:lnTo>
                    <a:pt x="65939" y="313290"/>
                  </a:lnTo>
                  <a:lnTo>
                    <a:pt x="113048" y="303902"/>
                  </a:lnTo>
                  <a:lnTo>
                    <a:pt x="176163" y="292147"/>
                  </a:lnTo>
                  <a:lnTo>
                    <a:pt x="242101" y="282759"/>
                  </a:lnTo>
                  <a:lnTo>
                    <a:pt x="312263" y="280411"/>
                  </a:lnTo>
                  <a:lnTo>
                    <a:pt x="387624" y="280411"/>
                  </a:lnTo>
                  <a:lnTo>
                    <a:pt x="455450" y="282759"/>
                  </a:lnTo>
                  <a:lnTo>
                    <a:pt x="526099" y="292147"/>
                  </a:lnTo>
                  <a:lnTo>
                    <a:pt x="584990" y="303902"/>
                  </a:lnTo>
                  <a:lnTo>
                    <a:pt x="631616" y="313290"/>
                  </a:lnTo>
                  <a:lnTo>
                    <a:pt x="671642" y="329720"/>
                  </a:lnTo>
                  <a:lnTo>
                    <a:pt x="702265" y="369194"/>
                  </a:lnTo>
                  <a:lnTo>
                    <a:pt x="695198" y="383277"/>
                  </a:lnTo>
                  <a:lnTo>
                    <a:pt x="631616" y="418503"/>
                  </a:lnTo>
                  <a:lnTo>
                    <a:pt x="584990" y="430239"/>
                  </a:lnTo>
                  <a:lnTo>
                    <a:pt x="526099" y="441528"/>
                  </a:lnTo>
                  <a:lnTo>
                    <a:pt x="455450" y="448569"/>
                  </a:lnTo>
                  <a:lnTo>
                    <a:pt x="387624" y="453264"/>
                  </a:lnTo>
                  <a:lnTo>
                    <a:pt x="312263" y="453264"/>
                  </a:lnTo>
                  <a:lnTo>
                    <a:pt x="242101" y="448569"/>
                  </a:lnTo>
                  <a:lnTo>
                    <a:pt x="176163" y="441528"/>
                  </a:lnTo>
                  <a:lnTo>
                    <a:pt x="113048" y="430239"/>
                  </a:lnTo>
                  <a:lnTo>
                    <a:pt x="65939" y="418503"/>
                  </a:lnTo>
                  <a:lnTo>
                    <a:pt x="25905" y="404420"/>
                  </a:lnTo>
                  <a:lnTo>
                    <a:pt x="0" y="369194"/>
                  </a:lnTo>
                  <a:close/>
                </a:path>
                <a:path w="702310" h="453389">
                  <a:moveTo>
                    <a:pt x="0" y="88841"/>
                  </a:moveTo>
                  <a:lnTo>
                    <a:pt x="25905" y="48881"/>
                  </a:lnTo>
                  <a:lnTo>
                    <a:pt x="65939" y="32394"/>
                  </a:lnTo>
                  <a:lnTo>
                    <a:pt x="113048" y="23471"/>
                  </a:lnTo>
                  <a:lnTo>
                    <a:pt x="176163" y="11832"/>
                  </a:lnTo>
                  <a:lnTo>
                    <a:pt x="242101" y="2327"/>
                  </a:lnTo>
                  <a:lnTo>
                    <a:pt x="312263" y="0"/>
                  </a:lnTo>
                  <a:lnTo>
                    <a:pt x="387624" y="0"/>
                  </a:lnTo>
                  <a:lnTo>
                    <a:pt x="455450" y="2327"/>
                  </a:lnTo>
                  <a:lnTo>
                    <a:pt x="526099" y="11832"/>
                  </a:lnTo>
                  <a:lnTo>
                    <a:pt x="584990" y="23471"/>
                  </a:lnTo>
                  <a:lnTo>
                    <a:pt x="631616" y="32394"/>
                  </a:lnTo>
                  <a:lnTo>
                    <a:pt x="671642" y="48881"/>
                  </a:lnTo>
                  <a:lnTo>
                    <a:pt x="695198" y="67697"/>
                  </a:lnTo>
                  <a:lnTo>
                    <a:pt x="702265" y="88841"/>
                  </a:lnTo>
                  <a:lnTo>
                    <a:pt x="695198" y="102807"/>
                  </a:lnTo>
                  <a:lnTo>
                    <a:pt x="631616" y="137529"/>
                  </a:lnTo>
                  <a:lnTo>
                    <a:pt x="584990" y="149361"/>
                  </a:lnTo>
                  <a:lnTo>
                    <a:pt x="526099" y="161194"/>
                  </a:lnTo>
                  <a:lnTo>
                    <a:pt x="455450" y="168177"/>
                  </a:lnTo>
                  <a:lnTo>
                    <a:pt x="387624" y="172832"/>
                  </a:lnTo>
                  <a:lnTo>
                    <a:pt x="312263" y="172832"/>
                  </a:lnTo>
                  <a:lnTo>
                    <a:pt x="242101" y="168177"/>
                  </a:lnTo>
                  <a:lnTo>
                    <a:pt x="176163" y="161194"/>
                  </a:lnTo>
                  <a:lnTo>
                    <a:pt x="113048" y="149361"/>
                  </a:lnTo>
                  <a:lnTo>
                    <a:pt x="65939" y="137529"/>
                  </a:lnTo>
                  <a:lnTo>
                    <a:pt x="25905" y="123950"/>
                  </a:lnTo>
                  <a:lnTo>
                    <a:pt x="7064" y="102807"/>
                  </a:lnTo>
                  <a:lnTo>
                    <a:pt x="0" y="88841"/>
                  </a:lnTo>
                  <a:close/>
                </a:path>
              </a:pathLst>
            </a:custGeom>
            <a:ln w="141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550737" y="3770097"/>
              <a:ext cx="779780" cy="128905"/>
            </a:xfrm>
            <a:custGeom>
              <a:avLst/>
              <a:gdLst/>
              <a:ahLst/>
              <a:cxnLst/>
              <a:rect l="l" t="t" r="r" b="b"/>
              <a:pathLst>
                <a:path w="779780" h="128904">
                  <a:moveTo>
                    <a:pt x="779496" y="0"/>
                  </a:moveTo>
                  <a:lnTo>
                    <a:pt x="0" y="0"/>
                  </a:lnTo>
                  <a:lnTo>
                    <a:pt x="0" y="128699"/>
                  </a:lnTo>
                  <a:lnTo>
                    <a:pt x="779496" y="128699"/>
                  </a:lnTo>
                  <a:lnTo>
                    <a:pt x="7794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590300" y="3601935"/>
              <a:ext cx="707390" cy="301625"/>
            </a:xfrm>
            <a:custGeom>
              <a:avLst/>
              <a:gdLst/>
              <a:ahLst/>
              <a:cxnLst/>
              <a:rect l="l" t="t" r="r" b="b"/>
              <a:pathLst>
                <a:path w="707390" h="301625">
                  <a:moveTo>
                    <a:pt x="0" y="0"/>
                  </a:moveTo>
                  <a:lnTo>
                    <a:pt x="0" y="301555"/>
                  </a:lnTo>
                </a:path>
                <a:path w="707390" h="301625">
                  <a:moveTo>
                    <a:pt x="706976" y="0"/>
                  </a:moveTo>
                  <a:lnTo>
                    <a:pt x="706976" y="301555"/>
                  </a:lnTo>
                </a:path>
              </a:pathLst>
            </a:custGeom>
            <a:ln w="141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590300" y="3482640"/>
              <a:ext cx="702310" cy="175260"/>
            </a:xfrm>
            <a:custGeom>
              <a:avLst/>
              <a:gdLst/>
              <a:ahLst/>
              <a:cxnLst/>
              <a:rect l="l" t="t" r="r" b="b"/>
              <a:pathLst>
                <a:path w="702310" h="175260">
                  <a:moveTo>
                    <a:pt x="387624" y="0"/>
                  </a:moveTo>
                  <a:lnTo>
                    <a:pt x="312263" y="0"/>
                  </a:lnTo>
                  <a:lnTo>
                    <a:pt x="242101" y="4655"/>
                  </a:lnTo>
                  <a:lnTo>
                    <a:pt x="176163" y="11638"/>
                  </a:lnTo>
                  <a:lnTo>
                    <a:pt x="113048" y="23471"/>
                  </a:lnTo>
                  <a:lnTo>
                    <a:pt x="65939" y="35303"/>
                  </a:lnTo>
                  <a:lnTo>
                    <a:pt x="25905" y="51597"/>
                  </a:lnTo>
                  <a:lnTo>
                    <a:pt x="0" y="88841"/>
                  </a:lnTo>
                  <a:lnTo>
                    <a:pt x="7064" y="105135"/>
                  </a:lnTo>
                  <a:lnTo>
                    <a:pt x="65939" y="140438"/>
                  </a:lnTo>
                  <a:lnTo>
                    <a:pt x="113048" y="152077"/>
                  </a:lnTo>
                  <a:lnTo>
                    <a:pt x="176163" y="163909"/>
                  </a:lnTo>
                  <a:lnTo>
                    <a:pt x="242101" y="170892"/>
                  </a:lnTo>
                  <a:lnTo>
                    <a:pt x="312263" y="175160"/>
                  </a:lnTo>
                  <a:lnTo>
                    <a:pt x="387624" y="175160"/>
                  </a:lnTo>
                  <a:lnTo>
                    <a:pt x="455450" y="170892"/>
                  </a:lnTo>
                  <a:lnTo>
                    <a:pt x="526099" y="163909"/>
                  </a:lnTo>
                  <a:lnTo>
                    <a:pt x="584990" y="152077"/>
                  </a:lnTo>
                  <a:lnTo>
                    <a:pt x="631616" y="140438"/>
                  </a:lnTo>
                  <a:lnTo>
                    <a:pt x="671642" y="123950"/>
                  </a:lnTo>
                  <a:lnTo>
                    <a:pt x="702265" y="88841"/>
                  </a:lnTo>
                  <a:lnTo>
                    <a:pt x="695198" y="70413"/>
                  </a:lnTo>
                  <a:lnTo>
                    <a:pt x="631616" y="35303"/>
                  </a:lnTo>
                  <a:lnTo>
                    <a:pt x="584990" y="23471"/>
                  </a:lnTo>
                  <a:lnTo>
                    <a:pt x="526099" y="11638"/>
                  </a:lnTo>
                  <a:lnTo>
                    <a:pt x="455450" y="4655"/>
                  </a:lnTo>
                  <a:lnTo>
                    <a:pt x="3876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590300" y="3202150"/>
              <a:ext cx="702310" cy="455930"/>
            </a:xfrm>
            <a:custGeom>
              <a:avLst/>
              <a:gdLst/>
              <a:ahLst/>
              <a:cxnLst/>
              <a:rect l="l" t="t" r="r" b="b"/>
              <a:pathLst>
                <a:path w="702310" h="455929">
                  <a:moveTo>
                    <a:pt x="0" y="369330"/>
                  </a:moveTo>
                  <a:lnTo>
                    <a:pt x="25905" y="332087"/>
                  </a:lnTo>
                  <a:lnTo>
                    <a:pt x="65939" y="315793"/>
                  </a:lnTo>
                  <a:lnTo>
                    <a:pt x="113048" y="303960"/>
                  </a:lnTo>
                  <a:lnTo>
                    <a:pt x="176163" y="292128"/>
                  </a:lnTo>
                  <a:lnTo>
                    <a:pt x="242101" y="285144"/>
                  </a:lnTo>
                  <a:lnTo>
                    <a:pt x="312263" y="280489"/>
                  </a:lnTo>
                  <a:lnTo>
                    <a:pt x="387624" y="280489"/>
                  </a:lnTo>
                  <a:lnTo>
                    <a:pt x="455450" y="285144"/>
                  </a:lnTo>
                  <a:lnTo>
                    <a:pt x="526099" y="292128"/>
                  </a:lnTo>
                  <a:lnTo>
                    <a:pt x="584990" y="303960"/>
                  </a:lnTo>
                  <a:lnTo>
                    <a:pt x="631616" y="315793"/>
                  </a:lnTo>
                  <a:lnTo>
                    <a:pt x="671642" y="332087"/>
                  </a:lnTo>
                  <a:lnTo>
                    <a:pt x="702265" y="369330"/>
                  </a:lnTo>
                  <a:lnTo>
                    <a:pt x="695198" y="385624"/>
                  </a:lnTo>
                  <a:lnTo>
                    <a:pt x="631616" y="420928"/>
                  </a:lnTo>
                  <a:lnTo>
                    <a:pt x="584990" y="432566"/>
                  </a:lnTo>
                  <a:lnTo>
                    <a:pt x="526099" y="444399"/>
                  </a:lnTo>
                  <a:lnTo>
                    <a:pt x="455450" y="451382"/>
                  </a:lnTo>
                  <a:lnTo>
                    <a:pt x="387624" y="455649"/>
                  </a:lnTo>
                  <a:lnTo>
                    <a:pt x="312263" y="455649"/>
                  </a:lnTo>
                  <a:lnTo>
                    <a:pt x="242101" y="451382"/>
                  </a:lnTo>
                  <a:lnTo>
                    <a:pt x="176163" y="444399"/>
                  </a:lnTo>
                  <a:lnTo>
                    <a:pt x="113048" y="432566"/>
                  </a:lnTo>
                  <a:lnTo>
                    <a:pt x="65939" y="420928"/>
                  </a:lnTo>
                  <a:lnTo>
                    <a:pt x="25905" y="404440"/>
                  </a:lnTo>
                  <a:lnTo>
                    <a:pt x="0" y="369330"/>
                  </a:lnTo>
                  <a:close/>
                </a:path>
                <a:path w="702310" h="455929">
                  <a:moveTo>
                    <a:pt x="0" y="88841"/>
                  </a:moveTo>
                  <a:lnTo>
                    <a:pt x="25905" y="51209"/>
                  </a:lnTo>
                  <a:lnTo>
                    <a:pt x="65939" y="35303"/>
                  </a:lnTo>
                  <a:lnTo>
                    <a:pt x="113048" y="23471"/>
                  </a:lnTo>
                  <a:lnTo>
                    <a:pt x="176163" y="11832"/>
                  </a:lnTo>
                  <a:lnTo>
                    <a:pt x="242101" y="4849"/>
                  </a:lnTo>
                  <a:lnTo>
                    <a:pt x="312263" y="0"/>
                  </a:lnTo>
                  <a:lnTo>
                    <a:pt x="387624" y="0"/>
                  </a:lnTo>
                  <a:lnTo>
                    <a:pt x="455450" y="4849"/>
                  </a:lnTo>
                  <a:lnTo>
                    <a:pt x="526099" y="11832"/>
                  </a:lnTo>
                  <a:lnTo>
                    <a:pt x="584990" y="23471"/>
                  </a:lnTo>
                  <a:lnTo>
                    <a:pt x="631616" y="35303"/>
                  </a:lnTo>
                  <a:lnTo>
                    <a:pt x="671642" y="51209"/>
                  </a:lnTo>
                  <a:lnTo>
                    <a:pt x="702265" y="88841"/>
                  </a:lnTo>
                  <a:lnTo>
                    <a:pt x="695198" y="105329"/>
                  </a:lnTo>
                  <a:lnTo>
                    <a:pt x="631616" y="140438"/>
                  </a:lnTo>
                  <a:lnTo>
                    <a:pt x="584990" y="151689"/>
                  </a:lnTo>
                  <a:lnTo>
                    <a:pt x="526099" y="163521"/>
                  </a:lnTo>
                  <a:lnTo>
                    <a:pt x="455450" y="170505"/>
                  </a:lnTo>
                  <a:lnTo>
                    <a:pt x="387624" y="175354"/>
                  </a:lnTo>
                  <a:lnTo>
                    <a:pt x="312263" y="175354"/>
                  </a:lnTo>
                  <a:lnTo>
                    <a:pt x="242101" y="170505"/>
                  </a:lnTo>
                  <a:lnTo>
                    <a:pt x="176163" y="163521"/>
                  </a:lnTo>
                  <a:lnTo>
                    <a:pt x="113048" y="151689"/>
                  </a:lnTo>
                  <a:lnTo>
                    <a:pt x="65939" y="140438"/>
                  </a:lnTo>
                  <a:lnTo>
                    <a:pt x="25905" y="124144"/>
                  </a:lnTo>
                  <a:lnTo>
                    <a:pt x="0" y="88841"/>
                  </a:lnTo>
                  <a:close/>
                </a:path>
              </a:pathLst>
            </a:custGeom>
            <a:ln w="141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550737" y="3447906"/>
              <a:ext cx="779780" cy="128270"/>
            </a:xfrm>
            <a:custGeom>
              <a:avLst/>
              <a:gdLst/>
              <a:ahLst/>
              <a:cxnLst/>
              <a:rect l="l" t="t" r="r" b="b"/>
              <a:pathLst>
                <a:path w="779780" h="128270">
                  <a:moveTo>
                    <a:pt x="779496" y="0"/>
                  </a:moveTo>
                  <a:lnTo>
                    <a:pt x="0" y="0"/>
                  </a:lnTo>
                  <a:lnTo>
                    <a:pt x="0" y="128229"/>
                  </a:lnTo>
                  <a:lnTo>
                    <a:pt x="779496" y="128229"/>
                  </a:lnTo>
                  <a:lnTo>
                    <a:pt x="7794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590300" y="3279159"/>
              <a:ext cx="1731010" cy="1361440"/>
            </a:xfrm>
            <a:custGeom>
              <a:avLst/>
              <a:gdLst/>
              <a:ahLst/>
              <a:cxnLst/>
              <a:rect l="l" t="t" r="r" b="b"/>
              <a:pathLst>
                <a:path w="1731010" h="1361439">
                  <a:moveTo>
                    <a:pt x="0" y="0"/>
                  </a:moveTo>
                  <a:lnTo>
                    <a:pt x="0" y="301632"/>
                  </a:lnTo>
                </a:path>
                <a:path w="1731010" h="1361439">
                  <a:moveTo>
                    <a:pt x="706976" y="0"/>
                  </a:moveTo>
                  <a:lnTo>
                    <a:pt x="706976" y="301632"/>
                  </a:lnTo>
                </a:path>
                <a:path w="1731010" h="1361439">
                  <a:moveTo>
                    <a:pt x="1028664" y="1274403"/>
                  </a:moveTo>
                  <a:lnTo>
                    <a:pt x="1054557" y="1236830"/>
                  </a:lnTo>
                  <a:lnTo>
                    <a:pt x="1091779" y="1220381"/>
                  </a:lnTo>
                  <a:lnTo>
                    <a:pt x="1138872" y="1208645"/>
                  </a:lnTo>
                  <a:lnTo>
                    <a:pt x="1202455" y="1197375"/>
                  </a:lnTo>
                  <a:lnTo>
                    <a:pt x="1267925" y="1190315"/>
                  </a:lnTo>
                  <a:lnTo>
                    <a:pt x="1338574" y="1185620"/>
                  </a:lnTo>
                  <a:lnTo>
                    <a:pt x="1413468" y="1185620"/>
                  </a:lnTo>
                  <a:lnTo>
                    <a:pt x="1484117" y="1190315"/>
                  </a:lnTo>
                  <a:lnTo>
                    <a:pt x="1554299" y="1197375"/>
                  </a:lnTo>
                  <a:lnTo>
                    <a:pt x="1613170" y="1208645"/>
                  </a:lnTo>
                  <a:lnTo>
                    <a:pt x="1660263" y="1220381"/>
                  </a:lnTo>
                  <a:lnTo>
                    <a:pt x="1697485" y="1236830"/>
                  </a:lnTo>
                  <a:lnTo>
                    <a:pt x="1730445" y="1274403"/>
                  </a:lnTo>
                  <a:lnTo>
                    <a:pt x="1721022" y="1290833"/>
                  </a:lnTo>
                  <a:lnTo>
                    <a:pt x="1660263" y="1325594"/>
                  </a:lnTo>
                  <a:lnTo>
                    <a:pt x="1613170" y="1337349"/>
                  </a:lnTo>
                  <a:lnTo>
                    <a:pt x="1554299" y="1349084"/>
                  </a:lnTo>
                  <a:lnTo>
                    <a:pt x="1484117" y="1356125"/>
                  </a:lnTo>
                  <a:lnTo>
                    <a:pt x="1413468" y="1360820"/>
                  </a:lnTo>
                  <a:lnTo>
                    <a:pt x="1338574" y="1360820"/>
                  </a:lnTo>
                  <a:lnTo>
                    <a:pt x="1267925" y="1356125"/>
                  </a:lnTo>
                  <a:lnTo>
                    <a:pt x="1202455" y="1349084"/>
                  </a:lnTo>
                  <a:lnTo>
                    <a:pt x="1138872" y="1337349"/>
                  </a:lnTo>
                  <a:lnTo>
                    <a:pt x="1091779" y="1325594"/>
                  </a:lnTo>
                  <a:lnTo>
                    <a:pt x="1054557" y="1309164"/>
                  </a:lnTo>
                  <a:lnTo>
                    <a:pt x="1028664" y="1274403"/>
                  </a:lnTo>
                  <a:close/>
                </a:path>
                <a:path w="1731010" h="1361439">
                  <a:moveTo>
                    <a:pt x="1028664" y="993991"/>
                  </a:moveTo>
                  <a:lnTo>
                    <a:pt x="1054557" y="956418"/>
                  </a:lnTo>
                  <a:lnTo>
                    <a:pt x="1091779" y="939969"/>
                  </a:lnTo>
                  <a:lnTo>
                    <a:pt x="1138872" y="928234"/>
                  </a:lnTo>
                  <a:lnTo>
                    <a:pt x="1202455" y="916479"/>
                  </a:lnTo>
                  <a:lnTo>
                    <a:pt x="1267925" y="909437"/>
                  </a:lnTo>
                  <a:lnTo>
                    <a:pt x="1338574" y="904743"/>
                  </a:lnTo>
                  <a:lnTo>
                    <a:pt x="1413468" y="904743"/>
                  </a:lnTo>
                  <a:lnTo>
                    <a:pt x="1484117" y="909437"/>
                  </a:lnTo>
                  <a:lnTo>
                    <a:pt x="1554299" y="916479"/>
                  </a:lnTo>
                  <a:lnTo>
                    <a:pt x="1613170" y="928234"/>
                  </a:lnTo>
                  <a:lnTo>
                    <a:pt x="1660263" y="939969"/>
                  </a:lnTo>
                  <a:lnTo>
                    <a:pt x="1697485" y="956418"/>
                  </a:lnTo>
                  <a:lnTo>
                    <a:pt x="1730445" y="993991"/>
                  </a:lnTo>
                  <a:lnTo>
                    <a:pt x="1721022" y="1009956"/>
                  </a:lnTo>
                  <a:lnTo>
                    <a:pt x="1660263" y="1045182"/>
                  </a:lnTo>
                  <a:lnTo>
                    <a:pt x="1613170" y="1056917"/>
                  </a:lnTo>
                  <a:lnTo>
                    <a:pt x="1554299" y="1068672"/>
                  </a:lnTo>
                  <a:lnTo>
                    <a:pt x="1484117" y="1075714"/>
                  </a:lnTo>
                  <a:lnTo>
                    <a:pt x="1413468" y="1080408"/>
                  </a:lnTo>
                  <a:lnTo>
                    <a:pt x="1338574" y="1080408"/>
                  </a:lnTo>
                  <a:lnTo>
                    <a:pt x="1267925" y="1075714"/>
                  </a:lnTo>
                  <a:lnTo>
                    <a:pt x="1202455" y="1068672"/>
                  </a:lnTo>
                  <a:lnTo>
                    <a:pt x="1138872" y="1056917"/>
                  </a:lnTo>
                  <a:lnTo>
                    <a:pt x="1091779" y="1045182"/>
                  </a:lnTo>
                  <a:lnTo>
                    <a:pt x="1054557" y="1028752"/>
                  </a:lnTo>
                  <a:lnTo>
                    <a:pt x="1028664" y="993991"/>
                  </a:lnTo>
                  <a:close/>
                </a:path>
              </a:pathLst>
            </a:custGeom>
            <a:ln w="141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1576564" y="4429558"/>
              <a:ext cx="782320" cy="128905"/>
            </a:xfrm>
            <a:custGeom>
              <a:avLst/>
              <a:gdLst/>
              <a:ahLst/>
              <a:cxnLst/>
              <a:rect l="l" t="t" r="r" b="b"/>
              <a:pathLst>
                <a:path w="782319" h="128904">
                  <a:moveTo>
                    <a:pt x="781852" y="0"/>
                  </a:moveTo>
                  <a:lnTo>
                    <a:pt x="0" y="0"/>
                  </a:lnTo>
                  <a:lnTo>
                    <a:pt x="0" y="128699"/>
                  </a:lnTo>
                  <a:lnTo>
                    <a:pt x="781852" y="128699"/>
                  </a:lnTo>
                  <a:lnTo>
                    <a:pt x="7818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1618965" y="4261396"/>
              <a:ext cx="704215" cy="301625"/>
            </a:xfrm>
            <a:custGeom>
              <a:avLst/>
              <a:gdLst/>
              <a:ahLst/>
              <a:cxnLst/>
              <a:rect l="l" t="t" r="r" b="b"/>
              <a:pathLst>
                <a:path w="704214" h="301625">
                  <a:moveTo>
                    <a:pt x="0" y="0"/>
                  </a:moveTo>
                  <a:lnTo>
                    <a:pt x="0" y="301555"/>
                  </a:lnTo>
                </a:path>
                <a:path w="704214" h="301625">
                  <a:moveTo>
                    <a:pt x="704136" y="0"/>
                  </a:moveTo>
                  <a:lnTo>
                    <a:pt x="704136" y="301555"/>
                  </a:lnTo>
                </a:path>
              </a:pathLst>
            </a:custGeom>
            <a:ln w="141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1618965" y="4142101"/>
              <a:ext cx="702310" cy="173355"/>
            </a:xfrm>
            <a:custGeom>
              <a:avLst/>
              <a:gdLst/>
              <a:ahLst/>
              <a:cxnLst/>
              <a:rect l="l" t="t" r="r" b="b"/>
              <a:pathLst>
                <a:path w="702310" h="173354">
                  <a:moveTo>
                    <a:pt x="384803" y="0"/>
                  </a:moveTo>
                  <a:lnTo>
                    <a:pt x="309910" y="0"/>
                  </a:lnTo>
                  <a:lnTo>
                    <a:pt x="239261" y="4694"/>
                  </a:lnTo>
                  <a:lnTo>
                    <a:pt x="173790" y="11735"/>
                  </a:lnTo>
                  <a:lnTo>
                    <a:pt x="110208" y="23490"/>
                  </a:lnTo>
                  <a:lnTo>
                    <a:pt x="63115" y="34760"/>
                  </a:lnTo>
                  <a:lnTo>
                    <a:pt x="25892" y="48843"/>
                  </a:lnTo>
                  <a:lnTo>
                    <a:pt x="0" y="88763"/>
                  </a:lnTo>
                  <a:lnTo>
                    <a:pt x="7066" y="105212"/>
                  </a:lnTo>
                  <a:lnTo>
                    <a:pt x="63115" y="139973"/>
                  </a:lnTo>
                  <a:lnTo>
                    <a:pt x="110208" y="149361"/>
                  </a:lnTo>
                  <a:lnTo>
                    <a:pt x="173790" y="161097"/>
                  </a:lnTo>
                  <a:lnTo>
                    <a:pt x="239261" y="170505"/>
                  </a:lnTo>
                  <a:lnTo>
                    <a:pt x="309910" y="172852"/>
                  </a:lnTo>
                  <a:lnTo>
                    <a:pt x="384803" y="172852"/>
                  </a:lnTo>
                  <a:lnTo>
                    <a:pt x="455452" y="170505"/>
                  </a:lnTo>
                  <a:lnTo>
                    <a:pt x="525634" y="161097"/>
                  </a:lnTo>
                  <a:lnTo>
                    <a:pt x="631598" y="139973"/>
                  </a:lnTo>
                  <a:lnTo>
                    <a:pt x="668821" y="124008"/>
                  </a:lnTo>
                  <a:lnTo>
                    <a:pt x="701780" y="88763"/>
                  </a:lnTo>
                  <a:lnTo>
                    <a:pt x="692357" y="69986"/>
                  </a:lnTo>
                  <a:lnTo>
                    <a:pt x="631598" y="34760"/>
                  </a:lnTo>
                  <a:lnTo>
                    <a:pt x="584505" y="23490"/>
                  </a:lnTo>
                  <a:lnTo>
                    <a:pt x="525634" y="11735"/>
                  </a:lnTo>
                  <a:lnTo>
                    <a:pt x="455452" y="4694"/>
                  </a:lnTo>
                  <a:lnTo>
                    <a:pt x="3848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1618965" y="3861689"/>
              <a:ext cx="702310" cy="453390"/>
            </a:xfrm>
            <a:custGeom>
              <a:avLst/>
              <a:gdLst/>
              <a:ahLst/>
              <a:cxnLst/>
              <a:rect l="l" t="t" r="r" b="b"/>
              <a:pathLst>
                <a:path w="702310" h="453389">
                  <a:moveTo>
                    <a:pt x="0" y="369175"/>
                  </a:moveTo>
                  <a:lnTo>
                    <a:pt x="25892" y="329255"/>
                  </a:lnTo>
                  <a:lnTo>
                    <a:pt x="63115" y="315172"/>
                  </a:lnTo>
                  <a:lnTo>
                    <a:pt x="110208" y="303902"/>
                  </a:lnTo>
                  <a:lnTo>
                    <a:pt x="173790" y="292147"/>
                  </a:lnTo>
                  <a:lnTo>
                    <a:pt x="239261" y="285106"/>
                  </a:lnTo>
                  <a:lnTo>
                    <a:pt x="309910" y="280411"/>
                  </a:lnTo>
                  <a:lnTo>
                    <a:pt x="384803" y="280411"/>
                  </a:lnTo>
                  <a:lnTo>
                    <a:pt x="455452" y="285106"/>
                  </a:lnTo>
                  <a:lnTo>
                    <a:pt x="525634" y="292147"/>
                  </a:lnTo>
                  <a:lnTo>
                    <a:pt x="584505" y="303902"/>
                  </a:lnTo>
                  <a:lnTo>
                    <a:pt x="631598" y="315172"/>
                  </a:lnTo>
                  <a:lnTo>
                    <a:pt x="668821" y="329255"/>
                  </a:lnTo>
                  <a:lnTo>
                    <a:pt x="701780" y="369175"/>
                  </a:lnTo>
                  <a:lnTo>
                    <a:pt x="692357" y="385624"/>
                  </a:lnTo>
                  <a:lnTo>
                    <a:pt x="631598" y="420385"/>
                  </a:lnTo>
                  <a:lnTo>
                    <a:pt x="584505" y="429773"/>
                  </a:lnTo>
                  <a:lnTo>
                    <a:pt x="525634" y="441509"/>
                  </a:lnTo>
                  <a:lnTo>
                    <a:pt x="455452" y="450916"/>
                  </a:lnTo>
                  <a:lnTo>
                    <a:pt x="384803" y="453264"/>
                  </a:lnTo>
                  <a:lnTo>
                    <a:pt x="309910" y="453264"/>
                  </a:lnTo>
                  <a:lnTo>
                    <a:pt x="239261" y="450916"/>
                  </a:lnTo>
                  <a:lnTo>
                    <a:pt x="173790" y="441509"/>
                  </a:lnTo>
                  <a:lnTo>
                    <a:pt x="110208" y="429773"/>
                  </a:lnTo>
                  <a:lnTo>
                    <a:pt x="63115" y="420385"/>
                  </a:lnTo>
                  <a:lnTo>
                    <a:pt x="25892" y="404420"/>
                  </a:lnTo>
                  <a:lnTo>
                    <a:pt x="0" y="369175"/>
                  </a:lnTo>
                  <a:close/>
                </a:path>
                <a:path w="702310" h="453389">
                  <a:moveTo>
                    <a:pt x="0" y="88763"/>
                  </a:moveTo>
                  <a:lnTo>
                    <a:pt x="25892" y="48843"/>
                  </a:lnTo>
                  <a:lnTo>
                    <a:pt x="63115" y="34760"/>
                  </a:lnTo>
                  <a:lnTo>
                    <a:pt x="110208" y="23005"/>
                  </a:lnTo>
                  <a:lnTo>
                    <a:pt x="173790" y="11270"/>
                  </a:lnTo>
                  <a:lnTo>
                    <a:pt x="239261" y="4228"/>
                  </a:lnTo>
                  <a:lnTo>
                    <a:pt x="309910" y="0"/>
                  </a:lnTo>
                  <a:lnTo>
                    <a:pt x="384803" y="0"/>
                  </a:lnTo>
                  <a:lnTo>
                    <a:pt x="455452" y="4228"/>
                  </a:lnTo>
                  <a:lnTo>
                    <a:pt x="525634" y="11270"/>
                  </a:lnTo>
                  <a:lnTo>
                    <a:pt x="584505" y="23005"/>
                  </a:lnTo>
                  <a:lnTo>
                    <a:pt x="631598" y="34760"/>
                  </a:lnTo>
                  <a:lnTo>
                    <a:pt x="668821" y="48843"/>
                  </a:lnTo>
                  <a:lnTo>
                    <a:pt x="701780" y="88763"/>
                  </a:lnTo>
                  <a:lnTo>
                    <a:pt x="692357" y="104747"/>
                  </a:lnTo>
                  <a:lnTo>
                    <a:pt x="631598" y="139973"/>
                  </a:lnTo>
                  <a:lnTo>
                    <a:pt x="584505" y="149361"/>
                  </a:lnTo>
                  <a:lnTo>
                    <a:pt x="525634" y="161097"/>
                  </a:lnTo>
                  <a:lnTo>
                    <a:pt x="455452" y="170505"/>
                  </a:lnTo>
                  <a:lnTo>
                    <a:pt x="384803" y="172852"/>
                  </a:lnTo>
                  <a:lnTo>
                    <a:pt x="309910" y="172852"/>
                  </a:lnTo>
                  <a:lnTo>
                    <a:pt x="239261" y="170505"/>
                  </a:lnTo>
                  <a:lnTo>
                    <a:pt x="173790" y="161097"/>
                  </a:lnTo>
                  <a:lnTo>
                    <a:pt x="110208" y="149361"/>
                  </a:lnTo>
                  <a:lnTo>
                    <a:pt x="63115" y="139973"/>
                  </a:lnTo>
                  <a:lnTo>
                    <a:pt x="25892" y="123524"/>
                  </a:lnTo>
                  <a:lnTo>
                    <a:pt x="0" y="88763"/>
                  </a:lnTo>
                  <a:close/>
                </a:path>
              </a:pathLst>
            </a:custGeom>
            <a:ln w="141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576564" y="4104512"/>
              <a:ext cx="782320" cy="128905"/>
            </a:xfrm>
            <a:custGeom>
              <a:avLst/>
              <a:gdLst/>
              <a:ahLst/>
              <a:cxnLst/>
              <a:rect l="l" t="t" r="r" b="b"/>
              <a:pathLst>
                <a:path w="782319" h="128904">
                  <a:moveTo>
                    <a:pt x="781852" y="0"/>
                  </a:moveTo>
                  <a:lnTo>
                    <a:pt x="0" y="0"/>
                  </a:lnTo>
                  <a:lnTo>
                    <a:pt x="0" y="128699"/>
                  </a:lnTo>
                  <a:lnTo>
                    <a:pt x="781852" y="128699"/>
                  </a:lnTo>
                  <a:lnTo>
                    <a:pt x="7818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1618965" y="3938717"/>
              <a:ext cx="704215" cy="301625"/>
            </a:xfrm>
            <a:custGeom>
              <a:avLst/>
              <a:gdLst/>
              <a:ahLst/>
              <a:cxnLst/>
              <a:rect l="l" t="t" r="r" b="b"/>
              <a:pathLst>
                <a:path w="704214" h="301625">
                  <a:moveTo>
                    <a:pt x="0" y="0"/>
                  </a:moveTo>
                  <a:lnTo>
                    <a:pt x="0" y="301555"/>
                  </a:lnTo>
                </a:path>
                <a:path w="704214" h="301625">
                  <a:moveTo>
                    <a:pt x="704136" y="0"/>
                  </a:moveTo>
                  <a:lnTo>
                    <a:pt x="704136" y="301555"/>
                  </a:lnTo>
                </a:path>
              </a:pathLst>
            </a:custGeom>
            <a:ln w="141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1618965" y="3814708"/>
              <a:ext cx="702310" cy="173355"/>
            </a:xfrm>
            <a:custGeom>
              <a:avLst/>
              <a:gdLst/>
              <a:ahLst/>
              <a:cxnLst/>
              <a:rect l="l" t="t" r="r" b="b"/>
              <a:pathLst>
                <a:path w="702310" h="173354">
                  <a:moveTo>
                    <a:pt x="384803" y="0"/>
                  </a:moveTo>
                  <a:lnTo>
                    <a:pt x="309910" y="0"/>
                  </a:lnTo>
                  <a:lnTo>
                    <a:pt x="239261" y="4694"/>
                  </a:lnTo>
                  <a:lnTo>
                    <a:pt x="173790" y="11754"/>
                  </a:lnTo>
                  <a:lnTo>
                    <a:pt x="110208" y="23490"/>
                  </a:lnTo>
                  <a:lnTo>
                    <a:pt x="63115" y="35226"/>
                  </a:lnTo>
                  <a:lnTo>
                    <a:pt x="25892" y="48843"/>
                  </a:lnTo>
                  <a:lnTo>
                    <a:pt x="0" y="88782"/>
                  </a:lnTo>
                  <a:lnTo>
                    <a:pt x="7066" y="105212"/>
                  </a:lnTo>
                  <a:lnTo>
                    <a:pt x="63115" y="140438"/>
                  </a:lnTo>
                  <a:lnTo>
                    <a:pt x="110208" y="149846"/>
                  </a:lnTo>
                  <a:lnTo>
                    <a:pt x="173790" y="161116"/>
                  </a:lnTo>
                  <a:lnTo>
                    <a:pt x="239261" y="170505"/>
                  </a:lnTo>
                  <a:lnTo>
                    <a:pt x="309910" y="172852"/>
                  </a:lnTo>
                  <a:lnTo>
                    <a:pt x="384803" y="172852"/>
                  </a:lnTo>
                  <a:lnTo>
                    <a:pt x="455452" y="170505"/>
                  </a:lnTo>
                  <a:lnTo>
                    <a:pt x="525634" y="161116"/>
                  </a:lnTo>
                  <a:lnTo>
                    <a:pt x="584505" y="149846"/>
                  </a:lnTo>
                  <a:lnTo>
                    <a:pt x="631598" y="140438"/>
                  </a:lnTo>
                  <a:lnTo>
                    <a:pt x="668821" y="124008"/>
                  </a:lnTo>
                  <a:lnTo>
                    <a:pt x="701780" y="88782"/>
                  </a:lnTo>
                  <a:lnTo>
                    <a:pt x="692357" y="69986"/>
                  </a:lnTo>
                  <a:lnTo>
                    <a:pt x="631598" y="35226"/>
                  </a:lnTo>
                  <a:lnTo>
                    <a:pt x="584505" y="23490"/>
                  </a:lnTo>
                  <a:lnTo>
                    <a:pt x="525634" y="11754"/>
                  </a:lnTo>
                  <a:lnTo>
                    <a:pt x="455452" y="4694"/>
                  </a:lnTo>
                  <a:lnTo>
                    <a:pt x="3848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1618965" y="3534237"/>
              <a:ext cx="702310" cy="453390"/>
            </a:xfrm>
            <a:custGeom>
              <a:avLst/>
              <a:gdLst/>
              <a:ahLst/>
              <a:cxnLst/>
              <a:rect l="l" t="t" r="r" b="b"/>
              <a:pathLst>
                <a:path w="702310" h="453389">
                  <a:moveTo>
                    <a:pt x="0" y="369252"/>
                  </a:moveTo>
                  <a:lnTo>
                    <a:pt x="25892" y="329313"/>
                  </a:lnTo>
                  <a:lnTo>
                    <a:pt x="63115" y="315696"/>
                  </a:lnTo>
                  <a:lnTo>
                    <a:pt x="110208" y="303960"/>
                  </a:lnTo>
                  <a:lnTo>
                    <a:pt x="173790" y="292225"/>
                  </a:lnTo>
                  <a:lnTo>
                    <a:pt x="239261" y="285164"/>
                  </a:lnTo>
                  <a:lnTo>
                    <a:pt x="309910" y="280470"/>
                  </a:lnTo>
                  <a:lnTo>
                    <a:pt x="384803" y="280470"/>
                  </a:lnTo>
                  <a:lnTo>
                    <a:pt x="455452" y="285164"/>
                  </a:lnTo>
                  <a:lnTo>
                    <a:pt x="525634" y="292225"/>
                  </a:lnTo>
                  <a:lnTo>
                    <a:pt x="584505" y="303960"/>
                  </a:lnTo>
                  <a:lnTo>
                    <a:pt x="631598" y="315696"/>
                  </a:lnTo>
                  <a:lnTo>
                    <a:pt x="668821" y="329313"/>
                  </a:lnTo>
                  <a:lnTo>
                    <a:pt x="701780" y="369252"/>
                  </a:lnTo>
                  <a:lnTo>
                    <a:pt x="692357" y="385682"/>
                  </a:lnTo>
                  <a:lnTo>
                    <a:pt x="631598" y="420908"/>
                  </a:lnTo>
                  <a:lnTo>
                    <a:pt x="584505" y="430316"/>
                  </a:lnTo>
                  <a:lnTo>
                    <a:pt x="525634" y="441586"/>
                  </a:lnTo>
                  <a:lnTo>
                    <a:pt x="455452" y="450975"/>
                  </a:lnTo>
                  <a:lnTo>
                    <a:pt x="384803" y="453322"/>
                  </a:lnTo>
                  <a:lnTo>
                    <a:pt x="309910" y="453322"/>
                  </a:lnTo>
                  <a:lnTo>
                    <a:pt x="239261" y="450975"/>
                  </a:lnTo>
                  <a:lnTo>
                    <a:pt x="173790" y="441586"/>
                  </a:lnTo>
                  <a:lnTo>
                    <a:pt x="110208" y="430316"/>
                  </a:lnTo>
                  <a:lnTo>
                    <a:pt x="63115" y="420908"/>
                  </a:lnTo>
                  <a:lnTo>
                    <a:pt x="25892" y="404479"/>
                  </a:lnTo>
                  <a:lnTo>
                    <a:pt x="0" y="369252"/>
                  </a:lnTo>
                  <a:close/>
                </a:path>
                <a:path w="702310" h="453389">
                  <a:moveTo>
                    <a:pt x="0" y="88841"/>
                  </a:moveTo>
                  <a:lnTo>
                    <a:pt x="25892" y="48881"/>
                  </a:lnTo>
                  <a:lnTo>
                    <a:pt x="63115" y="34721"/>
                  </a:lnTo>
                  <a:lnTo>
                    <a:pt x="110208" y="23083"/>
                  </a:lnTo>
                  <a:lnTo>
                    <a:pt x="173790" y="11832"/>
                  </a:lnTo>
                  <a:lnTo>
                    <a:pt x="239261" y="4849"/>
                  </a:lnTo>
                  <a:lnTo>
                    <a:pt x="309910" y="0"/>
                  </a:lnTo>
                  <a:lnTo>
                    <a:pt x="384803" y="0"/>
                  </a:lnTo>
                  <a:lnTo>
                    <a:pt x="455452" y="4849"/>
                  </a:lnTo>
                  <a:lnTo>
                    <a:pt x="525634" y="11832"/>
                  </a:lnTo>
                  <a:lnTo>
                    <a:pt x="584505" y="23083"/>
                  </a:lnTo>
                  <a:lnTo>
                    <a:pt x="631598" y="34721"/>
                  </a:lnTo>
                  <a:lnTo>
                    <a:pt x="668821" y="48881"/>
                  </a:lnTo>
                  <a:lnTo>
                    <a:pt x="701780" y="88841"/>
                  </a:lnTo>
                  <a:lnTo>
                    <a:pt x="692357" y="105329"/>
                  </a:lnTo>
                  <a:lnTo>
                    <a:pt x="668821" y="123562"/>
                  </a:lnTo>
                  <a:lnTo>
                    <a:pt x="631598" y="140050"/>
                  </a:lnTo>
                  <a:lnTo>
                    <a:pt x="584505" y="149361"/>
                  </a:lnTo>
                  <a:lnTo>
                    <a:pt x="525634" y="161194"/>
                  </a:lnTo>
                  <a:lnTo>
                    <a:pt x="455452" y="170505"/>
                  </a:lnTo>
                  <a:lnTo>
                    <a:pt x="384803" y="172832"/>
                  </a:lnTo>
                  <a:lnTo>
                    <a:pt x="309910" y="172832"/>
                  </a:lnTo>
                  <a:lnTo>
                    <a:pt x="239261" y="170505"/>
                  </a:lnTo>
                  <a:lnTo>
                    <a:pt x="173790" y="161194"/>
                  </a:lnTo>
                  <a:lnTo>
                    <a:pt x="110208" y="149361"/>
                  </a:lnTo>
                  <a:lnTo>
                    <a:pt x="63115" y="140050"/>
                  </a:lnTo>
                  <a:lnTo>
                    <a:pt x="25892" y="123562"/>
                  </a:lnTo>
                  <a:lnTo>
                    <a:pt x="7066" y="105329"/>
                  </a:lnTo>
                  <a:lnTo>
                    <a:pt x="0" y="88841"/>
                  </a:lnTo>
                  <a:close/>
                </a:path>
              </a:pathLst>
            </a:custGeom>
            <a:ln w="141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1576564" y="3777138"/>
              <a:ext cx="782320" cy="128905"/>
            </a:xfrm>
            <a:custGeom>
              <a:avLst/>
              <a:gdLst/>
              <a:ahLst/>
              <a:cxnLst/>
              <a:rect l="l" t="t" r="r" b="b"/>
              <a:pathLst>
                <a:path w="782319" h="128904">
                  <a:moveTo>
                    <a:pt x="781852" y="0"/>
                  </a:moveTo>
                  <a:lnTo>
                    <a:pt x="0" y="0"/>
                  </a:lnTo>
                  <a:lnTo>
                    <a:pt x="0" y="128699"/>
                  </a:lnTo>
                  <a:lnTo>
                    <a:pt x="781852" y="128699"/>
                  </a:lnTo>
                  <a:lnTo>
                    <a:pt x="7818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1618965" y="3611246"/>
              <a:ext cx="704215" cy="302260"/>
            </a:xfrm>
            <a:custGeom>
              <a:avLst/>
              <a:gdLst/>
              <a:ahLst/>
              <a:cxnLst/>
              <a:rect l="l" t="t" r="r" b="b"/>
              <a:pathLst>
                <a:path w="704214" h="302260">
                  <a:moveTo>
                    <a:pt x="0" y="0"/>
                  </a:moveTo>
                  <a:lnTo>
                    <a:pt x="0" y="301632"/>
                  </a:lnTo>
                </a:path>
                <a:path w="704214" h="302260">
                  <a:moveTo>
                    <a:pt x="704136" y="0"/>
                  </a:moveTo>
                  <a:lnTo>
                    <a:pt x="704136" y="301632"/>
                  </a:lnTo>
                </a:path>
              </a:pathLst>
            </a:custGeom>
            <a:ln w="141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1618965" y="3491951"/>
              <a:ext cx="702310" cy="173355"/>
            </a:xfrm>
            <a:custGeom>
              <a:avLst/>
              <a:gdLst/>
              <a:ahLst/>
              <a:cxnLst/>
              <a:rect l="l" t="t" r="r" b="b"/>
              <a:pathLst>
                <a:path w="702310" h="173354">
                  <a:moveTo>
                    <a:pt x="384803" y="0"/>
                  </a:moveTo>
                  <a:lnTo>
                    <a:pt x="309910" y="0"/>
                  </a:lnTo>
                  <a:lnTo>
                    <a:pt x="239261" y="2327"/>
                  </a:lnTo>
                  <a:lnTo>
                    <a:pt x="173790" y="11832"/>
                  </a:lnTo>
                  <a:lnTo>
                    <a:pt x="110208" y="23471"/>
                  </a:lnTo>
                  <a:lnTo>
                    <a:pt x="63115" y="32975"/>
                  </a:lnTo>
                  <a:lnTo>
                    <a:pt x="25892" y="49463"/>
                  </a:lnTo>
                  <a:lnTo>
                    <a:pt x="0" y="88841"/>
                  </a:lnTo>
                  <a:lnTo>
                    <a:pt x="7066" y="103001"/>
                  </a:lnTo>
                  <a:lnTo>
                    <a:pt x="63115" y="138111"/>
                  </a:lnTo>
                  <a:lnTo>
                    <a:pt x="110208" y="149943"/>
                  </a:lnTo>
                  <a:lnTo>
                    <a:pt x="173790" y="161582"/>
                  </a:lnTo>
                  <a:lnTo>
                    <a:pt x="239261" y="168177"/>
                  </a:lnTo>
                  <a:lnTo>
                    <a:pt x="309910" y="172832"/>
                  </a:lnTo>
                  <a:lnTo>
                    <a:pt x="384803" y="172832"/>
                  </a:lnTo>
                  <a:lnTo>
                    <a:pt x="455452" y="168177"/>
                  </a:lnTo>
                  <a:lnTo>
                    <a:pt x="525634" y="161582"/>
                  </a:lnTo>
                  <a:lnTo>
                    <a:pt x="584505" y="149943"/>
                  </a:lnTo>
                  <a:lnTo>
                    <a:pt x="631598" y="138111"/>
                  </a:lnTo>
                  <a:lnTo>
                    <a:pt x="668821" y="124144"/>
                  </a:lnTo>
                  <a:lnTo>
                    <a:pt x="701780" y="88841"/>
                  </a:lnTo>
                  <a:lnTo>
                    <a:pt x="692357" y="67697"/>
                  </a:lnTo>
                  <a:lnTo>
                    <a:pt x="631598" y="32975"/>
                  </a:lnTo>
                  <a:lnTo>
                    <a:pt x="525634" y="11832"/>
                  </a:lnTo>
                  <a:lnTo>
                    <a:pt x="455452" y="2327"/>
                  </a:lnTo>
                  <a:lnTo>
                    <a:pt x="3848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1618965" y="3211655"/>
              <a:ext cx="702310" cy="453390"/>
            </a:xfrm>
            <a:custGeom>
              <a:avLst/>
              <a:gdLst/>
              <a:ahLst/>
              <a:cxnLst/>
              <a:rect l="l" t="t" r="r" b="b"/>
              <a:pathLst>
                <a:path w="702310" h="453389">
                  <a:moveTo>
                    <a:pt x="0" y="369136"/>
                  </a:moveTo>
                  <a:lnTo>
                    <a:pt x="25892" y="329759"/>
                  </a:lnTo>
                  <a:lnTo>
                    <a:pt x="63115" y="313271"/>
                  </a:lnTo>
                  <a:lnTo>
                    <a:pt x="110208" y="303766"/>
                  </a:lnTo>
                  <a:lnTo>
                    <a:pt x="173790" y="292128"/>
                  </a:lnTo>
                  <a:lnTo>
                    <a:pt x="239261" y="282623"/>
                  </a:lnTo>
                  <a:lnTo>
                    <a:pt x="309910" y="280295"/>
                  </a:lnTo>
                  <a:lnTo>
                    <a:pt x="384803" y="280295"/>
                  </a:lnTo>
                  <a:lnTo>
                    <a:pt x="455452" y="282623"/>
                  </a:lnTo>
                  <a:lnTo>
                    <a:pt x="525634" y="292128"/>
                  </a:lnTo>
                  <a:lnTo>
                    <a:pt x="584505" y="303766"/>
                  </a:lnTo>
                  <a:lnTo>
                    <a:pt x="631598" y="313271"/>
                  </a:lnTo>
                  <a:lnTo>
                    <a:pt x="668821" y="329759"/>
                  </a:lnTo>
                  <a:lnTo>
                    <a:pt x="701780" y="369136"/>
                  </a:lnTo>
                  <a:lnTo>
                    <a:pt x="692357" y="383296"/>
                  </a:lnTo>
                  <a:lnTo>
                    <a:pt x="631598" y="418406"/>
                  </a:lnTo>
                  <a:lnTo>
                    <a:pt x="584505" y="430239"/>
                  </a:lnTo>
                  <a:lnTo>
                    <a:pt x="525634" y="441877"/>
                  </a:lnTo>
                  <a:lnTo>
                    <a:pt x="455452" y="448472"/>
                  </a:lnTo>
                  <a:lnTo>
                    <a:pt x="384803" y="453128"/>
                  </a:lnTo>
                  <a:lnTo>
                    <a:pt x="309910" y="453128"/>
                  </a:lnTo>
                  <a:lnTo>
                    <a:pt x="239261" y="448472"/>
                  </a:lnTo>
                  <a:lnTo>
                    <a:pt x="173790" y="441877"/>
                  </a:lnTo>
                  <a:lnTo>
                    <a:pt x="110208" y="430239"/>
                  </a:lnTo>
                  <a:lnTo>
                    <a:pt x="63115" y="418406"/>
                  </a:lnTo>
                  <a:lnTo>
                    <a:pt x="25892" y="404440"/>
                  </a:lnTo>
                  <a:lnTo>
                    <a:pt x="0" y="369136"/>
                  </a:lnTo>
                  <a:close/>
                </a:path>
                <a:path w="702310" h="453389">
                  <a:moveTo>
                    <a:pt x="0" y="88647"/>
                  </a:moveTo>
                  <a:lnTo>
                    <a:pt x="25892" y="48881"/>
                  </a:lnTo>
                  <a:lnTo>
                    <a:pt x="63115" y="32781"/>
                  </a:lnTo>
                  <a:lnTo>
                    <a:pt x="110208" y="23471"/>
                  </a:lnTo>
                  <a:lnTo>
                    <a:pt x="173790" y="11638"/>
                  </a:lnTo>
                  <a:lnTo>
                    <a:pt x="239261" y="2327"/>
                  </a:lnTo>
                  <a:lnTo>
                    <a:pt x="309910" y="0"/>
                  </a:lnTo>
                  <a:lnTo>
                    <a:pt x="384803" y="0"/>
                  </a:lnTo>
                  <a:lnTo>
                    <a:pt x="455452" y="2327"/>
                  </a:lnTo>
                  <a:lnTo>
                    <a:pt x="525634" y="11638"/>
                  </a:lnTo>
                  <a:lnTo>
                    <a:pt x="584505" y="23471"/>
                  </a:lnTo>
                  <a:lnTo>
                    <a:pt x="631598" y="32781"/>
                  </a:lnTo>
                  <a:lnTo>
                    <a:pt x="668821" y="48881"/>
                  </a:lnTo>
                  <a:lnTo>
                    <a:pt x="692357" y="67503"/>
                  </a:lnTo>
                  <a:lnTo>
                    <a:pt x="701780" y="88647"/>
                  </a:lnTo>
                  <a:lnTo>
                    <a:pt x="692357" y="102807"/>
                  </a:lnTo>
                  <a:lnTo>
                    <a:pt x="631598" y="138111"/>
                  </a:lnTo>
                  <a:lnTo>
                    <a:pt x="584505" y="149361"/>
                  </a:lnTo>
                  <a:lnTo>
                    <a:pt x="525634" y="161000"/>
                  </a:lnTo>
                  <a:lnTo>
                    <a:pt x="455452" y="168177"/>
                  </a:lnTo>
                  <a:lnTo>
                    <a:pt x="384803" y="172832"/>
                  </a:lnTo>
                  <a:lnTo>
                    <a:pt x="309910" y="172832"/>
                  </a:lnTo>
                  <a:lnTo>
                    <a:pt x="239261" y="168177"/>
                  </a:lnTo>
                  <a:lnTo>
                    <a:pt x="173790" y="161000"/>
                  </a:lnTo>
                  <a:lnTo>
                    <a:pt x="110208" y="149361"/>
                  </a:lnTo>
                  <a:lnTo>
                    <a:pt x="63115" y="138111"/>
                  </a:lnTo>
                  <a:lnTo>
                    <a:pt x="25892" y="123950"/>
                  </a:lnTo>
                  <a:lnTo>
                    <a:pt x="7066" y="102807"/>
                  </a:lnTo>
                  <a:lnTo>
                    <a:pt x="0" y="88647"/>
                  </a:lnTo>
                  <a:close/>
                </a:path>
              </a:pathLst>
            </a:custGeom>
            <a:ln w="141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1576564" y="3454420"/>
              <a:ext cx="782320" cy="128905"/>
            </a:xfrm>
            <a:custGeom>
              <a:avLst/>
              <a:gdLst/>
              <a:ahLst/>
              <a:cxnLst/>
              <a:rect l="l" t="t" r="r" b="b"/>
              <a:pathLst>
                <a:path w="782319" h="128904">
                  <a:moveTo>
                    <a:pt x="781852" y="0"/>
                  </a:moveTo>
                  <a:lnTo>
                    <a:pt x="0" y="0"/>
                  </a:lnTo>
                  <a:lnTo>
                    <a:pt x="0" y="128699"/>
                  </a:lnTo>
                  <a:lnTo>
                    <a:pt x="781852" y="128699"/>
                  </a:lnTo>
                  <a:lnTo>
                    <a:pt x="7818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1618965" y="3286336"/>
              <a:ext cx="1728470" cy="1344295"/>
            </a:xfrm>
            <a:custGeom>
              <a:avLst/>
              <a:gdLst/>
              <a:ahLst/>
              <a:cxnLst/>
              <a:rect l="l" t="t" r="r" b="b"/>
              <a:pathLst>
                <a:path w="1728470" h="1344295">
                  <a:moveTo>
                    <a:pt x="0" y="0"/>
                  </a:moveTo>
                  <a:lnTo>
                    <a:pt x="0" y="301438"/>
                  </a:lnTo>
                </a:path>
                <a:path w="1728470" h="1344295">
                  <a:moveTo>
                    <a:pt x="704136" y="0"/>
                  </a:moveTo>
                  <a:lnTo>
                    <a:pt x="704136" y="301438"/>
                  </a:lnTo>
                </a:path>
                <a:path w="1728470" h="1344295">
                  <a:moveTo>
                    <a:pt x="1025863" y="1260185"/>
                  </a:moveTo>
                  <a:lnTo>
                    <a:pt x="1051755" y="1220245"/>
                  </a:lnTo>
                  <a:lnTo>
                    <a:pt x="1091859" y="1206163"/>
                  </a:lnTo>
                  <a:lnTo>
                    <a:pt x="1138387" y="1194427"/>
                  </a:lnTo>
                  <a:lnTo>
                    <a:pt x="1202048" y="1183138"/>
                  </a:lnTo>
                  <a:lnTo>
                    <a:pt x="1267849" y="1176096"/>
                  </a:lnTo>
                  <a:lnTo>
                    <a:pt x="1338129" y="1171402"/>
                  </a:lnTo>
                  <a:lnTo>
                    <a:pt x="1413470" y="1171402"/>
                  </a:lnTo>
                  <a:lnTo>
                    <a:pt x="1481218" y="1176096"/>
                  </a:lnTo>
                  <a:lnTo>
                    <a:pt x="1551887" y="1183138"/>
                  </a:lnTo>
                  <a:lnTo>
                    <a:pt x="1610290" y="1194427"/>
                  </a:lnTo>
                  <a:lnTo>
                    <a:pt x="1657403" y="1206163"/>
                  </a:lnTo>
                  <a:lnTo>
                    <a:pt x="1697507" y="1220245"/>
                  </a:lnTo>
                  <a:lnTo>
                    <a:pt x="1728071" y="1260185"/>
                  </a:lnTo>
                  <a:lnTo>
                    <a:pt x="1721063" y="1276615"/>
                  </a:lnTo>
                  <a:lnTo>
                    <a:pt x="1697507" y="1295411"/>
                  </a:lnTo>
                  <a:lnTo>
                    <a:pt x="1657403" y="1311375"/>
                  </a:lnTo>
                  <a:lnTo>
                    <a:pt x="1610290" y="1320764"/>
                  </a:lnTo>
                  <a:lnTo>
                    <a:pt x="1551887" y="1332519"/>
                  </a:lnTo>
                  <a:lnTo>
                    <a:pt x="1481218" y="1341907"/>
                  </a:lnTo>
                  <a:lnTo>
                    <a:pt x="1413470" y="1344254"/>
                  </a:lnTo>
                  <a:lnTo>
                    <a:pt x="1338129" y="1344254"/>
                  </a:lnTo>
                  <a:lnTo>
                    <a:pt x="1267849" y="1341907"/>
                  </a:lnTo>
                  <a:lnTo>
                    <a:pt x="1202048" y="1332519"/>
                  </a:lnTo>
                  <a:lnTo>
                    <a:pt x="1138388" y="1320764"/>
                  </a:lnTo>
                  <a:lnTo>
                    <a:pt x="1091859" y="1311375"/>
                  </a:lnTo>
                  <a:lnTo>
                    <a:pt x="1051755" y="1295411"/>
                  </a:lnTo>
                  <a:lnTo>
                    <a:pt x="1032871" y="1276615"/>
                  </a:lnTo>
                  <a:lnTo>
                    <a:pt x="1025863" y="1260185"/>
                  </a:lnTo>
                  <a:close/>
                </a:path>
                <a:path w="1728470" h="1344295">
                  <a:moveTo>
                    <a:pt x="1025863" y="979773"/>
                  </a:moveTo>
                  <a:lnTo>
                    <a:pt x="1051755" y="939833"/>
                  </a:lnTo>
                  <a:lnTo>
                    <a:pt x="1091859" y="925751"/>
                  </a:lnTo>
                  <a:lnTo>
                    <a:pt x="1138387" y="913996"/>
                  </a:lnTo>
                  <a:lnTo>
                    <a:pt x="1202048" y="902260"/>
                  </a:lnTo>
                  <a:lnTo>
                    <a:pt x="1267849" y="895219"/>
                  </a:lnTo>
                  <a:lnTo>
                    <a:pt x="1338129" y="890525"/>
                  </a:lnTo>
                  <a:lnTo>
                    <a:pt x="1413470" y="890525"/>
                  </a:lnTo>
                  <a:lnTo>
                    <a:pt x="1481218" y="895219"/>
                  </a:lnTo>
                  <a:lnTo>
                    <a:pt x="1551887" y="902260"/>
                  </a:lnTo>
                  <a:lnTo>
                    <a:pt x="1610290" y="913996"/>
                  </a:lnTo>
                  <a:lnTo>
                    <a:pt x="1657403" y="925751"/>
                  </a:lnTo>
                  <a:lnTo>
                    <a:pt x="1697507" y="939833"/>
                  </a:lnTo>
                  <a:lnTo>
                    <a:pt x="1728071" y="979773"/>
                  </a:lnTo>
                  <a:lnTo>
                    <a:pt x="1721063" y="995737"/>
                  </a:lnTo>
                  <a:lnTo>
                    <a:pt x="1697507" y="1014514"/>
                  </a:lnTo>
                  <a:lnTo>
                    <a:pt x="1657403" y="1030963"/>
                  </a:lnTo>
                  <a:lnTo>
                    <a:pt x="1610290" y="1040352"/>
                  </a:lnTo>
                  <a:lnTo>
                    <a:pt x="1551887" y="1052107"/>
                  </a:lnTo>
                  <a:lnTo>
                    <a:pt x="1481218" y="1061495"/>
                  </a:lnTo>
                  <a:lnTo>
                    <a:pt x="1413470" y="1063842"/>
                  </a:lnTo>
                  <a:lnTo>
                    <a:pt x="1338129" y="1063842"/>
                  </a:lnTo>
                  <a:lnTo>
                    <a:pt x="1267849" y="1061495"/>
                  </a:lnTo>
                  <a:lnTo>
                    <a:pt x="1202048" y="1052107"/>
                  </a:lnTo>
                  <a:lnTo>
                    <a:pt x="1138387" y="1040352"/>
                  </a:lnTo>
                  <a:lnTo>
                    <a:pt x="1091859" y="1030963"/>
                  </a:lnTo>
                  <a:lnTo>
                    <a:pt x="1051755" y="1014514"/>
                  </a:lnTo>
                  <a:lnTo>
                    <a:pt x="1032871" y="995737"/>
                  </a:lnTo>
                  <a:lnTo>
                    <a:pt x="1025863" y="979773"/>
                  </a:lnTo>
                  <a:close/>
                </a:path>
              </a:pathLst>
            </a:custGeom>
            <a:ln w="141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2604724" y="4420169"/>
              <a:ext cx="780415" cy="128905"/>
            </a:xfrm>
            <a:custGeom>
              <a:avLst/>
              <a:gdLst/>
              <a:ahLst/>
              <a:cxnLst/>
              <a:rect l="l" t="t" r="r" b="b"/>
              <a:pathLst>
                <a:path w="780414" h="128904">
                  <a:moveTo>
                    <a:pt x="779983" y="0"/>
                  </a:moveTo>
                  <a:lnTo>
                    <a:pt x="0" y="0"/>
                  </a:lnTo>
                  <a:lnTo>
                    <a:pt x="0" y="128699"/>
                  </a:lnTo>
                  <a:lnTo>
                    <a:pt x="779983" y="128699"/>
                  </a:lnTo>
                  <a:lnTo>
                    <a:pt x="7799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2644828" y="4254354"/>
              <a:ext cx="707390" cy="301625"/>
            </a:xfrm>
            <a:custGeom>
              <a:avLst/>
              <a:gdLst/>
              <a:ahLst/>
              <a:cxnLst/>
              <a:rect l="l" t="t" r="r" b="b"/>
              <a:pathLst>
                <a:path w="707389" h="301625">
                  <a:moveTo>
                    <a:pt x="0" y="0"/>
                  </a:moveTo>
                  <a:lnTo>
                    <a:pt x="0" y="301555"/>
                  </a:lnTo>
                </a:path>
                <a:path w="707389" h="301625">
                  <a:moveTo>
                    <a:pt x="706881" y="0"/>
                  </a:moveTo>
                  <a:lnTo>
                    <a:pt x="706881" y="301555"/>
                  </a:lnTo>
                </a:path>
              </a:pathLst>
            </a:custGeom>
            <a:ln w="141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2644828" y="4135059"/>
              <a:ext cx="702310" cy="173355"/>
            </a:xfrm>
            <a:custGeom>
              <a:avLst/>
              <a:gdLst/>
              <a:ahLst/>
              <a:cxnLst/>
              <a:rect l="l" t="t" r="r" b="b"/>
              <a:pathLst>
                <a:path w="702310" h="173354">
                  <a:moveTo>
                    <a:pt x="387606" y="0"/>
                  </a:moveTo>
                  <a:lnTo>
                    <a:pt x="312265" y="0"/>
                  </a:lnTo>
                  <a:lnTo>
                    <a:pt x="241986" y="2347"/>
                  </a:lnTo>
                  <a:lnTo>
                    <a:pt x="176184" y="11735"/>
                  </a:lnTo>
                  <a:lnTo>
                    <a:pt x="112524" y="23471"/>
                  </a:lnTo>
                  <a:lnTo>
                    <a:pt x="65996" y="32878"/>
                  </a:lnTo>
                  <a:lnTo>
                    <a:pt x="25892" y="48843"/>
                  </a:lnTo>
                  <a:lnTo>
                    <a:pt x="0" y="88763"/>
                  </a:lnTo>
                  <a:lnTo>
                    <a:pt x="7008" y="102865"/>
                  </a:lnTo>
                  <a:lnTo>
                    <a:pt x="65996" y="138091"/>
                  </a:lnTo>
                  <a:lnTo>
                    <a:pt x="112524" y="149361"/>
                  </a:lnTo>
                  <a:lnTo>
                    <a:pt x="176184" y="161097"/>
                  </a:lnTo>
                  <a:lnTo>
                    <a:pt x="241986" y="168138"/>
                  </a:lnTo>
                  <a:lnTo>
                    <a:pt x="312265" y="172852"/>
                  </a:lnTo>
                  <a:lnTo>
                    <a:pt x="387606" y="172852"/>
                  </a:lnTo>
                  <a:lnTo>
                    <a:pt x="455355" y="168138"/>
                  </a:lnTo>
                  <a:lnTo>
                    <a:pt x="526023" y="161097"/>
                  </a:lnTo>
                  <a:lnTo>
                    <a:pt x="584427" y="149361"/>
                  </a:lnTo>
                  <a:lnTo>
                    <a:pt x="631540" y="138091"/>
                  </a:lnTo>
                  <a:lnTo>
                    <a:pt x="671644" y="123989"/>
                  </a:lnTo>
                  <a:lnTo>
                    <a:pt x="702208" y="88763"/>
                  </a:lnTo>
                  <a:lnTo>
                    <a:pt x="695200" y="67639"/>
                  </a:lnTo>
                  <a:lnTo>
                    <a:pt x="631540" y="32878"/>
                  </a:lnTo>
                  <a:lnTo>
                    <a:pt x="526023" y="11735"/>
                  </a:lnTo>
                  <a:lnTo>
                    <a:pt x="455355" y="2347"/>
                  </a:lnTo>
                  <a:lnTo>
                    <a:pt x="3876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2644828" y="3854628"/>
              <a:ext cx="702310" cy="453390"/>
            </a:xfrm>
            <a:custGeom>
              <a:avLst/>
              <a:gdLst/>
              <a:ahLst/>
              <a:cxnLst/>
              <a:rect l="l" t="t" r="r" b="b"/>
              <a:pathLst>
                <a:path w="702310" h="453389">
                  <a:moveTo>
                    <a:pt x="0" y="369194"/>
                  </a:moveTo>
                  <a:lnTo>
                    <a:pt x="25892" y="329274"/>
                  </a:lnTo>
                  <a:lnTo>
                    <a:pt x="65996" y="313310"/>
                  </a:lnTo>
                  <a:lnTo>
                    <a:pt x="112524" y="303902"/>
                  </a:lnTo>
                  <a:lnTo>
                    <a:pt x="176184" y="292166"/>
                  </a:lnTo>
                  <a:lnTo>
                    <a:pt x="241986" y="282778"/>
                  </a:lnTo>
                  <a:lnTo>
                    <a:pt x="312265" y="280431"/>
                  </a:lnTo>
                  <a:lnTo>
                    <a:pt x="387606" y="280431"/>
                  </a:lnTo>
                  <a:lnTo>
                    <a:pt x="455355" y="282778"/>
                  </a:lnTo>
                  <a:lnTo>
                    <a:pt x="526023" y="292166"/>
                  </a:lnTo>
                  <a:lnTo>
                    <a:pt x="584427" y="303902"/>
                  </a:lnTo>
                  <a:lnTo>
                    <a:pt x="631540" y="313310"/>
                  </a:lnTo>
                  <a:lnTo>
                    <a:pt x="671644" y="329274"/>
                  </a:lnTo>
                  <a:lnTo>
                    <a:pt x="695200" y="348070"/>
                  </a:lnTo>
                  <a:lnTo>
                    <a:pt x="702208" y="369194"/>
                  </a:lnTo>
                  <a:lnTo>
                    <a:pt x="695200" y="383296"/>
                  </a:lnTo>
                  <a:lnTo>
                    <a:pt x="631540" y="418522"/>
                  </a:lnTo>
                  <a:lnTo>
                    <a:pt x="584427" y="429792"/>
                  </a:lnTo>
                  <a:lnTo>
                    <a:pt x="526023" y="441528"/>
                  </a:lnTo>
                  <a:lnTo>
                    <a:pt x="455355" y="448569"/>
                  </a:lnTo>
                  <a:lnTo>
                    <a:pt x="387606" y="453283"/>
                  </a:lnTo>
                  <a:lnTo>
                    <a:pt x="312265" y="453283"/>
                  </a:lnTo>
                  <a:lnTo>
                    <a:pt x="241986" y="448569"/>
                  </a:lnTo>
                  <a:lnTo>
                    <a:pt x="176184" y="441528"/>
                  </a:lnTo>
                  <a:lnTo>
                    <a:pt x="112524" y="429792"/>
                  </a:lnTo>
                  <a:lnTo>
                    <a:pt x="65996" y="418522"/>
                  </a:lnTo>
                  <a:lnTo>
                    <a:pt x="25892" y="404420"/>
                  </a:lnTo>
                  <a:lnTo>
                    <a:pt x="7008" y="383296"/>
                  </a:lnTo>
                  <a:lnTo>
                    <a:pt x="0" y="369194"/>
                  </a:lnTo>
                  <a:close/>
                </a:path>
                <a:path w="702310" h="453389">
                  <a:moveTo>
                    <a:pt x="0" y="88782"/>
                  </a:moveTo>
                  <a:lnTo>
                    <a:pt x="25892" y="48862"/>
                  </a:lnTo>
                  <a:lnTo>
                    <a:pt x="65996" y="32413"/>
                  </a:lnTo>
                  <a:lnTo>
                    <a:pt x="112524" y="23024"/>
                  </a:lnTo>
                  <a:lnTo>
                    <a:pt x="176184" y="11289"/>
                  </a:lnTo>
                  <a:lnTo>
                    <a:pt x="241986" y="2347"/>
                  </a:lnTo>
                  <a:lnTo>
                    <a:pt x="312265" y="0"/>
                  </a:lnTo>
                  <a:lnTo>
                    <a:pt x="387606" y="0"/>
                  </a:lnTo>
                  <a:lnTo>
                    <a:pt x="455355" y="2347"/>
                  </a:lnTo>
                  <a:lnTo>
                    <a:pt x="526023" y="11289"/>
                  </a:lnTo>
                  <a:lnTo>
                    <a:pt x="584427" y="23024"/>
                  </a:lnTo>
                  <a:lnTo>
                    <a:pt x="631540" y="32413"/>
                  </a:lnTo>
                  <a:lnTo>
                    <a:pt x="671644" y="48862"/>
                  </a:lnTo>
                  <a:lnTo>
                    <a:pt x="695200" y="67639"/>
                  </a:lnTo>
                  <a:lnTo>
                    <a:pt x="702208" y="88782"/>
                  </a:lnTo>
                  <a:lnTo>
                    <a:pt x="695200" y="102865"/>
                  </a:lnTo>
                  <a:lnTo>
                    <a:pt x="631540" y="137626"/>
                  </a:lnTo>
                  <a:lnTo>
                    <a:pt x="584427" y="149381"/>
                  </a:lnTo>
                  <a:lnTo>
                    <a:pt x="526023" y="161116"/>
                  </a:lnTo>
                  <a:lnTo>
                    <a:pt x="455355" y="168157"/>
                  </a:lnTo>
                  <a:lnTo>
                    <a:pt x="387606" y="172852"/>
                  </a:lnTo>
                  <a:lnTo>
                    <a:pt x="312265" y="172852"/>
                  </a:lnTo>
                  <a:lnTo>
                    <a:pt x="241986" y="168157"/>
                  </a:lnTo>
                  <a:lnTo>
                    <a:pt x="176184" y="161116"/>
                  </a:lnTo>
                  <a:lnTo>
                    <a:pt x="112524" y="149381"/>
                  </a:lnTo>
                  <a:lnTo>
                    <a:pt x="65996" y="137626"/>
                  </a:lnTo>
                  <a:lnTo>
                    <a:pt x="25892" y="123543"/>
                  </a:lnTo>
                  <a:lnTo>
                    <a:pt x="7008" y="102865"/>
                  </a:lnTo>
                  <a:lnTo>
                    <a:pt x="0" y="88782"/>
                  </a:lnTo>
                  <a:close/>
                </a:path>
              </a:pathLst>
            </a:custGeom>
            <a:ln w="141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2604724" y="4097471"/>
              <a:ext cx="780415" cy="128905"/>
            </a:xfrm>
            <a:custGeom>
              <a:avLst/>
              <a:gdLst/>
              <a:ahLst/>
              <a:cxnLst/>
              <a:rect l="l" t="t" r="r" b="b"/>
              <a:pathLst>
                <a:path w="780414" h="128904">
                  <a:moveTo>
                    <a:pt x="779983" y="0"/>
                  </a:moveTo>
                  <a:lnTo>
                    <a:pt x="0" y="0"/>
                  </a:lnTo>
                  <a:lnTo>
                    <a:pt x="0" y="128699"/>
                  </a:lnTo>
                  <a:lnTo>
                    <a:pt x="779983" y="128699"/>
                  </a:lnTo>
                  <a:lnTo>
                    <a:pt x="7799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2644828" y="3929328"/>
              <a:ext cx="707390" cy="301625"/>
            </a:xfrm>
            <a:custGeom>
              <a:avLst/>
              <a:gdLst/>
              <a:ahLst/>
              <a:cxnLst/>
              <a:rect l="l" t="t" r="r" b="b"/>
              <a:pathLst>
                <a:path w="707389" h="301625">
                  <a:moveTo>
                    <a:pt x="0" y="0"/>
                  </a:moveTo>
                  <a:lnTo>
                    <a:pt x="0" y="301535"/>
                  </a:lnTo>
                </a:path>
                <a:path w="707389" h="301625">
                  <a:moveTo>
                    <a:pt x="706881" y="0"/>
                  </a:moveTo>
                  <a:lnTo>
                    <a:pt x="706881" y="301535"/>
                  </a:lnTo>
                </a:path>
              </a:pathLst>
            </a:custGeom>
            <a:ln w="141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2644828" y="3807666"/>
              <a:ext cx="702310" cy="173355"/>
            </a:xfrm>
            <a:custGeom>
              <a:avLst/>
              <a:gdLst/>
              <a:ahLst/>
              <a:cxnLst/>
              <a:rect l="l" t="t" r="r" b="b"/>
              <a:pathLst>
                <a:path w="702310" h="173354">
                  <a:moveTo>
                    <a:pt x="387606" y="0"/>
                  </a:moveTo>
                  <a:lnTo>
                    <a:pt x="312265" y="0"/>
                  </a:lnTo>
                  <a:lnTo>
                    <a:pt x="241986" y="2347"/>
                  </a:lnTo>
                  <a:lnTo>
                    <a:pt x="176184" y="11735"/>
                  </a:lnTo>
                  <a:lnTo>
                    <a:pt x="112524" y="23490"/>
                  </a:lnTo>
                  <a:lnTo>
                    <a:pt x="65996" y="32878"/>
                  </a:lnTo>
                  <a:lnTo>
                    <a:pt x="25892" y="49308"/>
                  </a:lnTo>
                  <a:lnTo>
                    <a:pt x="0" y="88782"/>
                  </a:lnTo>
                  <a:lnTo>
                    <a:pt x="7008" y="102865"/>
                  </a:lnTo>
                  <a:lnTo>
                    <a:pt x="65996" y="138091"/>
                  </a:lnTo>
                  <a:lnTo>
                    <a:pt x="112524" y="149827"/>
                  </a:lnTo>
                  <a:lnTo>
                    <a:pt x="176184" y="161116"/>
                  </a:lnTo>
                  <a:lnTo>
                    <a:pt x="241986" y="168157"/>
                  </a:lnTo>
                  <a:lnTo>
                    <a:pt x="312265" y="172852"/>
                  </a:lnTo>
                  <a:lnTo>
                    <a:pt x="387606" y="172852"/>
                  </a:lnTo>
                  <a:lnTo>
                    <a:pt x="455355" y="168157"/>
                  </a:lnTo>
                  <a:lnTo>
                    <a:pt x="526023" y="161116"/>
                  </a:lnTo>
                  <a:lnTo>
                    <a:pt x="584427" y="149827"/>
                  </a:lnTo>
                  <a:lnTo>
                    <a:pt x="631540" y="138091"/>
                  </a:lnTo>
                  <a:lnTo>
                    <a:pt x="671644" y="124008"/>
                  </a:lnTo>
                  <a:lnTo>
                    <a:pt x="702208" y="88782"/>
                  </a:lnTo>
                  <a:lnTo>
                    <a:pt x="695200" y="67639"/>
                  </a:lnTo>
                  <a:lnTo>
                    <a:pt x="631540" y="32878"/>
                  </a:lnTo>
                  <a:lnTo>
                    <a:pt x="526023" y="11735"/>
                  </a:lnTo>
                  <a:lnTo>
                    <a:pt x="455355" y="2347"/>
                  </a:lnTo>
                  <a:lnTo>
                    <a:pt x="3876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2644828" y="3527254"/>
              <a:ext cx="702310" cy="453390"/>
            </a:xfrm>
            <a:custGeom>
              <a:avLst/>
              <a:gdLst/>
              <a:ahLst/>
              <a:cxnLst/>
              <a:rect l="l" t="t" r="r" b="b"/>
              <a:pathLst>
                <a:path w="702310" h="453389">
                  <a:moveTo>
                    <a:pt x="0" y="369194"/>
                  </a:moveTo>
                  <a:lnTo>
                    <a:pt x="25892" y="329720"/>
                  </a:lnTo>
                  <a:lnTo>
                    <a:pt x="65996" y="313290"/>
                  </a:lnTo>
                  <a:lnTo>
                    <a:pt x="112524" y="303902"/>
                  </a:lnTo>
                  <a:lnTo>
                    <a:pt x="176184" y="292147"/>
                  </a:lnTo>
                  <a:lnTo>
                    <a:pt x="241986" y="282759"/>
                  </a:lnTo>
                  <a:lnTo>
                    <a:pt x="312265" y="280411"/>
                  </a:lnTo>
                  <a:lnTo>
                    <a:pt x="387606" y="280411"/>
                  </a:lnTo>
                  <a:lnTo>
                    <a:pt x="455355" y="282759"/>
                  </a:lnTo>
                  <a:lnTo>
                    <a:pt x="526023" y="292147"/>
                  </a:lnTo>
                  <a:lnTo>
                    <a:pt x="584427" y="303902"/>
                  </a:lnTo>
                  <a:lnTo>
                    <a:pt x="631540" y="313290"/>
                  </a:lnTo>
                  <a:lnTo>
                    <a:pt x="671644" y="329720"/>
                  </a:lnTo>
                  <a:lnTo>
                    <a:pt x="695200" y="348051"/>
                  </a:lnTo>
                  <a:lnTo>
                    <a:pt x="702208" y="369194"/>
                  </a:lnTo>
                  <a:lnTo>
                    <a:pt x="695200" y="383277"/>
                  </a:lnTo>
                  <a:lnTo>
                    <a:pt x="631540" y="418503"/>
                  </a:lnTo>
                  <a:lnTo>
                    <a:pt x="584427" y="430239"/>
                  </a:lnTo>
                  <a:lnTo>
                    <a:pt x="526023" y="441528"/>
                  </a:lnTo>
                  <a:lnTo>
                    <a:pt x="455355" y="448569"/>
                  </a:lnTo>
                  <a:lnTo>
                    <a:pt x="387606" y="453264"/>
                  </a:lnTo>
                  <a:lnTo>
                    <a:pt x="312265" y="453264"/>
                  </a:lnTo>
                  <a:lnTo>
                    <a:pt x="241986" y="448569"/>
                  </a:lnTo>
                  <a:lnTo>
                    <a:pt x="176184" y="441528"/>
                  </a:lnTo>
                  <a:lnTo>
                    <a:pt x="112524" y="430239"/>
                  </a:lnTo>
                  <a:lnTo>
                    <a:pt x="65996" y="418503"/>
                  </a:lnTo>
                  <a:lnTo>
                    <a:pt x="25892" y="404420"/>
                  </a:lnTo>
                  <a:lnTo>
                    <a:pt x="7008" y="383277"/>
                  </a:lnTo>
                  <a:lnTo>
                    <a:pt x="0" y="369194"/>
                  </a:lnTo>
                  <a:close/>
                </a:path>
                <a:path w="702310" h="453389">
                  <a:moveTo>
                    <a:pt x="0" y="88841"/>
                  </a:moveTo>
                  <a:lnTo>
                    <a:pt x="25892" y="48881"/>
                  </a:lnTo>
                  <a:lnTo>
                    <a:pt x="65996" y="32394"/>
                  </a:lnTo>
                  <a:lnTo>
                    <a:pt x="112524" y="23471"/>
                  </a:lnTo>
                  <a:lnTo>
                    <a:pt x="176184" y="11832"/>
                  </a:lnTo>
                  <a:lnTo>
                    <a:pt x="241986" y="2327"/>
                  </a:lnTo>
                  <a:lnTo>
                    <a:pt x="312265" y="0"/>
                  </a:lnTo>
                  <a:lnTo>
                    <a:pt x="387606" y="0"/>
                  </a:lnTo>
                  <a:lnTo>
                    <a:pt x="455355" y="2327"/>
                  </a:lnTo>
                  <a:lnTo>
                    <a:pt x="526023" y="11832"/>
                  </a:lnTo>
                  <a:lnTo>
                    <a:pt x="584427" y="23471"/>
                  </a:lnTo>
                  <a:lnTo>
                    <a:pt x="631540" y="32394"/>
                  </a:lnTo>
                  <a:lnTo>
                    <a:pt x="671644" y="48881"/>
                  </a:lnTo>
                  <a:lnTo>
                    <a:pt x="695200" y="67697"/>
                  </a:lnTo>
                  <a:lnTo>
                    <a:pt x="702208" y="88841"/>
                  </a:lnTo>
                  <a:lnTo>
                    <a:pt x="695200" y="102807"/>
                  </a:lnTo>
                  <a:lnTo>
                    <a:pt x="631540" y="137529"/>
                  </a:lnTo>
                  <a:lnTo>
                    <a:pt x="584427" y="149361"/>
                  </a:lnTo>
                  <a:lnTo>
                    <a:pt x="526023" y="161194"/>
                  </a:lnTo>
                  <a:lnTo>
                    <a:pt x="455355" y="168177"/>
                  </a:lnTo>
                  <a:lnTo>
                    <a:pt x="387606" y="172832"/>
                  </a:lnTo>
                  <a:lnTo>
                    <a:pt x="312265" y="172832"/>
                  </a:lnTo>
                  <a:lnTo>
                    <a:pt x="241986" y="168177"/>
                  </a:lnTo>
                  <a:lnTo>
                    <a:pt x="176184" y="161194"/>
                  </a:lnTo>
                  <a:lnTo>
                    <a:pt x="112524" y="149361"/>
                  </a:lnTo>
                  <a:lnTo>
                    <a:pt x="65996" y="137529"/>
                  </a:lnTo>
                  <a:lnTo>
                    <a:pt x="25892" y="123950"/>
                  </a:lnTo>
                  <a:lnTo>
                    <a:pt x="7008" y="102807"/>
                  </a:lnTo>
                  <a:lnTo>
                    <a:pt x="0" y="88841"/>
                  </a:lnTo>
                  <a:close/>
                </a:path>
              </a:pathLst>
            </a:custGeom>
            <a:ln w="141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2604724" y="3770097"/>
              <a:ext cx="780415" cy="128905"/>
            </a:xfrm>
            <a:custGeom>
              <a:avLst/>
              <a:gdLst/>
              <a:ahLst/>
              <a:cxnLst/>
              <a:rect l="l" t="t" r="r" b="b"/>
              <a:pathLst>
                <a:path w="780414" h="128904">
                  <a:moveTo>
                    <a:pt x="779983" y="0"/>
                  </a:moveTo>
                  <a:lnTo>
                    <a:pt x="0" y="0"/>
                  </a:lnTo>
                  <a:lnTo>
                    <a:pt x="0" y="128699"/>
                  </a:lnTo>
                  <a:lnTo>
                    <a:pt x="779983" y="128699"/>
                  </a:lnTo>
                  <a:lnTo>
                    <a:pt x="7799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2644828" y="3601935"/>
              <a:ext cx="707390" cy="301625"/>
            </a:xfrm>
            <a:custGeom>
              <a:avLst/>
              <a:gdLst/>
              <a:ahLst/>
              <a:cxnLst/>
              <a:rect l="l" t="t" r="r" b="b"/>
              <a:pathLst>
                <a:path w="707389" h="301625">
                  <a:moveTo>
                    <a:pt x="0" y="0"/>
                  </a:moveTo>
                  <a:lnTo>
                    <a:pt x="0" y="301555"/>
                  </a:lnTo>
                </a:path>
                <a:path w="707389" h="301625">
                  <a:moveTo>
                    <a:pt x="706881" y="0"/>
                  </a:moveTo>
                  <a:lnTo>
                    <a:pt x="706881" y="301555"/>
                  </a:lnTo>
                </a:path>
              </a:pathLst>
            </a:custGeom>
            <a:ln w="141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2644828" y="3482640"/>
              <a:ext cx="702310" cy="175260"/>
            </a:xfrm>
            <a:custGeom>
              <a:avLst/>
              <a:gdLst/>
              <a:ahLst/>
              <a:cxnLst/>
              <a:rect l="l" t="t" r="r" b="b"/>
              <a:pathLst>
                <a:path w="702310" h="175260">
                  <a:moveTo>
                    <a:pt x="387606" y="0"/>
                  </a:moveTo>
                  <a:lnTo>
                    <a:pt x="312265" y="0"/>
                  </a:lnTo>
                  <a:lnTo>
                    <a:pt x="241986" y="4655"/>
                  </a:lnTo>
                  <a:lnTo>
                    <a:pt x="176184" y="11638"/>
                  </a:lnTo>
                  <a:lnTo>
                    <a:pt x="112524" y="23471"/>
                  </a:lnTo>
                  <a:lnTo>
                    <a:pt x="65996" y="35303"/>
                  </a:lnTo>
                  <a:lnTo>
                    <a:pt x="25892" y="51597"/>
                  </a:lnTo>
                  <a:lnTo>
                    <a:pt x="0" y="88841"/>
                  </a:lnTo>
                  <a:lnTo>
                    <a:pt x="7008" y="105135"/>
                  </a:lnTo>
                  <a:lnTo>
                    <a:pt x="65996" y="140438"/>
                  </a:lnTo>
                  <a:lnTo>
                    <a:pt x="112524" y="152077"/>
                  </a:lnTo>
                  <a:lnTo>
                    <a:pt x="176184" y="163909"/>
                  </a:lnTo>
                  <a:lnTo>
                    <a:pt x="241986" y="170892"/>
                  </a:lnTo>
                  <a:lnTo>
                    <a:pt x="312265" y="175160"/>
                  </a:lnTo>
                  <a:lnTo>
                    <a:pt x="387606" y="175160"/>
                  </a:lnTo>
                  <a:lnTo>
                    <a:pt x="455355" y="170892"/>
                  </a:lnTo>
                  <a:lnTo>
                    <a:pt x="526023" y="163909"/>
                  </a:lnTo>
                  <a:lnTo>
                    <a:pt x="584427" y="152077"/>
                  </a:lnTo>
                  <a:lnTo>
                    <a:pt x="631540" y="140438"/>
                  </a:lnTo>
                  <a:lnTo>
                    <a:pt x="671644" y="123950"/>
                  </a:lnTo>
                  <a:lnTo>
                    <a:pt x="702208" y="88841"/>
                  </a:lnTo>
                  <a:lnTo>
                    <a:pt x="695200" y="70413"/>
                  </a:lnTo>
                  <a:lnTo>
                    <a:pt x="631540" y="35303"/>
                  </a:lnTo>
                  <a:lnTo>
                    <a:pt x="584427" y="23471"/>
                  </a:lnTo>
                  <a:lnTo>
                    <a:pt x="526023" y="11638"/>
                  </a:lnTo>
                  <a:lnTo>
                    <a:pt x="455355" y="4655"/>
                  </a:lnTo>
                  <a:lnTo>
                    <a:pt x="3876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2644828" y="3202150"/>
              <a:ext cx="702310" cy="455930"/>
            </a:xfrm>
            <a:custGeom>
              <a:avLst/>
              <a:gdLst/>
              <a:ahLst/>
              <a:cxnLst/>
              <a:rect l="l" t="t" r="r" b="b"/>
              <a:pathLst>
                <a:path w="702310" h="455929">
                  <a:moveTo>
                    <a:pt x="0" y="369330"/>
                  </a:moveTo>
                  <a:lnTo>
                    <a:pt x="25892" y="332087"/>
                  </a:lnTo>
                  <a:lnTo>
                    <a:pt x="65996" y="315793"/>
                  </a:lnTo>
                  <a:lnTo>
                    <a:pt x="112524" y="303960"/>
                  </a:lnTo>
                  <a:lnTo>
                    <a:pt x="176184" y="292128"/>
                  </a:lnTo>
                  <a:lnTo>
                    <a:pt x="241986" y="285144"/>
                  </a:lnTo>
                  <a:lnTo>
                    <a:pt x="312265" y="280489"/>
                  </a:lnTo>
                  <a:lnTo>
                    <a:pt x="387606" y="280489"/>
                  </a:lnTo>
                  <a:lnTo>
                    <a:pt x="455355" y="285144"/>
                  </a:lnTo>
                  <a:lnTo>
                    <a:pt x="526023" y="292128"/>
                  </a:lnTo>
                  <a:lnTo>
                    <a:pt x="584427" y="303960"/>
                  </a:lnTo>
                  <a:lnTo>
                    <a:pt x="631540" y="315793"/>
                  </a:lnTo>
                  <a:lnTo>
                    <a:pt x="671644" y="332087"/>
                  </a:lnTo>
                  <a:lnTo>
                    <a:pt x="702208" y="369330"/>
                  </a:lnTo>
                  <a:lnTo>
                    <a:pt x="695200" y="385624"/>
                  </a:lnTo>
                  <a:lnTo>
                    <a:pt x="631540" y="420928"/>
                  </a:lnTo>
                  <a:lnTo>
                    <a:pt x="584427" y="432566"/>
                  </a:lnTo>
                  <a:lnTo>
                    <a:pt x="526023" y="444399"/>
                  </a:lnTo>
                  <a:lnTo>
                    <a:pt x="455355" y="451382"/>
                  </a:lnTo>
                  <a:lnTo>
                    <a:pt x="387606" y="455649"/>
                  </a:lnTo>
                  <a:lnTo>
                    <a:pt x="312265" y="455649"/>
                  </a:lnTo>
                  <a:lnTo>
                    <a:pt x="241986" y="451382"/>
                  </a:lnTo>
                  <a:lnTo>
                    <a:pt x="176184" y="444399"/>
                  </a:lnTo>
                  <a:lnTo>
                    <a:pt x="112524" y="432566"/>
                  </a:lnTo>
                  <a:lnTo>
                    <a:pt x="65996" y="420928"/>
                  </a:lnTo>
                  <a:lnTo>
                    <a:pt x="25892" y="404440"/>
                  </a:lnTo>
                  <a:lnTo>
                    <a:pt x="0" y="369330"/>
                  </a:lnTo>
                  <a:close/>
                </a:path>
                <a:path w="702310" h="455929">
                  <a:moveTo>
                    <a:pt x="0" y="88841"/>
                  </a:moveTo>
                  <a:lnTo>
                    <a:pt x="25892" y="51209"/>
                  </a:lnTo>
                  <a:lnTo>
                    <a:pt x="65996" y="35303"/>
                  </a:lnTo>
                  <a:lnTo>
                    <a:pt x="112524" y="23471"/>
                  </a:lnTo>
                  <a:lnTo>
                    <a:pt x="176184" y="11832"/>
                  </a:lnTo>
                  <a:lnTo>
                    <a:pt x="241986" y="4849"/>
                  </a:lnTo>
                  <a:lnTo>
                    <a:pt x="312265" y="0"/>
                  </a:lnTo>
                  <a:lnTo>
                    <a:pt x="387606" y="0"/>
                  </a:lnTo>
                  <a:lnTo>
                    <a:pt x="455355" y="4849"/>
                  </a:lnTo>
                  <a:lnTo>
                    <a:pt x="526023" y="11832"/>
                  </a:lnTo>
                  <a:lnTo>
                    <a:pt x="584427" y="23471"/>
                  </a:lnTo>
                  <a:lnTo>
                    <a:pt x="631540" y="35303"/>
                  </a:lnTo>
                  <a:lnTo>
                    <a:pt x="671644" y="51209"/>
                  </a:lnTo>
                  <a:lnTo>
                    <a:pt x="702208" y="88841"/>
                  </a:lnTo>
                  <a:lnTo>
                    <a:pt x="695200" y="105329"/>
                  </a:lnTo>
                  <a:lnTo>
                    <a:pt x="631540" y="140438"/>
                  </a:lnTo>
                  <a:lnTo>
                    <a:pt x="584427" y="151689"/>
                  </a:lnTo>
                  <a:lnTo>
                    <a:pt x="526023" y="163521"/>
                  </a:lnTo>
                  <a:lnTo>
                    <a:pt x="455355" y="170505"/>
                  </a:lnTo>
                  <a:lnTo>
                    <a:pt x="387606" y="175354"/>
                  </a:lnTo>
                  <a:lnTo>
                    <a:pt x="312265" y="175354"/>
                  </a:lnTo>
                  <a:lnTo>
                    <a:pt x="241986" y="170505"/>
                  </a:lnTo>
                  <a:lnTo>
                    <a:pt x="176184" y="163521"/>
                  </a:lnTo>
                  <a:lnTo>
                    <a:pt x="112524" y="151689"/>
                  </a:lnTo>
                  <a:lnTo>
                    <a:pt x="65996" y="140438"/>
                  </a:lnTo>
                  <a:lnTo>
                    <a:pt x="25892" y="124144"/>
                  </a:lnTo>
                  <a:lnTo>
                    <a:pt x="0" y="88841"/>
                  </a:lnTo>
                  <a:close/>
                </a:path>
              </a:pathLst>
            </a:custGeom>
            <a:ln w="141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2604724" y="3447906"/>
              <a:ext cx="780415" cy="128270"/>
            </a:xfrm>
            <a:custGeom>
              <a:avLst/>
              <a:gdLst/>
              <a:ahLst/>
              <a:cxnLst/>
              <a:rect l="l" t="t" r="r" b="b"/>
              <a:pathLst>
                <a:path w="780414" h="128270">
                  <a:moveTo>
                    <a:pt x="779983" y="0"/>
                  </a:moveTo>
                  <a:lnTo>
                    <a:pt x="0" y="0"/>
                  </a:lnTo>
                  <a:lnTo>
                    <a:pt x="0" y="128229"/>
                  </a:lnTo>
                  <a:lnTo>
                    <a:pt x="779983" y="128229"/>
                  </a:lnTo>
                  <a:lnTo>
                    <a:pt x="7799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2644828" y="3279159"/>
              <a:ext cx="1731010" cy="1351915"/>
            </a:xfrm>
            <a:custGeom>
              <a:avLst/>
              <a:gdLst/>
              <a:ahLst/>
              <a:cxnLst/>
              <a:rect l="l" t="t" r="r" b="b"/>
              <a:pathLst>
                <a:path w="1731010" h="1351914">
                  <a:moveTo>
                    <a:pt x="0" y="0"/>
                  </a:moveTo>
                  <a:lnTo>
                    <a:pt x="0" y="301632"/>
                  </a:lnTo>
                </a:path>
                <a:path w="1731010" h="1351914">
                  <a:moveTo>
                    <a:pt x="706881" y="0"/>
                  </a:moveTo>
                  <a:lnTo>
                    <a:pt x="706881" y="301632"/>
                  </a:lnTo>
                </a:path>
                <a:path w="1731010" h="1351914">
                  <a:moveTo>
                    <a:pt x="1028686" y="1267362"/>
                  </a:moveTo>
                  <a:lnTo>
                    <a:pt x="1054578" y="1227422"/>
                  </a:lnTo>
                  <a:lnTo>
                    <a:pt x="1091762" y="1213340"/>
                  </a:lnTo>
                  <a:lnTo>
                    <a:pt x="1138874" y="1201604"/>
                  </a:lnTo>
                  <a:lnTo>
                    <a:pt x="1202340" y="1190315"/>
                  </a:lnTo>
                  <a:lnTo>
                    <a:pt x="1267947" y="1183273"/>
                  </a:lnTo>
                  <a:lnTo>
                    <a:pt x="1338615" y="1178579"/>
                  </a:lnTo>
                  <a:lnTo>
                    <a:pt x="1413372" y="1178579"/>
                  </a:lnTo>
                  <a:lnTo>
                    <a:pt x="1484041" y="1183273"/>
                  </a:lnTo>
                  <a:lnTo>
                    <a:pt x="1554320" y="1190315"/>
                  </a:lnTo>
                  <a:lnTo>
                    <a:pt x="1613113" y="1201604"/>
                  </a:lnTo>
                  <a:lnTo>
                    <a:pt x="1660226" y="1213340"/>
                  </a:lnTo>
                  <a:lnTo>
                    <a:pt x="1697409" y="1227422"/>
                  </a:lnTo>
                  <a:lnTo>
                    <a:pt x="1730505" y="1267362"/>
                  </a:lnTo>
                  <a:lnTo>
                    <a:pt x="1720966" y="1283792"/>
                  </a:lnTo>
                  <a:lnTo>
                    <a:pt x="1697409" y="1302588"/>
                  </a:lnTo>
                  <a:lnTo>
                    <a:pt x="1660226" y="1318552"/>
                  </a:lnTo>
                  <a:lnTo>
                    <a:pt x="1613113" y="1327941"/>
                  </a:lnTo>
                  <a:lnTo>
                    <a:pt x="1554320" y="1339696"/>
                  </a:lnTo>
                  <a:lnTo>
                    <a:pt x="1484041" y="1349084"/>
                  </a:lnTo>
                  <a:lnTo>
                    <a:pt x="1413372" y="1351431"/>
                  </a:lnTo>
                  <a:lnTo>
                    <a:pt x="1338615" y="1351431"/>
                  </a:lnTo>
                  <a:lnTo>
                    <a:pt x="1267947" y="1349084"/>
                  </a:lnTo>
                  <a:lnTo>
                    <a:pt x="1202340" y="1339696"/>
                  </a:lnTo>
                  <a:lnTo>
                    <a:pt x="1138874" y="1327941"/>
                  </a:lnTo>
                  <a:lnTo>
                    <a:pt x="1091762" y="1318552"/>
                  </a:lnTo>
                  <a:lnTo>
                    <a:pt x="1054578" y="1302588"/>
                  </a:lnTo>
                  <a:lnTo>
                    <a:pt x="1035694" y="1283792"/>
                  </a:lnTo>
                  <a:lnTo>
                    <a:pt x="1028686" y="1267362"/>
                  </a:lnTo>
                  <a:close/>
                </a:path>
                <a:path w="1731010" h="1351914">
                  <a:moveTo>
                    <a:pt x="1028686" y="986950"/>
                  </a:moveTo>
                  <a:lnTo>
                    <a:pt x="1054578" y="947010"/>
                  </a:lnTo>
                  <a:lnTo>
                    <a:pt x="1091762" y="932928"/>
                  </a:lnTo>
                  <a:lnTo>
                    <a:pt x="1138874" y="921173"/>
                  </a:lnTo>
                  <a:lnTo>
                    <a:pt x="1202340" y="909437"/>
                  </a:lnTo>
                  <a:lnTo>
                    <a:pt x="1267947" y="902396"/>
                  </a:lnTo>
                  <a:lnTo>
                    <a:pt x="1338615" y="897702"/>
                  </a:lnTo>
                  <a:lnTo>
                    <a:pt x="1413372" y="897702"/>
                  </a:lnTo>
                  <a:lnTo>
                    <a:pt x="1484041" y="902396"/>
                  </a:lnTo>
                  <a:lnTo>
                    <a:pt x="1554320" y="909437"/>
                  </a:lnTo>
                  <a:lnTo>
                    <a:pt x="1613113" y="921173"/>
                  </a:lnTo>
                  <a:lnTo>
                    <a:pt x="1660226" y="932928"/>
                  </a:lnTo>
                  <a:lnTo>
                    <a:pt x="1697409" y="947010"/>
                  </a:lnTo>
                  <a:lnTo>
                    <a:pt x="1730505" y="986950"/>
                  </a:lnTo>
                  <a:lnTo>
                    <a:pt x="1720966" y="1002914"/>
                  </a:lnTo>
                  <a:lnTo>
                    <a:pt x="1697409" y="1021691"/>
                  </a:lnTo>
                  <a:lnTo>
                    <a:pt x="1660226" y="1038140"/>
                  </a:lnTo>
                  <a:lnTo>
                    <a:pt x="1613113" y="1047529"/>
                  </a:lnTo>
                  <a:lnTo>
                    <a:pt x="1554320" y="1059284"/>
                  </a:lnTo>
                  <a:lnTo>
                    <a:pt x="1484041" y="1068672"/>
                  </a:lnTo>
                  <a:lnTo>
                    <a:pt x="1413372" y="1071019"/>
                  </a:lnTo>
                  <a:lnTo>
                    <a:pt x="1338615" y="1071019"/>
                  </a:lnTo>
                  <a:lnTo>
                    <a:pt x="1267947" y="1068672"/>
                  </a:lnTo>
                  <a:lnTo>
                    <a:pt x="1202340" y="1059284"/>
                  </a:lnTo>
                  <a:lnTo>
                    <a:pt x="1138874" y="1047529"/>
                  </a:lnTo>
                  <a:lnTo>
                    <a:pt x="1091762" y="1038140"/>
                  </a:lnTo>
                  <a:lnTo>
                    <a:pt x="1054578" y="1021691"/>
                  </a:lnTo>
                  <a:lnTo>
                    <a:pt x="1035694" y="1002914"/>
                  </a:lnTo>
                  <a:lnTo>
                    <a:pt x="1028686" y="986950"/>
                  </a:lnTo>
                  <a:close/>
                </a:path>
              </a:pathLst>
            </a:custGeom>
            <a:ln w="141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3631074" y="4420169"/>
              <a:ext cx="782320" cy="128905"/>
            </a:xfrm>
            <a:custGeom>
              <a:avLst/>
              <a:gdLst/>
              <a:ahLst/>
              <a:cxnLst/>
              <a:rect l="l" t="t" r="r" b="b"/>
              <a:pathLst>
                <a:path w="782320" h="128904">
                  <a:moveTo>
                    <a:pt x="781852" y="0"/>
                  </a:moveTo>
                  <a:lnTo>
                    <a:pt x="0" y="0"/>
                  </a:lnTo>
                  <a:lnTo>
                    <a:pt x="0" y="128699"/>
                  </a:lnTo>
                  <a:lnTo>
                    <a:pt x="781852" y="128699"/>
                  </a:lnTo>
                  <a:lnTo>
                    <a:pt x="7818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3673514" y="4254354"/>
              <a:ext cx="704215" cy="301625"/>
            </a:xfrm>
            <a:custGeom>
              <a:avLst/>
              <a:gdLst/>
              <a:ahLst/>
              <a:cxnLst/>
              <a:rect l="l" t="t" r="r" b="b"/>
              <a:pathLst>
                <a:path w="704214" h="301625">
                  <a:moveTo>
                    <a:pt x="0" y="0"/>
                  </a:moveTo>
                  <a:lnTo>
                    <a:pt x="0" y="301555"/>
                  </a:lnTo>
                </a:path>
                <a:path w="704214" h="301625">
                  <a:moveTo>
                    <a:pt x="704155" y="0"/>
                  </a:moveTo>
                  <a:lnTo>
                    <a:pt x="704155" y="301555"/>
                  </a:lnTo>
                </a:path>
              </a:pathLst>
            </a:custGeom>
            <a:ln w="141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3673514" y="4135059"/>
              <a:ext cx="702310" cy="173355"/>
            </a:xfrm>
            <a:custGeom>
              <a:avLst/>
              <a:gdLst/>
              <a:ahLst/>
              <a:cxnLst/>
              <a:rect l="l" t="t" r="r" b="b"/>
              <a:pathLst>
                <a:path w="702310" h="173354">
                  <a:moveTo>
                    <a:pt x="384686" y="0"/>
                  </a:moveTo>
                  <a:lnTo>
                    <a:pt x="309929" y="0"/>
                  </a:lnTo>
                  <a:lnTo>
                    <a:pt x="239261" y="2347"/>
                  </a:lnTo>
                  <a:lnTo>
                    <a:pt x="173654" y="11735"/>
                  </a:lnTo>
                  <a:lnTo>
                    <a:pt x="110188" y="23471"/>
                  </a:lnTo>
                  <a:lnTo>
                    <a:pt x="63076" y="32878"/>
                  </a:lnTo>
                  <a:lnTo>
                    <a:pt x="25892" y="48843"/>
                  </a:lnTo>
                  <a:lnTo>
                    <a:pt x="0" y="88763"/>
                  </a:lnTo>
                  <a:lnTo>
                    <a:pt x="7008" y="102865"/>
                  </a:lnTo>
                  <a:lnTo>
                    <a:pt x="63076" y="138091"/>
                  </a:lnTo>
                  <a:lnTo>
                    <a:pt x="110188" y="149361"/>
                  </a:lnTo>
                  <a:lnTo>
                    <a:pt x="173654" y="161097"/>
                  </a:lnTo>
                  <a:lnTo>
                    <a:pt x="239261" y="168138"/>
                  </a:lnTo>
                  <a:lnTo>
                    <a:pt x="309929" y="172852"/>
                  </a:lnTo>
                  <a:lnTo>
                    <a:pt x="384686" y="172852"/>
                  </a:lnTo>
                  <a:lnTo>
                    <a:pt x="455355" y="168138"/>
                  </a:lnTo>
                  <a:lnTo>
                    <a:pt x="525634" y="161097"/>
                  </a:lnTo>
                  <a:lnTo>
                    <a:pt x="584427" y="149361"/>
                  </a:lnTo>
                  <a:lnTo>
                    <a:pt x="631540" y="138091"/>
                  </a:lnTo>
                  <a:lnTo>
                    <a:pt x="668723" y="123989"/>
                  </a:lnTo>
                  <a:lnTo>
                    <a:pt x="701819" y="88763"/>
                  </a:lnTo>
                  <a:lnTo>
                    <a:pt x="692280" y="67639"/>
                  </a:lnTo>
                  <a:lnTo>
                    <a:pt x="631540" y="32878"/>
                  </a:lnTo>
                  <a:lnTo>
                    <a:pt x="525634" y="11735"/>
                  </a:lnTo>
                  <a:lnTo>
                    <a:pt x="455355" y="2347"/>
                  </a:lnTo>
                  <a:lnTo>
                    <a:pt x="38468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3673514" y="3854628"/>
              <a:ext cx="702310" cy="453390"/>
            </a:xfrm>
            <a:custGeom>
              <a:avLst/>
              <a:gdLst/>
              <a:ahLst/>
              <a:cxnLst/>
              <a:rect l="l" t="t" r="r" b="b"/>
              <a:pathLst>
                <a:path w="702310" h="453389">
                  <a:moveTo>
                    <a:pt x="0" y="369194"/>
                  </a:moveTo>
                  <a:lnTo>
                    <a:pt x="25892" y="329274"/>
                  </a:lnTo>
                  <a:lnTo>
                    <a:pt x="63076" y="313310"/>
                  </a:lnTo>
                  <a:lnTo>
                    <a:pt x="110188" y="303902"/>
                  </a:lnTo>
                  <a:lnTo>
                    <a:pt x="173654" y="292166"/>
                  </a:lnTo>
                  <a:lnTo>
                    <a:pt x="239261" y="282778"/>
                  </a:lnTo>
                  <a:lnTo>
                    <a:pt x="309929" y="280431"/>
                  </a:lnTo>
                  <a:lnTo>
                    <a:pt x="384686" y="280431"/>
                  </a:lnTo>
                  <a:lnTo>
                    <a:pt x="455355" y="282778"/>
                  </a:lnTo>
                  <a:lnTo>
                    <a:pt x="525634" y="292166"/>
                  </a:lnTo>
                  <a:lnTo>
                    <a:pt x="584427" y="303902"/>
                  </a:lnTo>
                  <a:lnTo>
                    <a:pt x="631540" y="313310"/>
                  </a:lnTo>
                  <a:lnTo>
                    <a:pt x="668723" y="329274"/>
                  </a:lnTo>
                  <a:lnTo>
                    <a:pt x="701819" y="369194"/>
                  </a:lnTo>
                  <a:lnTo>
                    <a:pt x="692280" y="383296"/>
                  </a:lnTo>
                  <a:lnTo>
                    <a:pt x="631540" y="418522"/>
                  </a:lnTo>
                  <a:lnTo>
                    <a:pt x="584427" y="429792"/>
                  </a:lnTo>
                  <a:lnTo>
                    <a:pt x="525634" y="441528"/>
                  </a:lnTo>
                  <a:lnTo>
                    <a:pt x="455355" y="448569"/>
                  </a:lnTo>
                  <a:lnTo>
                    <a:pt x="384686" y="453283"/>
                  </a:lnTo>
                  <a:lnTo>
                    <a:pt x="309929" y="453283"/>
                  </a:lnTo>
                  <a:lnTo>
                    <a:pt x="239261" y="448569"/>
                  </a:lnTo>
                  <a:lnTo>
                    <a:pt x="173654" y="441528"/>
                  </a:lnTo>
                  <a:lnTo>
                    <a:pt x="110188" y="429792"/>
                  </a:lnTo>
                  <a:lnTo>
                    <a:pt x="63076" y="418522"/>
                  </a:lnTo>
                  <a:lnTo>
                    <a:pt x="25892" y="404420"/>
                  </a:lnTo>
                  <a:lnTo>
                    <a:pt x="0" y="369194"/>
                  </a:lnTo>
                  <a:close/>
                </a:path>
                <a:path w="702310" h="453389">
                  <a:moveTo>
                    <a:pt x="0" y="88782"/>
                  </a:moveTo>
                  <a:lnTo>
                    <a:pt x="25892" y="48862"/>
                  </a:lnTo>
                  <a:lnTo>
                    <a:pt x="63076" y="32413"/>
                  </a:lnTo>
                  <a:lnTo>
                    <a:pt x="110188" y="23024"/>
                  </a:lnTo>
                  <a:lnTo>
                    <a:pt x="173654" y="11289"/>
                  </a:lnTo>
                  <a:lnTo>
                    <a:pt x="239261" y="2347"/>
                  </a:lnTo>
                  <a:lnTo>
                    <a:pt x="309929" y="0"/>
                  </a:lnTo>
                  <a:lnTo>
                    <a:pt x="384686" y="0"/>
                  </a:lnTo>
                  <a:lnTo>
                    <a:pt x="455355" y="2347"/>
                  </a:lnTo>
                  <a:lnTo>
                    <a:pt x="525634" y="11289"/>
                  </a:lnTo>
                  <a:lnTo>
                    <a:pt x="584427" y="23024"/>
                  </a:lnTo>
                  <a:lnTo>
                    <a:pt x="631540" y="32413"/>
                  </a:lnTo>
                  <a:lnTo>
                    <a:pt x="668723" y="48862"/>
                  </a:lnTo>
                  <a:lnTo>
                    <a:pt x="692280" y="67639"/>
                  </a:lnTo>
                  <a:lnTo>
                    <a:pt x="701819" y="88782"/>
                  </a:lnTo>
                  <a:lnTo>
                    <a:pt x="692280" y="102865"/>
                  </a:lnTo>
                  <a:lnTo>
                    <a:pt x="631540" y="137626"/>
                  </a:lnTo>
                  <a:lnTo>
                    <a:pt x="584427" y="149381"/>
                  </a:lnTo>
                  <a:lnTo>
                    <a:pt x="525634" y="161116"/>
                  </a:lnTo>
                  <a:lnTo>
                    <a:pt x="455355" y="168157"/>
                  </a:lnTo>
                  <a:lnTo>
                    <a:pt x="384686" y="172852"/>
                  </a:lnTo>
                  <a:lnTo>
                    <a:pt x="309929" y="172852"/>
                  </a:lnTo>
                  <a:lnTo>
                    <a:pt x="239261" y="168157"/>
                  </a:lnTo>
                  <a:lnTo>
                    <a:pt x="173654" y="161116"/>
                  </a:lnTo>
                  <a:lnTo>
                    <a:pt x="110188" y="149381"/>
                  </a:lnTo>
                  <a:lnTo>
                    <a:pt x="63076" y="137626"/>
                  </a:lnTo>
                  <a:lnTo>
                    <a:pt x="25892" y="123543"/>
                  </a:lnTo>
                  <a:lnTo>
                    <a:pt x="7008" y="102865"/>
                  </a:lnTo>
                  <a:lnTo>
                    <a:pt x="0" y="88782"/>
                  </a:lnTo>
                  <a:close/>
                </a:path>
              </a:pathLst>
            </a:custGeom>
            <a:ln w="141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3631074" y="4097471"/>
              <a:ext cx="782320" cy="128905"/>
            </a:xfrm>
            <a:custGeom>
              <a:avLst/>
              <a:gdLst/>
              <a:ahLst/>
              <a:cxnLst/>
              <a:rect l="l" t="t" r="r" b="b"/>
              <a:pathLst>
                <a:path w="782320" h="128904">
                  <a:moveTo>
                    <a:pt x="781852" y="0"/>
                  </a:moveTo>
                  <a:lnTo>
                    <a:pt x="0" y="0"/>
                  </a:lnTo>
                  <a:lnTo>
                    <a:pt x="0" y="128699"/>
                  </a:lnTo>
                  <a:lnTo>
                    <a:pt x="781852" y="128699"/>
                  </a:lnTo>
                  <a:lnTo>
                    <a:pt x="7818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3673514" y="3929328"/>
              <a:ext cx="704215" cy="301625"/>
            </a:xfrm>
            <a:custGeom>
              <a:avLst/>
              <a:gdLst/>
              <a:ahLst/>
              <a:cxnLst/>
              <a:rect l="l" t="t" r="r" b="b"/>
              <a:pathLst>
                <a:path w="704214" h="301625">
                  <a:moveTo>
                    <a:pt x="0" y="0"/>
                  </a:moveTo>
                  <a:lnTo>
                    <a:pt x="0" y="301535"/>
                  </a:lnTo>
                </a:path>
                <a:path w="704214" h="301625">
                  <a:moveTo>
                    <a:pt x="704155" y="0"/>
                  </a:moveTo>
                  <a:lnTo>
                    <a:pt x="704155" y="301535"/>
                  </a:lnTo>
                </a:path>
              </a:pathLst>
            </a:custGeom>
            <a:ln w="141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3673514" y="3807666"/>
              <a:ext cx="702310" cy="173355"/>
            </a:xfrm>
            <a:custGeom>
              <a:avLst/>
              <a:gdLst/>
              <a:ahLst/>
              <a:cxnLst/>
              <a:rect l="l" t="t" r="r" b="b"/>
              <a:pathLst>
                <a:path w="702310" h="173354">
                  <a:moveTo>
                    <a:pt x="384686" y="0"/>
                  </a:moveTo>
                  <a:lnTo>
                    <a:pt x="309929" y="0"/>
                  </a:lnTo>
                  <a:lnTo>
                    <a:pt x="239261" y="2347"/>
                  </a:lnTo>
                  <a:lnTo>
                    <a:pt x="173654" y="11735"/>
                  </a:lnTo>
                  <a:lnTo>
                    <a:pt x="110188" y="23490"/>
                  </a:lnTo>
                  <a:lnTo>
                    <a:pt x="63076" y="32878"/>
                  </a:lnTo>
                  <a:lnTo>
                    <a:pt x="25892" y="49308"/>
                  </a:lnTo>
                  <a:lnTo>
                    <a:pt x="0" y="88782"/>
                  </a:lnTo>
                  <a:lnTo>
                    <a:pt x="7008" y="102865"/>
                  </a:lnTo>
                  <a:lnTo>
                    <a:pt x="63076" y="138091"/>
                  </a:lnTo>
                  <a:lnTo>
                    <a:pt x="110188" y="149827"/>
                  </a:lnTo>
                  <a:lnTo>
                    <a:pt x="173654" y="161116"/>
                  </a:lnTo>
                  <a:lnTo>
                    <a:pt x="239261" y="168157"/>
                  </a:lnTo>
                  <a:lnTo>
                    <a:pt x="309929" y="172852"/>
                  </a:lnTo>
                  <a:lnTo>
                    <a:pt x="384686" y="172852"/>
                  </a:lnTo>
                  <a:lnTo>
                    <a:pt x="455355" y="168157"/>
                  </a:lnTo>
                  <a:lnTo>
                    <a:pt x="525634" y="161116"/>
                  </a:lnTo>
                  <a:lnTo>
                    <a:pt x="584427" y="149827"/>
                  </a:lnTo>
                  <a:lnTo>
                    <a:pt x="631540" y="138091"/>
                  </a:lnTo>
                  <a:lnTo>
                    <a:pt x="668723" y="124008"/>
                  </a:lnTo>
                  <a:lnTo>
                    <a:pt x="701819" y="88782"/>
                  </a:lnTo>
                  <a:lnTo>
                    <a:pt x="692280" y="67639"/>
                  </a:lnTo>
                  <a:lnTo>
                    <a:pt x="631540" y="32878"/>
                  </a:lnTo>
                  <a:lnTo>
                    <a:pt x="525634" y="11735"/>
                  </a:lnTo>
                  <a:lnTo>
                    <a:pt x="455355" y="2347"/>
                  </a:lnTo>
                  <a:lnTo>
                    <a:pt x="38468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3673514" y="3527254"/>
              <a:ext cx="702310" cy="453390"/>
            </a:xfrm>
            <a:custGeom>
              <a:avLst/>
              <a:gdLst/>
              <a:ahLst/>
              <a:cxnLst/>
              <a:rect l="l" t="t" r="r" b="b"/>
              <a:pathLst>
                <a:path w="702310" h="453389">
                  <a:moveTo>
                    <a:pt x="0" y="369194"/>
                  </a:moveTo>
                  <a:lnTo>
                    <a:pt x="25892" y="329720"/>
                  </a:lnTo>
                  <a:lnTo>
                    <a:pt x="63076" y="313290"/>
                  </a:lnTo>
                  <a:lnTo>
                    <a:pt x="110188" y="303902"/>
                  </a:lnTo>
                  <a:lnTo>
                    <a:pt x="173654" y="292147"/>
                  </a:lnTo>
                  <a:lnTo>
                    <a:pt x="239261" y="282759"/>
                  </a:lnTo>
                  <a:lnTo>
                    <a:pt x="309929" y="280411"/>
                  </a:lnTo>
                  <a:lnTo>
                    <a:pt x="384686" y="280411"/>
                  </a:lnTo>
                  <a:lnTo>
                    <a:pt x="455355" y="282759"/>
                  </a:lnTo>
                  <a:lnTo>
                    <a:pt x="525634" y="292147"/>
                  </a:lnTo>
                  <a:lnTo>
                    <a:pt x="584427" y="303902"/>
                  </a:lnTo>
                  <a:lnTo>
                    <a:pt x="631540" y="313290"/>
                  </a:lnTo>
                  <a:lnTo>
                    <a:pt x="668723" y="329720"/>
                  </a:lnTo>
                  <a:lnTo>
                    <a:pt x="692280" y="348051"/>
                  </a:lnTo>
                  <a:lnTo>
                    <a:pt x="701819" y="369194"/>
                  </a:lnTo>
                  <a:lnTo>
                    <a:pt x="692280" y="383277"/>
                  </a:lnTo>
                  <a:lnTo>
                    <a:pt x="631540" y="418503"/>
                  </a:lnTo>
                  <a:lnTo>
                    <a:pt x="584427" y="430239"/>
                  </a:lnTo>
                  <a:lnTo>
                    <a:pt x="525634" y="441528"/>
                  </a:lnTo>
                  <a:lnTo>
                    <a:pt x="455355" y="448569"/>
                  </a:lnTo>
                  <a:lnTo>
                    <a:pt x="384686" y="453264"/>
                  </a:lnTo>
                  <a:lnTo>
                    <a:pt x="309929" y="453264"/>
                  </a:lnTo>
                  <a:lnTo>
                    <a:pt x="239261" y="448569"/>
                  </a:lnTo>
                  <a:lnTo>
                    <a:pt x="173654" y="441528"/>
                  </a:lnTo>
                  <a:lnTo>
                    <a:pt x="110188" y="430239"/>
                  </a:lnTo>
                  <a:lnTo>
                    <a:pt x="63076" y="418503"/>
                  </a:lnTo>
                  <a:lnTo>
                    <a:pt x="25892" y="404420"/>
                  </a:lnTo>
                  <a:lnTo>
                    <a:pt x="7008" y="383277"/>
                  </a:lnTo>
                  <a:lnTo>
                    <a:pt x="0" y="369194"/>
                  </a:lnTo>
                  <a:close/>
                </a:path>
                <a:path w="702310" h="453389">
                  <a:moveTo>
                    <a:pt x="0" y="88841"/>
                  </a:moveTo>
                  <a:lnTo>
                    <a:pt x="25892" y="48881"/>
                  </a:lnTo>
                  <a:lnTo>
                    <a:pt x="63076" y="32394"/>
                  </a:lnTo>
                  <a:lnTo>
                    <a:pt x="110188" y="23471"/>
                  </a:lnTo>
                  <a:lnTo>
                    <a:pt x="173654" y="11832"/>
                  </a:lnTo>
                  <a:lnTo>
                    <a:pt x="239261" y="2327"/>
                  </a:lnTo>
                  <a:lnTo>
                    <a:pt x="309929" y="0"/>
                  </a:lnTo>
                  <a:lnTo>
                    <a:pt x="384686" y="0"/>
                  </a:lnTo>
                  <a:lnTo>
                    <a:pt x="455355" y="2327"/>
                  </a:lnTo>
                  <a:lnTo>
                    <a:pt x="525634" y="11832"/>
                  </a:lnTo>
                  <a:lnTo>
                    <a:pt x="584427" y="23471"/>
                  </a:lnTo>
                  <a:lnTo>
                    <a:pt x="631540" y="32394"/>
                  </a:lnTo>
                  <a:lnTo>
                    <a:pt x="668723" y="48881"/>
                  </a:lnTo>
                  <a:lnTo>
                    <a:pt x="692280" y="67697"/>
                  </a:lnTo>
                  <a:lnTo>
                    <a:pt x="701819" y="88841"/>
                  </a:lnTo>
                  <a:lnTo>
                    <a:pt x="692280" y="102807"/>
                  </a:lnTo>
                  <a:lnTo>
                    <a:pt x="631540" y="137529"/>
                  </a:lnTo>
                  <a:lnTo>
                    <a:pt x="584427" y="149361"/>
                  </a:lnTo>
                  <a:lnTo>
                    <a:pt x="525634" y="161194"/>
                  </a:lnTo>
                  <a:lnTo>
                    <a:pt x="455355" y="168177"/>
                  </a:lnTo>
                  <a:lnTo>
                    <a:pt x="384686" y="172832"/>
                  </a:lnTo>
                  <a:lnTo>
                    <a:pt x="309929" y="172832"/>
                  </a:lnTo>
                  <a:lnTo>
                    <a:pt x="239261" y="168177"/>
                  </a:lnTo>
                  <a:lnTo>
                    <a:pt x="173654" y="161194"/>
                  </a:lnTo>
                  <a:lnTo>
                    <a:pt x="110188" y="149361"/>
                  </a:lnTo>
                  <a:lnTo>
                    <a:pt x="63076" y="137529"/>
                  </a:lnTo>
                  <a:lnTo>
                    <a:pt x="25892" y="123950"/>
                  </a:lnTo>
                  <a:lnTo>
                    <a:pt x="7008" y="102807"/>
                  </a:lnTo>
                  <a:lnTo>
                    <a:pt x="0" y="88841"/>
                  </a:lnTo>
                  <a:close/>
                </a:path>
              </a:pathLst>
            </a:custGeom>
            <a:ln w="141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3631074" y="3770097"/>
              <a:ext cx="782320" cy="128905"/>
            </a:xfrm>
            <a:custGeom>
              <a:avLst/>
              <a:gdLst/>
              <a:ahLst/>
              <a:cxnLst/>
              <a:rect l="l" t="t" r="r" b="b"/>
              <a:pathLst>
                <a:path w="782320" h="128904">
                  <a:moveTo>
                    <a:pt x="781852" y="0"/>
                  </a:moveTo>
                  <a:lnTo>
                    <a:pt x="0" y="0"/>
                  </a:lnTo>
                  <a:lnTo>
                    <a:pt x="0" y="128699"/>
                  </a:lnTo>
                  <a:lnTo>
                    <a:pt x="781852" y="128699"/>
                  </a:lnTo>
                  <a:lnTo>
                    <a:pt x="7818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3673514" y="3601935"/>
              <a:ext cx="704215" cy="301625"/>
            </a:xfrm>
            <a:custGeom>
              <a:avLst/>
              <a:gdLst/>
              <a:ahLst/>
              <a:cxnLst/>
              <a:rect l="l" t="t" r="r" b="b"/>
              <a:pathLst>
                <a:path w="704214" h="301625">
                  <a:moveTo>
                    <a:pt x="0" y="0"/>
                  </a:moveTo>
                  <a:lnTo>
                    <a:pt x="0" y="301555"/>
                  </a:lnTo>
                </a:path>
                <a:path w="704214" h="301625">
                  <a:moveTo>
                    <a:pt x="704155" y="0"/>
                  </a:moveTo>
                  <a:lnTo>
                    <a:pt x="704155" y="301555"/>
                  </a:lnTo>
                </a:path>
              </a:pathLst>
            </a:custGeom>
            <a:ln w="141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3673514" y="3482640"/>
              <a:ext cx="702310" cy="175260"/>
            </a:xfrm>
            <a:custGeom>
              <a:avLst/>
              <a:gdLst/>
              <a:ahLst/>
              <a:cxnLst/>
              <a:rect l="l" t="t" r="r" b="b"/>
              <a:pathLst>
                <a:path w="702310" h="175260">
                  <a:moveTo>
                    <a:pt x="384686" y="0"/>
                  </a:moveTo>
                  <a:lnTo>
                    <a:pt x="309929" y="0"/>
                  </a:lnTo>
                  <a:lnTo>
                    <a:pt x="239261" y="4655"/>
                  </a:lnTo>
                  <a:lnTo>
                    <a:pt x="173654" y="11638"/>
                  </a:lnTo>
                  <a:lnTo>
                    <a:pt x="110188" y="23471"/>
                  </a:lnTo>
                  <a:lnTo>
                    <a:pt x="63076" y="35303"/>
                  </a:lnTo>
                  <a:lnTo>
                    <a:pt x="25892" y="51597"/>
                  </a:lnTo>
                  <a:lnTo>
                    <a:pt x="0" y="88841"/>
                  </a:lnTo>
                  <a:lnTo>
                    <a:pt x="7008" y="105135"/>
                  </a:lnTo>
                  <a:lnTo>
                    <a:pt x="63076" y="140438"/>
                  </a:lnTo>
                  <a:lnTo>
                    <a:pt x="110188" y="152077"/>
                  </a:lnTo>
                  <a:lnTo>
                    <a:pt x="173654" y="163909"/>
                  </a:lnTo>
                  <a:lnTo>
                    <a:pt x="239261" y="170892"/>
                  </a:lnTo>
                  <a:lnTo>
                    <a:pt x="309929" y="175160"/>
                  </a:lnTo>
                  <a:lnTo>
                    <a:pt x="384686" y="175160"/>
                  </a:lnTo>
                  <a:lnTo>
                    <a:pt x="455355" y="170892"/>
                  </a:lnTo>
                  <a:lnTo>
                    <a:pt x="525634" y="163909"/>
                  </a:lnTo>
                  <a:lnTo>
                    <a:pt x="584427" y="152077"/>
                  </a:lnTo>
                  <a:lnTo>
                    <a:pt x="631540" y="140438"/>
                  </a:lnTo>
                  <a:lnTo>
                    <a:pt x="668723" y="123950"/>
                  </a:lnTo>
                  <a:lnTo>
                    <a:pt x="701819" y="88841"/>
                  </a:lnTo>
                  <a:lnTo>
                    <a:pt x="692280" y="70413"/>
                  </a:lnTo>
                  <a:lnTo>
                    <a:pt x="631540" y="35303"/>
                  </a:lnTo>
                  <a:lnTo>
                    <a:pt x="584427" y="23471"/>
                  </a:lnTo>
                  <a:lnTo>
                    <a:pt x="525634" y="11638"/>
                  </a:lnTo>
                  <a:lnTo>
                    <a:pt x="455355" y="4655"/>
                  </a:lnTo>
                  <a:lnTo>
                    <a:pt x="38468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3673514" y="3202150"/>
              <a:ext cx="702310" cy="455930"/>
            </a:xfrm>
            <a:custGeom>
              <a:avLst/>
              <a:gdLst/>
              <a:ahLst/>
              <a:cxnLst/>
              <a:rect l="l" t="t" r="r" b="b"/>
              <a:pathLst>
                <a:path w="702310" h="455929">
                  <a:moveTo>
                    <a:pt x="0" y="369330"/>
                  </a:moveTo>
                  <a:lnTo>
                    <a:pt x="25892" y="332087"/>
                  </a:lnTo>
                  <a:lnTo>
                    <a:pt x="63076" y="315793"/>
                  </a:lnTo>
                  <a:lnTo>
                    <a:pt x="110188" y="303960"/>
                  </a:lnTo>
                  <a:lnTo>
                    <a:pt x="173654" y="292128"/>
                  </a:lnTo>
                  <a:lnTo>
                    <a:pt x="239261" y="285144"/>
                  </a:lnTo>
                  <a:lnTo>
                    <a:pt x="309929" y="280489"/>
                  </a:lnTo>
                  <a:lnTo>
                    <a:pt x="384686" y="280489"/>
                  </a:lnTo>
                  <a:lnTo>
                    <a:pt x="455355" y="285144"/>
                  </a:lnTo>
                  <a:lnTo>
                    <a:pt x="525634" y="292128"/>
                  </a:lnTo>
                  <a:lnTo>
                    <a:pt x="584427" y="303960"/>
                  </a:lnTo>
                  <a:lnTo>
                    <a:pt x="631540" y="315793"/>
                  </a:lnTo>
                  <a:lnTo>
                    <a:pt x="668723" y="332087"/>
                  </a:lnTo>
                  <a:lnTo>
                    <a:pt x="701819" y="369330"/>
                  </a:lnTo>
                  <a:lnTo>
                    <a:pt x="692280" y="385624"/>
                  </a:lnTo>
                  <a:lnTo>
                    <a:pt x="631540" y="420928"/>
                  </a:lnTo>
                  <a:lnTo>
                    <a:pt x="584427" y="432566"/>
                  </a:lnTo>
                  <a:lnTo>
                    <a:pt x="525634" y="444399"/>
                  </a:lnTo>
                  <a:lnTo>
                    <a:pt x="455355" y="451382"/>
                  </a:lnTo>
                  <a:lnTo>
                    <a:pt x="384686" y="455649"/>
                  </a:lnTo>
                  <a:lnTo>
                    <a:pt x="309929" y="455649"/>
                  </a:lnTo>
                  <a:lnTo>
                    <a:pt x="239261" y="451382"/>
                  </a:lnTo>
                  <a:lnTo>
                    <a:pt x="173654" y="444399"/>
                  </a:lnTo>
                  <a:lnTo>
                    <a:pt x="110188" y="432566"/>
                  </a:lnTo>
                  <a:lnTo>
                    <a:pt x="63076" y="420928"/>
                  </a:lnTo>
                  <a:lnTo>
                    <a:pt x="25892" y="404440"/>
                  </a:lnTo>
                  <a:lnTo>
                    <a:pt x="0" y="369330"/>
                  </a:lnTo>
                  <a:close/>
                </a:path>
                <a:path w="702310" h="455929">
                  <a:moveTo>
                    <a:pt x="0" y="88841"/>
                  </a:moveTo>
                  <a:lnTo>
                    <a:pt x="25892" y="51209"/>
                  </a:lnTo>
                  <a:lnTo>
                    <a:pt x="63076" y="35303"/>
                  </a:lnTo>
                  <a:lnTo>
                    <a:pt x="110188" y="23471"/>
                  </a:lnTo>
                  <a:lnTo>
                    <a:pt x="173654" y="11832"/>
                  </a:lnTo>
                  <a:lnTo>
                    <a:pt x="239261" y="4849"/>
                  </a:lnTo>
                  <a:lnTo>
                    <a:pt x="309929" y="0"/>
                  </a:lnTo>
                  <a:lnTo>
                    <a:pt x="384686" y="0"/>
                  </a:lnTo>
                  <a:lnTo>
                    <a:pt x="455355" y="4849"/>
                  </a:lnTo>
                  <a:lnTo>
                    <a:pt x="525634" y="11832"/>
                  </a:lnTo>
                  <a:lnTo>
                    <a:pt x="584427" y="23471"/>
                  </a:lnTo>
                  <a:lnTo>
                    <a:pt x="631540" y="35303"/>
                  </a:lnTo>
                  <a:lnTo>
                    <a:pt x="668723" y="51209"/>
                  </a:lnTo>
                  <a:lnTo>
                    <a:pt x="701819" y="88841"/>
                  </a:lnTo>
                  <a:lnTo>
                    <a:pt x="692280" y="105329"/>
                  </a:lnTo>
                  <a:lnTo>
                    <a:pt x="631540" y="140438"/>
                  </a:lnTo>
                  <a:lnTo>
                    <a:pt x="584427" y="151689"/>
                  </a:lnTo>
                  <a:lnTo>
                    <a:pt x="525634" y="163521"/>
                  </a:lnTo>
                  <a:lnTo>
                    <a:pt x="455355" y="170505"/>
                  </a:lnTo>
                  <a:lnTo>
                    <a:pt x="384686" y="175354"/>
                  </a:lnTo>
                  <a:lnTo>
                    <a:pt x="309929" y="175354"/>
                  </a:lnTo>
                  <a:lnTo>
                    <a:pt x="239261" y="170505"/>
                  </a:lnTo>
                  <a:lnTo>
                    <a:pt x="173654" y="163521"/>
                  </a:lnTo>
                  <a:lnTo>
                    <a:pt x="110188" y="151689"/>
                  </a:lnTo>
                  <a:lnTo>
                    <a:pt x="63076" y="140438"/>
                  </a:lnTo>
                  <a:lnTo>
                    <a:pt x="25892" y="124144"/>
                  </a:lnTo>
                  <a:lnTo>
                    <a:pt x="0" y="88841"/>
                  </a:lnTo>
                  <a:close/>
                </a:path>
              </a:pathLst>
            </a:custGeom>
            <a:ln w="141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3631074" y="3447906"/>
              <a:ext cx="782320" cy="128270"/>
            </a:xfrm>
            <a:custGeom>
              <a:avLst/>
              <a:gdLst/>
              <a:ahLst/>
              <a:cxnLst/>
              <a:rect l="l" t="t" r="r" b="b"/>
              <a:pathLst>
                <a:path w="782320" h="128270">
                  <a:moveTo>
                    <a:pt x="781852" y="0"/>
                  </a:moveTo>
                  <a:lnTo>
                    <a:pt x="0" y="0"/>
                  </a:lnTo>
                  <a:lnTo>
                    <a:pt x="0" y="128229"/>
                  </a:lnTo>
                  <a:lnTo>
                    <a:pt x="781852" y="128229"/>
                  </a:lnTo>
                  <a:lnTo>
                    <a:pt x="7818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3673514" y="3279159"/>
              <a:ext cx="704215" cy="302260"/>
            </a:xfrm>
            <a:custGeom>
              <a:avLst/>
              <a:gdLst/>
              <a:ahLst/>
              <a:cxnLst/>
              <a:rect l="l" t="t" r="r" b="b"/>
              <a:pathLst>
                <a:path w="704214" h="302260">
                  <a:moveTo>
                    <a:pt x="0" y="0"/>
                  </a:moveTo>
                  <a:lnTo>
                    <a:pt x="0" y="301632"/>
                  </a:lnTo>
                </a:path>
                <a:path w="704214" h="302260">
                  <a:moveTo>
                    <a:pt x="704155" y="0"/>
                  </a:moveTo>
                  <a:lnTo>
                    <a:pt x="704155" y="301632"/>
                  </a:lnTo>
                </a:path>
              </a:pathLst>
            </a:custGeom>
            <a:ln w="141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911986" y="2839609"/>
              <a:ext cx="7443470" cy="461009"/>
            </a:xfrm>
            <a:custGeom>
              <a:avLst/>
              <a:gdLst/>
              <a:ahLst/>
              <a:cxnLst/>
              <a:rect l="l" t="t" r="r" b="b"/>
              <a:pathLst>
                <a:path w="7443470" h="461010">
                  <a:moveTo>
                    <a:pt x="0" y="9310"/>
                  </a:moveTo>
                  <a:lnTo>
                    <a:pt x="0" y="444399"/>
                  </a:lnTo>
                </a:path>
                <a:path w="7443470" h="461010">
                  <a:moveTo>
                    <a:pt x="1056934" y="23471"/>
                  </a:moveTo>
                  <a:lnTo>
                    <a:pt x="1058803" y="460693"/>
                  </a:lnTo>
                </a:path>
                <a:path w="7443470" h="461010">
                  <a:moveTo>
                    <a:pt x="2085211" y="16487"/>
                  </a:moveTo>
                  <a:lnTo>
                    <a:pt x="2087547" y="453710"/>
                  </a:lnTo>
                </a:path>
                <a:path w="7443470" h="461010">
                  <a:moveTo>
                    <a:pt x="3113313" y="9310"/>
                  </a:moveTo>
                  <a:lnTo>
                    <a:pt x="3113313" y="444399"/>
                  </a:lnTo>
                </a:path>
                <a:path w="7443470" h="461010">
                  <a:moveTo>
                    <a:pt x="7066" y="0"/>
                  </a:moveTo>
                  <a:lnTo>
                    <a:pt x="7443178" y="0"/>
                  </a:lnTo>
                </a:path>
              </a:pathLst>
            </a:custGeom>
            <a:ln w="188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9" name="object 69" descr=""/>
          <p:cNvSpPr txBox="1"/>
          <p:nvPr/>
        </p:nvSpPr>
        <p:spPr>
          <a:xfrm>
            <a:off x="854549" y="3393044"/>
            <a:ext cx="152400" cy="2355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 spc="-50">
                <a:latin typeface="Times New Roman"/>
                <a:cs typeface="Times New Roman"/>
              </a:rPr>
              <a:t>A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70" name="object 70" descr=""/>
          <p:cNvSpPr txBox="1"/>
          <p:nvPr/>
        </p:nvSpPr>
        <p:spPr>
          <a:xfrm>
            <a:off x="1897330" y="3393044"/>
            <a:ext cx="142875" cy="2355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 spc="-50">
                <a:latin typeface="Times New Roman"/>
                <a:cs typeface="Times New Roman"/>
              </a:rPr>
              <a:t>B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71" name="object 71" descr=""/>
          <p:cNvSpPr txBox="1"/>
          <p:nvPr/>
        </p:nvSpPr>
        <p:spPr>
          <a:xfrm>
            <a:off x="2920838" y="3393044"/>
            <a:ext cx="142875" cy="2355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 spc="-50">
                <a:latin typeface="Times New Roman"/>
                <a:cs typeface="Times New Roman"/>
              </a:rPr>
              <a:t>C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72" name="object 72" descr=""/>
          <p:cNvSpPr txBox="1"/>
          <p:nvPr/>
        </p:nvSpPr>
        <p:spPr>
          <a:xfrm>
            <a:off x="3947188" y="3402355"/>
            <a:ext cx="152400" cy="2355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 spc="-50">
                <a:latin typeface="Times New Roman"/>
                <a:cs typeface="Times New Roman"/>
              </a:rPr>
              <a:t>D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73" name="object 73" descr=""/>
          <p:cNvSpPr txBox="1"/>
          <p:nvPr/>
        </p:nvSpPr>
        <p:spPr>
          <a:xfrm>
            <a:off x="856905" y="3734519"/>
            <a:ext cx="132715" cy="2355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 spc="-50">
                <a:latin typeface="Times New Roman"/>
                <a:cs typeface="Times New Roman"/>
              </a:rPr>
              <a:t>E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74" name="object 74" descr=""/>
          <p:cNvSpPr txBox="1"/>
          <p:nvPr/>
        </p:nvSpPr>
        <p:spPr>
          <a:xfrm>
            <a:off x="863972" y="4368162"/>
            <a:ext cx="181610" cy="2355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 spc="-50">
                <a:latin typeface="Times New Roman"/>
                <a:cs typeface="Times New Roman"/>
              </a:rPr>
              <a:t>M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75" name="object 75" descr=""/>
          <p:cNvSpPr txBox="1"/>
          <p:nvPr/>
        </p:nvSpPr>
        <p:spPr>
          <a:xfrm>
            <a:off x="1897330" y="4365815"/>
            <a:ext cx="152400" cy="2355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 spc="-50">
                <a:latin typeface="Times New Roman"/>
                <a:cs typeface="Times New Roman"/>
              </a:rPr>
              <a:t>N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76" name="object 76" descr=""/>
          <p:cNvSpPr txBox="1"/>
          <p:nvPr/>
        </p:nvSpPr>
        <p:spPr>
          <a:xfrm>
            <a:off x="2920838" y="4358773"/>
            <a:ext cx="152400" cy="2355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 spc="-50">
                <a:latin typeface="Times New Roman"/>
                <a:cs typeface="Times New Roman"/>
              </a:rPr>
              <a:t>O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77" name="object 77" descr=""/>
          <p:cNvSpPr txBox="1"/>
          <p:nvPr/>
        </p:nvSpPr>
        <p:spPr>
          <a:xfrm>
            <a:off x="873394" y="4066607"/>
            <a:ext cx="84455" cy="2355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 spc="-50">
                <a:latin typeface="Times New Roman"/>
                <a:cs typeface="Times New Roman"/>
              </a:rPr>
              <a:t>I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78" name="object 78" descr=""/>
          <p:cNvSpPr txBox="1"/>
          <p:nvPr/>
        </p:nvSpPr>
        <p:spPr>
          <a:xfrm>
            <a:off x="1909108" y="4066607"/>
            <a:ext cx="93980" cy="2355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 spc="-50">
                <a:latin typeface="Times New Roman"/>
                <a:cs typeface="Times New Roman"/>
              </a:rPr>
              <a:t>J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79" name="object 79" descr=""/>
          <p:cNvSpPr txBox="1"/>
          <p:nvPr/>
        </p:nvSpPr>
        <p:spPr>
          <a:xfrm>
            <a:off x="2925510" y="4066607"/>
            <a:ext cx="152400" cy="2355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 spc="-50">
                <a:latin typeface="Times New Roman"/>
                <a:cs typeface="Times New Roman"/>
              </a:rPr>
              <a:t>K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80" name="object 80" descr=""/>
          <p:cNvSpPr txBox="1"/>
          <p:nvPr/>
        </p:nvSpPr>
        <p:spPr>
          <a:xfrm>
            <a:off x="3951860" y="4066607"/>
            <a:ext cx="132715" cy="2355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 spc="-50">
                <a:latin typeface="Times New Roman"/>
                <a:cs typeface="Times New Roman"/>
              </a:rPr>
              <a:t>L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81" name="object 81" descr=""/>
          <p:cNvSpPr txBox="1"/>
          <p:nvPr/>
        </p:nvSpPr>
        <p:spPr>
          <a:xfrm>
            <a:off x="1906752" y="3734519"/>
            <a:ext cx="123189" cy="2355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 spc="-50">
                <a:latin typeface="Times New Roman"/>
                <a:cs typeface="Times New Roman"/>
              </a:rPr>
              <a:t>F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82" name="object 82" descr=""/>
          <p:cNvSpPr txBox="1"/>
          <p:nvPr/>
        </p:nvSpPr>
        <p:spPr>
          <a:xfrm>
            <a:off x="2925510" y="3741580"/>
            <a:ext cx="152400" cy="2355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 spc="-50">
                <a:latin typeface="Times New Roman"/>
                <a:cs typeface="Times New Roman"/>
              </a:rPr>
              <a:t>G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83" name="object 83" descr=""/>
          <p:cNvSpPr txBox="1"/>
          <p:nvPr/>
        </p:nvSpPr>
        <p:spPr>
          <a:xfrm>
            <a:off x="3951860" y="3741580"/>
            <a:ext cx="152400" cy="2355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 spc="-50">
                <a:latin typeface="Times New Roman"/>
                <a:cs typeface="Times New Roman"/>
              </a:rPr>
              <a:t>H</a:t>
            </a:r>
            <a:endParaRPr sz="1350">
              <a:latin typeface="Times New Roman"/>
              <a:cs typeface="Times New Roman"/>
            </a:endParaRPr>
          </a:p>
        </p:txBody>
      </p:sp>
      <p:grpSp>
        <p:nvGrpSpPr>
          <p:cNvPr id="84" name="object 84" descr=""/>
          <p:cNvGrpSpPr/>
          <p:nvPr/>
        </p:nvGrpSpPr>
        <p:grpSpPr>
          <a:xfrm>
            <a:off x="4863589" y="3194848"/>
            <a:ext cx="3863340" cy="1452880"/>
            <a:chOff x="4863589" y="3194848"/>
            <a:chExt cx="3863340" cy="1452880"/>
          </a:xfrm>
        </p:grpSpPr>
        <p:sp>
          <p:nvSpPr>
            <p:cNvPr id="85" name="object 85" descr=""/>
            <p:cNvSpPr/>
            <p:nvPr/>
          </p:nvSpPr>
          <p:spPr>
            <a:xfrm>
              <a:off x="4906030" y="4176861"/>
              <a:ext cx="702310" cy="454025"/>
            </a:xfrm>
            <a:custGeom>
              <a:avLst/>
              <a:gdLst/>
              <a:ahLst/>
              <a:cxnLst/>
              <a:rect l="l" t="t" r="r" b="b"/>
              <a:pathLst>
                <a:path w="702310" h="454025">
                  <a:moveTo>
                    <a:pt x="0" y="369660"/>
                  </a:moveTo>
                  <a:lnTo>
                    <a:pt x="25892" y="329720"/>
                  </a:lnTo>
                  <a:lnTo>
                    <a:pt x="65412" y="315637"/>
                  </a:lnTo>
                  <a:lnTo>
                    <a:pt x="112524" y="303902"/>
                  </a:lnTo>
                  <a:lnTo>
                    <a:pt x="173848" y="292613"/>
                  </a:lnTo>
                  <a:lnTo>
                    <a:pt x="241597" y="285571"/>
                  </a:lnTo>
                  <a:lnTo>
                    <a:pt x="312265" y="280877"/>
                  </a:lnTo>
                  <a:lnTo>
                    <a:pt x="384881" y="280877"/>
                  </a:lnTo>
                  <a:lnTo>
                    <a:pt x="455549" y="285571"/>
                  </a:lnTo>
                  <a:lnTo>
                    <a:pt x="526218" y="292613"/>
                  </a:lnTo>
                  <a:lnTo>
                    <a:pt x="584622" y="303902"/>
                  </a:lnTo>
                  <a:lnTo>
                    <a:pt x="631734" y="315637"/>
                  </a:lnTo>
                  <a:lnTo>
                    <a:pt x="669307" y="329720"/>
                  </a:lnTo>
                  <a:lnTo>
                    <a:pt x="701819" y="369660"/>
                  </a:lnTo>
                  <a:lnTo>
                    <a:pt x="692474" y="386090"/>
                  </a:lnTo>
                  <a:lnTo>
                    <a:pt x="669307" y="404886"/>
                  </a:lnTo>
                  <a:lnTo>
                    <a:pt x="631734" y="420850"/>
                  </a:lnTo>
                  <a:lnTo>
                    <a:pt x="584622" y="430239"/>
                  </a:lnTo>
                  <a:lnTo>
                    <a:pt x="526218" y="441994"/>
                  </a:lnTo>
                  <a:lnTo>
                    <a:pt x="455549" y="451382"/>
                  </a:lnTo>
                  <a:lnTo>
                    <a:pt x="384881" y="453729"/>
                  </a:lnTo>
                  <a:lnTo>
                    <a:pt x="312265" y="453729"/>
                  </a:lnTo>
                  <a:lnTo>
                    <a:pt x="241597" y="451382"/>
                  </a:lnTo>
                  <a:lnTo>
                    <a:pt x="173848" y="441994"/>
                  </a:lnTo>
                  <a:lnTo>
                    <a:pt x="112524" y="430239"/>
                  </a:lnTo>
                  <a:lnTo>
                    <a:pt x="65412" y="420850"/>
                  </a:lnTo>
                  <a:lnTo>
                    <a:pt x="25892" y="404886"/>
                  </a:lnTo>
                  <a:lnTo>
                    <a:pt x="7008" y="386090"/>
                  </a:lnTo>
                  <a:lnTo>
                    <a:pt x="0" y="369660"/>
                  </a:lnTo>
                  <a:close/>
                </a:path>
                <a:path w="702310" h="454025">
                  <a:moveTo>
                    <a:pt x="0" y="89248"/>
                  </a:moveTo>
                  <a:lnTo>
                    <a:pt x="25892" y="49308"/>
                  </a:lnTo>
                  <a:lnTo>
                    <a:pt x="65412" y="35226"/>
                  </a:lnTo>
                  <a:lnTo>
                    <a:pt x="112524" y="23471"/>
                  </a:lnTo>
                  <a:lnTo>
                    <a:pt x="173848" y="11735"/>
                  </a:lnTo>
                  <a:lnTo>
                    <a:pt x="241597" y="4694"/>
                  </a:lnTo>
                  <a:lnTo>
                    <a:pt x="312265" y="0"/>
                  </a:lnTo>
                  <a:lnTo>
                    <a:pt x="384881" y="0"/>
                  </a:lnTo>
                  <a:lnTo>
                    <a:pt x="455549" y="4694"/>
                  </a:lnTo>
                  <a:lnTo>
                    <a:pt x="526218" y="11735"/>
                  </a:lnTo>
                  <a:lnTo>
                    <a:pt x="584622" y="23471"/>
                  </a:lnTo>
                  <a:lnTo>
                    <a:pt x="631734" y="35226"/>
                  </a:lnTo>
                  <a:lnTo>
                    <a:pt x="669307" y="49308"/>
                  </a:lnTo>
                  <a:lnTo>
                    <a:pt x="701819" y="89248"/>
                  </a:lnTo>
                  <a:lnTo>
                    <a:pt x="692474" y="105212"/>
                  </a:lnTo>
                  <a:lnTo>
                    <a:pt x="669307" y="123989"/>
                  </a:lnTo>
                  <a:lnTo>
                    <a:pt x="631734" y="140438"/>
                  </a:lnTo>
                  <a:lnTo>
                    <a:pt x="584622" y="149827"/>
                  </a:lnTo>
                  <a:lnTo>
                    <a:pt x="526218" y="161582"/>
                  </a:lnTo>
                  <a:lnTo>
                    <a:pt x="455549" y="170970"/>
                  </a:lnTo>
                  <a:lnTo>
                    <a:pt x="384881" y="173317"/>
                  </a:lnTo>
                  <a:lnTo>
                    <a:pt x="312265" y="173317"/>
                  </a:lnTo>
                  <a:lnTo>
                    <a:pt x="241597" y="170970"/>
                  </a:lnTo>
                  <a:lnTo>
                    <a:pt x="173848" y="161582"/>
                  </a:lnTo>
                  <a:lnTo>
                    <a:pt x="112524" y="149827"/>
                  </a:lnTo>
                  <a:lnTo>
                    <a:pt x="65412" y="140438"/>
                  </a:lnTo>
                  <a:lnTo>
                    <a:pt x="25892" y="123989"/>
                  </a:lnTo>
                  <a:lnTo>
                    <a:pt x="7008" y="105212"/>
                  </a:lnTo>
                  <a:lnTo>
                    <a:pt x="0" y="89248"/>
                  </a:lnTo>
                  <a:close/>
                </a:path>
              </a:pathLst>
            </a:custGeom>
            <a:ln w="141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4863589" y="4420169"/>
              <a:ext cx="782320" cy="128905"/>
            </a:xfrm>
            <a:custGeom>
              <a:avLst/>
              <a:gdLst/>
              <a:ahLst/>
              <a:cxnLst/>
              <a:rect l="l" t="t" r="r" b="b"/>
              <a:pathLst>
                <a:path w="782320" h="128904">
                  <a:moveTo>
                    <a:pt x="781852" y="0"/>
                  </a:moveTo>
                  <a:lnTo>
                    <a:pt x="0" y="0"/>
                  </a:lnTo>
                  <a:lnTo>
                    <a:pt x="0" y="128699"/>
                  </a:lnTo>
                  <a:lnTo>
                    <a:pt x="781852" y="128699"/>
                  </a:lnTo>
                  <a:lnTo>
                    <a:pt x="7818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4906030" y="4254355"/>
              <a:ext cx="704215" cy="301625"/>
            </a:xfrm>
            <a:custGeom>
              <a:avLst/>
              <a:gdLst/>
              <a:ahLst/>
              <a:cxnLst/>
              <a:rect l="l" t="t" r="r" b="b"/>
              <a:pathLst>
                <a:path w="704214" h="301625">
                  <a:moveTo>
                    <a:pt x="0" y="0"/>
                  </a:moveTo>
                  <a:lnTo>
                    <a:pt x="0" y="301555"/>
                  </a:lnTo>
                </a:path>
                <a:path w="704214" h="301625">
                  <a:moveTo>
                    <a:pt x="704155" y="0"/>
                  </a:moveTo>
                  <a:lnTo>
                    <a:pt x="704155" y="301555"/>
                  </a:lnTo>
                </a:path>
              </a:pathLst>
            </a:custGeom>
            <a:ln w="141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4906030" y="4135059"/>
              <a:ext cx="702310" cy="173355"/>
            </a:xfrm>
            <a:custGeom>
              <a:avLst/>
              <a:gdLst/>
              <a:ahLst/>
              <a:cxnLst/>
              <a:rect l="l" t="t" r="r" b="b"/>
              <a:pathLst>
                <a:path w="702310" h="173354">
                  <a:moveTo>
                    <a:pt x="384881" y="0"/>
                  </a:moveTo>
                  <a:lnTo>
                    <a:pt x="312265" y="0"/>
                  </a:lnTo>
                  <a:lnTo>
                    <a:pt x="241597" y="2347"/>
                  </a:lnTo>
                  <a:lnTo>
                    <a:pt x="173848" y="11735"/>
                  </a:lnTo>
                  <a:lnTo>
                    <a:pt x="112524" y="23471"/>
                  </a:lnTo>
                  <a:lnTo>
                    <a:pt x="65412" y="32878"/>
                  </a:lnTo>
                  <a:lnTo>
                    <a:pt x="25892" y="48843"/>
                  </a:lnTo>
                  <a:lnTo>
                    <a:pt x="0" y="88763"/>
                  </a:lnTo>
                  <a:lnTo>
                    <a:pt x="7008" y="102865"/>
                  </a:lnTo>
                  <a:lnTo>
                    <a:pt x="65412" y="138091"/>
                  </a:lnTo>
                  <a:lnTo>
                    <a:pt x="112524" y="149361"/>
                  </a:lnTo>
                  <a:lnTo>
                    <a:pt x="173848" y="161097"/>
                  </a:lnTo>
                  <a:lnTo>
                    <a:pt x="241597" y="168138"/>
                  </a:lnTo>
                  <a:lnTo>
                    <a:pt x="312265" y="172852"/>
                  </a:lnTo>
                  <a:lnTo>
                    <a:pt x="384881" y="172852"/>
                  </a:lnTo>
                  <a:lnTo>
                    <a:pt x="455549" y="168138"/>
                  </a:lnTo>
                  <a:lnTo>
                    <a:pt x="526218" y="161097"/>
                  </a:lnTo>
                  <a:lnTo>
                    <a:pt x="584622" y="149361"/>
                  </a:lnTo>
                  <a:lnTo>
                    <a:pt x="631734" y="138091"/>
                  </a:lnTo>
                  <a:lnTo>
                    <a:pt x="669307" y="123989"/>
                  </a:lnTo>
                  <a:lnTo>
                    <a:pt x="701819" y="88763"/>
                  </a:lnTo>
                  <a:lnTo>
                    <a:pt x="692474" y="67639"/>
                  </a:lnTo>
                  <a:lnTo>
                    <a:pt x="631734" y="32878"/>
                  </a:lnTo>
                  <a:lnTo>
                    <a:pt x="526218" y="11735"/>
                  </a:lnTo>
                  <a:lnTo>
                    <a:pt x="455549" y="2347"/>
                  </a:lnTo>
                  <a:lnTo>
                    <a:pt x="38488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4906030" y="3854628"/>
              <a:ext cx="702310" cy="453390"/>
            </a:xfrm>
            <a:custGeom>
              <a:avLst/>
              <a:gdLst/>
              <a:ahLst/>
              <a:cxnLst/>
              <a:rect l="l" t="t" r="r" b="b"/>
              <a:pathLst>
                <a:path w="702310" h="453389">
                  <a:moveTo>
                    <a:pt x="0" y="369194"/>
                  </a:moveTo>
                  <a:lnTo>
                    <a:pt x="25892" y="329274"/>
                  </a:lnTo>
                  <a:lnTo>
                    <a:pt x="65412" y="313310"/>
                  </a:lnTo>
                  <a:lnTo>
                    <a:pt x="112524" y="303902"/>
                  </a:lnTo>
                  <a:lnTo>
                    <a:pt x="173848" y="292166"/>
                  </a:lnTo>
                  <a:lnTo>
                    <a:pt x="241597" y="282778"/>
                  </a:lnTo>
                  <a:lnTo>
                    <a:pt x="312265" y="280431"/>
                  </a:lnTo>
                  <a:lnTo>
                    <a:pt x="384881" y="280431"/>
                  </a:lnTo>
                  <a:lnTo>
                    <a:pt x="455549" y="282778"/>
                  </a:lnTo>
                  <a:lnTo>
                    <a:pt x="526218" y="292166"/>
                  </a:lnTo>
                  <a:lnTo>
                    <a:pt x="584622" y="303902"/>
                  </a:lnTo>
                  <a:lnTo>
                    <a:pt x="631734" y="313310"/>
                  </a:lnTo>
                  <a:lnTo>
                    <a:pt x="669307" y="329274"/>
                  </a:lnTo>
                  <a:lnTo>
                    <a:pt x="692474" y="348070"/>
                  </a:lnTo>
                  <a:lnTo>
                    <a:pt x="701819" y="369194"/>
                  </a:lnTo>
                  <a:lnTo>
                    <a:pt x="692474" y="383296"/>
                  </a:lnTo>
                  <a:lnTo>
                    <a:pt x="631734" y="418522"/>
                  </a:lnTo>
                  <a:lnTo>
                    <a:pt x="584622" y="429792"/>
                  </a:lnTo>
                  <a:lnTo>
                    <a:pt x="526218" y="441528"/>
                  </a:lnTo>
                  <a:lnTo>
                    <a:pt x="455549" y="448569"/>
                  </a:lnTo>
                  <a:lnTo>
                    <a:pt x="384881" y="453283"/>
                  </a:lnTo>
                  <a:lnTo>
                    <a:pt x="312265" y="453283"/>
                  </a:lnTo>
                  <a:lnTo>
                    <a:pt x="241597" y="448569"/>
                  </a:lnTo>
                  <a:lnTo>
                    <a:pt x="173848" y="441528"/>
                  </a:lnTo>
                  <a:lnTo>
                    <a:pt x="112524" y="429792"/>
                  </a:lnTo>
                  <a:lnTo>
                    <a:pt x="65412" y="418522"/>
                  </a:lnTo>
                  <a:lnTo>
                    <a:pt x="25892" y="404420"/>
                  </a:lnTo>
                  <a:lnTo>
                    <a:pt x="7008" y="383296"/>
                  </a:lnTo>
                  <a:lnTo>
                    <a:pt x="0" y="369194"/>
                  </a:lnTo>
                  <a:close/>
                </a:path>
                <a:path w="702310" h="453389">
                  <a:moveTo>
                    <a:pt x="0" y="88782"/>
                  </a:moveTo>
                  <a:lnTo>
                    <a:pt x="25892" y="48862"/>
                  </a:lnTo>
                  <a:lnTo>
                    <a:pt x="65412" y="32413"/>
                  </a:lnTo>
                  <a:lnTo>
                    <a:pt x="112524" y="23024"/>
                  </a:lnTo>
                  <a:lnTo>
                    <a:pt x="173848" y="11289"/>
                  </a:lnTo>
                  <a:lnTo>
                    <a:pt x="241597" y="2347"/>
                  </a:lnTo>
                  <a:lnTo>
                    <a:pt x="312265" y="0"/>
                  </a:lnTo>
                  <a:lnTo>
                    <a:pt x="384881" y="0"/>
                  </a:lnTo>
                  <a:lnTo>
                    <a:pt x="455549" y="2347"/>
                  </a:lnTo>
                  <a:lnTo>
                    <a:pt x="526218" y="11289"/>
                  </a:lnTo>
                  <a:lnTo>
                    <a:pt x="584622" y="23024"/>
                  </a:lnTo>
                  <a:lnTo>
                    <a:pt x="631734" y="32413"/>
                  </a:lnTo>
                  <a:lnTo>
                    <a:pt x="669307" y="48862"/>
                  </a:lnTo>
                  <a:lnTo>
                    <a:pt x="692474" y="67639"/>
                  </a:lnTo>
                  <a:lnTo>
                    <a:pt x="701819" y="88782"/>
                  </a:lnTo>
                  <a:lnTo>
                    <a:pt x="692474" y="102865"/>
                  </a:lnTo>
                  <a:lnTo>
                    <a:pt x="631734" y="137626"/>
                  </a:lnTo>
                  <a:lnTo>
                    <a:pt x="584622" y="149381"/>
                  </a:lnTo>
                  <a:lnTo>
                    <a:pt x="526218" y="161116"/>
                  </a:lnTo>
                  <a:lnTo>
                    <a:pt x="455549" y="168157"/>
                  </a:lnTo>
                  <a:lnTo>
                    <a:pt x="384881" y="172852"/>
                  </a:lnTo>
                  <a:lnTo>
                    <a:pt x="312265" y="172852"/>
                  </a:lnTo>
                  <a:lnTo>
                    <a:pt x="241597" y="168157"/>
                  </a:lnTo>
                  <a:lnTo>
                    <a:pt x="173848" y="161116"/>
                  </a:lnTo>
                  <a:lnTo>
                    <a:pt x="112524" y="149381"/>
                  </a:lnTo>
                  <a:lnTo>
                    <a:pt x="65412" y="137626"/>
                  </a:lnTo>
                  <a:lnTo>
                    <a:pt x="25892" y="123543"/>
                  </a:lnTo>
                  <a:lnTo>
                    <a:pt x="7008" y="102865"/>
                  </a:lnTo>
                  <a:lnTo>
                    <a:pt x="0" y="88782"/>
                  </a:lnTo>
                  <a:close/>
                </a:path>
              </a:pathLst>
            </a:custGeom>
            <a:ln w="141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4863589" y="4097471"/>
              <a:ext cx="782320" cy="128905"/>
            </a:xfrm>
            <a:custGeom>
              <a:avLst/>
              <a:gdLst/>
              <a:ahLst/>
              <a:cxnLst/>
              <a:rect l="l" t="t" r="r" b="b"/>
              <a:pathLst>
                <a:path w="782320" h="128904">
                  <a:moveTo>
                    <a:pt x="781852" y="0"/>
                  </a:moveTo>
                  <a:lnTo>
                    <a:pt x="0" y="0"/>
                  </a:lnTo>
                  <a:lnTo>
                    <a:pt x="0" y="128699"/>
                  </a:lnTo>
                  <a:lnTo>
                    <a:pt x="781852" y="128699"/>
                  </a:lnTo>
                  <a:lnTo>
                    <a:pt x="7818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4906030" y="3929328"/>
              <a:ext cx="704215" cy="301625"/>
            </a:xfrm>
            <a:custGeom>
              <a:avLst/>
              <a:gdLst/>
              <a:ahLst/>
              <a:cxnLst/>
              <a:rect l="l" t="t" r="r" b="b"/>
              <a:pathLst>
                <a:path w="704214" h="301625">
                  <a:moveTo>
                    <a:pt x="0" y="0"/>
                  </a:moveTo>
                  <a:lnTo>
                    <a:pt x="0" y="301535"/>
                  </a:lnTo>
                </a:path>
                <a:path w="704214" h="301625">
                  <a:moveTo>
                    <a:pt x="704155" y="0"/>
                  </a:moveTo>
                  <a:lnTo>
                    <a:pt x="704155" y="301535"/>
                  </a:lnTo>
                </a:path>
              </a:pathLst>
            </a:custGeom>
            <a:ln w="141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4906030" y="3807666"/>
              <a:ext cx="702310" cy="173355"/>
            </a:xfrm>
            <a:custGeom>
              <a:avLst/>
              <a:gdLst/>
              <a:ahLst/>
              <a:cxnLst/>
              <a:rect l="l" t="t" r="r" b="b"/>
              <a:pathLst>
                <a:path w="702310" h="173354">
                  <a:moveTo>
                    <a:pt x="384881" y="0"/>
                  </a:moveTo>
                  <a:lnTo>
                    <a:pt x="312265" y="0"/>
                  </a:lnTo>
                  <a:lnTo>
                    <a:pt x="241597" y="2347"/>
                  </a:lnTo>
                  <a:lnTo>
                    <a:pt x="173848" y="11735"/>
                  </a:lnTo>
                  <a:lnTo>
                    <a:pt x="112524" y="23490"/>
                  </a:lnTo>
                  <a:lnTo>
                    <a:pt x="65412" y="32878"/>
                  </a:lnTo>
                  <a:lnTo>
                    <a:pt x="25892" y="49308"/>
                  </a:lnTo>
                  <a:lnTo>
                    <a:pt x="0" y="88782"/>
                  </a:lnTo>
                  <a:lnTo>
                    <a:pt x="7008" y="102865"/>
                  </a:lnTo>
                  <a:lnTo>
                    <a:pt x="65412" y="138091"/>
                  </a:lnTo>
                  <a:lnTo>
                    <a:pt x="112524" y="149827"/>
                  </a:lnTo>
                  <a:lnTo>
                    <a:pt x="173848" y="161116"/>
                  </a:lnTo>
                  <a:lnTo>
                    <a:pt x="241597" y="168157"/>
                  </a:lnTo>
                  <a:lnTo>
                    <a:pt x="312265" y="172852"/>
                  </a:lnTo>
                  <a:lnTo>
                    <a:pt x="384881" y="172852"/>
                  </a:lnTo>
                  <a:lnTo>
                    <a:pt x="455549" y="168157"/>
                  </a:lnTo>
                  <a:lnTo>
                    <a:pt x="526218" y="161116"/>
                  </a:lnTo>
                  <a:lnTo>
                    <a:pt x="584622" y="149827"/>
                  </a:lnTo>
                  <a:lnTo>
                    <a:pt x="631734" y="138091"/>
                  </a:lnTo>
                  <a:lnTo>
                    <a:pt x="669307" y="124008"/>
                  </a:lnTo>
                  <a:lnTo>
                    <a:pt x="701819" y="88782"/>
                  </a:lnTo>
                  <a:lnTo>
                    <a:pt x="692474" y="67639"/>
                  </a:lnTo>
                  <a:lnTo>
                    <a:pt x="631734" y="32878"/>
                  </a:lnTo>
                  <a:lnTo>
                    <a:pt x="526218" y="11735"/>
                  </a:lnTo>
                  <a:lnTo>
                    <a:pt x="455549" y="2347"/>
                  </a:lnTo>
                  <a:lnTo>
                    <a:pt x="38488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4906030" y="3527254"/>
              <a:ext cx="702310" cy="453390"/>
            </a:xfrm>
            <a:custGeom>
              <a:avLst/>
              <a:gdLst/>
              <a:ahLst/>
              <a:cxnLst/>
              <a:rect l="l" t="t" r="r" b="b"/>
              <a:pathLst>
                <a:path w="702310" h="453389">
                  <a:moveTo>
                    <a:pt x="0" y="369194"/>
                  </a:moveTo>
                  <a:lnTo>
                    <a:pt x="25892" y="329720"/>
                  </a:lnTo>
                  <a:lnTo>
                    <a:pt x="65412" y="313290"/>
                  </a:lnTo>
                  <a:lnTo>
                    <a:pt x="112524" y="303902"/>
                  </a:lnTo>
                  <a:lnTo>
                    <a:pt x="173848" y="292147"/>
                  </a:lnTo>
                  <a:lnTo>
                    <a:pt x="241597" y="282759"/>
                  </a:lnTo>
                  <a:lnTo>
                    <a:pt x="312265" y="280411"/>
                  </a:lnTo>
                  <a:lnTo>
                    <a:pt x="384881" y="280411"/>
                  </a:lnTo>
                  <a:lnTo>
                    <a:pt x="455549" y="282759"/>
                  </a:lnTo>
                  <a:lnTo>
                    <a:pt x="526218" y="292147"/>
                  </a:lnTo>
                  <a:lnTo>
                    <a:pt x="584622" y="303902"/>
                  </a:lnTo>
                  <a:lnTo>
                    <a:pt x="631734" y="313290"/>
                  </a:lnTo>
                  <a:lnTo>
                    <a:pt x="669307" y="329720"/>
                  </a:lnTo>
                  <a:lnTo>
                    <a:pt x="692474" y="348051"/>
                  </a:lnTo>
                  <a:lnTo>
                    <a:pt x="701819" y="369194"/>
                  </a:lnTo>
                  <a:lnTo>
                    <a:pt x="692474" y="383277"/>
                  </a:lnTo>
                  <a:lnTo>
                    <a:pt x="631734" y="418503"/>
                  </a:lnTo>
                  <a:lnTo>
                    <a:pt x="584622" y="430239"/>
                  </a:lnTo>
                  <a:lnTo>
                    <a:pt x="526218" y="441528"/>
                  </a:lnTo>
                  <a:lnTo>
                    <a:pt x="455549" y="448569"/>
                  </a:lnTo>
                  <a:lnTo>
                    <a:pt x="384881" y="453264"/>
                  </a:lnTo>
                  <a:lnTo>
                    <a:pt x="312265" y="453264"/>
                  </a:lnTo>
                  <a:lnTo>
                    <a:pt x="241597" y="448569"/>
                  </a:lnTo>
                  <a:lnTo>
                    <a:pt x="173848" y="441528"/>
                  </a:lnTo>
                  <a:lnTo>
                    <a:pt x="112524" y="430239"/>
                  </a:lnTo>
                  <a:lnTo>
                    <a:pt x="65412" y="418503"/>
                  </a:lnTo>
                  <a:lnTo>
                    <a:pt x="25892" y="404420"/>
                  </a:lnTo>
                  <a:lnTo>
                    <a:pt x="7008" y="383277"/>
                  </a:lnTo>
                  <a:lnTo>
                    <a:pt x="0" y="369194"/>
                  </a:lnTo>
                  <a:close/>
                </a:path>
                <a:path w="702310" h="453389">
                  <a:moveTo>
                    <a:pt x="0" y="88841"/>
                  </a:moveTo>
                  <a:lnTo>
                    <a:pt x="7008" y="67697"/>
                  </a:lnTo>
                  <a:lnTo>
                    <a:pt x="25892" y="48881"/>
                  </a:lnTo>
                  <a:lnTo>
                    <a:pt x="65412" y="32394"/>
                  </a:lnTo>
                  <a:lnTo>
                    <a:pt x="112524" y="23471"/>
                  </a:lnTo>
                  <a:lnTo>
                    <a:pt x="173848" y="11832"/>
                  </a:lnTo>
                  <a:lnTo>
                    <a:pt x="241597" y="2327"/>
                  </a:lnTo>
                  <a:lnTo>
                    <a:pt x="312265" y="0"/>
                  </a:lnTo>
                  <a:lnTo>
                    <a:pt x="384881" y="0"/>
                  </a:lnTo>
                  <a:lnTo>
                    <a:pt x="455549" y="2327"/>
                  </a:lnTo>
                  <a:lnTo>
                    <a:pt x="526218" y="11832"/>
                  </a:lnTo>
                  <a:lnTo>
                    <a:pt x="584622" y="23471"/>
                  </a:lnTo>
                  <a:lnTo>
                    <a:pt x="631734" y="32394"/>
                  </a:lnTo>
                  <a:lnTo>
                    <a:pt x="669307" y="48881"/>
                  </a:lnTo>
                  <a:lnTo>
                    <a:pt x="692474" y="67697"/>
                  </a:lnTo>
                  <a:lnTo>
                    <a:pt x="701819" y="88841"/>
                  </a:lnTo>
                  <a:lnTo>
                    <a:pt x="692474" y="102807"/>
                  </a:lnTo>
                  <a:lnTo>
                    <a:pt x="631734" y="137529"/>
                  </a:lnTo>
                  <a:lnTo>
                    <a:pt x="584622" y="149361"/>
                  </a:lnTo>
                  <a:lnTo>
                    <a:pt x="526218" y="161194"/>
                  </a:lnTo>
                  <a:lnTo>
                    <a:pt x="455549" y="168177"/>
                  </a:lnTo>
                  <a:lnTo>
                    <a:pt x="384881" y="172832"/>
                  </a:lnTo>
                  <a:lnTo>
                    <a:pt x="312265" y="172832"/>
                  </a:lnTo>
                  <a:lnTo>
                    <a:pt x="241597" y="168177"/>
                  </a:lnTo>
                  <a:lnTo>
                    <a:pt x="173848" y="161194"/>
                  </a:lnTo>
                  <a:lnTo>
                    <a:pt x="112524" y="149361"/>
                  </a:lnTo>
                  <a:lnTo>
                    <a:pt x="65412" y="137529"/>
                  </a:lnTo>
                  <a:lnTo>
                    <a:pt x="25892" y="123950"/>
                  </a:lnTo>
                  <a:lnTo>
                    <a:pt x="7008" y="102807"/>
                  </a:lnTo>
                  <a:lnTo>
                    <a:pt x="0" y="88841"/>
                  </a:lnTo>
                  <a:close/>
                </a:path>
              </a:pathLst>
            </a:custGeom>
            <a:ln w="141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4863589" y="3770097"/>
              <a:ext cx="782320" cy="128905"/>
            </a:xfrm>
            <a:custGeom>
              <a:avLst/>
              <a:gdLst/>
              <a:ahLst/>
              <a:cxnLst/>
              <a:rect l="l" t="t" r="r" b="b"/>
              <a:pathLst>
                <a:path w="782320" h="128904">
                  <a:moveTo>
                    <a:pt x="781852" y="0"/>
                  </a:moveTo>
                  <a:lnTo>
                    <a:pt x="0" y="0"/>
                  </a:lnTo>
                  <a:lnTo>
                    <a:pt x="0" y="128699"/>
                  </a:lnTo>
                  <a:lnTo>
                    <a:pt x="781852" y="128699"/>
                  </a:lnTo>
                  <a:lnTo>
                    <a:pt x="7818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4906030" y="3601935"/>
              <a:ext cx="704215" cy="301625"/>
            </a:xfrm>
            <a:custGeom>
              <a:avLst/>
              <a:gdLst/>
              <a:ahLst/>
              <a:cxnLst/>
              <a:rect l="l" t="t" r="r" b="b"/>
              <a:pathLst>
                <a:path w="704214" h="301625">
                  <a:moveTo>
                    <a:pt x="0" y="0"/>
                  </a:moveTo>
                  <a:lnTo>
                    <a:pt x="0" y="301555"/>
                  </a:lnTo>
                </a:path>
                <a:path w="704214" h="301625">
                  <a:moveTo>
                    <a:pt x="704155" y="0"/>
                  </a:moveTo>
                  <a:lnTo>
                    <a:pt x="704155" y="301555"/>
                  </a:lnTo>
                </a:path>
              </a:pathLst>
            </a:custGeom>
            <a:ln w="141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4906030" y="3482640"/>
              <a:ext cx="702310" cy="175260"/>
            </a:xfrm>
            <a:custGeom>
              <a:avLst/>
              <a:gdLst/>
              <a:ahLst/>
              <a:cxnLst/>
              <a:rect l="l" t="t" r="r" b="b"/>
              <a:pathLst>
                <a:path w="702310" h="175260">
                  <a:moveTo>
                    <a:pt x="384881" y="0"/>
                  </a:moveTo>
                  <a:lnTo>
                    <a:pt x="312265" y="0"/>
                  </a:lnTo>
                  <a:lnTo>
                    <a:pt x="241597" y="4655"/>
                  </a:lnTo>
                  <a:lnTo>
                    <a:pt x="173848" y="11638"/>
                  </a:lnTo>
                  <a:lnTo>
                    <a:pt x="112524" y="23471"/>
                  </a:lnTo>
                  <a:lnTo>
                    <a:pt x="65412" y="35303"/>
                  </a:lnTo>
                  <a:lnTo>
                    <a:pt x="25892" y="51597"/>
                  </a:lnTo>
                  <a:lnTo>
                    <a:pt x="0" y="88841"/>
                  </a:lnTo>
                  <a:lnTo>
                    <a:pt x="7008" y="105135"/>
                  </a:lnTo>
                  <a:lnTo>
                    <a:pt x="65412" y="140438"/>
                  </a:lnTo>
                  <a:lnTo>
                    <a:pt x="112524" y="152077"/>
                  </a:lnTo>
                  <a:lnTo>
                    <a:pt x="173848" y="163909"/>
                  </a:lnTo>
                  <a:lnTo>
                    <a:pt x="241597" y="170892"/>
                  </a:lnTo>
                  <a:lnTo>
                    <a:pt x="312265" y="175160"/>
                  </a:lnTo>
                  <a:lnTo>
                    <a:pt x="384881" y="175160"/>
                  </a:lnTo>
                  <a:lnTo>
                    <a:pt x="455549" y="170892"/>
                  </a:lnTo>
                  <a:lnTo>
                    <a:pt x="526218" y="163909"/>
                  </a:lnTo>
                  <a:lnTo>
                    <a:pt x="584622" y="152077"/>
                  </a:lnTo>
                  <a:lnTo>
                    <a:pt x="631734" y="140438"/>
                  </a:lnTo>
                  <a:lnTo>
                    <a:pt x="669307" y="123950"/>
                  </a:lnTo>
                  <a:lnTo>
                    <a:pt x="701819" y="88841"/>
                  </a:lnTo>
                  <a:lnTo>
                    <a:pt x="692474" y="70413"/>
                  </a:lnTo>
                  <a:lnTo>
                    <a:pt x="631734" y="35303"/>
                  </a:lnTo>
                  <a:lnTo>
                    <a:pt x="584622" y="23471"/>
                  </a:lnTo>
                  <a:lnTo>
                    <a:pt x="526218" y="11638"/>
                  </a:lnTo>
                  <a:lnTo>
                    <a:pt x="455549" y="4655"/>
                  </a:lnTo>
                  <a:lnTo>
                    <a:pt x="38488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 descr=""/>
            <p:cNvSpPr/>
            <p:nvPr/>
          </p:nvSpPr>
          <p:spPr>
            <a:xfrm>
              <a:off x="4906030" y="3202150"/>
              <a:ext cx="702310" cy="455930"/>
            </a:xfrm>
            <a:custGeom>
              <a:avLst/>
              <a:gdLst/>
              <a:ahLst/>
              <a:cxnLst/>
              <a:rect l="l" t="t" r="r" b="b"/>
              <a:pathLst>
                <a:path w="702310" h="455929">
                  <a:moveTo>
                    <a:pt x="0" y="369330"/>
                  </a:moveTo>
                  <a:lnTo>
                    <a:pt x="25892" y="332087"/>
                  </a:lnTo>
                  <a:lnTo>
                    <a:pt x="65412" y="315793"/>
                  </a:lnTo>
                  <a:lnTo>
                    <a:pt x="112524" y="303960"/>
                  </a:lnTo>
                  <a:lnTo>
                    <a:pt x="173848" y="292128"/>
                  </a:lnTo>
                  <a:lnTo>
                    <a:pt x="241597" y="285144"/>
                  </a:lnTo>
                  <a:lnTo>
                    <a:pt x="312265" y="280489"/>
                  </a:lnTo>
                  <a:lnTo>
                    <a:pt x="384881" y="280489"/>
                  </a:lnTo>
                  <a:lnTo>
                    <a:pt x="455549" y="285144"/>
                  </a:lnTo>
                  <a:lnTo>
                    <a:pt x="526218" y="292128"/>
                  </a:lnTo>
                  <a:lnTo>
                    <a:pt x="584622" y="303960"/>
                  </a:lnTo>
                  <a:lnTo>
                    <a:pt x="631734" y="315793"/>
                  </a:lnTo>
                  <a:lnTo>
                    <a:pt x="669307" y="332087"/>
                  </a:lnTo>
                  <a:lnTo>
                    <a:pt x="701819" y="369330"/>
                  </a:lnTo>
                  <a:lnTo>
                    <a:pt x="692474" y="385624"/>
                  </a:lnTo>
                  <a:lnTo>
                    <a:pt x="631734" y="420928"/>
                  </a:lnTo>
                  <a:lnTo>
                    <a:pt x="584622" y="432566"/>
                  </a:lnTo>
                  <a:lnTo>
                    <a:pt x="526218" y="444399"/>
                  </a:lnTo>
                  <a:lnTo>
                    <a:pt x="455549" y="451382"/>
                  </a:lnTo>
                  <a:lnTo>
                    <a:pt x="384881" y="455649"/>
                  </a:lnTo>
                  <a:lnTo>
                    <a:pt x="312265" y="455649"/>
                  </a:lnTo>
                  <a:lnTo>
                    <a:pt x="241597" y="451382"/>
                  </a:lnTo>
                  <a:lnTo>
                    <a:pt x="173848" y="444399"/>
                  </a:lnTo>
                  <a:lnTo>
                    <a:pt x="112524" y="432566"/>
                  </a:lnTo>
                  <a:lnTo>
                    <a:pt x="65412" y="420928"/>
                  </a:lnTo>
                  <a:lnTo>
                    <a:pt x="25892" y="404440"/>
                  </a:lnTo>
                  <a:lnTo>
                    <a:pt x="0" y="369330"/>
                  </a:lnTo>
                  <a:close/>
                </a:path>
                <a:path w="702310" h="455929">
                  <a:moveTo>
                    <a:pt x="0" y="88841"/>
                  </a:moveTo>
                  <a:lnTo>
                    <a:pt x="25892" y="51209"/>
                  </a:lnTo>
                  <a:lnTo>
                    <a:pt x="65412" y="35303"/>
                  </a:lnTo>
                  <a:lnTo>
                    <a:pt x="112524" y="23471"/>
                  </a:lnTo>
                  <a:lnTo>
                    <a:pt x="173848" y="11832"/>
                  </a:lnTo>
                  <a:lnTo>
                    <a:pt x="241597" y="4849"/>
                  </a:lnTo>
                  <a:lnTo>
                    <a:pt x="312265" y="0"/>
                  </a:lnTo>
                  <a:lnTo>
                    <a:pt x="384881" y="0"/>
                  </a:lnTo>
                  <a:lnTo>
                    <a:pt x="455549" y="4849"/>
                  </a:lnTo>
                  <a:lnTo>
                    <a:pt x="526218" y="11832"/>
                  </a:lnTo>
                  <a:lnTo>
                    <a:pt x="584622" y="23471"/>
                  </a:lnTo>
                  <a:lnTo>
                    <a:pt x="631734" y="35303"/>
                  </a:lnTo>
                  <a:lnTo>
                    <a:pt x="669307" y="51209"/>
                  </a:lnTo>
                  <a:lnTo>
                    <a:pt x="701819" y="88841"/>
                  </a:lnTo>
                  <a:lnTo>
                    <a:pt x="692474" y="105329"/>
                  </a:lnTo>
                  <a:lnTo>
                    <a:pt x="631734" y="140438"/>
                  </a:lnTo>
                  <a:lnTo>
                    <a:pt x="584622" y="151689"/>
                  </a:lnTo>
                  <a:lnTo>
                    <a:pt x="526218" y="163521"/>
                  </a:lnTo>
                  <a:lnTo>
                    <a:pt x="455549" y="170505"/>
                  </a:lnTo>
                  <a:lnTo>
                    <a:pt x="384881" y="175354"/>
                  </a:lnTo>
                  <a:lnTo>
                    <a:pt x="312265" y="175354"/>
                  </a:lnTo>
                  <a:lnTo>
                    <a:pt x="241597" y="170505"/>
                  </a:lnTo>
                  <a:lnTo>
                    <a:pt x="173848" y="163521"/>
                  </a:lnTo>
                  <a:lnTo>
                    <a:pt x="112524" y="151689"/>
                  </a:lnTo>
                  <a:lnTo>
                    <a:pt x="65412" y="140438"/>
                  </a:lnTo>
                  <a:lnTo>
                    <a:pt x="25892" y="124144"/>
                  </a:lnTo>
                  <a:lnTo>
                    <a:pt x="0" y="88841"/>
                  </a:lnTo>
                  <a:close/>
                </a:path>
              </a:pathLst>
            </a:custGeom>
            <a:ln w="141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 descr=""/>
            <p:cNvSpPr/>
            <p:nvPr/>
          </p:nvSpPr>
          <p:spPr>
            <a:xfrm>
              <a:off x="4863589" y="3447907"/>
              <a:ext cx="782320" cy="128270"/>
            </a:xfrm>
            <a:custGeom>
              <a:avLst/>
              <a:gdLst/>
              <a:ahLst/>
              <a:cxnLst/>
              <a:rect l="l" t="t" r="r" b="b"/>
              <a:pathLst>
                <a:path w="782320" h="128270">
                  <a:moveTo>
                    <a:pt x="781852" y="0"/>
                  </a:moveTo>
                  <a:lnTo>
                    <a:pt x="0" y="0"/>
                  </a:lnTo>
                  <a:lnTo>
                    <a:pt x="0" y="128229"/>
                  </a:lnTo>
                  <a:lnTo>
                    <a:pt x="781852" y="128229"/>
                  </a:lnTo>
                  <a:lnTo>
                    <a:pt x="7818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 descr=""/>
            <p:cNvSpPr/>
            <p:nvPr/>
          </p:nvSpPr>
          <p:spPr>
            <a:xfrm>
              <a:off x="4906030" y="3279159"/>
              <a:ext cx="1728470" cy="1361440"/>
            </a:xfrm>
            <a:custGeom>
              <a:avLst/>
              <a:gdLst/>
              <a:ahLst/>
              <a:cxnLst/>
              <a:rect l="l" t="t" r="r" b="b"/>
              <a:pathLst>
                <a:path w="1728470" h="1361439">
                  <a:moveTo>
                    <a:pt x="0" y="0"/>
                  </a:moveTo>
                  <a:lnTo>
                    <a:pt x="0" y="301632"/>
                  </a:lnTo>
                </a:path>
                <a:path w="1728470" h="1361439">
                  <a:moveTo>
                    <a:pt x="704155" y="0"/>
                  </a:moveTo>
                  <a:lnTo>
                    <a:pt x="704155" y="301632"/>
                  </a:lnTo>
                </a:path>
                <a:path w="1728470" h="1361439">
                  <a:moveTo>
                    <a:pt x="1025960" y="1274403"/>
                  </a:moveTo>
                  <a:lnTo>
                    <a:pt x="1051852" y="1236830"/>
                  </a:lnTo>
                  <a:lnTo>
                    <a:pt x="1091762" y="1220381"/>
                  </a:lnTo>
                  <a:lnTo>
                    <a:pt x="1138874" y="1208645"/>
                  </a:lnTo>
                  <a:lnTo>
                    <a:pt x="1201950" y="1197375"/>
                  </a:lnTo>
                  <a:lnTo>
                    <a:pt x="1267947" y="1190315"/>
                  </a:lnTo>
                  <a:lnTo>
                    <a:pt x="1338226" y="1185620"/>
                  </a:lnTo>
                  <a:lnTo>
                    <a:pt x="1413567" y="1185620"/>
                  </a:lnTo>
                  <a:lnTo>
                    <a:pt x="1481315" y="1190315"/>
                  </a:lnTo>
                  <a:lnTo>
                    <a:pt x="1551984" y="1197375"/>
                  </a:lnTo>
                  <a:lnTo>
                    <a:pt x="1610777" y="1208645"/>
                  </a:lnTo>
                  <a:lnTo>
                    <a:pt x="1657500" y="1220381"/>
                  </a:lnTo>
                  <a:lnTo>
                    <a:pt x="1697604" y="1236830"/>
                  </a:lnTo>
                  <a:lnTo>
                    <a:pt x="1728169" y="1274403"/>
                  </a:lnTo>
                  <a:lnTo>
                    <a:pt x="1720966" y="1290833"/>
                  </a:lnTo>
                  <a:lnTo>
                    <a:pt x="1657500" y="1325594"/>
                  </a:lnTo>
                  <a:lnTo>
                    <a:pt x="1610777" y="1337349"/>
                  </a:lnTo>
                  <a:lnTo>
                    <a:pt x="1551984" y="1349084"/>
                  </a:lnTo>
                  <a:lnTo>
                    <a:pt x="1481315" y="1356125"/>
                  </a:lnTo>
                  <a:lnTo>
                    <a:pt x="1413567" y="1360820"/>
                  </a:lnTo>
                  <a:lnTo>
                    <a:pt x="1338226" y="1360820"/>
                  </a:lnTo>
                  <a:lnTo>
                    <a:pt x="1267947" y="1356125"/>
                  </a:lnTo>
                  <a:lnTo>
                    <a:pt x="1201950" y="1349084"/>
                  </a:lnTo>
                  <a:lnTo>
                    <a:pt x="1138874" y="1337349"/>
                  </a:lnTo>
                  <a:lnTo>
                    <a:pt x="1091762" y="1325594"/>
                  </a:lnTo>
                  <a:lnTo>
                    <a:pt x="1051852" y="1309164"/>
                  </a:lnTo>
                  <a:lnTo>
                    <a:pt x="1025960" y="1274403"/>
                  </a:lnTo>
                  <a:close/>
                </a:path>
                <a:path w="1728470" h="1361439">
                  <a:moveTo>
                    <a:pt x="1025960" y="993991"/>
                  </a:moveTo>
                  <a:lnTo>
                    <a:pt x="1051852" y="956418"/>
                  </a:lnTo>
                  <a:lnTo>
                    <a:pt x="1091762" y="939969"/>
                  </a:lnTo>
                  <a:lnTo>
                    <a:pt x="1138874" y="928234"/>
                  </a:lnTo>
                  <a:lnTo>
                    <a:pt x="1201950" y="916479"/>
                  </a:lnTo>
                  <a:lnTo>
                    <a:pt x="1267947" y="909437"/>
                  </a:lnTo>
                  <a:lnTo>
                    <a:pt x="1338226" y="904743"/>
                  </a:lnTo>
                  <a:lnTo>
                    <a:pt x="1413567" y="904743"/>
                  </a:lnTo>
                  <a:lnTo>
                    <a:pt x="1481315" y="909437"/>
                  </a:lnTo>
                  <a:lnTo>
                    <a:pt x="1551984" y="916479"/>
                  </a:lnTo>
                  <a:lnTo>
                    <a:pt x="1610777" y="928234"/>
                  </a:lnTo>
                  <a:lnTo>
                    <a:pt x="1657500" y="939969"/>
                  </a:lnTo>
                  <a:lnTo>
                    <a:pt x="1697604" y="956418"/>
                  </a:lnTo>
                  <a:lnTo>
                    <a:pt x="1728169" y="993991"/>
                  </a:lnTo>
                  <a:lnTo>
                    <a:pt x="1720966" y="1009956"/>
                  </a:lnTo>
                  <a:lnTo>
                    <a:pt x="1657500" y="1045182"/>
                  </a:lnTo>
                  <a:lnTo>
                    <a:pt x="1610777" y="1056917"/>
                  </a:lnTo>
                  <a:lnTo>
                    <a:pt x="1551984" y="1068672"/>
                  </a:lnTo>
                  <a:lnTo>
                    <a:pt x="1481315" y="1075714"/>
                  </a:lnTo>
                  <a:lnTo>
                    <a:pt x="1413567" y="1080408"/>
                  </a:lnTo>
                  <a:lnTo>
                    <a:pt x="1338226" y="1080408"/>
                  </a:lnTo>
                  <a:lnTo>
                    <a:pt x="1267947" y="1075714"/>
                  </a:lnTo>
                  <a:lnTo>
                    <a:pt x="1201950" y="1068672"/>
                  </a:lnTo>
                  <a:lnTo>
                    <a:pt x="1138874" y="1056917"/>
                  </a:lnTo>
                  <a:lnTo>
                    <a:pt x="1091762" y="1045182"/>
                  </a:lnTo>
                  <a:lnTo>
                    <a:pt x="1051852" y="1028752"/>
                  </a:lnTo>
                  <a:lnTo>
                    <a:pt x="1025960" y="993991"/>
                  </a:lnTo>
                  <a:close/>
                </a:path>
              </a:pathLst>
            </a:custGeom>
            <a:ln w="141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5892276" y="4429558"/>
              <a:ext cx="779780" cy="128905"/>
            </a:xfrm>
            <a:custGeom>
              <a:avLst/>
              <a:gdLst/>
              <a:ahLst/>
              <a:cxnLst/>
              <a:rect l="l" t="t" r="r" b="b"/>
              <a:pathLst>
                <a:path w="779779" h="128904">
                  <a:moveTo>
                    <a:pt x="779496" y="0"/>
                  </a:moveTo>
                  <a:lnTo>
                    <a:pt x="0" y="0"/>
                  </a:lnTo>
                  <a:lnTo>
                    <a:pt x="0" y="128699"/>
                  </a:lnTo>
                  <a:lnTo>
                    <a:pt x="779496" y="128699"/>
                  </a:lnTo>
                  <a:lnTo>
                    <a:pt x="7794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 descr=""/>
            <p:cNvSpPr/>
            <p:nvPr/>
          </p:nvSpPr>
          <p:spPr>
            <a:xfrm>
              <a:off x="5931990" y="4261396"/>
              <a:ext cx="707390" cy="301625"/>
            </a:xfrm>
            <a:custGeom>
              <a:avLst/>
              <a:gdLst/>
              <a:ahLst/>
              <a:cxnLst/>
              <a:rect l="l" t="t" r="r" b="b"/>
              <a:pathLst>
                <a:path w="707390" h="301625">
                  <a:moveTo>
                    <a:pt x="0" y="0"/>
                  </a:moveTo>
                  <a:lnTo>
                    <a:pt x="0" y="301555"/>
                  </a:lnTo>
                </a:path>
                <a:path w="707390" h="301625">
                  <a:moveTo>
                    <a:pt x="706881" y="0"/>
                  </a:moveTo>
                  <a:lnTo>
                    <a:pt x="706881" y="301555"/>
                  </a:lnTo>
                </a:path>
              </a:pathLst>
            </a:custGeom>
            <a:ln w="141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 descr=""/>
            <p:cNvSpPr/>
            <p:nvPr/>
          </p:nvSpPr>
          <p:spPr>
            <a:xfrm>
              <a:off x="5931990" y="4142101"/>
              <a:ext cx="702310" cy="173355"/>
            </a:xfrm>
            <a:custGeom>
              <a:avLst/>
              <a:gdLst/>
              <a:ahLst/>
              <a:cxnLst/>
              <a:rect l="l" t="t" r="r" b="b"/>
              <a:pathLst>
                <a:path w="702309" h="173354">
                  <a:moveTo>
                    <a:pt x="387606" y="0"/>
                  </a:moveTo>
                  <a:lnTo>
                    <a:pt x="312265" y="0"/>
                  </a:lnTo>
                  <a:lnTo>
                    <a:pt x="241986" y="4694"/>
                  </a:lnTo>
                  <a:lnTo>
                    <a:pt x="175990" y="11735"/>
                  </a:lnTo>
                  <a:lnTo>
                    <a:pt x="112914" y="23490"/>
                  </a:lnTo>
                  <a:lnTo>
                    <a:pt x="65801" y="34760"/>
                  </a:lnTo>
                  <a:lnTo>
                    <a:pt x="25892" y="48843"/>
                  </a:lnTo>
                  <a:lnTo>
                    <a:pt x="0" y="88763"/>
                  </a:lnTo>
                  <a:lnTo>
                    <a:pt x="7008" y="105212"/>
                  </a:lnTo>
                  <a:lnTo>
                    <a:pt x="65801" y="139973"/>
                  </a:lnTo>
                  <a:lnTo>
                    <a:pt x="112914" y="149361"/>
                  </a:lnTo>
                  <a:lnTo>
                    <a:pt x="175990" y="161097"/>
                  </a:lnTo>
                  <a:lnTo>
                    <a:pt x="241986" y="170505"/>
                  </a:lnTo>
                  <a:lnTo>
                    <a:pt x="312265" y="172852"/>
                  </a:lnTo>
                  <a:lnTo>
                    <a:pt x="387606" y="172852"/>
                  </a:lnTo>
                  <a:lnTo>
                    <a:pt x="455355" y="170505"/>
                  </a:lnTo>
                  <a:lnTo>
                    <a:pt x="526023" y="161097"/>
                  </a:lnTo>
                  <a:lnTo>
                    <a:pt x="631540" y="139973"/>
                  </a:lnTo>
                  <a:lnTo>
                    <a:pt x="671644" y="124008"/>
                  </a:lnTo>
                  <a:lnTo>
                    <a:pt x="702208" y="88763"/>
                  </a:lnTo>
                  <a:lnTo>
                    <a:pt x="695005" y="69986"/>
                  </a:lnTo>
                  <a:lnTo>
                    <a:pt x="631540" y="34760"/>
                  </a:lnTo>
                  <a:lnTo>
                    <a:pt x="584817" y="23490"/>
                  </a:lnTo>
                  <a:lnTo>
                    <a:pt x="526023" y="11735"/>
                  </a:lnTo>
                  <a:lnTo>
                    <a:pt x="455355" y="4694"/>
                  </a:lnTo>
                  <a:lnTo>
                    <a:pt x="3876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5931990" y="3861689"/>
              <a:ext cx="702310" cy="453390"/>
            </a:xfrm>
            <a:custGeom>
              <a:avLst/>
              <a:gdLst/>
              <a:ahLst/>
              <a:cxnLst/>
              <a:rect l="l" t="t" r="r" b="b"/>
              <a:pathLst>
                <a:path w="702309" h="453389">
                  <a:moveTo>
                    <a:pt x="0" y="369175"/>
                  </a:moveTo>
                  <a:lnTo>
                    <a:pt x="25892" y="329255"/>
                  </a:lnTo>
                  <a:lnTo>
                    <a:pt x="65801" y="315172"/>
                  </a:lnTo>
                  <a:lnTo>
                    <a:pt x="112914" y="303902"/>
                  </a:lnTo>
                  <a:lnTo>
                    <a:pt x="175990" y="292147"/>
                  </a:lnTo>
                  <a:lnTo>
                    <a:pt x="241986" y="285106"/>
                  </a:lnTo>
                  <a:lnTo>
                    <a:pt x="312265" y="280411"/>
                  </a:lnTo>
                  <a:lnTo>
                    <a:pt x="387606" y="280411"/>
                  </a:lnTo>
                  <a:lnTo>
                    <a:pt x="455355" y="285106"/>
                  </a:lnTo>
                  <a:lnTo>
                    <a:pt x="526023" y="292147"/>
                  </a:lnTo>
                  <a:lnTo>
                    <a:pt x="584817" y="303902"/>
                  </a:lnTo>
                  <a:lnTo>
                    <a:pt x="631540" y="315172"/>
                  </a:lnTo>
                  <a:lnTo>
                    <a:pt x="671644" y="329255"/>
                  </a:lnTo>
                  <a:lnTo>
                    <a:pt x="702208" y="369175"/>
                  </a:lnTo>
                  <a:lnTo>
                    <a:pt x="695005" y="385624"/>
                  </a:lnTo>
                  <a:lnTo>
                    <a:pt x="631540" y="420385"/>
                  </a:lnTo>
                  <a:lnTo>
                    <a:pt x="584817" y="429773"/>
                  </a:lnTo>
                  <a:lnTo>
                    <a:pt x="526023" y="441509"/>
                  </a:lnTo>
                  <a:lnTo>
                    <a:pt x="455355" y="450916"/>
                  </a:lnTo>
                  <a:lnTo>
                    <a:pt x="387606" y="453264"/>
                  </a:lnTo>
                  <a:lnTo>
                    <a:pt x="312265" y="453264"/>
                  </a:lnTo>
                  <a:lnTo>
                    <a:pt x="241986" y="450916"/>
                  </a:lnTo>
                  <a:lnTo>
                    <a:pt x="175990" y="441509"/>
                  </a:lnTo>
                  <a:lnTo>
                    <a:pt x="112914" y="429773"/>
                  </a:lnTo>
                  <a:lnTo>
                    <a:pt x="65801" y="420385"/>
                  </a:lnTo>
                  <a:lnTo>
                    <a:pt x="25892" y="404420"/>
                  </a:lnTo>
                  <a:lnTo>
                    <a:pt x="0" y="369175"/>
                  </a:lnTo>
                  <a:close/>
                </a:path>
                <a:path w="702309" h="453389">
                  <a:moveTo>
                    <a:pt x="0" y="88763"/>
                  </a:moveTo>
                  <a:lnTo>
                    <a:pt x="25892" y="48843"/>
                  </a:lnTo>
                  <a:lnTo>
                    <a:pt x="65801" y="34760"/>
                  </a:lnTo>
                  <a:lnTo>
                    <a:pt x="112914" y="23005"/>
                  </a:lnTo>
                  <a:lnTo>
                    <a:pt x="175990" y="11270"/>
                  </a:lnTo>
                  <a:lnTo>
                    <a:pt x="241986" y="4228"/>
                  </a:lnTo>
                  <a:lnTo>
                    <a:pt x="312265" y="0"/>
                  </a:lnTo>
                  <a:lnTo>
                    <a:pt x="387606" y="0"/>
                  </a:lnTo>
                  <a:lnTo>
                    <a:pt x="455355" y="4228"/>
                  </a:lnTo>
                  <a:lnTo>
                    <a:pt x="526023" y="11270"/>
                  </a:lnTo>
                  <a:lnTo>
                    <a:pt x="584817" y="23005"/>
                  </a:lnTo>
                  <a:lnTo>
                    <a:pt x="631540" y="34760"/>
                  </a:lnTo>
                  <a:lnTo>
                    <a:pt x="671644" y="48843"/>
                  </a:lnTo>
                  <a:lnTo>
                    <a:pt x="702208" y="88763"/>
                  </a:lnTo>
                  <a:lnTo>
                    <a:pt x="695005" y="104747"/>
                  </a:lnTo>
                  <a:lnTo>
                    <a:pt x="631540" y="139973"/>
                  </a:lnTo>
                  <a:lnTo>
                    <a:pt x="584817" y="149361"/>
                  </a:lnTo>
                  <a:lnTo>
                    <a:pt x="526023" y="161097"/>
                  </a:lnTo>
                  <a:lnTo>
                    <a:pt x="455355" y="170505"/>
                  </a:lnTo>
                  <a:lnTo>
                    <a:pt x="387606" y="172852"/>
                  </a:lnTo>
                  <a:lnTo>
                    <a:pt x="312265" y="172852"/>
                  </a:lnTo>
                  <a:lnTo>
                    <a:pt x="241986" y="170505"/>
                  </a:lnTo>
                  <a:lnTo>
                    <a:pt x="175990" y="161097"/>
                  </a:lnTo>
                  <a:lnTo>
                    <a:pt x="112914" y="149361"/>
                  </a:lnTo>
                  <a:lnTo>
                    <a:pt x="65801" y="139973"/>
                  </a:lnTo>
                  <a:lnTo>
                    <a:pt x="25892" y="123524"/>
                  </a:lnTo>
                  <a:lnTo>
                    <a:pt x="0" y="88763"/>
                  </a:lnTo>
                  <a:close/>
                </a:path>
              </a:pathLst>
            </a:custGeom>
            <a:ln w="141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 descr=""/>
            <p:cNvSpPr/>
            <p:nvPr/>
          </p:nvSpPr>
          <p:spPr>
            <a:xfrm>
              <a:off x="5892276" y="4104512"/>
              <a:ext cx="779780" cy="128905"/>
            </a:xfrm>
            <a:custGeom>
              <a:avLst/>
              <a:gdLst/>
              <a:ahLst/>
              <a:cxnLst/>
              <a:rect l="l" t="t" r="r" b="b"/>
              <a:pathLst>
                <a:path w="779779" h="128904">
                  <a:moveTo>
                    <a:pt x="779496" y="0"/>
                  </a:moveTo>
                  <a:lnTo>
                    <a:pt x="0" y="0"/>
                  </a:lnTo>
                  <a:lnTo>
                    <a:pt x="0" y="128699"/>
                  </a:lnTo>
                  <a:lnTo>
                    <a:pt x="779496" y="128699"/>
                  </a:lnTo>
                  <a:lnTo>
                    <a:pt x="7794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 descr=""/>
            <p:cNvSpPr/>
            <p:nvPr/>
          </p:nvSpPr>
          <p:spPr>
            <a:xfrm>
              <a:off x="5931990" y="3938717"/>
              <a:ext cx="707390" cy="301625"/>
            </a:xfrm>
            <a:custGeom>
              <a:avLst/>
              <a:gdLst/>
              <a:ahLst/>
              <a:cxnLst/>
              <a:rect l="l" t="t" r="r" b="b"/>
              <a:pathLst>
                <a:path w="707390" h="301625">
                  <a:moveTo>
                    <a:pt x="0" y="0"/>
                  </a:moveTo>
                  <a:lnTo>
                    <a:pt x="0" y="301555"/>
                  </a:lnTo>
                </a:path>
                <a:path w="707390" h="301625">
                  <a:moveTo>
                    <a:pt x="706881" y="0"/>
                  </a:moveTo>
                  <a:lnTo>
                    <a:pt x="706881" y="301555"/>
                  </a:lnTo>
                </a:path>
              </a:pathLst>
            </a:custGeom>
            <a:ln w="141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 descr=""/>
            <p:cNvSpPr/>
            <p:nvPr/>
          </p:nvSpPr>
          <p:spPr>
            <a:xfrm>
              <a:off x="5931990" y="3814708"/>
              <a:ext cx="702310" cy="173355"/>
            </a:xfrm>
            <a:custGeom>
              <a:avLst/>
              <a:gdLst/>
              <a:ahLst/>
              <a:cxnLst/>
              <a:rect l="l" t="t" r="r" b="b"/>
              <a:pathLst>
                <a:path w="702309" h="173354">
                  <a:moveTo>
                    <a:pt x="387606" y="0"/>
                  </a:moveTo>
                  <a:lnTo>
                    <a:pt x="312265" y="0"/>
                  </a:lnTo>
                  <a:lnTo>
                    <a:pt x="241986" y="4694"/>
                  </a:lnTo>
                  <a:lnTo>
                    <a:pt x="175990" y="11754"/>
                  </a:lnTo>
                  <a:lnTo>
                    <a:pt x="112914" y="23490"/>
                  </a:lnTo>
                  <a:lnTo>
                    <a:pt x="65801" y="35226"/>
                  </a:lnTo>
                  <a:lnTo>
                    <a:pt x="25892" y="48843"/>
                  </a:lnTo>
                  <a:lnTo>
                    <a:pt x="0" y="88782"/>
                  </a:lnTo>
                  <a:lnTo>
                    <a:pt x="7008" y="105212"/>
                  </a:lnTo>
                  <a:lnTo>
                    <a:pt x="65801" y="140438"/>
                  </a:lnTo>
                  <a:lnTo>
                    <a:pt x="112914" y="149846"/>
                  </a:lnTo>
                  <a:lnTo>
                    <a:pt x="175990" y="161116"/>
                  </a:lnTo>
                  <a:lnTo>
                    <a:pt x="241986" y="170505"/>
                  </a:lnTo>
                  <a:lnTo>
                    <a:pt x="312265" y="172852"/>
                  </a:lnTo>
                  <a:lnTo>
                    <a:pt x="387606" y="172852"/>
                  </a:lnTo>
                  <a:lnTo>
                    <a:pt x="455355" y="170505"/>
                  </a:lnTo>
                  <a:lnTo>
                    <a:pt x="526023" y="161116"/>
                  </a:lnTo>
                  <a:lnTo>
                    <a:pt x="584817" y="149846"/>
                  </a:lnTo>
                  <a:lnTo>
                    <a:pt x="631540" y="140438"/>
                  </a:lnTo>
                  <a:lnTo>
                    <a:pt x="671644" y="124008"/>
                  </a:lnTo>
                  <a:lnTo>
                    <a:pt x="702208" y="88782"/>
                  </a:lnTo>
                  <a:lnTo>
                    <a:pt x="695005" y="69986"/>
                  </a:lnTo>
                  <a:lnTo>
                    <a:pt x="631540" y="35226"/>
                  </a:lnTo>
                  <a:lnTo>
                    <a:pt x="584817" y="23490"/>
                  </a:lnTo>
                  <a:lnTo>
                    <a:pt x="526023" y="11754"/>
                  </a:lnTo>
                  <a:lnTo>
                    <a:pt x="455355" y="4694"/>
                  </a:lnTo>
                  <a:lnTo>
                    <a:pt x="3876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 descr=""/>
            <p:cNvSpPr/>
            <p:nvPr/>
          </p:nvSpPr>
          <p:spPr>
            <a:xfrm>
              <a:off x="5931990" y="3534238"/>
              <a:ext cx="702310" cy="453390"/>
            </a:xfrm>
            <a:custGeom>
              <a:avLst/>
              <a:gdLst/>
              <a:ahLst/>
              <a:cxnLst/>
              <a:rect l="l" t="t" r="r" b="b"/>
              <a:pathLst>
                <a:path w="702309" h="453389">
                  <a:moveTo>
                    <a:pt x="0" y="369252"/>
                  </a:moveTo>
                  <a:lnTo>
                    <a:pt x="25892" y="329313"/>
                  </a:lnTo>
                  <a:lnTo>
                    <a:pt x="65801" y="315696"/>
                  </a:lnTo>
                  <a:lnTo>
                    <a:pt x="112914" y="303960"/>
                  </a:lnTo>
                  <a:lnTo>
                    <a:pt x="175990" y="292225"/>
                  </a:lnTo>
                  <a:lnTo>
                    <a:pt x="241986" y="285164"/>
                  </a:lnTo>
                  <a:lnTo>
                    <a:pt x="312265" y="280470"/>
                  </a:lnTo>
                  <a:lnTo>
                    <a:pt x="387606" y="280470"/>
                  </a:lnTo>
                  <a:lnTo>
                    <a:pt x="455355" y="285164"/>
                  </a:lnTo>
                  <a:lnTo>
                    <a:pt x="526023" y="292225"/>
                  </a:lnTo>
                  <a:lnTo>
                    <a:pt x="584817" y="303960"/>
                  </a:lnTo>
                  <a:lnTo>
                    <a:pt x="631540" y="315696"/>
                  </a:lnTo>
                  <a:lnTo>
                    <a:pt x="671644" y="329313"/>
                  </a:lnTo>
                  <a:lnTo>
                    <a:pt x="702208" y="369252"/>
                  </a:lnTo>
                  <a:lnTo>
                    <a:pt x="695005" y="385682"/>
                  </a:lnTo>
                  <a:lnTo>
                    <a:pt x="631540" y="420908"/>
                  </a:lnTo>
                  <a:lnTo>
                    <a:pt x="584817" y="430316"/>
                  </a:lnTo>
                  <a:lnTo>
                    <a:pt x="526023" y="441586"/>
                  </a:lnTo>
                  <a:lnTo>
                    <a:pt x="455355" y="450975"/>
                  </a:lnTo>
                  <a:lnTo>
                    <a:pt x="387606" y="453322"/>
                  </a:lnTo>
                  <a:lnTo>
                    <a:pt x="312265" y="453322"/>
                  </a:lnTo>
                  <a:lnTo>
                    <a:pt x="241986" y="450975"/>
                  </a:lnTo>
                  <a:lnTo>
                    <a:pt x="175990" y="441586"/>
                  </a:lnTo>
                  <a:lnTo>
                    <a:pt x="112914" y="430316"/>
                  </a:lnTo>
                  <a:lnTo>
                    <a:pt x="65801" y="420908"/>
                  </a:lnTo>
                  <a:lnTo>
                    <a:pt x="25892" y="404479"/>
                  </a:lnTo>
                  <a:lnTo>
                    <a:pt x="0" y="369252"/>
                  </a:lnTo>
                  <a:close/>
                </a:path>
                <a:path w="702309" h="453389">
                  <a:moveTo>
                    <a:pt x="0" y="88841"/>
                  </a:moveTo>
                  <a:lnTo>
                    <a:pt x="25892" y="48881"/>
                  </a:lnTo>
                  <a:lnTo>
                    <a:pt x="65801" y="34721"/>
                  </a:lnTo>
                  <a:lnTo>
                    <a:pt x="112914" y="23083"/>
                  </a:lnTo>
                  <a:lnTo>
                    <a:pt x="175990" y="11832"/>
                  </a:lnTo>
                  <a:lnTo>
                    <a:pt x="241986" y="4849"/>
                  </a:lnTo>
                  <a:lnTo>
                    <a:pt x="312265" y="0"/>
                  </a:lnTo>
                  <a:lnTo>
                    <a:pt x="387606" y="0"/>
                  </a:lnTo>
                  <a:lnTo>
                    <a:pt x="455355" y="4849"/>
                  </a:lnTo>
                  <a:lnTo>
                    <a:pt x="526023" y="11832"/>
                  </a:lnTo>
                  <a:lnTo>
                    <a:pt x="584817" y="23083"/>
                  </a:lnTo>
                  <a:lnTo>
                    <a:pt x="631540" y="34721"/>
                  </a:lnTo>
                  <a:lnTo>
                    <a:pt x="671644" y="48881"/>
                  </a:lnTo>
                  <a:lnTo>
                    <a:pt x="702208" y="88841"/>
                  </a:lnTo>
                  <a:lnTo>
                    <a:pt x="695005" y="105329"/>
                  </a:lnTo>
                  <a:lnTo>
                    <a:pt x="671644" y="123562"/>
                  </a:lnTo>
                  <a:lnTo>
                    <a:pt x="631540" y="140050"/>
                  </a:lnTo>
                  <a:lnTo>
                    <a:pt x="584817" y="149361"/>
                  </a:lnTo>
                  <a:lnTo>
                    <a:pt x="526023" y="161194"/>
                  </a:lnTo>
                  <a:lnTo>
                    <a:pt x="455355" y="170505"/>
                  </a:lnTo>
                  <a:lnTo>
                    <a:pt x="387606" y="172832"/>
                  </a:lnTo>
                  <a:lnTo>
                    <a:pt x="312265" y="172832"/>
                  </a:lnTo>
                  <a:lnTo>
                    <a:pt x="241986" y="170505"/>
                  </a:lnTo>
                  <a:lnTo>
                    <a:pt x="175990" y="161194"/>
                  </a:lnTo>
                  <a:lnTo>
                    <a:pt x="112914" y="149361"/>
                  </a:lnTo>
                  <a:lnTo>
                    <a:pt x="65801" y="140050"/>
                  </a:lnTo>
                  <a:lnTo>
                    <a:pt x="25892" y="123562"/>
                  </a:lnTo>
                  <a:lnTo>
                    <a:pt x="7008" y="105329"/>
                  </a:lnTo>
                  <a:lnTo>
                    <a:pt x="0" y="88841"/>
                  </a:lnTo>
                  <a:close/>
                </a:path>
              </a:pathLst>
            </a:custGeom>
            <a:ln w="141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 descr=""/>
            <p:cNvSpPr/>
            <p:nvPr/>
          </p:nvSpPr>
          <p:spPr>
            <a:xfrm>
              <a:off x="5892276" y="3777138"/>
              <a:ext cx="779780" cy="128905"/>
            </a:xfrm>
            <a:custGeom>
              <a:avLst/>
              <a:gdLst/>
              <a:ahLst/>
              <a:cxnLst/>
              <a:rect l="l" t="t" r="r" b="b"/>
              <a:pathLst>
                <a:path w="779779" h="128904">
                  <a:moveTo>
                    <a:pt x="779496" y="0"/>
                  </a:moveTo>
                  <a:lnTo>
                    <a:pt x="0" y="0"/>
                  </a:lnTo>
                  <a:lnTo>
                    <a:pt x="0" y="128699"/>
                  </a:lnTo>
                  <a:lnTo>
                    <a:pt x="779496" y="128699"/>
                  </a:lnTo>
                  <a:lnTo>
                    <a:pt x="7794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 descr=""/>
            <p:cNvSpPr/>
            <p:nvPr/>
          </p:nvSpPr>
          <p:spPr>
            <a:xfrm>
              <a:off x="5931990" y="3611246"/>
              <a:ext cx="707390" cy="302260"/>
            </a:xfrm>
            <a:custGeom>
              <a:avLst/>
              <a:gdLst/>
              <a:ahLst/>
              <a:cxnLst/>
              <a:rect l="l" t="t" r="r" b="b"/>
              <a:pathLst>
                <a:path w="707390" h="302260">
                  <a:moveTo>
                    <a:pt x="0" y="0"/>
                  </a:moveTo>
                  <a:lnTo>
                    <a:pt x="0" y="301632"/>
                  </a:lnTo>
                </a:path>
                <a:path w="707390" h="302260">
                  <a:moveTo>
                    <a:pt x="706881" y="0"/>
                  </a:moveTo>
                  <a:lnTo>
                    <a:pt x="706881" y="301632"/>
                  </a:lnTo>
                </a:path>
              </a:pathLst>
            </a:custGeom>
            <a:ln w="141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 descr=""/>
            <p:cNvSpPr/>
            <p:nvPr/>
          </p:nvSpPr>
          <p:spPr>
            <a:xfrm>
              <a:off x="5931990" y="3491951"/>
              <a:ext cx="702310" cy="173355"/>
            </a:xfrm>
            <a:custGeom>
              <a:avLst/>
              <a:gdLst/>
              <a:ahLst/>
              <a:cxnLst/>
              <a:rect l="l" t="t" r="r" b="b"/>
              <a:pathLst>
                <a:path w="702309" h="173354">
                  <a:moveTo>
                    <a:pt x="387606" y="0"/>
                  </a:moveTo>
                  <a:lnTo>
                    <a:pt x="312265" y="0"/>
                  </a:lnTo>
                  <a:lnTo>
                    <a:pt x="241986" y="2327"/>
                  </a:lnTo>
                  <a:lnTo>
                    <a:pt x="175990" y="11832"/>
                  </a:lnTo>
                  <a:lnTo>
                    <a:pt x="112914" y="23471"/>
                  </a:lnTo>
                  <a:lnTo>
                    <a:pt x="65801" y="32975"/>
                  </a:lnTo>
                  <a:lnTo>
                    <a:pt x="25892" y="49463"/>
                  </a:lnTo>
                  <a:lnTo>
                    <a:pt x="0" y="88841"/>
                  </a:lnTo>
                  <a:lnTo>
                    <a:pt x="7008" y="103001"/>
                  </a:lnTo>
                  <a:lnTo>
                    <a:pt x="65801" y="138111"/>
                  </a:lnTo>
                  <a:lnTo>
                    <a:pt x="112914" y="149943"/>
                  </a:lnTo>
                  <a:lnTo>
                    <a:pt x="175990" y="161582"/>
                  </a:lnTo>
                  <a:lnTo>
                    <a:pt x="241986" y="168177"/>
                  </a:lnTo>
                  <a:lnTo>
                    <a:pt x="312265" y="172832"/>
                  </a:lnTo>
                  <a:lnTo>
                    <a:pt x="387606" y="172832"/>
                  </a:lnTo>
                  <a:lnTo>
                    <a:pt x="455355" y="168177"/>
                  </a:lnTo>
                  <a:lnTo>
                    <a:pt x="526023" y="161582"/>
                  </a:lnTo>
                  <a:lnTo>
                    <a:pt x="584817" y="149943"/>
                  </a:lnTo>
                  <a:lnTo>
                    <a:pt x="631540" y="138111"/>
                  </a:lnTo>
                  <a:lnTo>
                    <a:pt x="671644" y="124144"/>
                  </a:lnTo>
                  <a:lnTo>
                    <a:pt x="702208" y="88841"/>
                  </a:lnTo>
                  <a:lnTo>
                    <a:pt x="695005" y="67697"/>
                  </a:lnTo>
                  <a:lnTo>
                    <a:pt x="631540" y="32975"/>
                  </a:lnTo>
                  <a:lnTo>
                    <a:pt x="526023" y="11832"/>
                  </a:lnTo>
                  <a:lnTo>
                    <a:pt x="455355" y="2327"/>
                  </a:lnTo>
                  <a:lnTo>
                    <a:pt x="3876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 descr=""/>
            <p:cNvSpPr/>
            <p:nvPr/>
          </p:nvSpPr>
          <p:spPr>
            <a:xfrm>
              <a:off x="5931990" y="3211655"/>
              <a:ext cx="702310" cy="453390"/>
            </a:xfrm>
            <a:custGeom>
              <a:avLst/>
              <a:gdLst/>
              <a:ahLst/>
              <a:cxnLst/>
              <a:rect l="l" t="t" r="r" b="b"/>
              <a:pathLst>
                <a:path w="702309" h="453389">
                  <a:moveTo>
                    <a:pt x="0" y="369136"/>
                  </a:moveTo>
                  <a:lnTo>
                    <a:pt x="25892" y="329759"/>
                  </a:lnTo>
                  <a:lnTo>
                    <a:pt x="65801" y="313271"/>
                  </a:lnTo>
                  <a:lnTo>
                    <a:pt x="112914" y="303766"/>
                  </a:lnTo>
                  <a:lnTo>
                    <a:pt x="175990" y="292128"/>
                  </a:lnTo>
                  <a:lnTo>
                    <a:pt x="241986" y="282623"/>
                  </a:lnTo>
                  <a:lnTo>
                    <a:pt x="312265" y="280295"/>
                  </a:lnTo>
                  <a:lnTo>
                    <a:pt x="387606" y="280295"/>
                  </a:lnTo>
                  <a:lnTo>
                    <a:pt x="455355" y="282623"/>
                  </a:lnTo>
                  <a:lnTo>
                    <a:pt x="526023" y="292128"/>
                  </a:lnTo>
                  <a:lnTo>
                    <a:pt x="584817" y="303766"/>
                  </a:lnTo>
                  <a:lnTo>
                    <a:pt x="631540" y="313271"/>
                  </a:lnTo>
                  <a:lnTo>
                    <a:pt x="671644" y="329759"/>
                  </a:lnTo>
                  <a:lnTo>
                    <a:pt x="702208" y="369136"/>
                  </a:lnTo>
                  <a:lnTo>
                    <a:pt x="695005" y="383296"/>
                  </a:lnTo>
                  <a:lnTo>
                    <a:pt x="631540" y="418406"/>
                  </a:lnTo>
                  <a:lnTo>
                    <a:pt x="584817" y="430239"/>
                  </a:lnTo>
                  <a:lnTo>
                    <a:pt x="526023" y="441877"/>
                  </a:lnTo>
                  <a:lnTo>
                    <a:pt x="455355" y="448472"/>
                  </a:lnTo>
                  <a:lnTo>
                    <a:pt x="387606" y="453128"/>
                  </a:lnTo>
                  <a:lnTo>
                    <a:pt x="312265" y="453128"/>
                  </a:lnTo>
                  <a:lnTo>
                    <a:pt x="241986" y="448472"/>
                  </a:lnTo>
                  <a:lnTo>
                    <a:pt x="175990" y="441877"/>
                  </a:lnTo>
                  <a:lnTo>
                    <a:pt x="112914" y="430239"/>
                  </a:lnTo>
                  <a:lnTo>
                    <a:pt x="65801" y="418406"/>
                  </a:lnTo>
                  <a:lnTo>
                    <a:pt x="25892" y="404440"/>
                  </a:lnTo>
                  <a:lnTo>
                    <a:pt x="0" y="369136"/>
                  </a:lnTo>
                  <a:close/>
                </a:path>
                <a:path w="702309" h="453389">
                  <a:moveTo>
                    <a:pt x="0" y="88647"/>
                  </a:moveTo>
                  <a:lnTo>
                    <a:pt x="25892" y="48881"/>
                  </a:lnTo>
                  <a:lnTo>
                    <a:pt x="65801" y="32781"/>
                  </a:lnTo>
                  <a:lnTo>
                    <a:pt x="112914" y="23471"/>
                  </a:lnTo>
                  <a:lnTo>
                    <a:pt x="175990" y="11638"/>
                  </a:lnTo>
                  <a:lnTo>
                    <a:pt x="241986" y="2327"/>
                  </a:lnTo>
                  <a:lnTo>
                    <a:pt x="312265" y="0"/>
                  </a:lnTo>
                  <a:lnTo>
                    <a:pt x="387606" y="0"/>
                  </a:lnTo>
                  <a:lnTo>
                    <a:pt x="455355" y="2327"/>
                  </a:lnTo>
                  <a:lnTo>
                    <a:pt x="526023" y="11638"/>
                  </a:lnTo>
                  <a:lnTo>
                    <a:pt x="584817" y="23471"/>
                  </a:lnTo>
                  <a:lnTo>
                    <a:pt x="631540" y="32781"/>
                  </a:lnTo>
                  <a:lnTo>
                    <a:pt x="671644" y="48881"/>
                  </a:lnTo>
                  <a:lnTo>
                    <a:pt x="695005" y="67503"/>
                  </a:lnTo>
                  <a:lnTo>
                    <a:pt x="702208" y="88647"/>
                  </a:lnTo>
                  <a:lnTo>
                    <a:pt x="695005" y="102807"/>
                  </a:lnTo>
                  <a:lnTo>
                    <a:pt x="631540" y="138111"/>
                  </a:lnTo>
                  <a:lnTo>
                    <a:pt x="584817" y="149361"/>
                  </a:lnTo>
                  <a:lnTo>
                    <a:pt x="526023" y="161000"/>
                  </a:lnTo>
                  <a:lnTo>
                    <a:pt x="455355" y="168177"/>
                  </a:lnTo>
                  <a:lnTo>
                    <a:pt x="387606" y="172832"/>
                  </a:lnTo>
                  <a:lnTo>
                    <a:pt x="312265" y="172832"/>
                  </a:lnTo>
                  <a:lnTo>
                    <a:pt x="241986" y="168177"/>
                  </a:lnTo>
                  <a:lnTo>
                    <a:pt x="175990" y="161000"/>
                  </a:lnTo>
                  <a:lnTo>
                    <a:pt x="112914" y="149361"/>
                  </a:lnTo>
                  <a:lnTo>
                    <a:pt x="65801" y="138111"/>
                  </a:lnTo>
                  <a:lnTo>
                    <a:pt x="25892" y="123950"/>
                  </a:lnTo>
                  <a:lnTo>
                    <a:pt x="7008" y="102807"/>
                  </a:lnTo>
                  <a:lnTo>
                    <a:pt x="0" y="88647"/>
                  </a:lnTo>
                  <a:close/>
                </a:path>
              </a:pathLst>
            </a:custGeom>
            <a:ln w="141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 descr=""/>
            <p:cNvSpPr/>
            <p:nvPr/>
          </p:nvSpPr>
          <p:spPr>
            <a:xfrm>
              <a:off x="5892276" y="3454420"/>
              <a:ext cx="779780" cy="128905"/>
            </a:xfrm>
            <a:custGeom>
              <a:avLst/>
              <a:gdLst/>
              <a:ahLst/>
              <a:cxnLst/>
              <a:rect l="l" t="t" r="r" b="b"/>
              <a:pathLst>
                <a:path w="779779" h="128904">
                  <a:moveTo>
                    <a:pt x="779496" y="0"/>
                  </a:moveTo>
                  <a:lnTo>
                    <a:pt x="0" y="0"/>
                  </a:lnTo>
                  <a:lnTo>
                    <a:pt x="0" y="128699"/>
                  </a:lnTo>
                  <a:lnTo>
                    <a:pt x="779496" y="128699"/>
                  </a:lnTo>
                  <a:lnTo>
                    <a:pt x="7794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 descr=""/>
            <p:cNvSpPr/>
            <p:nvPr/>
          </p:nvSpPr>
          <p:spPr>
            <a:xfrm>
              <a:off x="5931990" y="3286336"/>
              <a:ext cx="1730375" cy="1344295"/>
            </a:xfrm>
            <a:custGeom>
              <a:avLst/>
              <a:gdLst/>
              <a:ahLst/>
              <a:cxnLst/>
              <a:rect l="l" t="t" r="r" b="b"/>
              <a:pathLst>
                <a:path w="1730375" h="1344295">
                  <a:moveTo>
                    <a:pt x="0" y="0"/>
                  </a:moveTo>
                  <a:lnTo>
                    <a:pt x="0" y="301438"/>
                  </a:lnTo>
                </a:path>
                <a:path w="1730375" h="1344295">
                  <a:moveTo>
                    <a:pt x="706881" y="0"/>
                  </a:moveTo>
                  <a:lnTo>
                    <a:pt x="706881" y="301438"/>
                  </a:lnTo>
                </a:path>
                <a:path w="1730375" h="1344295">
                  <a:moveTo>
                    <a:pt x="1028491" y="1260185"/>
                  </a:moveTo>
                  <a:lnTo>
                    <a:pt x="1054383" y="1220245"/>
                  </a:lnTo>
                  <a:lnTo>
                    <a:pt x="1094098" y="1206163"/>
                  </a:lnTo>
                  <a:lnTo>
                    <a:pt x="1141210" y="1194427"/>
                  </a:lnTo>
                  <a:lnTo>
                    <a:pt x="1202340" y="1183138"/>
                  </a:lnTo>
                  <a:lnTo>
                    <a:pt x="1270283" y="1176096"/>
                  </a:lnTo>
                  <a:lnTo>
                    <a:pt x="1340757" y="1171402"/>
                  </a:lnTo>
                  <a:lnTo>
                    <a:pt x="1413372" y="1171402"/>
                  </a:lnTo>
                  <a:lnTo>
                    <a:pt x="1484041" y="1176096"/>
                  </a:lnTo>
                  <a:lnTo>
                    <a:pt x="1554125" y="1183138"/>
                  </a:lnTo>
                  <a:lnTo>
                    <a:pt x="1613113" y="1194427"/>
                  </a:lnTo>
                  <a:lnTo>
                    <a:pt x="1660226" y="1206163"/>
                  </a:lnTo>
                  <a:lnTo>
                    <a:pt x="1697799" y="1220245"/>
                  </a:lnTo>
                  <a:lnTo>
                    <a:pt x="1730310" y="1260185"/>
                  </a:lnTo>
                  <a:lnTo>
                    <a:pt x="1720966" y="1276615"/>
                  </a:lnTo>
                  <a:lnTo>
                    <a:pt x="1697799" y="1295411"/>
                  </a:lnTo>
                  <a:lnTo>
                    <a:pt x="1660226" y="1311375"/>
                  </a:lnTo>
                  <a:lnTo>
                    <a:pt x="1613113" y="1320764"/>
                  </a:lnTo>
                  <a:lnTo>
                    <a:pt x="1554125" y="1332519"/>
                  </a:lnTo>
                  <a:lnTo>
                    <a:pt x="1484041" y="1341907"/>
                  </a:lnTo>
                  <a:lnTo>
                    <a:pt x="1413372" y="1344254"/>
                  </a:lnTo>
                  <a:lnTo>
                    <a:pt x="1340757" y="1344254"/>
                  </a:lnTo>
                  <a:lnTo>
                    <a:pt x="1270283" y="1341907"/>
                  </a:lnTo>
                  <a:lnTo>
                    <a:pt x="1202340" y="1332519"/>
                  </a:lnTo>
                  <a:lnTo>
                    <a:pt x="1141210" y="1320764"/>
                  </a:lnTo>
                  <a:lnTo>
                    <a:pt x="1094098" y="1311375"/>
                  </a:lnTo>
                  <a:lnTo>
                    <a:pt x="1054383" y="1295411"/>
                  </a:lnTo>
                  <a:lnTo>
                    <a:pt x="1035694" y="1276615"/>
                  </a:lnTo>
                  <a:lnTo>
                    <a:pt x="1028491" y="1260185"/>
                  </a:lnTo>
                  <a:close/>
                </a:path>
                <a:path w="1730375" h="1344295">
                  <a:moveTo>
                    <a:pt x="1028491" y="979773"/>
                  </a:moveTo>
                  <a:lnTo>
                    <a:pt x="1054383" y="939833"/>
                  </a:lnTo>
                  <a:lnTo>
                    <a:pt x="1094098" y="925751"/>
                  </a:lnTo>
                  <a:lnTo>
                    <a:pt x="1141210" y="913996"/>
                  </a:lnTo>
                  <a:lnTo>
                    <a:pt x="1202340" y="902260"/>
                  </a:lnTo>
                  <a:lnTo>
                    <a:pt x="1270283" y="895219"/>
                  </a:lnTo>
                  <a:lnTo>
                    <a:pt x="1340757" y="890525"/>
                  </a:lnTo>
                  <a:lnTo>
                    <a:pt x="1413372" y="890525"/>
                  </a:lnTo>
                  <a:lnTo>
                    <a:pt x="1484041" y="895219"/>
                  </a:lnTo>
                  <a:lnTo>
                    <a:pt x="1554125" y="902260"/>
                  </a:lnTo>
                  <a:lnTo>
                    <a:pt x="1613113" y="913996"/>
                  </a:lnTo>
                  <a:lnTo>
                    <a:pt x="1660226" y="925751"/>
                  </a:lnTo>
                  <a:lnTo>
                    <a:pt x="1697799" y="939833"/>
                  </a:lnTo>
                  <a:lnTo>
                    <a:pt x="1730310" y="979773"/>
                  </a:lnTo>
                  <a:lnTo>
                    <a:pt x="1720966" y="995737"/>
                  </a:lnTo>
                  <a:lnTo>
                    <a:pt x="1697799" y="1014514"/>
                  </a:lnTo>
                  <a:lnTo>
                    <a:pt x="1660226" y="1030963"/>
                  </a:lnTo>
                  <a:lnTo>
                    <a:pt x="1613113" y="1040352"/>
                  </a:lnTo>
                  <a:lnTo>
                    <a:pt x="1554125" y="1052107"/>
                  </a:lnTo>
                  <a:lnTo>
                    <a:pt x="1484041" y="1061495"/>
                  </a:lnTo>
                  <a:lnTo>
                    <a:pt x="1413372" y="1063842"/>
                  </a:lnTo>
                  <a:lnTo>
                    <a:pt x="1340757" y="1063842"/>
                  </a:lnTo>
                  <a:lnTo>
                    <a:pt x="1270283" y="1061495"/>
                  </a:lnTo>
                  <a:lnTo>
                    <a:pt x="1202340" y="1052107"/>
                  </a:lnTo>
                  <a:lnTo>
                    <a:pt x="1141210" y="1040352"/>
                  </a:lnTo>
                  <a:lnTo>
                    <a:pt x="1094098" y="1030963"/>
                  </a:lnTo>
                  <a:lnTo>
                    <a:pt x="1054383" y="1014514"/>
                  </a:lnTo>
                  <a:lnTo>
                    <a:pt x="1035694" y="995737"/>
                  </a:lnTo>
                  <a:lnTo>
                    <a:pt x="1028491" y="979773"/>
                  </a:lnTo>
                  <a:close/>
                </a:path>
              </a:pathLst>
            </a:custGeom>
            <a:ln w="141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 descr=""/>
            <p:cNvSpPr/>
            <p:nvPr/>
          </p:nvSpPr>
          <p:spPr>
            <a:xfrm>
              <a:off x="6918236" y="4420169"/>
              <a:ext cx="782320" cy="128905"/>
            </a:xfrm>
            <a:custGeom>
              <a:avLst/>
              <a:gdLst/>
              <a:ahLst/>
              <a:cxnLst/>
              <a:rect l="l" t="t" r="r" b="b"/>
              <a:pathLst>
                <a:path w="782320" h="128904">
                  <a:moveTo>
                    <a:pt x="781852" y="0"/>
                  </a:moveTo>
                  <a:lnTo>
                    <a:pt x="0" y="0"/>
                  </a:lnTo>
                  <a:lnTo>
                    <a:pt x="0" y="128699"/>
                  </a:lnTo>
                  <a:lnTo>
                    <a:pt x="781852" y="128699"/>
                  </a:lnTo>
                  <a:lnTo>
                    <a:pt x="7818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 descr=""/>
            <p:cNvSpPr/>
            <p:nvPr/>
          </p:nvSpPr>
          <p:spPr>
            <a:xfrm>
              <a:off x="6960482" y="4254355"/>
              <a:ext cx="704215" cy="301625"/>
            </a:xfrm>
            <a:custGeom>
              <a:avLst/>
              <a:gdLst/>
              <a:ahLst/>
              <a:cxnLst/>
              <a:rect l="l" t="t" r="r" b="b"/>
              <a:pathLst>
                <a:path w="704215" h="301625">
                  <a:moveTo>
                    <a:pt x="0" y="0"/>
                  </a:moveTo>
                  <a:lnTo>
                    <a:pt x="0" y="301555"/>
                  </a:lnTo>
                </a:path>
                <a:path w="704215" h="301625">
                  <a:moveTo>
                    <a:pt x="704155" y="0"/>
                  </a:moveTo>
                  <a:lnTo>
                    <a:pt x="704155" y="301555"/>
                  </a:lnTo>
                </a:path>
              </a:pathLst>
            </a:custGeom>
            <a:ln w="141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 descr=""/>
            <p:cNvSpPr/>
            <p:nvPr/>
          </p:nvSpPr>
          <p:spPr>
            <a:xfrm>
              <a:off x="6960482" y="4135059"/>
              <a:ext cx="702310" cy="173355"/>
            </a:xfrm>
            <a:custGeom>
              <a:avLst/>
              <a:gdLst/>
              <a:ahLst/>
              <a:cxnLst/>
              <a:rect l="l" t="t" r="r" b="b"/>
              <a:pathLst>
                <a:path w="702309" h="173354">
                  <a:moveTo>
                    <a:pt x="384881" y="0"/>
                  </a:moveTo>
                  <a:lnTo>
                    <a:pt x="312265" y="0"/>
                  </a:lnTo>
                  <a:lnTo>
                    <a:pt x="241791" y="2347"/>
                  </a:lnTo>
                  <a:lnTo>
                    <a:pt x="173848" y="11735"/>
                  </a:lnTo>
                  <a:lnTo>
                    <a:pt x="112719" y="23471"/>
                  </a:lnTo>
                  <a:lnTo>
                    <a:pt x="65606" y="32878"/>
                  </a:lnTo>
                  <a:lnTo>
                    <a:pt x="25892" y="48843"/>
                  </a:lnTo>
                  <a:lnTo>
                    <a:pt x="0" y="88763"/>
                  </a:lnTo>
                  <a:lnTo>
                    <a:pt x="7203" y="102865"/>
                  </a:lnTo>
                  <a:lnTo>
                    <a:pt x="65606" y="138091"/>
                  </a:lnTo>
                  <a:lnTo>
                    <a:pt x="112719" y="149361"/>
                  </a:lnTo>
                  <a:lnTo>
                    <a:pt x="173848" y="161097"/>
                  </a:lnTo>
                  <a:lnTo>
                    <a:pt x="241791" y="168138"/>
                  </a:lnTo>
                  <a:lnTo>
                    <a:pt x="312265" y="172852"/>
                  </a:lnTo>
                  <a:lnTo>
                    <a:pt x="384881" y="172852"/>
                  </a:lnTo>
                  <a:lnTo>
                    <a:pt x="455549" y="168138"/>
                  </a:lnTo>
                  <a:lnTo>
                    <a:pt x="525634" y="161097"/>
                  </a:lnTo>
                  <a:lnTo>
                    <a:pt x="584622" y="149361"/>
                  </a:lnTo>
                  <a:lnTo>
                    <a:pt x="631734" y="138091"/>
                  </a:lnTo>
                  <a:lnTo>
                    <a:pt x="669307" y="123989"/>
                  </a:lnTo>
                  <a:lnTo>
                    <a:pt x="701819" y="88763"/>
                  </a:lnTo>
                  <a:lnTo>
                    <a:pt x="692474" y="67639"/>
                  </a:lnTo>
                  <a:lnTo>
                    <a:pt x="631734" y="32878"/>
                  </a:lnTo>
                  <a:lnTo>
                    <a:pt x="525634" y="11735"/>
                  </a:lnTo>
                  <a:lnTo>
                    <a:pt x="455549" y="2347"/>
                  </a:lnTo>
                  <a:lnTo>
                    <a:pt x="38488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 descr=""/>
            <p:cNvSpPr/>
            <p:nvPr/>
          </p:nvSpPr>
          <p:spPr>
            <a:xfrm>
              <a:off x="6960482" y="3854628"/>
              <a:ext cx="702310" cy="453390"/>
            </a:xfrm>
            <a:custGeom>
              <a:avLst/>
              <a:gdLst/>
              <a:ahLst/>
              <a:cxnLst/>
              <a:rect l="l" t="t" r="r" b="b"/>
              <a:pathLst>
                <a:path w="702309" h="453389">
                  <a:moveTo>
                    <a:pt x="0" y="369194"/>
                  </a:moveTo>
                  <a:lnTo>
                    <a:pt x="25892" y="329274"/>
                  </a:lnTo>
                  <a:lnTo>
                    <a:pt x="65606" y="313310"/>
                  </a:lnTo>
                  <a:lnTo>
                    <a:pt x="112719" y="303902"/>
                  </a:lnTo>
                  <a:lnTo>
                    <a:pt x="173848" y="292166"/>
                  </a:lnTo>
                  <a:lnTo>
                    <a:pt x="241791" y="282778"/>
                  </a:lnTo>
                  <a:lnTo>
                    <a:pt x="312265" y="280431"/>
                  </a:lnTo>
                  <a:lnTo>
                    <a:pt x="384881" y="280431"/>
                  </a:lnTo>
                  <a:lnTo>
                    <a:pt x="455549" y="282778"/>
                  </a:lnTo>
                  <a:lnTo>
                    <a:pt x="525634" y="292166"/>
                  </a:lnTo>
                  <a:lnTo>
                    <a:pt x="584622" y="303902"/>
                  </a:lnTo>
                  <a:lnTo>
                    <a:pt x="631734" y="313310"/>
                  </a:lnTo>
                  <a:lnTo>
                    <a:pt x="669307" y="329274"/>
                  </a:lnTo>
                  <a:lnTo>
                    <a:pt x="701819" y="369194"/>
                  </a:lnTo>
                  <a:lnTo>
                    <a:pt x="692474" y="383296"/>
                  </a:lnTo>
                  <a:lnTo>
                    <a:pt x="631734" y="418522"/>
                  </a:lnTo>
                  <a:lnTo>
                    <a:pt x="584622" y="429792"/>
                  </a:lnTo>
                  <a:lnTo>
                    <a:pt x="525634" y="441528"/>
                  </a:lnTo>
                  <a:lnTo>
                    <a:pt x="455549" y="448569"/>
                  </a:lnTo>
                  <a:lnTo>
                    <a:pt x="384881" y="453283"/>
                  </a:lnTo>
                  <a:lnTo>
                    <a:pt x="312265" y="453283"/>
                  </a:lnTo>
                  <a:lnTo>
                    <a:pt x="241791" y="448569"/>
                  </a:lnTo>
                  <a:lnTo>
                    <a:pt x="173848" y="441528"/>
                  </a:lnTo>
                  <a:lnTo>
                    <a:pt x="112719" y="429792"/>
                  </a:lnTo>
                  <a:lnTo>
                    <a:pt x="65606" y="418522"/>
                  </a:lnTo>
                  <a:lnTo>
                    <a:pt x="25892" y="404420"/>
                  </a:lnTo>
                  <a:lnTo>
                    <a:pt x="0" y="369194"/>
                  </a:lnTo>
                  <a:close/>
                </a:path>
                <a:path w="702309" h="453389">
                  <a:moveTo>
                    <a:pt x="0" y="88782"/>
                  </a:moveTo>
                  <a:lnTo>
                    <a:pt x="25892" y="48862"/>
                  </a:lnTo>
                  <a:lnTo>
                    <a:pt x="65606" y="32413"/>
                  </a:lnTo>
                  <a:lnTo>
                    <a:pt x="112719" y="23024"/>
                  </a:lnTo>
                  <a:lnTo>
                    <a:pt x="173848" y="11289"/>
                  </a:lnTo>
                  <a:lnTo>
                    <a:pt x="241791" y="2347"/>
                  </a:lnTo>
                  <a:lnTo>
                    <a:pt x="312265" y="0"/>
                  </a:lnTo>
                  <a:lnTo>
                    <a:pt x="384881" y="0"/>
                  </a:lnTo>
                  <a:lnTo>
                    <a:pt x="455549" y="2347"/>
                  </a:lnTo>
                  <a:lnTo>
                    <a:pt x="525634" y="11289"/>
                  </a:lnTo>
                  <a:lnTo>
                    <a:pt x="584622" y="23024"/>
                  </a:lnTo>
                  <a:lnTo>
                    <a:pt x="631734" y="32413"/>
                  </a:lnTo>
                  <a:lnTo>
                    <a:pt x="669307" y="48862"/>
                  </a:lnTo>
                  <a:lnTo>
                    <a:pt x="701819" y="88782"/>
                  </a:lnTo>
                  <a:lnTo>
                    <a:pt x="692474" y="102865"/>
                  </a:lnTo>
                  <a:lnTo>
                    <a:pt x="631734" y="137626"/>
                  </a:lnTo>
                  <a:lnTo>
                    <a:pt x="584622" y="149381"/>
                  </a:lnTo>
                  <a:lnTo>
                    <a:pt x="525634" y="161116"/>
                  </a:lnTo>
                  <a:lnTo>
                    <a:pt x="455549" y="168157"/>
                  </a:lnTo>
                  <a:lnTo>
                    <a:pt x="384881" y="172852"/>
                  </a:lnTo>
                  <a:lnTo>
                    <a:pt x="312265" y="172852"/>
                  </a:lnTo>
                  <a:lnTo>
                    <a:pt x="241791" y="168157"/>
                  </a:lnTo>
                  <a:lnTo>
                    <a:pt x="173848" y="161116"/>
                  </a:lnTo>
                  <a:lnTo>
                    <a:pt x="112719" y="149381"/>
                  </a:lnTo>
                  <a:lnTo>
                    <a:pt x="65606" y="137626"/>
                  </a:lnTo>
                  <a:lnTo>
                    <a:pt x="25892" y="123543"/>
                  </a:lnTo>
                  <a:lnTo>
                    <a:pt x="0" y="88782"/>
                  </a:lnTo>
                  <a:close/>
                </a:path>
              </a:pathLst>
            </a:custGeom>
            <a:ln w="141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 descr=""/>
            <p:cNvSpPr/>
            <p:nvPr/>
          </p:nvSpPr>
          <p:spPr>
            <a:xfrm>
              <a:off x="6918236" y="4097471"/>
              <a:ext cx="782320" cy="128905"/>
            </a:xfrm>
            <a:custGeom>
              <a:avLst/>
              <a:gdLst/>
              <a:ahLst/>
              <a:cxnLst/>
              <a:rect l="l" t="t" r="r" b="b"/>
              <a:pathLst>
                <a:path w="782320" h="128904">
                  <a:moveTo>
                    <a:pt x="781852" y="0"/>
                  </a:moveTo>
                  <a:lnTo>
                    <a:pt x="0" y="0"/>
                  </a:lnTo>
                  <a:lnTo>
                    <a:pt x="0" y="128699"/>
                  </a:lnTo>
                  <a:lnTo>
                    <a:pt x="781852" y="128699"/>
                  </a:lnTo>
                  <a:lnTo>
                    <a:pt x="7818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 descr=""/>
            <p:cNvSpPr/>
            <p:nvPr/>
          </p:nvSpPr>
          <p:spPr>
            <a:xfrm>
              <a:off x="6960482" y="3929328"/>
              <a:ext cx="704215" cy="301625"/>
            </a:xfrm>
            <a:custGeom>
              <a:avLst/>
              <a:gdLst/>
              <a:ahLst/>
              <a:cxnLst/>
              <a:rect l="l" t="t" r="r" b="b"/>
              <a:pathLst>
                <a:path w="704215" h="301625">
                  <a:moveTo>
                    <a:pt x="0" y="0"/>
                  </a:moveTo>
                  <a:lnTo>
                    <a:pt x="0" y="301535"/>
                  </a:lnTo>
                </a:path>
                <a:path w="704215" h="301625">
                  <a:moveTo>
                    <a:pt x="704155" y="0"/>
                  </a:moveTo>
                  <a:lnTo>
                    <a:pt x="704155" y="301535"/>
                  </a:lnTo>
                </a:path>
              </a:pathLst>
            </a:custGeom>
            <a:ln w="141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 descr=""/>
            <p:cNvSpPr/>
            <p:nvPr/>
          </p:nvSpPr>
          <p:spPr>
            <a:xfrm>
              <a:off x="6960482" y="3807666"/>
              <a:ext cx="702310" cy="173355"/>
            </a:xfrm>
            <a:custGeom>
              <a:avLst/>
              <a:gdLst/>
              <a:ahLst/>
              <a:cxnLst/>
              <a:rect l="l" t="t" r="r" b="b"/>
              <a:pathLst>
                <a:path w="702309" h="173354">
                  <a:moveTo>
                    <a:pt x="384881" y="0"/>
                  </a:moveTo>
                  <a:lnTo>
                    <a:pt x="312265" y="0"/>
                  </a:lnTo>
                  <a:lnTo>
                    <a:pt x="241791" y="2347"/>
                  </a:lnTo>
                  <a:lnTo>
                    <a:pt x="173848" y="11735"/>
                  </a:lnTo>
                  <a:lnTo>
                    <a:pt x="65606" y="32878"/>
                  </a:lnTo>
                  <a:lnTo>
                    <a:pt x="25892" y="49308"/>
                  </a:lnTo>
                  <a:lnTo>
                    <a:pt x="0" y="88782"/>
                  </a:lnTo>
                  <a:lnTo>
                    <a:pt x="7203" y="102865"/>
                  </a:lnTo>
                  <a:lnTo>
                    <a:pt x="65606" y="138091"/>
                  </a:lnTo>
                  <a:lnTo>
                    <a:pt x="112719" y="149827"/>
                  </a:lnTo>
                  <a:lnTo>
                    <a:pt x="173848" y="161116"/>
                  </a:lnTo>
                  <a:lnTo>
                    <a:pt x="241791" y="168157"/>
                  </a:lnTo>
                  <a:lnTo>
                    <a:pt x="312265" y="172852"/>
                  </a:lnTo>
                  <a:lnTo>
                    <a:pt x="384881" y="172852"/>
                  </a:lnTo>
                  <a:lnTo>
                    <a:pt x="455549" y="168157"/>
                  </a:lnTo>
                  <a:lnTo>
                    <a:pt x="525634" y="161116"/>
                  </a:lnTo>
                  <a:lnTo>
                    <a:pt x="584622" y="149827"/>
                  </a:lnTo>
                  <a:lnTo>
                    <a:pt x="631734" y="138091"/>
                  </a:lnTo>
                  <a:lnTo>
                    <a:pt x="669307" y="124008"/>
                  </a:lnTo>
                  <a:lnTo>
                    <a:pt x="701819" y="88782"/>
                  </a:lnTo>
                  <a:lnTo>
                    <a:pt x="692474" y="67639"/>
                  </a:lnTo>
                  <a:lnTo>
                    <a:pt x="631734" y="32878"/>
                  </a:lnTo>
                  <a:lnTo>
                    <a:pt x="525634" y="11735"/>
                  </a:lnTo>
                  <a:lnTo>
                    <a:pt x="455549" y="2347"/>
                  </a:lnTo>
                  <a:lnTo>
                    <a:pt x="38488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 descr=""/>
            <p:cNvSpPr/>
            <p:nvPr/>
          </p:nvSpPr>
          <p:spPr>
            <a:xfrm>
              <a:off x="6960482" y="3527254"/>
              <a:ext cx="702310" cy="453390"/>
            </a:xfrm>
            <a:custGeom>
              <a:avLst/>
              <a:gdLst/>
              <a:ahLst/>
              <a:cxnLst/>
              <a:rect l="l" t="t" r="r" b="b"/>
              <a:pathLst>
                <a:path w="702309" h="453389">
                  <a:moveTo>
                    <a:pt x="0" y="369194"/>
                  </a:moveTo>
                  <a:lnTo>
                    <a:pt x="25892" y="329720"/>
                  </a:lnTo>
                  <a:lnTo>
                    <a:pt x="65606" y="313290"/>
                  </a:lnTo>
                  <a:lnTo>
                    <a:pt x="112719" y="303902"/>
                  </a:lnTo>
                  <a:lnTo>
                    <a:pt x="173848" y="292147"/>
                  </a:lnTo>
                  <a:lnTo>
                    <a:pt x="241791" y="282759"/>
                  </a:lnTo>
                  <a:lnTo>
                    <a:pt x="312265" y="280411"/>
                  </a:lnTo>
                  <a:lnTo>
                    <a:pt x="384881" y="280411"/>
                  </a:lnTo>
                  <a:lnTo>
                    <a:pt x="455549" y="282759"/>
                  </a:lnTo>
                  <a:lnTo>
                    <a:pt x="525634" y="292147"/>
                  </a:lnTo>
                  <a:lnTo>
                    <a:pt x="584622" y="303902"/>
                  </a:lnTo>
                  <a:lnTo>
                    <a:pt x="631734" y="313290"/>
                  </a:lnTo>
                  <a:lnTo>
                    <a:pt x="669307" y="329720"/>
                  </a:lnTo>
                  <a:lnTo>
                    <a:pt x="701819" y="369194"/>
                  </a:lnTo>
                  <a:lnTo>
                    <a:pt x="692474" y="383277"/>
                  </a:lnTo>
                  <a:lnTo>
                    <a:pt x="631734" y="418503"/>
                  </a:lnTo>
                  <a:lnTo>
                    <a:pt x="584622" y="430239"/>
                  </a:lnTo>
                  <a:lnTo>
                    <a:pt x="525634" y="441528"/>
                  </a:lnTo>
                  <a:lnTo>
                    <a:pt x="455549" y="448569"/>
                  </a:lnTo>
                  <a:lnTo>
                    <a:pt x="384881" y="453264"/>
                  </a:lnTo>
                  <a:lnTo>
                    <a:pt x="312265" y="453264"/>
                  </a:lnTo>
                  <a:lnTo>
                    <a:pt x="241791" y="448569"/>
                  </a:lnTo>
                  <a:lnTo>
                    <a:pt x="173848" y="441528"/>
                  </a:lnTo>
                  <a:lnTo>
                    <a:pt x="112719" y="430239"/>
                  </a:lnTo>
                  <a:lnTo>
                    <a:pt x="65606" y="418503"/>
                  </a:lnTo>
                  <a:lnTo>
                    <a:pt x="25892" y="404420"/>
                  </a:lnTo>
                  <a:lnTo>
                    <a:pt x="0" y="369194"/>
                  </a:lnTo>
                  <a:close/>
                </a:path>
                <a:path w="702309" h="453389">
                  <a:moveTo>
                    <a:pt x="0" y="88841"/>
                  </a:moveTo>
                  <a:lnTo>
                    <a:pt x="7203" y="67697"/>
                  </a:lnTo>
                  <a:lnTo>
                    <a:pt x="25892" y="48881"/>
                  </a:lnTo>
                  <a:lnTo>
                    <a:pt x="65606" y="32394"/>
                  </a:lnTo>
                  <a:lnTo>
                    <a:pt x="112719" y="23471"/>
                  </a:lnTo>
                  <a:lnTo>
                    <a:pt x="173848" y="11832"/>
                  </a:lnTo>
                  <a:lnTo>
                    <a:pt x="241791" y="2327"/>
                  </a:lnTo>
                  <a:lnTo>
                    <a:pt x="312265" y="0"/>
                  </a:lnTo>
                  <a:lnTo>
                    <a:pt x="384881" y="0"/>
                  </a:lnTo>
                  <a:lnTo>
                    <a:pt x="455549" y="2327"/>
                  </a:lnTo>
                  <a:lnTo>
                    <a:pt x="525634" y="11832"/>
                  </a:lnTo>
                  <a:lnTo>
                    <a:pt x="584622" y="23471"/>
                  </a:lnTo>
                  <a:lnTo>
                    <a:pt x="631734" y="32394"/>
                  </a:lnTo>
                  <a:lnTo>
                    <a:pt x="669307" y="48881"/>
                  </a:lnTo>
                  <a:lnTo>
                    <a:pt x="692474" y="67697"/>
                  </a:lnTo>
                  <a:lnTo>
                    <a:pt x="701819" y="88841"/>
                  </a:lnTo>
                  <a:lnTo>
                    <a:pt x="692474" y="102807"/>
                  </a:lnTo>
                  <a:lnTo>
                    <a:pt x="631734" y="137529"/>
                  </a:lnTo>
                  <a:lnTo>
                    <a:pt x="584622" y="149361"/>
                  </a:lnTo>
                  <a:lnTo>
                    <a:pt x="525634" y="161194"/>
                  </a:lnTo>
                  <a:lnTo>
                    <a:pt x="455549" y="168177"/>
                  </a:lnTo>
                  <a:lnTo>
                    <a:pt x="384881" y="172832"/>
                  </a:lnTo>
                  <a:lnTo>
                    <a:pt x="312265" y="172832"/>
                  </a:lnTo>
                  <a:lnTo>
                    <a:pt x="241791" y="168177"/>
                  </a:lnTo>
                  <a:lnTo>
                    <a:pt x="173848" y="161194"/>
                  </a:lnTo>
                  <a:lnTo>
                    <a:pt x="112719" y="149361"/>
                  </a:lnTo>
                  <a:lnTo>
                    <a:pt x="65606" y="137529"/>
                  </a:lnTo>
                  <a:lnTo>
                    <a:pt x="25892" y="123950"/>
                  </a:lnTo>
                  <a:lnTo>
                    <a:pt x="7203" y="102807"/>
                  </a:lnTo>
                  <a:lnTo>
                    <a:pt x="0" y="88841"/>
                  </a:lnTo>
                  <a:close/>
                </a:path>
              </a:pathLst>
            </a:custGeom>
            <a:ln w="141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 descr=""/>
            <p:cNvSpPr/>
            <p:nvPr/>
          </p:nvSpPr>
          <p:spPr>
            <a:xfrm>
              <a:off x="6918236" y="3770097"/>
              <a:ext cx="782320" cy="128905"/>
            </a:xfrm>
            <a:custGeom>
              <a:avLst/>
              <a:gdLst/>
              <a:ahLst/>
              <a:cxnLst/>
              <a:rect l="l" t="t" r="r" b="b"/>
              <a:pathLst>
                <a:path w="782320" h="128904">
                  <a:moveTo>
                    <a:pt x="781852" y="0"/>
                  </a:moveTo>
                  <a:lnTo>
                    <a:pt x="0" y="0"/>
                  </a:lnTo>
                  <a:lnTo>
                    <a:pt x="0" y="128699"/>
                  </a:lnTo>
                  <a:lnTo>
                    <a:pt x="781852" y="128699"/>
                  </a:lnTo>
                  <a:lnTo>
                    <a:pt x="7818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 descr=""/>
            <p:cNvSpPr/>
            <p:nvPr/>
          </p:nvSpPr>
          <p:spPr>
            <a:xfrm>
              <a:off x="6960482" y="3601935"/>
              <a:ext cx="704215" cy="301625"/>
            </a:xfrm>
            <a:custGeom>
              <a:avLst/>
              <a:gdLst/>
              <a:ahLst/>
              <a:cxnLst/>
              <a:rect l="l" t="t" r="r" b="b"/>
              <a:pathLst>
                <a:path w="704215" h="301625">
                  <a:moveTo>
                    <a:pt x="0" y="0"/>
                  </a:moveTo>
                  <a:lnTo>
                    <a:pt x="0" y="301555"/>
                  </a:lnTo>
                </a:path>
                <a:path w="704215" h="301625">
                  <a:moveTo>
                    <a:pt x="704155" y="0"/>
                  </a:moveTo>
                  <a:lnTo>
                    <a:pt x="704155" y="301555"/>
                  </a:lnTo>
                </a:path>
              </a:pathLst>
            </a:custGeom>
            <a:ln w="141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 descr=""/>
            <p:cNvSpPr/>
            <p:nvPr/>
          </p:nvSpPr>
          <p:spPr>
            <a:xfrm>
              <a:off x="6960482" y="3482640"/>
              <a:ext cx="702310" cy="175260"/>
            </a:xfrm>
            <a:custGeom>
              <a:avLst/>
              <a:gdLst/>
              <a:ahLst/>
              <a:cxnLst/>
              <a:rect l="l" t="t" r="r" b="b"/>
              <a:pathLst>
                <a:path w="702309" h="175260">
                  <a:moveTo>
                    <a:pt x="384881" y="0"/>
                  </a:moveTo>
                  <a:lnTo>
                    <a:pt x="312265" y="0"/>
                  </a:lnTo>
                  <a:lnTo>
                    <a:pt x="241791" y="4655"/>
                  </a:lnTo>
                  <a:lnTo>
                    <a:pt x="173848" y="11638"/>
                  </a:lnTo>
                  <a:lnTo>
                    <a:pt x="112719" y="23471"/>
                  </a:lnTo>
                  <a:lnTo>
                    <a:pt x="65606" y="35303"/>
                  </a:lnTo>
                  <a:lnTo>
                    <a:pt x="25892" y="51597"/>
                  </a:lnTo>
                  <a:lnTo>
                    <a:pt x="0" y="88841"/>
                  </a:lnTo>
                  <a:lnTo>
                    <a:pt x="7203" y="105135"/>
                  </a:lnTo>
                  <a:lnTo>
                    <a:pt x="65606" y="140438"/>
                  </a:lnTo>
                  <a:lnTo>
                    <a:pt x="112719" y="152077"/>
                  </a:lnTo>
                  <a:lnTo>
                    <a:pt x="173848" y="163909"/>
                  </a:lnTo>
                  <a:lnTo>
                    <a:pt x="241791" y="170892"/>
                  </a:lnTo>
                  <a:lnTo>
                    <a:pt x="312265" y="175160"/>
                  </a:lnTo>
                  <a:lnTo>
                    <a:pt x="384881" y="175160"/>
                  </a:lnTo>
                  <a:lnTo>
                    <a:pt x="455549" y="170892"/>
                  </a:lnTo>
                  <a:lnTo>
                    <a:pt x="525634" y="163909"/>
                  </a:lnTo>
                  <a:lnTo>
                    <a:pt x="584622" y="152077"/>
                  </a:lnTo>
                  <a:lnTo>
                    <a:pt x="631734" y="140438"/>
                  </a:lnTo>
                  <a:lnTo>
                    <a:pt x="669307" y="123950"/>
                  </a:lnTo>
                  <a:lnTo>
                    <a:pt x="701819" y="88841"/>
                  </a:lnTo>
                  <a:lnTo>
                    <a:pt x="692474" y="70413"/>
                  </a:lnTo>
                  <a:lnTo>
                    <a:pt x="631734" y="35303"/>
                  </a:lnTo>
                  <a:lnTo>
                    <a:pt x="584622" y="23471"/>
                  </a:lnTo>
                  <a:lnTo>
                    <a:pt x="525634" y="11638"/>
                  </a:lnTo>
                  <a:lnTo>
                    <a:pt x="455549" y="4655"/>
                  </a:lnTo>
                  <a:lnTo>
                    <a:pt x="38488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 descr=""/>
            <p:cNvSpPr/>
            <p:nvPr/>
          </p:nvSpPr>
          <p:spPr>
            <a:xfrm>
              <a:off x="6960482" y="3202150"/>
              <a:ext cx="702310" cy="455930"/>
            </a:xfrm>
            <a:custGeom>
              <a:avLst/>
              <a:gdLst/>
              <a:ahLst/>
              <a:cxnLst/>
              <a:rect l="l" t="t" r="r" b="b"/>
              <a:pathLst>
                <a:path w="702309" h="455929">
                  <a:moveTo>
                    <a:pt x="0" y="369330"/>
                  </a:moveTo>
                  <a:lnTo>
                    <a:pt x="25892" y="332087"/>
                  </a:lnTo>
                  <a:lnTo>
                    <a:pt x="65606" y="315793"/>
                  </a:lnTo>
                  <a:lnTo>
                    <a:pt x="112719" y="303960"/>
                  </a:lnTo>
                  <a:lnTo>
                    <a:pt x="173848" y="292128"/>
                  </a:lnTo>
                  <a:lnTo>
                    <a:pt x="241791" y="285144"/>
                  </a:lnTo>
                  <a:lnTo>
                    <a:pt x="312265" y="280489"/>
                  </a:lnTo>
                  <a:lnTo>
                    <a:pt x="384881" y="280489"/>
                  </a:lnTo>
                  <a:lnTo>
                    <a:pt x="455549" y="285144"/>
                  </a:lnTo>
                  <a:lnTo>
                    <a:pt x="525634" y="292128"/>
                  </a:lnTo>
                  <a:lnTo>
                    <a:pt x="584622" y="303960"/>
                  </a:lnTo>
                  <a:lnTo>
                    <a:pt x="631734" y="315793"/>
                  </a:lnTo>
                  <a:lnTo>
                    <a:pt x="669307" y="332087"/>
                  </a:lnTo>
                  <a:lnTo>
                    <a:pt x="701819" y="369330"/>
                  </a:lnTo>
                  <a:lnTo>
                    <a:pt x="692474" y="385624"/>
                  </a:lnTo>
                  <a:lnTo>
                    <a:pt x="631734" y="420928"/>
                  </a:lnTo>
                  <a:lnTo>
                    <a:pt x="584622" y="432566"/>
                  </a:lnTo>
                  <a:lnTo>
                    <a:pt x="525634" y="444399"/>
                  </a:lnTo>
                  <a:lnTo>
                    <a:pt x="455549" y="451382"/>
                  </a:lnTo>
                  <a:lnTo>
                    <a:pt x="384881" y="455649"/>
                  </a:lnTo>
                  <a:lnTo>
                    <a:pt x="312265" y="455649"/>
                  </a:lnTo>
                  <a:lnTo>
                    <a:pt x="241791" y="451382"/>
                  </a:lnTo>
                  <a:lnTo>
                    <a:pt x="173848" y="444399"/>
                  </a:lnTo>
                  <a:lnTo>
                    <a:pt x="112719" y="432566"/>
                  </a:lnTo>
                  <a:lnTo>
                    <a:pt x="65606" y="420928"/>
                  </a:lnTo>
                  <a:lnTo>
                    <a:pt x="25892" y="404440"/>
                  </a:lnTo>
                  <a:lnTo>
                    <a:pt x="0" y="369330"/>
                  </a:lnTo>
                  <a:close/>
                </a:path>
                <a:path w="702309" h="455929">
                  <a:moveTo>
                    <a:pt x="0" y="88841"/>
                  </a:moveTo>
                  <a:lnTo>
                    <a:pt x="25892" y="51209"/>
                  </a:lnTo>
                  <a:lnTo>
                    <a:pt x="65606" y="35303"/>
                  </a:lnTo>
                  <a:lnTo>
                    <a:pt x="112719" y="23471"/>
                  </a:lnTo>
                  <a:lnTo>
                    <a:pt x="173848" y="11832"/>
                  </a:lnTo>
                  <a:lnTo>
                    <a:pt x="241791" y="4849"/>
                  </a:lnTo>
                  <a:lnTo>
                    <a:pt x="312265" y="0"/>
                  </a:lnTo>
                  <a:lnTo>
                    <a:pt x="384881" y="0"/>
                  </a:lnTo>
                  <a:lnTo>
                    <a:pt x="455549" y="4849"/>
                  </a:lnTo>
                  <a:lnTo>
                    <a:pt x="525634" y="11832"/>
                  </a:lnTo>
                  <a:lnTo>
                    <a:pt x="584622" y="23471"/>
                  </a:lnTo>
                  <a:lnTo>
                    <a:pt x="631734" y="35303"/>
                  </a:lnTo>
                  <a:lnTo>
                    <a:pt x="669307" y="51209"/>
                  </a:lnTo>
                  <a:lnTo>
                    <a:pt x="701819" y="88841"/>
                  </a:lnTo>
                  <a:lnTo>
                    <a:pt x="692474" y="105329"/>
                  </a:lnTo>
                  <a:lnTo>
                    <a:pt x="631734" y="140438"/>
                  </a:lnTo>
                  <a:lnTo>
                    <a:pt x="584622" y="151689"/>
                  </a:lnTo>
                  <a:lnTo>
                    <a:pt x="525634" y="163521"/>
                  </a:lnTo>
                  <a:lnTo>
                    <a:pt x="455549" y="170505"/>
                  </a:lnTo>
                  <a:lnTo>
                    <a:pt x="384881" y="175354"/>
                  </a:lnTo>
                  <a:lnTo>
                    <a:pt x="312265" y="175354"/>
                  </a:lnTo>
                  <a:lnTo>
                    <a:pt x="241791" y="170505"/>
                  </a:lnTo>
                  <a:lnTo>
                    <a:pt x="173848" y="163521"/>
                  </a:lnTo>
                  <a:lnTo>
                    <a:pt x="112719" y="151689"/>
                  </a:lnTo>
                  <a:lnTo>
                    <a:pt x="65606" y="140438"/>
                  </a:lnTo>
                  <a:lnTo>
                    <a:pt x="25892" y="124144"/>
                  </a:lnTo>
                  <a:lnTo>
                    <a:pt x="0" y="88841"/>
                  </a:lnTo>
                  <a:close/>
                </a:path>
              </a:pathLst>
            </a:custGeom>
            <a:ln w="141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 descr=""/>
            <p:cNvSpPr/>
            <p:nvPr/>
          </p:nvSpPr>
          <p:spPr>
            <a:xfrm>
              <a:off x="6918236" y="3447907"/>
              <a:ext cx="782320" cy="128270"/>
            </a:xfrm>
            <a:custGeom>
              <a:avLst/>
              <a:gdLst/>
              <a:ahLst/>
              <a:cxnLst/>
              <a:rect l="l" t="t" r="r" b="b"/>
              <a:pathLst>
                <a:path w="782320" h="128270">
                  <a:moveTo>
                    <a:pt x="781852" y="0"/>
                  </a:moveTo>
                  <a:lnTo>
                    <a:pt x="0" y="0"/>
                  </a:lnTo>
                  <a:lnTo>
                    <a:pt x="0" y="128229"/>
                  </a:lnTo>
                  <a:lnTo>
                    <a:pt x="781852" y="128229"/>
                  </a:lnTo>
                  <a:lnTo>
                    <a:pt x="7818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 descr=""/>
            <p:cNvSpPr/>
            <p:nvPr/>
          </p:nvSpPr>
          <p:spPr>
            <a:xfrm>
              <a:off x="6960482" y="3279159"/>
              <a:ext cx="1728470" cy="1351915"/>
            </a:xfrm>
            <a:custGeom>
              <a:avLst/>
              <a:gdLst/>
              <a:ahLst/>
              <a:cxnLst/>
              <a:rect l="l" t="t" r="r" b="b"/>
              <a:pathLst>
                <a:path w="1728470" h="1351914">
                  <a:moveTo>
                    <a:pt x="0" y="0"/>
                  </a:moveTo>
                  <a:lnTo>
                    <a:pt x="0" y="301632"/>
                  </a:lnTo>
                </a:path>
                <a:path w="1728470" h="1351914">
                  <a:moveTo>
                    <a:pt x="704155" y="0"/>
                  </a:moveTo>
                  <a:lnTo>
                    <a:pt x="704155" y="301632"/>
                  </a:lnTo>
                </a:path>
                <a:path w="1728470" h="1351914">
                  <a:moveTo>
                    <a:pt x="1025960" y="1267362"/>
                  </a:moveTo>
                  <a:lnTo>
                    <a:pt x="1051852" y="1227422"/>
                  </a:lnTo>
                  <a:lnTo>
                    <a:pt x="1091762" y="1213340"/>
                  </a:lnTo>
                  <a:lnTo>
                    <a:pt x="1138874" y="1201604"/>
                  </a:lnTo>
                  <a:lnTo>
                    <a:pt x="1202145" y="1190315"/>
                  </a:lnTo>
                  <a:lnTo>
                    <a:pt x="1267947" y="1183273"/>
                  </a:lnTo>
                  <a:lnTo>
                    <a:pt x="1338226" y="1178579"/>
                  </a:lnTo>
                  <a:lnTo>
                    <a:pt x="1413567" y="1178579"/>
                  </a:lnTo>
                  <a:lnTo>
                    <a:pt x="1481315" y="1183273"/>
                  </a:lnTo>
                  <a:lnTo>
                    <a:pt x="1551984" y="1190315"/>
                  </a:lnTo>
                  <a:lnTo>
                    <a:pt x="1610972" y="1201604"/>
                  </a:lnTo>
                  <a:lnTo>
                    <a:pt x="1657500" y="1213340"/>
                  </a:lnTo>
                  <a:lnTo>
                    <a:pt x="1697604" y="1227422"/>
                  </a:lnTo>
                  <a:lnTo>
                    <a:pt x="1728169" y="1267362"/>
                  </a:lnTo>
                  <a:lnTo>
                    <a:pt x="1721160" y="1283792"/>
                  </a:lnTo>
                  <a:lnTo>
                    <a:pt x="1657500" y="1318552"/>
                  </a:lnTo>
                  <a:lnTo>
                    <a:pt x="1610972" y="1327941"/>
                  </a:lnTo>
                  <a:lnTo>
                    <a:pt x="1551984" y="1339696"/>
                  </a:lnTo>
                  <a:lnTo>
                    <a:pt x="1481315" y="1349084"/>
                  </a:lnTo>
                  <a:lnTo>
                    <a:pt x="1413567" y="1351431"/>
                  </a:lnTo>
                  <a:lnTo>
                    <a:pt x="1338226" y="1351431"/>
                  </a:lnTo>
                  <a:lnTo>
                    <a:pt x="1267947" y="1349084"/>
                  </a:lnTo>
                  <a:lnTo>
                    <a:pt x="1202145" y="1339696"/>
                  </a:lnTo>
                  <a:lnTo>
                    <a:pt x="1138874" y="1327941"/>
                  </a:lnTo>
                  <a:lnTo>
                    <a:pt x="1091762" y="1318552"/>
                  </a:lnTo>
                  <a:lnTo>
                    <a:pt x="1051852" y="1302588"/>
                  </a:lnTo>
                  <a:lnTo>
                    <a:pt x="1025960" y="1267362"/>
                  </a:lnTo>
                  <a:close/>
                </a:path>
                <a:path w="1728470" h="1351914">
                  <a:moveTo>
                    <a:pt x="1025960" y="986950"/>
                  </a:moveTo>
                  <a:lnTo>
                    <a:pt x="1051852" y="947010"/>
                  </a:lnTo>
                  <a:lnTo>
                    <a:pt x="1091762" y="932928"/>
                  </a:lnTo>
                  <a:lnTo>
                    <a:pt x="1138874" y="921173"/>
                  </a:lnTo>
                  <a:lnTo>
                    <a:pt x="1202145" y="909437"/>
                  </a:lnTo>
                  <a:lnTo>
                    <a:pt x="1267947" y="902396"/>
                  </a:lnTo>
                  <a:lnTo>
                    <a:pt x="1338226" y="897702"/>
                  </a:lnTo>
                  <a:lnTo>
                    <a:pt x="1413567" y="897702"/>
                  </a:lnTo>
                  <a:lnTo>
                    <a:pt x="1481315" y="902396"/>
                  </a:lnTo>
                  <a:lnTo>
                    <a:pt x="1551984" y="909437"/>
                  </a:lnTo>
                  <a:lnTo>
                    <a:pt x="1610972" y="921173"/>
                  </a:lnTo>
                  <a:lnTo>
                    <a:pt x="1657500" y="932928"/>
                  </a:lnTo>
                  <a:lnTo>
                    <a:pt x="1697604" y="947010"/>
                  </a:lnTo>
                  <a:lnTo>
                    <a:pt x="1728169" y="986950"/>
                  </a:lnTo>
                  <a:lnTo>
                    <a:pt x="1721160" y="1002914"/>
                  </a:lnTo>
                  <a:lnTo>
                    <a:pt x="1657500" y="1038140"/>
                  </a:lnTo>
                  <a:lnTo>
                    <a:pt x="1610972" y="1047529"/>
                  </a:lnTo>
                  <a:lnTo>
                    <a:pt x="1551984" y="1059284"/>
                  </a:lnTo>
                  <a:lnTo>
                    <a:pt x="1481315" y="1068672"/>
                  </a:lnTo>
                  <a:lnTo>
                    <a:pt x="1413567" y="1071019"/>
                  </a:lnTo>
                  <a:lnTo>
                    <a:pt x="1338226" y="1071019"/>
                  </a:lnTo>
                  <a:lnTo>
                    <a:pt x="1267947" y="1068672"/>
                  </a:lnTo>
                  <a:lnTo>
                    <a:pt x="1202145" y="1059284"/>
                  </a:lnTo>
                  <a:lnTo>
                    <a:pt x="1138874" y="1047529"/>
                  </a:lnTo>
                  <a:lnTo>
                    <a:pt x="1091762" y="1038140"/>
                  </a:lnTo>
                  <a:lnTo>
                    <a:pt x="1051852" y="1021691"/>
                  </a:lnTo>
                  <a:lnTo>
                    <a:pt x="1025960" y="986950"/>
                  </a:lnTo>
                  <a:close/>
                </a:path>
              </a:pathLst>
            </a:custGeom>
            <a:ln w="141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 descr=""/>
            <p:cNvSpPr/>
            <p:nvPr/>
          </p:nvSpPr>
          <p:spPr>
            <a:xfrm>
              <a:off x="7946922" y="4420169"/>
              <a:ext cx="779780" cy="128905"/>
            </a:xfrm>
            <a:custGeom>
              <a:avLst/>
              <a:gdLst/>
              <a:ahLst/>
              <a:cxnLst/>
              <a:rect l="l" t="t" r="r" b="b"/>
              <a:pathLst>
                <a:path w="779779" h="128904">
                  <a:moveTo>
                    <a:pt x="779496" y="0"/>
                  </a:moveTo>
                  <a:lnTo>
                    <a:pt x="0" y="0"/>
                  </a:lnTo>
                  <a:lnTo>
                    <a:pt x="0" y="128699"/>
                  </a:lnTo>
                  <a:lnTo>
                    <a:pt x="779496" y="128699"/>
                  </a:lnTo>
                  <a:lnTo>
                    <a:pt x="7794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 descr=""/>
            <p:cNvSpPr/>
            <p:nvPr/>
          </p:nvSpPr>
          <p:spPr>
            <a:xfrm>
              <a:off x="7986442" y="4254355"/>
              <a:ext cx="707390" cy="301625"/>
            </a:xfrm>
            <a:custGeom>
              <a:avLst/>
              <a:gdLst/>
              <a:ahLst/>
              <a:cxnLst/>
              <a:rect l="l" t="t" r="r" b="b"/>
              <a:pathLst>
                <a:path w="707390" h="301625">
                  <a:moveTo>
                    <a:pt x="0" y="0"/>
                  </a:moveTo>
                  <a:lnTo>
                    <a:pt x="0" y="301555"/>
                  </a:lnTo>
                </a:path>
                <a:path w="707390" h="301625">
                  <a:moveTo>
                    <a:pt x="706881" y="0"/>
                  </a:moveTo>
                  <a:lnTo>
                    <a:pt x="706881" y="301555"/>
                  </a:lnTo>
                </a:path>
              </a:pathLst>
            </a:custGeom>
            <a:ln w="141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 descr=""/>
            <p:cNvSpPr/>
            <p:nvPr/>
          </p:nvSpPr>
          <p:spPr>
            <a:xfrm>
              <a:off x="7986442" y="4135059"/>
              <a:ext cx="702310" cy="173355"/>
            </a:xfrm>
            <a:custGeom>
              <a:avLst/>
              <a:gdLst/>
              <a:ahLst/>
              <a:cxnLst/>
              <a:rect l="l" t="t" r="r" b="b"/>
              <a:pathLst>
                <a:path w="702309" h="173354">
                  <a:moveTo>
                    <a:pt x="387606" y="0"/>
                  </a:moveTo>
                  <a:lnTo>
                    <a:pt x="312265" y="0"/>
                  </a:lnTo>
                  <a:lnTo>
                    <a:pt x="241986" y="2347"/>
                  </a:lnTo>
                  <a:lnTo>
                    <a:pt x="176184" y="11735"/>
                  </a:lnTo>
                  <a:lnTo>
                    <a:pt x="112914" y="23471"/>
                  </a:lnTo>
                  <a:lnTo>
                    <a:pt x="65801" y="32878"/>
                  </a:lnTo>
                  <a:lnTo>
                    <a:pt x="25892" y="48843"/>
                  </a:lnTo>
                  <a:lnTo>
                    <a:pt x="0" y="88763"/>
                  </a:lnTo>
                  <a:lnTo>
                    <a:pt x="7008" y="102865"/>
                  </a:lnTo>
                  <a:lnTo>
                    <a:pt x="65801" y="138091"/>
                  </a:lnTo>
                  <a:lnTo>
                    <a:pt x="112914" y="149361"/>
                  </a:lnTo>
                  <a:lnTo>
                    <a:pt x="176184" y="161097"/>
                  </a:lnTo>
                  <a:lnTo>
                    <a:pt x="241986" y="168138"/>
                  </a:lnTo>
                  <a:lnTo>
                    <a:pt x="312265" y="172852"/>
                  </a:lnTo>
                  <a:lnTo>
                    <a:pt x="387606" y="172852"/>
                  </a:lnTo>
                  <a:lnTo>
                    <a:pt x="455355" y="168138"/>
                  </a:lnTo>
                  <a:lnTo>
                    <a:pt x="526023" y="161097"/>
                  </a:lnTo>
                  <a:lnTo>
                    <a:pt x="585011" y="149361"/>
                  </a:lnTo>
                  <a:lnTo>
                    <a:pt x="631540" y="138091"/>
                  </a:lnTo>
                  <a:lnTo>
                    <a:pt x="671644" y="123989"/>
                  </a:lnTo>
                  <a:lnTo>
                    <a:pt x="702208" y="88763"/>
                  </a:lnTo>
                  <a:lnTo>
                    <a:pt x="695200" y="67639"/>
                  </a:lnTo>
                  <a:lnTo>
                    <a:pt x="631540" y="32878"/>
                  </a:lnTo>
                  <a:lnTo>
                    <a:pt x="526023" y="11735"/>
                  </a:lnTo>
                  <a:lnTo>
                    <a:pt x="455355" y="2347"/>
                  </a:lnTo>
                  <a:lnTo>
                    <a:pt x="3876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 descr=""/>
            <p:cNvSpPr/>
            <p:nvPr/>
          </p:nvSpPr>
          <p:spPr>
            <a:xfrm>
              <a:off x="7986442" y="3854628"/>
              <a:ext cx="702310" cy="453390"/>
            </a:xfrm>
            <a:custGeom>
              <a:avLst/>
              <a:gdLst/>
              <a:ahLst/>
              <a:cxnLst/>
              <a:rect l="l" t="t" r="r" b="b"/>
              <a:pathLst>
                <a:path w="702309" h="453389">
                  <a:moveTo>
                    <a:pt x="0" y="369194"/>
                  </a:moveTo>
                  <a:lnTo>
                    <a:pt x="25892" y="329274"/>
                  </a:lnTo>
                  <a:lnTo>
                    <a:pt x="65801" y="313310"/>
                  </a:lnTo>
                  <a:lnTo>
                    <a:pt x="112914" y="303902"/>
                  </a:lnTo>
                  <a:lnTo>
                    <a:pt x="176184" y="292166"/>
                  </a:lnTo>
                  <a:lnTo>
                    <a:pt x="241986" y="282778"/>
                  </a:lnTo>
                  <a:lnTo>
                    <a:pt x="312265" y="280431"/>
                  </a:lnTo>
                  <a:lnTo>
                    <a:pt x="387606" y="280431"/>
                  </a:lnTo>
                  <a:lnTo>
                    <a:pt x="455355" y="282778"/>
                  </a:lnTo>
                  <a:lnTo>
                    <a:pt x="526023" y="292166"/>
                  </a:lnTo>
                  <a:lnTo>
                    <a:pt x="585011" y="303902"/>
                  </a:lnTo>
                  <a:lnTo>
                    <a:pt x="631540" y="313310"/>
                  </a:lnTo>
                  <a:lnTo>
                    <a:pt x="671644" y="329274"/>
                  </a:lnTo>
                  <a:lnTo>
                    <a:pt x="702208" y="369194"/>
                  </a:lnTo>
                  <a:lnTo>
                    <a:pt x="695200" y="383296"/>
                  </a:lnTo>
                  <a:lnTo>
                    <a:pt x="631540" y="418522"/>
                  </a:lnTo>
                  <a:lnTo>
                    <a:pt x="585011" y="429792"/>
                  </a:lnTo>
                  <a:lnTo>
                    <a:pt x="526023" y="441528"/>
                  </a:lnTo>
                  <a:lnTo>
                    <a:pt x="455355" y="448569"/>
                  </a:lnTo>
                  <a:lnTo>
                    <a:pt x="387606" y="453283"/>
                  </a:lnTo>
                  <a:lnTo>
                    <a:pt x="312265" y="453283"/>
                  </a:lnTo>
                  <a:lnTo>
                    <a:pt x="241986" y="448569"/>
                  </a:lnTo>
                  <a:lnTo>
                    <a:pt x="176184" y="441528"/>
                  </a:lnTo>
                  <a:lnTo>
                    <a:pt x="112914" y="429792"/>
                  </a:lnTo>
                  <a:lnTo>
                    <a:pt x="65801" y="418522"/>
                  </a:lnTo>
                  <a:lnTo>
                    <a:pt x="25892" y="404420"/>
                  </a:lnTo>
                  <a:lnTo>
                    <a:pt x="0" y="369194"/>
                  </a:lnTo>
                  <a:close/>
                </a:path>
                <a:path w="702309" h="453389">
                  <a:moveTo>
                    <a:pt x="0" y="88782"/>
                  </a:moveTo>
                  <a:lnTo>
                    <a:pt x="25892" y="48862"/>
                  </a:lnTo>
                  <a:lnTo>
                    <a:pt x="65801" y="32413"/>
                  </a:lnTo>
                  <a:lnTo>
                    <a:pt x="112914" y="23024"/>
                  </a:lnTo>
                  <a:lnTo>
                    <a:pt x="176184" y="11289"/>
                  </a:lnTo>
                  <a:lnTo>
                    <a:pt x="241986" y="2347"/>
                  </a:lnTo>
                  <a:lnTo>
                    <a:pt x="312265" y="0"/>
                  </a:lnTo>
                  <a:lnTo>
                    <a:pt x="387606" y="0"/>
                  </a:lnTo>
                  <a:lnTo>
                    <a:pt x="455355" y="2347"/>
                  </a:lnTo>
                  <a:lnTo>
                    <a:pt x="526023" y="11289"/>
                  </a:lnTo>
                  <a:lnTo>
                    <a:pt x="585011" y="23024"/>
                  </a:lnTo>
                  <a:lnTo>
                    <a:pt x="631540" y="32413"/>
                  </a:lnTo>
                  <a:lnTo>
                    <a:pt x="671644" y="48862"/>
                  </a:lnTo>
                  <a:lnTo>
                    <a:pt x="702208" y="88782"/>
                  </a:lnTo>
                  <a:lnTo>
                    <a:pt x="695200" y="102865"/>
                  </a:lnTo>
                  <a:lnTo>
                    <a:pt x="631540" y="137626"/>
                  </a:lnTo>
                  <a:lnTo>
                    <a:pt x="585011" y="149381"/>
                  </a:lnTo>
                  <a:lnTo>
                    <a:pt x="526023" y="161116"/>
                  </a:lnTo>
                  <a:lnTo>
                    <a:pt x="455355" y="168157"/>
                  </a:lnTo>
                  <a:lnTo>
                    <a:pt x="387606" y="172852"/>
                  </a:lnTo>
                  <a:lnTo>
                    <a:pt x="312265" y="172852"/>
                  </a:lnTo>
                  <a:lnTo>
                    <a:pt x="241986" y="168157"/>
                  </a:lnTo>
                  <a:lnTo>
                    <a:pt x="176184" y="161116"/>
                  </a:lnTo>
                  <a:lnTo>
                    <a:pt x="112914" y="149381"/>
                  </a:lnTo>
                  <a:lnTo>
                    <a:pt x="65801" y="137626"/>
                  </a:lnTo>
                  <a:lnTo>
                    <a:pt x="25892" y="123543"/>
                  </a:lnTo>
                  <a:lnTo>
                    <a:pt x="0" y="88782"/>
                  </a:lnTo>
                  <a:close/>
                </a:path>
              </a:pathLst>
            </a:custGeom>
            <a:ln w="141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 descr=""/>
            <p:cNvSpPr/>
            <p:nvPr/>
          </p:nvSpPr>
          <p:spPr>
            <a:xfrm>
              <a:off x="7946922" y="4097471"/>
              <a:ext cx="779780" cy="128905"/>
            </a:xfrm>
            <a:custGeom>
              <a:avLst/>
              <a:gdLst/>
              <a:ahLst/>
              <a:cxnLst/>
              <a:rect l="l" t="t" r="r" b="b"/>
              <a:pathLst>
                <a:path w="779779" h="128904">
                  <a:moveTo>
                    <a:pt x="779496" y="0"/>
                  </a:moveTo>
                  <a:lnTo>
                    <a:pt x="0" y="0"/>
                  </a:lnTo>
                  <a:lnTo>
                    <a:pt x="0" y="128699"/>
                  </a:lnTo>
                  <a:lnTo>
                    <a:pt x="779496" y="128699"/>
                  </a:lnTo>
                  <a:lnTo>
                    <a:pt x="7794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 descr=""/>
            <p:cNvSpPr/>
            <p:nvPr/>
          </p:nvSpPr>
          <p:spPr>
            <a:xfrm>
              <a:off x="7986442" y="3929328"/>
              <a:ext cx="707390" cy="301625"/>
            </a:xfrm>
            <a:custGeom>
              <a:avLst/>
              <a:gdLst/>
              <a:ahLst/>
              <a:cxnLst/>
              <a:rect l="l" t="t" r="r" b="b"/>
              <a:pathLst>
                <a:path w="707390" h="301625">
                  <a:moveTo>
                    <a:pt x="0" y="0"/>
                  </a:moveTo>
                  <a:lnTo>
                    <a:pt x="0" y="301535"/>
                  </a:lnTo>
                </a:path>
                <a:path w="707390" h="301625">
                  <a:moveTo>
                    <a:pt x="706881" y="0"/>
                  </a:moveTo>
                  <a:lnTo>
                    <a:pt x="706881" y="301535"/>
                  </a:lnTo>
                </a:path>
              </a:pathLst>
            </a:custGeom>
            <a:ln w="141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 descr=""/>
            <p:cNvSpPr/>
            <p:nvPr/>
          </p:nvSpPr>
          <p:spPr>
            <a:xfrm>
              <a:off x="7986442" y="3807666"/>
              <a:ext cx="702310" cy="173355"/>
            </a:xfrm>
            <a:custGeom>
              <a:avLst/>
              <a:gdLst/>
              <a:ahLst/>
              <a:cxnLst/>
              <a:rect l="l" t="t" r="r" b="b"/>
              <a:pathLst>
                <a:path w="702309" h="173354">
                  <a:moveTo>
                    <a:pt x="387606" y="0"/>
                  </a:moveTo>
                  <a:lnTo>
                    <a:pt x="312265" y="0"/>
                  </a:lnTo>
                  <a:lnTo>
                    <a:pt x="241986" y="2347"/>
                  </a:lnTo>
                  <a:lnTo>
                    <a:pt x="176184" y="11735"/>
                  </a:lnTo>
                  <a:lnTo>
                    <a:pt x="112914" y="23490"/>
                  </a:lnTo>
                  <a:lnTo>
                    <a:pt x="65801" y="32878"/>
                  </a:lnTo>
                  <a:lnTo>
                    <a:pt x="25892" y="49308"/>
                  </a:lnTo>
                  <a:lnTo>
                    <a:pt x="0" y="88782"/>
                  </a:lnTo>
                  <a:lnTo>
                    <a:pt x="7008" y="102865"/>
                  </a:lnTo>
                  <a:lnTo>
                    <a:pt x="65801" y="138091"/>
                  </a:lnTo>
                  <a:lnTo>
                    <a:pt x="112914" y="149827"/>
                  </a:lnTo>
                  <a:lnTo>
                    <a:pt x="176184" y="161116"/>
                  </a:lnTo>
                  <a:lnTo>
                    <a:pt x="241986" y="168157"/>
                  </a:lnTo>
                  <a:lnTo>
                    <a:pt x="312265" y="172852"/>
                  </a:lnTo>
                  <a:lnTo>
                    <a:pt x="387606" y="172852"/>
                  </a:lnTo>
                  <a:lnTo>
                    <a:pt x="455355" y="168157"/>
                  </a:lnTo>
                  <a:lnTo>
                    <a:pt x="526023" y="161116"/>
                  </a:lnTo>
                  <a:lnTo>
                    <a:pt x="585011" y="149827"/>
                  </a:lnTo>
                  <a:lnTo>
                    <a:pt x="631540" y="138091"/>
                  </a:lnTo>
                  <a:lnTo>
                    <a:pt x="671644" y="124008"/>
                  </a:lnTo>
                  <a:lnTo>
                    <a:pt x="702208" y="88782"/>
                  </a:lnTo>
                  <a:lnTo>
                    <a:pt x="695200" y="67639"/>
                  </a:lnTo>
                  <a:lnTo>
                    <a:pt x="631540" y="32878"/>
                  </a:lnTo>
                  <a:lnTo>
                    <a:pt x="526023" y="11735"/>
                  </a:lnTo>
                  <a:lnTo>
                    <a:pt x="455355" y="2347"/>
                  </a:lnTo>
                  <a:lnTo>
                    <a:pt x="3876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 descr=""/>
            <p:cNvSpPr/>
            <p:nvPr/>
          </p:nvSpPr>
          <p:spPr>
            <a:xfrm>
              <a:off x="7986442" y="3527254"/>
              <a:ext cx="702310" cy="453390"/>
            </a:xfrm>
            <a:custGeom>
              <a:avLst/>
              <a:gdLst/>
              <a:ahLst/>
              <a:cxnLst/>
              <a:rect l="l" t="t" r="r" b="b"/>
              <a:pathLst>
                <a:path w="702309" h="453389">
                  <a:moveTo>
                    <a:pt x="0" y="369194"/>
                  </a:moveTo>
                  <a:lnTo>
                    <a:pt x="25892" y="329720"/>
                  </a:lnTo>
                  <a:lnTo>
                    <a:pt x="65801" y="313290"/>
                  </a:lnTo>
                  <a:lnTo>
                    <a:pt x="112914" y="303902"/>
                  </a:lnTo>
                  <a:lnTo>
                    <a:pt x="176184" y="292147"/>
                  </a:lnTo>
                  <a:lnTo>
                    <a:pt x="241986" y="282759"/>
                  </a:lnTo>
                  <a:lnTo>
                    <a:pt x="312265" y="280411"/>
                  </a:lnTo>
                  <a:lnTo>
                    <a:pt x="387606" y="280411"/>
                  </a:lnTo>
                  <a:lnTo>
                    <a:pt x="455355" y="282759"/>
                  </a:lnTo>
                  <a:lnTo>
                    <a:pt x="526023" y="292147"/>
                  </a:lnTo>
                  <a:lnTo>
                    <a:pt x="585011" y="303902"/>
                  </a:lnTo>
                  <a:lnTo>
                    <a:pt x="631540" y="313290"/>
                  </a:lnTo>
                  <a:lnTo>
                    <a:pt x="671644" y="329720"/>
                  </a:lnTo>
                  <a:lnTo>
                    <a:pt x="702208" y="369194"/>
                  </a:lnTo>
                  <a:lnTo>
                    <a:pt x="695200" y="383277"/>
                  </a:lnTo>
                  <a:lnTo>
                    <a:pt x="631540" y="418503"/>
                  </a:lnTo>
                  <a:lnTo>
                    <a:pt x="585011" y="430239"/>
                  </a:lnTo>
                  <a:lnTo>
                    <a:pt x="526023" y="441528"/>
                  </a:lnTo>
                  <a:lnTo>
                    <a:pt x="455355" y="448569"/>
                  </a:lnTo>
                  <a:lnTo>
                    <a:pt x="387606" y="453264"/>
                  </a:lnTo>
                  <a:lnTo>
                    <a:pt x="312265" y="453264"/>
                  </a:lnTo>
                  <a:lnTo>
                    <a:pt x="241986" y="448569"/>
                  </a:lnTo>
                  <a:lnTo>
                    <a:pt x="176184" y="441528"/>
                  </a:lnTo>
                  <a:lnTo>
                    <a:pt x="112914" y="430239"/>
                  </a:lnTo>
                  <a:lnTo>
                    <a:pt x="65801" y="418503"/>
                  </a:lnTo>
                  <a:lnTo>
                    <a:pt x="25892" y="404420"/>
                  </a:lnTo>
                  <a:lnTo>
                    <a:pt x="0" y="369194"/>
                  </a:lnTo>
                  <a:close/>
                </a:path>
                <a:path w="702309" h="453389">
                  <a:moveTo>
                    <a:pt x="0" y="88841"/>
                  </a:moveTo>
                  <a:lnTo>
                    <a:pt x="25892" y="48881"/>
                  </a:lnTo>
                  <a:lnTo>
                    <a:pt x="65801" y="32394"/>
                  </a:lnTo>
                  <a:lnTo>
                    <a:pt x="112914" y="23471"/>
                  </a:lnTo>
                  <a:lnTo>
                    <a:pt x="176184" y="11832"/>
                  </a:lnTo>
                  <a:lnTo>
                    <a:pt x="241986" y="2327"/>
                  </a:lnTo>
                  <a:lnTo>
                    <a:pt x="312265" y="0"/>
                  </a:lnTo>
                  <a:lnTo>
                    <a:pt x="387606" y="0"/>
                  </a:lnTo>
                  <a:lnTo>
                    <a:pt x="455355" y="2327"/>
                  </a:lnTo>
                  <a:lnTo>
                    <a:pt x="526023" y="11832"/>
                  </a:lnTo>
                  <a:lnTo>
                    <a:pt x="585011" y="23471"/>
                  </a:lnTo>
                  <a:lnTo>
                    <a:pt x="631540" y="32394"/>
                  </a:lnTo>
                  <a:lnTo>
                    <a:pt x="671644" y="48881"/>
                  </a:lnTo>
                  <a:lnTo>
                    <a:pt x="695200" y="67697"/>
                  </a:lnTo>
                  <a:lnTo>
                    <a:pt x="702208" y="88841"/>
                  </a:lnTo>
                  <a:lnTo>
                    <a:pt x="695200" y="102807"/>
                  </a:lnTo>
                  <a:lnTo>
                    <a:pt x="631540" y="137529"/>
                  </a:lnTo>
                  <a:lnTo>
                    <a:pt x="585011" y="149361"/>
                  </a:lnTo>
                  <a:lnTo>
                    <a:pt x="526023" y="161194"/>
                  </a:lnTo>
                  <a:lnTo>
                    <a:pt x="455355" y="168177"/>
                  </a:lnTo>
                  <a:lnTo>
                    <a:pt x="387606" y="172832"/>
                  </a:lnTo>
                  <a:lnTo>
                    <a:pt x="312265" y="172832"/>
                  </a:lnTo>
                  <a:lnTo>
                    <a:pt x="241986" y="168177"/>
                  </a:lnTo>
                  <a:lnTo>
                    <a:pt x="176184" y="161194"/>
                  </a:lnTo>
                  <a:lnTo>
                    <a:pt x="112914" y="149361"/>
                  </a:lnTo>
                  <a:lnTo>
                    <a:pt x="65801" y="137529"/>
                  </a:lnTo>
                  <a:lnTo>
                    <a:pt x="25892" y="123950"/>
                  </a:lnTo>
                  <a:lnTo>
                    <a:pt x="7008" y="102807"/>
                  </a:lnTo>
                  <a:lnTo>
                    <a:pt x="0" y="88841"/>
                  </a:lnTo>
                  <a:close/>
                </a:path>
              </a:pathLst>
            </a:custGeom>
            <a:ln w="141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 descr=""/>
            <p:cNvSpPr/>
            <p:nvPr/>
          </p:nvSpPr>
          <p:spPr>
            <a:xfrm>
              <a:off x="7946922" y="3770097"/>
              <a:ext cx="779780" cy="128905"/>
            </a:xfrm>
            <a:custGeom>
              <a:avLst/>
              <a:gdLst/>
              <a:ahLst/>
              <a:cxnLst/>
              <a:rect l="l" t="t" r="r" b="b"/>
              <a:pathLst>
                <a:path w="779779" h="128904">
                  <a:moveTo>
                    <a:pt x="779496" y="0"/>
                  </a:moveTo>
                  <a:lnTo>
                    <a:pt x="0" y="0"/>
                  </a:lnTo>
                  <a:lnTo>
                    <a:pt x="0" y="128699"/>
                  </a:lnTo>
                  <a:lnTo>
                    <a:pt x="779496" y="128699"/>
                  </a:lnTo>
                  <a:lnTo>
                    <a:pt x="7794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 descr=""/>
            <p:cNvSpPr/>
            <p:nvPr/>
          </p:nvSpPr>
          <p:spPr>
            <a:xfrm>
              <a:off x="7986442" y="3601935"/>
              <a:ext cx="707390" cy="301625"/>
            </a:xfrm>
            <a:custGeom>
              <a:avLst/>
              <a:gdLst/>
              <a:ahLst/>
              <a:cxnLst/>
              <a:rect l="l" t="t" r="r" b="b"/>
              <a:pathLst>
                <a:path w="707390" h="301625">
                  <a:moveTo>
                    <a:pt x="0" y="0"/>
                  </a:moveTo>
                  <a:lnTo>
                    <a:pt x="0" y="301555"/>
                  </a:lnTo>
                </a:path>
                <a:path w="707390" h="301625">
                  <a:moveTo>
                    <a:pt x="706881" y="0"/>
                  </a:moveTo>
                  <a:lnTo>
                    <a:pt x="706881" y="301555"/>
                  </a:lnTo>
                </a:path>
              </a:pathLst>
            </a:custGeom>
            <a:ln w="141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 descr=""/>
            <p:cNvSpPr/>
            <p:nvPr/>
          </p:nvSpPr>
          <p:spPr>
            <a:xfrm>
              <a:off x="7986442" y="3482640"/>
              <a:ext cx="702310" cy="175260"/>
            </a:xfrm>
            <a:custGeom>
              <a:avLst/>
              <a:gdLst/>
              <a:ahLst/>
              <a:cxnLst/>
              <a:rect l="l" t="t" r="r" b="b"/>
              <a:pathLst>
                <a:path w="702309" h="175260">
                  <a:moveTo>
                    <a:pt x="387606" y="0"/>
                  </a:moveTo>
                  <a:lnTo>
                    <a:pt x="312265" y="0"/>
                  </a:lnTo>
                  <a:lnTo>
                    <a:pt x="241986" y="4655"/>
                  </a:lnTo>
                  <a:lnTo>
                    <a:pt x="176184" y="11638"/>
                  </a:lnTo>
                  <a:lnTo>
                    <a:pt x="112914" y="23471"/>
                  </a:lnTo>
                  <a:lnTo>
                    <a:pt x="65801" y="35303"/>
                  </a:lnTo>
                  <a:lnTo>
                    <a:pt x="25892" y="51597"/>
                  </a:lnTo>
                  <a:lnTo>
                    <a:pt x="0" y="88841"/>
                  </a:lnTo>
                  <a:lnTo>
                    <a:pt x="7008" y="105135"/>
                  </a:lnTo>
                  <a:lnTo>
                    <a:pt x="65801" y="140438"/>
                  </a:lnTo>
                  <a:lnTo>
                    <a:pt x="112914" y="152077"/>
                  </a:lnTo>
                  <a:lnTo>
                    <a:pt x="176184" y="163909"/>
                  </a:lnTo>
                  <a:lnTo>
                    <a:pt x="241986" y="170892"/>
                  </a:lnTo>
                  <a:lnTo>
                    <a:pt x="312265" y="175160"/>
                  </a:lnTo>
                  <a:lnTo>
                    <a:pt x="387606" y="175160"/>
                  </a:lnTo>
                  <a:lnTo>
                    <a:pt x="455355" y="170892"/>
                  </a:lnTo>
                  <a:lnTo>
                    <a:pt x="526023" y="163909"/>
                  </a:lnTo>
                  <a:lnTo>
                    <a:pt x="585011" y="152077"/>
                  </a:lnTo>
                  <a:lnTo>
                    <a:pt x="631540" y="140438"/>
                  </a:lnTo>
                  <a:lnTo>
                    <a:pt x="671644" y="123950"/>
                  </a:lnTo>
                  <a:lnTo>
                    <a:pt x="702208" y="88841"/>
                  </a:lnTo>
                  <a:lnTo>
                    <a:pt x="695200" y="70413"/>
                  </a:lnTo>
                  <a:lnTo>
                    <a:pt x="631540" y="35303"/>
                  </a:lnTo>
                  <a:lnTo>
                    <a:pt x="585011" y="23471"/>
                  </a:lnTo>
                  <a:lnTo>
                    <a:pt x="526023" y="11638"/>
                  </a:lnTo>
                  <a:lnTo>
                    <a:pt x="455355" y="4655"/>
                  </a:lnTo>
                  <a:lnTo>
                    <a:pt x="3876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 descr=""/>
            <p:cNvSpPr/>
            <p:nvPr/>
          </p:nvSpPr>
          <p:spPr>
            <a:xfrm>
              <a:off x="7986442" y="3202150"/>
              <a:ext cx="702310" cy="455930"/>
            </a:xfrm>
            <a:custGeom>
              <a:avLst/>
              <a:gdLst/>
              <a:ahLst/>
              <a:cxnLst/>
              <a:rect l="l" t="t" r="r" b="b"/>
              <a:pathLst>
                <a:path w="702309" h="455929">
                  <a:moveTo>
                    <a:pt x="0" y="369330"/>
                  </a:moveTo>
                  <a:lnTo>
                    <a:pt x="25892" y="332087"/>
                  </a:lnTo>
                  <a:lnTo>
                    <a:pt x="65801" y="315793"/>
                  </a:lnTo>
                  <a:lnTo>
                    <a:pt x="112914" y="303960"/>
                  </a:lnTo>
                  <a:lnTo>
                    <a:pt x="176184" y="292128"/>
                  </a:lnTo>
                  <a:lnTo>
                    <a:pt x="241986" y="285144"/>
                  </a:lnTo>
                  <a:lnTo>
                    <a:pt x="312265" y="280489"/>
                  </a:lnTo>
                  <a:lnTo>
                    <a:pt x="387606" y="280489"/>
                  </a:lnTo>
                  <a:lnTo>
                    <a:pt x="455355" y="285144"/>
                  </a:lnTo>
                  <a:lnTo>
                    <a:pt x="526023" y="292128"/>
                  </a:lnTo>
                  <a:lnTo>
                    <a:pt x="585011" y="303960"/>
                  </a:lnTo>
                  <a:lnTo>
                    <a:pt x="631540" y="315793"/>
                  </a:lnTo>
                  <a:lnTo>
                    <a:pt x="671644" y="332087"/>
                  </a:lnTo>
                  <a:lnTo>
                    <a:pt x="702208" y="369330"/>
                  </a:lnTo>
                  <a:lnTo>
                    <a:pt x="695200" y="385624"/>
                  </a:lnTo>
                  <a:lnTo>
                    <a:pt x="631540" y="420928"/>
                  </a:lnTo>
                  <a:lnTo>
                    <a:pt x="585011" y="432566"/>
                  </a:lnTo>
                  <a:lnTo>
                    <a:pt x="526023" y="444399"/>
                  </a:lnTo>
                  <a:lnTo>
                    <a:pt x="455355" y="451382"/>
                  </a:lnTo>
                  <a:lnTo>
                    <a:pt x="387606" y="455649"/>
                  </a:lnTo>
                  <a:lnTo>
                    <a:pt x="312265" y="455649"/>
                  </a:lnTo>
                  <a:lnTo>
                    <a:pt x="241986" y="451382"/>
                  </a:lnTo>
                  <a:lnTo>
                    <a:pt x="176184" y="444399"/>
                  </a:lnTo>
                  <a:lnTo>
                    <a:pt x="112914" y="432566"/>
                  </a:lnTo>
                  <a:lnTo>
                    <a:pt x="65801" y="420928"/>
                  </a:lnTo>
                  <a:lnTo>
                    <a:pt x="25892" y="404440"/>
                  </a:lnTo>
                  <a:lnTo>
                    <a:pt x="0" y="369330"/>
                  </a:lnTo>
                  <a:close/>
                </a:path>
                <a:path w="702309" h="455929">
                  <a:moveTo>
                    <a:pt x="0" y="88841"/>
                  </a:moveTo>
                  <a:lnTo>
                    <a:pt x="25892" y="51209"/>
                  </a:lnTo>
                  <a:lnTo>
                    <a:pt x="65801" y="35303"/>
                  </a:lnTo>
                  <a:lnTo>
                    <a:pt x="112914" y="23471"/>
                  </a:lnTo>
                  <a:lnTo>
                    <a:pt x="176184" y="11832"/>
                  </a:lnTo>
                  <a:lnTo>
                    <a:pt x="241986" y="4849"/>
                  </a:lnTo>
                  <a:lnTo>
                    <a:pt x="312265" y="0"/>
                  </a:lnTo>
                  <a:lnTo>
                    <a:pt x="387606" y="0"/>
                  </a:lnTo>
                  <a:lnTo>
                    <a:pt x="455355" y="4849"/>
                  </a:lnTo>
                  <a:lnTo>
                    <a:pt x="526023" y="11832"/>
                  </a:lnTo>
                  <a:lnTo>
                    <a:pt x="585011" y="23471"/>
                  </a:lnTo>
                  <a:lnTo>
                    <a:pt x="631540" y="35303"/>
                  </a:lnTo>
                  <a:lnTo>
                    <a:pt x="671644" y="51209"/>
                  </a:lnTo>
                  <a:lnTo>
                    <a:pt x="702208" y="88841"/>
                  </a:lnTo>
                  <a:lnTo>
                    <a:pt x="695200" y="105329"/>
                  </a:lnTo>
                  <a:lnTo>
                    <a:pt x="631540" y="140438"/>
                  </a:lnTo>
                  <a:lnTo>
                    <a:pt x="585011" y="151689"/>
                  </a:lnTo>
                  <a:lnTo>
                    <a:pt x="526023" y="163521"/>
                  </a:lnTo>
                  <a:lnTo>
                    <a:pt x="455355" y="170505"/>
                  </a:lnTo>
                  <a:lnTo>
                    <a:pt x="387606" y="175354"/>
                  </a:lnTo>
                  <a:lnTo>
                    <a:pt x="312265" y="175354"/>
                  </a:lnTo>
                  <a:lnTo>
                    <a:pt x="241986" y="170505"/>
                  </a:lnTo>
                  <a:lnTo>
                    <a:pt x="176184" y="163521"/>
                  </a:lnTo>
                  <a:lnTo>
                    <a:pt x="112914" y="151689"/>
                  </a:lnTo>
                  <a:lnTo>
                    <a:pt x="65801" y="140438"/>
                  </a:lnTo>
                  <a:lnTo>
                    <a:pt x="25892" y="124144"/>
                  </a:lnTo>
                  <a:lnTo>
                    <a:pt x="0" y="88841"/>
                  </a:lnTo>
                  <a:close/>
                </a:path>
              </a:pathLst>
            </a:custGeom>
            <a:ln w="141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 descr=""/>
            <p:cNvSpPr/>
            <p:nvPr/>
          </p:nvSpPr>
          <p:spPr>
            <a:xfrm>
              <a:off x="7946922" y="3447907"/>
              <a:ext cx="779780" cy="128270"/>
            </a:xfrm>
            <a:custGeom>
              <a:avLst/>
              <a:gdLst/>
              <a:ahLst/>
              <a:cxnLst/>
              <a:rect l="l" t="t" r="r" b="b"/>
              <a:pathLst>
                <a:path w="779779" h="128270">
                  <a:moveTo>
                    <a:pt x="779496" y="0"/>
                  </a:moveTo>
                  <a:lnTo>
                    <a:pt x="0" y="0"/>
                  </a:lnTo>
                  <a:lnTo>
                    <a:pt x="0" y="128229"/>
                  </a:lnTo>
                  <a:lnTo>
                    <a:pt x="779496" y="128229"/>
                  </a:lnTo>
                  <a:lnTo>
                    <a:pt x="7794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 descr=""/>
            <p:cNvSpPr/>
            <p:nvPr/>
          </p:nvSpPr>
          <p:spPr>
            <a:xfrm>
              <a:off x="7986442" y="3279159"/>
              <a:ext cx="707390" cy="302260"/>
            </a:xfrm>
            <a:custGeom>
              <a:avLst/>
              <a:gdLst/>
              <a:ahLst/>
              <a:cxnLst/>
              <a:rect l="l" t="t" r="r" b="b"/>
              <a:pathLst>
                <a:path w="707390" h="302260">
                  <a:moveTo>
                    <a:pt x="0" y="0"/>
                  </a:moveTo>
                  <a:lnTo>
                    <a:pt x="0" y="301632"/>
                  </a:lnTo>
                </a:path>
                <a:path w="707390" h="302260">
                  <a:moveTo>
                    <a:pt x="706881" y="0"/>
                  </a:moveTo>
                  <a:lnTo>
                    <a:pt x="706881" y="301632"/>
                  </a:lnTo>
                </a:path>
              </a:pathLst>
            </a:custGeom>
            <a:ln w="141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2" name="object 142" descr=""/>
          <p:cNvSpPr txBox="1"/>
          <p:nvPr/>
        </p:nvSpPr>
        <p:spPr>
          <a:xfrm>
            <a:off x="5200923" y="3393044"/>
            <a:ext cx="152400" cy="2355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 spc="-50">
                <a:latin typeface="Times New Roman"/>
                <a:cs typeface="Times New Roman"/>
              </a:rPr>
              <a:t>A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43" name="object 143" descr=""/>
          <p:cNvSpPr txBox="1"/>
          <p:nvPr/>
        </p:nvSpPr>
        <p:spPr>
          <a:xfrm>
            <a:off x="6259784" y="3393044"/>
            <a:ext cx="142875" cy="2355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 spc="-50">
                <a:latin typeface="Times New Roman"/>
                <a:cs typeface="Times New Roman"/>
              </a:rPr>
              <a:t>B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44" name="object 144" descr=""/>
          <p:cNvSpPr txBox="1"/>
          <p:nvPr/>
        </p:nvSpPr>
        <p:spPr>
          <a:xfrm>
            <a:off x="7234155" y="3393044"/>
            <a:ext cx="142875" cy="2355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 spc="-50">
                <a:latin typeface="Times New Roman"/>
                <a:cs typeface="Times New Roman"/>
              </a:rPr>
              <a:t>C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45" name="object 145" descr=""/>
          <p:cNvSpPr txBox="1"/>
          <p:nvPr/>
        </p:nvSpPr>
        <p:spPr>
          <a:xfrm>
            <a:off x="8262452" y="3402355"/>
            <a:ext cx="152400" cy="2355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 spc="-50">
                <a:latin typeface="Times New Roman"/>
                <a:cs typeface="Times New Roman"/>
              </a:rPr>
              <a:t>D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46" name="object 146" descr=""/>
          <p:cNvSpPr txBox="1"/>
          <p:nvPr/>
        </p:nvSpPr>
        <p:spPr>
          <a:xfrm>
            <a:off x="5196251" y="3734519"/>
            <a:ext cx="132715" cy="2355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 spc="-50">
                <a:latin typeface="Times New Roman"/>
                <a:cs typeface="Times New Roman"/>
              </a:rPr>
              <a:t>E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47" name="object 147" descr=""/>
          <p:cNvSpPr txBox="1"/>
          <p:nvPr/>
        </p:nvSpPr>
        <p:spPr>
          <a:xfrm>
            <a:off x="5177367" y="4368162"/>
            <a:ext cx="181610" cy="2355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 spc="-50">
                <a:latin typeface="Times New Roman"/>
                <a:cs typeface="Times New Roman"/>
              </a:rPr>
              <a:t>M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48" name="object 148" descr=""/>
          <p:cNvSpPr txBox="1"/>
          <p:nvPr/>
        </p:nvSpPr>
        <p:spPr>
          <a:xfrm>
            <a:off x="6219681" y="4365815"/>
            <a:ext cx="152400" cy="2355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 spc="-50">
                <a:latin typeface="Times New Roman"/>
                <a:cs typeface="Times New Roman"/>
              </a:rPr>
              <a:t>N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49" name="object 149" descr=""/>
          <p:cNvSpPr txBox="1"/>
          <p:nvPr/>
        </p:nvSpPr>
        <p:spPr>
          <a:xfrm>
            <a:off x="7234155" y="4358773"/>
            <a:ext cx="152400" cy="2355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 spc="-50">
                <a:latin typeface="Times New Roman"/>
                <a:cs typeface="Times New Roman"/>
              </a:rPr>
              <a:t>O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50" name="object 150" descr=""/>
          <p:cNvSpPr txBox="1"/>
          <p:nvPr/>
        </p:nvSpPr>
        <p:spPr>
          <a:xfrm>
            <a:off x="5186712" y="4066607"/>
            <a:ext cx="84455" cy="2355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 spc="-50">
                <a:latin typeface="Times New Roman"/>
                <a:cs typeface="Times New Roman"/>
              </a:rPr>
              <a:t>I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51" name="object 151" descr=""/>
          <p:cNvSpPr txBox="1"/>
          <p:nvPr/>
        </p:nvSpPr>
        <p:spPr>
          <a:xfrm>
            <a:off x="6222017" y="4066607"/>
            <a:ext cx="93980" cy="2355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 spc="-50">
                <a:latin typeface="Times New Roman"/>
                <a:cs typeface="Times New Roman"/>
              </a:rPr>
              <a:t>J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52" name="object 152" descr=""/>
          <p:cNvSpPr txBox="1"/>
          <p:nvPr/>
        </p:nvSpPr>
        <p:spPr>
          <a:xfrm>
            <a:off x="7239022" y="4066607"/>
            <a:ext cx="152400" cy="2355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 spc="-50">
                <a:latin typeface="Times New Roman"/>
                <a:cs typeface="Times New Roman"/>
              </a:rPr>
              <a:t>K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53" name="object 153" descr=""/>
          <p:cNvSpPr txBox="1"/>
          <p:nvPr/>
        </p:nvSpPr>
        <p:spPr>
          <a:xfrm>
            <a:off x="8267124" y="4066607"/>
            <a:ext cx="132715" cy="2355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 spc="-50">
                <a:latin typeface="Times New Roman"/>
                <a:cs typeface="Times New Roman"/>
              </a:rPr>
              <a:t>L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54" name="object 154" descr=""/>
          <p:cNvSpPr txBox="1"/>
          <p:nvPr/>
        </p:nvSpPr>
        <p:spPr>
          <a:xfrm>
            <a:off x="6252581" y="3734519"/>
            <a:ext cx="123189" cy="2355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 spc="-50">
                <a:latin typeface="Times New Roman"/>
                <a:cs typeface="Times New Roman"/>
              </a:rPr>
              <a:t>F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55" name="object 155" descr=""/>
          <p:cNvSpPr txBox="1"/>
          <p:nvPr/>
        </p:nvSpPr>
        <p:spPr>
          <a:xfrm>
            <a:off x="7239022" y="3741580"/>
            <a:ext cx="152400" cy="2355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 spc="-50">
                <a:latin typeface="Times New Roman"/>
                <a:cs typeface="Times New Roman"/>
              </a:rPr>
              <a:t>G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56" name="object 156" descr=""/>
          <p:cNvSpPr txBox="1"/>
          <p:nvPr/>
        </p:nvSpPr>
        <p:spPr>
          <a:xfrm>
            <a:off x="8264788" y="3741580"/>
            <a:ext cx="152400" cy="2355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 spc="-50">
                <a:latin typeface="Times New Roman"/>
                <a:cs typeface="Times New Roman"/>
              </a:rPr>
              <a:t>H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57" name="object 157" descr=""/>
          <p:cNvSpPr/>
          <p:nvPr/>
        </p:nvSpPr>
        <p:spPr>
          <a:xfrm>
            <a:off x="5241852" y="2839609"/>
            <a:ext cx="3106420" cy="454025"/>
          </a:xfrm>
          <a:custGeom>
            <a:avLst/>
            <a:gdLst/>
            <a:ahLst/>
            <a:cxnLst/>
            <a:rect l="l" t="t" r="r" b="b"/>
            <a:pathLst>
              <a:path w="3106420" h="454025">
                <a:moveTo>
                  <a:pt x="0" y="0"/>
                </a:moveTo>
                <a:lnTo>
                  <a:pt x="0" y="437222"/>
                </a:lnTo>
              </a:path>
              <a:path w="3106420" h="454025">
                <a:moveTo>
                  <a:pt x="1049322" y="16487"/>
                </a:moveTo>
                <a:lnTo>
                  <a:pt x="1049322" y="453710"/>
                </a:lnTo>
              </a:path>
              <a:path w="3106420" h="454025">
                <a:moveTo>
                  <a:pt x="2078008" y="9310"/>
                </a:moveTo>
                <a:lnTo>
                  <a:pt x="2080344" y="444399"/>
                </a:lnTo>
              </a:path>
              <a:path w="3106420" h="454025">
                <a:moveTo>
                  <a:pt x="3106305" y="0"/>
                </a:moveTo>
                <a:lnTo>
                  <a:pt x="3106305" y="437222"/>
                </a:lnTo>
              </a:path>
            </a:pathLst>
          </a:custGeom>
          <a:ln w="188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8" name="object 158" descr=""/>
          <p:cNvSpPr txBox="1"/>
          <p:nvPr/>
        </p:nvSpPr>
        <p:spPr>
          <a:xfrm>
            <a:off x="4459194" y="5413261"/>
            <a:ext cx="382905" cy="2355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 spc="-25" b="1">
                <a:solidFill>
                  <a:srgbClr val="000080"/>
                </a:solidFill>
                <a:latin typeface="宋体"/>
                <a:cs typeface="宋体"/>
              </a:rPr>
              <a:t>镜像</a:t>
            </a:r>
            <a:endParaRPr sz="1350">
              <a:latin typeface="宋体"/>
              <a:cs typeface="宋体"/>
            </a:endParaRPr>
          </a:p>
        </p:txBody>
      </p:sp>
      <p:sp>
        <p:nvSpPr>
          <p:cNvPr id="159" name="object 159" descr=""/>
          <p:cNvSpPr txBox="1"/>
          <p:nvPr/>
        </p:nvSpPr>
        <p:spPr>
          <a:xfrm>
            <a:off x="4538624" y="3797465"/>
            <a:ext cx="201295" cy="2355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 spc="-50">
                <a:latin typeface="宋体"/>
                <a:cs typeface="宋体"/>
              </a:rPr>
              <a:t>＝</a:t>
            </a:r>
            <a:endParaRPr sz="1350">
              <a:latin typeface="宋体"/>
              <a:cs typeface="宋体"/>
            </a:endParaRPr>
          </a:p>
        </p:txBody>
      </p:sp>
      <p:sp>
        <p:nvSpPr>
          <p:cNvPr id="160" name="object 160" descr=""/>
          <p:cNvSpPr txBox="1"/>
          <p:nvPr/>
        </p:nvSpPr>
        <p:spPr>
          <a:xfrm>
            <a:off x="3951860" y="4361121"/>
            <a:ext cx="123189" cy="2355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 spc="-50">
                <a:latin typeface="Times New Roman"/>
                <a:cs typeface="Times New Roman"/>
              </a:rPr>
              <a:t>P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61" name="object 161" descr=""/>
          <p:cNvSpPr txBox="1"/>
          <p:nvPr/>
        </p:nvSpPr>
        <p:spPr>
          <a:xfrm>
            <a:off x="8278805" y="4361121"/>
            <a:ext cx="123189" cy="2355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 spc="-50">
                <a:latin typeface="Times New Roman"/>
                <a:cs typeface="Times New Roman"/>
              </a:rPr>
              <a:t>P</a:t>
            </a:r>
            <a:endParaRPr sz="1350">
              <a:latin typeface="Times New Roman"/>
              <a:cs typeface="Times New Roman"/>
            </a:endParaRPr>
          </a:p>
        </p:txBody>
      </p:sp>
      <p:grpSp>
        <p:nvGrpSpPr>
          <p:cNvPr id="162" name="object 162" descr=""/>
          <p:cNvGrpSpPr/>
          <p:nvPr/>
        </p:nvGrpSpPr>
        <p:grpSpPr>
          <a:xfrm>
            <a:off x="507075" y="3080292"/>
            <a:ext cx="8318500" cy="2253615"/>
            <a:chOff x="507075" y="3080292"/>
            <a:chExt cx="8318500" cy="2253615"/>
          </a:xfrm>
        </p:grpSpPr>
        <p:sp>
          <p:nvSpPr>
            <p:cNvPr id="163" name="object 163" descr=""/>
            <p:cNvSpPr/>
            <p:nvPr/>
          </p:nvSpPr>
          <p:spPr>
            <a:xfrm>
              <a:off x="508581" y="3083049"/>
              <a:ext cx="3998595" cy="2249170"/>
            </a:xfrm>
            <a:custGeom>
              <a:avLst/>
              <a:gdLst/>
              <a:ahLst/>
              <a:cxnLst/>
              <a:rect l="l" t="t" r="r" b="b"/>
              <a:pathLst>
                <a:path w="3998595" h="2249170">
                  <a:moveTo>
                    <a:pt x="3991152" y="7177"/>
                  </a:moveTo>
                  <a:lnTo>
                    <a:pt x="3984727" y="7177"/>
                  </a:lnTo>
                  <a:lnTo>
                    <a:pt x="3984727" y="37631"/>
                  </a:lnTo>
                  <a:lnTo>
                    <a:pt x="3998355" y="37631"/>
                  </a:lnTo>
                  <a:lnTo>
                    <a:pt x="3998355" y="14160"/>
                  </a:lnTo>
                  <a:lnTo>
                    <a:pt x="3991152" y="14160"/>
                  </a:lnTo>
                  <a:lnTo>
                    <a:pt x="3991152" y="7177"/>
                  </a:lnTo>
                  <a:close/>
                </a:path>
                <a:path w="3998595" h="2249170">
                  <a:moveTo>
                    <a:pt x="3991152" y="0"/>
                  </a:moveTo>
                  <a:lnTo>
                    <a:pt x="3932748" y="0"/>
                  </a:lnTo>
                  <a:lnTo>
                    <a:pt x="3932748" y="14160"/>
                  </a:lnTo>
                  <a:lnTo>
                    <a:pt x="3984727" y="14160"/>
                  </a:lnTo>
                  <a:lnTo>
                    <a:pt x="3984727" y="7177"/>
                  </a:lnTo>
                  <a:lnTo>
                    <a:pt x="3991152" y="7177"/>
                  </a:lnTo>
                  <a:lnTo>
                    <a:pt x="3991152" y="0"/>
                  </a:lnTo>
                  <a:close/>
                </a:path>
                <a:path w="3998595" h="2249170">
                  <a:moveTo>
                    <a:pt x="3998355" y="7177"/>
                  </a:moveTo>
                  <a:lnTo>
                    <a:pt x="3991152" y="7177"/>
                  </a:lnTo>
                  <a:lnTo>
                    <a:pt x="3991152" y="14160"/>
                  </a:lnTo>
                  <a:lnTo>
                    <a:pt x="3998355" y="14160"/>
                  </a:lnTo>
                  <a:lnTo>
                    <a:pt x="3998355" y="7177"/>
                  </a:lnTo>
                  <a:close/>
                </a:path>
                <a:path w="3998595" h="2249170">
                  <a:moveTo>
                    <a:pt x="3888166" y="0"/>
                  </a:moveTo>
                  <a:lnTo>
                    <a:pt x="3829762" y="0"/>
                  </a:lnTo>
                  <a:lnTo>
                    <a:pt x="3829762" y="14160"/>
                  </a:lnTo>
                  <a:lnTo>
                    <a:pt x="3888166" y="14160"/>
                  </a:lnTo>
                  <a:lnTo>
                    <a:pt x="3888166" y="0"/>
                  </a:lnTo>
                  <a:close/>
                </a:path>
                <a:path w="3998595" h="2249170">
                  <a:moveTo>
                    <a:pt x="3787322" y="0"/>
                  </a:moveTo>
                  <a:lnTo>
                    <a:pt x="3728335" y="0"/>
                  </a:lnTo>
                  <a:lnTo>
                    <a:pt x="3728335" y="14160"/>
                  </a:lnTo>
                  <a:lnTo>
                    <a:pt x="3787322" y="14160"/>
                  </a:lnTo>
                  <a:lnTo>
                    <a:pt x="3787322" y="0"/>
                  </a:lnTo>
                  <a:close/>
                </a:path>
                <a:path w="3998595" h="2249170">
                  <a:moveTo>
                    <a:pt x="3683753" y="0"/>
                  </a:moveTo>
                  <a:lnTo>
                    <a:pt x="3625349" y="0"/>
                  </a:lnTo>
                  <a:lnTo>
                    <a:pt x="3625349" y="14160"/>
                  </a:lnTo>
                  <a:lnTo>
                    <a:pt x="3683753" y="14160"/>
                  </a:lnTo>
                  <a:lnTo>
                    <a:pt x="3683753" y="0"/>
                  </a:lnTo>
                  <a:close/>
                </a:path>
                <a:path w="3998595" h="2249170">
                  <a:moveTo>
                    <a:pt x="3580573" y="0"/>
                  </a:moveTo>
                  <a:lnTo>
                    <a:pt x="3521585" y="0"/>
                  </a:lnTo>
                  <a:lnTo>
                    <a:pt x="3521585" y="14160"/>
                  </a:lnTo>
                  <a:lnTo>
                    <a:pt x="3580573" y="14160"/>
                  </a:lnTo>
                  <a:lnTo>
                    <a:pt x="3580573" y="0"/>
                  </a:lnTo>
                  <a:close/>
                </a:path>
                <a:path w="3998595" h="2249170">
                  <a:moveTo>
                    <a:pt x="3477393" y="0"/>
                  </a:moveTo>
                  <a:lnTo>
                    <a:pt x="3418600" y="0"/>
                  </a:lnTo>
                  <a:lnTo>
                    <a:pt x="3418600" y="14160"/>
                  </a:lnTo>
                  <a:lnTo>
                    <a:pt x="3477393" y="14160"/>
                  </a:lnTo>
                  <a:lnTo>
                    <a:pt x="3477393" y="0"/>
                  </a:lnTo>
                  <a:close/>
                </a:path>
                <a:path w="3998595" h="2249170">
                  <a:moveTo>
                    <a:pt x="3376159" y="0"/>
                  </a:moveTo>
                  <a:lnTo>
                    <a:pt x="3317756" y="0"/>
                  </a:lnTo>
                  <a:lnTo>
                    <a:pt x="3317756" y="14160"/>
                  </a:lnTo>
                  <a:lnTo>
                    <a:pt x="3376159" y="14160"/>
                  </a:lnTo>
                  <a:lnTo>
                    <a:pt x="3376159" y="0"/>
                  </a:lnTo>
                  <a:close/>
                </a:path>
                <a:path w="3998595" h="2249170">
                  <a:moveTo>
                    <a:pt x="3272979" y="0"/>
                  </a:moveTo>
                  <a:lnTo>
                    <a:pt x="3214186" y="0"/>
                  </a:lnTo>
                  <a:lnTo>
                    <a:pt x="3214186" y="14160"/>
                  </a:lnTo>
                  <a:lnTo>
                    <a:pt x="3272979" y="14160"/>
                  </a:lnTo>
                  <a:lnTo>
                    <a:pt x="3272979" y="0"/>
                  </a:lnTo>
                  <a:close/>
                </a:path>
                <a:path w="3998595" h="2249170">
                  <a:moveTo>
                    <a:pt x="3169799" y="0"/>
                  </a:moveTo>
                  <a:lnTo>
                    <a:pt x="3111006" y="0"/>
                  </a:lnTo>
                  <a:lnTo>
                    <a:pt x="3111006" y="14160"/>
                  </a:lnTo>
                  <a:lnTo>
                    <a:pt x="3169799" y="14160"/>
                  </a:lnTo>
                  <a:lnTo>
                    <a:pt x="3169799" y="0"/>
                  </a:lnTo>
                  <a:close/>
                </a:path>
                <a:path w="3998595" h="2249170">
                  <a:moveTo>
                    <a:pt x="3066230" y="0"/>
                  </a:moveTo>
                  <a:lnTo>
                    <a:pt x="3007826" y="0"/>
                  </a:lnTo>
                  <a:lnTo>
                    <a:pt x="3007826" y="14160"/>
                  </a:lnTo>
                  <a:lnTo>
                    <a:pt x="3066230" y="14160"/>
                  </a:lnTo>
                  <a:lnTo>
                    <a:pt x="3066230" y="0"/>
                  </a:lnTo>
                  <a:close/>
                </a:path>
                <a:path w="3998595" h="2249170">
                  <a:moveTo>
                    <a:pt x="2965386" y="0"/>
                  </a:moveTo>
                  <a:lnTo>
                    <a:pt x="2906593" y="0"/>
                  </a:lnTo>
                  <a:lnTo>
                    <a:pt x="2906593" y="14160"/>
                  </a:lnTo>
                  <a:lnTo>
                    <a:pt x="2965386" y="14160"/>
                  </a:lnTo>
                  <a:lnTo>
                    <a:pt x="2965386" y="0"/>
                  </a:lnTo>
                  <a:close/>
                </a:path>
                <a:path w="3998595" h="2249170">
                  <a:moveTo>
                    <a:pt x="2862206" y="0"/>
                  </a:moveTo>
                  <a:lnTo>
                    <a:pt x="2803413" y="0"/>
                  </a:lnTo>
                  <a:lnTo>
                    <a:pt x="2803413" y="14160"/>
                  </a:lnTo>
                  <a:lnTo>
                    <a:pt x="2862206" y="14160"/>
                  </a:lnTo>
                  <a:lnTo>
                    <a:pt x="2862206" y="0"/>
                  </a:lnTo>
                  <a:close/>
                </a:path>
                <a:path w="3998595" h="2249170">
                  <a:moveTo>
                    <a:pt x="2758636" y="0"/>
                  </a:moveTo>
                  <a:lnTo>
                    <a:pt x="2700232" y="0"/>
                  </a:lnTo>
                  <a:lnTo>
                    <a:pt x="2700232" y="14160"/>
                  </a:lnTo>
                  <a:lnTo>
                    <a:pt x="2758636" y="14160"/>
                  </a:lnTo>
                  <a:lnTo>
                    <a:pt x="2758636" y="0"/>
                  </a:lnTo>
                  <a:close/>
                </a:path>
                <a:path w="3998595" h="2249170">
                  <a:moveTo>
                    <a:pt x="2655456" y="0"/>
                  </a:moveTo>
                  <a:lnTo>
                    <a:pt x="2596663" y="0"/>
                  </a:lnTo>
                  <a:lnTo>
                    <a:pt x="2596663" y="14160"/>
                  </a:lnTo>
                  <a:lnTo>
                    <a:pt x="2655456" y="14160"/>
                  </a:lnTo>
                  <a:lnTo>
                    <a:pt x="2655456" y="0"/>
                  </a:lnTo>
                  <a:close/>
                </a:path>
                <a:path w="3998595" h="2249170">
                  <a:moveTo>
                    <a:pt x="2554612" y="0"/>
                  </a:moveTo>
                  <a:lnTo>
                    <a:pt x="2495819" y="0"/>
                  </a:lnTo>
                  <a:lnTo>
                    <a:pt x="2495819" y="14160"/>
                  </a:lnTo>
                  <a:lnTo>
                    <a:pt x="2554612" y="14160"/>
                  </a:lnTo>
                  <a:lnTo>
                    <a:pt x="2554612" y="0"/>
                  </a:lnTo>
                  <a:close/>
                </a:path>
                <a:path w="3998595" h="2249170">
                  <a:moveTo>
                    <a:pt x="2451043" y="0"/>
                  </a:moveTo>
                  <a:lnTo>
                    <a:pt x="2392639" y="0"/>
                  </a:lnTo>
                  <a:lnTo>
                    <a:pt x="2392639" y="14160"/>
                  </a:lnTo>
                  <a:lnTo>
                    <a:pt x="2451043" y="14160"/>
                  </a:lnTo>
                  <a:lnTo>
                    <a:pt x="2451043" y="0"/>
                  </a:lnTo>
                  <a:close/>
                </a:path>
                <a:path w="3998595" h="2249170">
                  <a:moveTo>
                    <a:pt x="2347863" y="0"/>
                  </a:moveTo>
                  <a:lnTo>
                    <a:pt x="2289069" y="0"/>
                  </a:lnTo>
                  <a:lnTo>
                    <a:pt x="2289069" y="14160"/>
                  </a:lnTo>
                  <a:lnTo>
                    <a:pt x="2347863" y="14160"/>
                  </a:lnTo>
                  <a:lnTo>
                    <a:pt x="2347863" y="0"/>
                  </a:lnTo>
                  <a:close/>
                </a:path>
                <a:path w="3998595" h="2249170">
                  <a:moveTo>
                    <a:pt x="2244877" y="0"/>
                  </a:moveTo>
                  <a:lnTo>
                    <a:pt x="2185889" y="0"/>
                  </a:lnTo>
                  <a:lnTo>
                    <a:pt x="2185889" y="14160"/>
                  </a:lnTo>
                  <a:lnTo>
                    <a:pt x="2244877" y="14160"/>
                  </a:lnTo>
                  <a:lnTo>
                    <a:pt x="2244877" y="0"/>
                  </a:lnTo>
                  <a:close/>
                </a:path>
                <a:path w="3998595" h="2249170">
                  <a:moveTo>
                    <a:pt x="2143449" y="0"/>
                  </a:moveTo>
                  <a:lnTo>
                    <a:pt x="2085045" y="0"/>
                  </a:lnTo>
                  <a:lnTo>
                    <a:pt x="2085045" y="14160"/>
                  </a:lnTo>
                  <a:lnTo>
                    <a:pt x="2143449" y="14160"/>
                  </a:lnTo>
                  <a:lnTo>
                    <a:pt x="2143449" y="0"/>
                  </a:lnTo>
                  <a:close/>
                </a:path>
                <a:path w="3998595" h="2249170">
                  <a:moveTo>
                    <a:pt x="2040464" y="0"/>
                  </a:moveTo>
                  <a:lnTo>
                    <a:pt x="1981476" y="0"/>
                  </a:lnTo>
                  <a:lnTo>
                    <a:pt x="1981476" y="14160"/>
                  </a:lnTo>
                  <a:lnTo>
                    <a:pt x="2040464" y="14160"/>
                  </a:lnTo>
                  <a:lnTo>
                    <a:pt x="2040464" y="0"/>
                  </a:lnTo>
                  <a:close/>
                </a:path>
                <a:path w="3998595" h="2249170">
                  <a:moveTo>
                    <a:pt x="1937284" y="0"/>
                  </a:moveTo>
                  <a:lnTo>
                    <a:pt x="1878335" y="0"/>
                  </a:lnTo>
                  <a:lnTo>
                    <a:pt x="1878335" y="14160"/>
                  </a:lnTo>
                  <a:lnTo>
                    <a:pt x="1937284" y="14160"/>
                  </a:lnTo>
                  <a:lnTo>
                    <a:pt x="1937284" y="0"/>
                  </a:lnTo>
                  <a:close/>
                </a:path>
                <a:path w="3998595" h="2249170">
                  <a:moveTo>
                    <a:pt x="1833597" y="0"/>
                  </a:moveTo>
                  <a:lnTo>
                    <a:pt x="1775194" y="0"/>
                  </a:lnTo>
                  <a:lnTo>
                    <a:pt x="1775194" y="14160"/>
                  </a:lnTo>
                  <a:lnTo>
                    <a:pt x="1833597" y="14160"/>
                  </a:lnTo>
                  <a:lnTo>
                    <a:pt x="1833597" y="0"/>
                  </a:lnTo>
                  <a:close/>
                </a:path>
                <a:path w="3998595" h="2249170">
                  <a:moveTo>
                    <a:pt x="1732812" y="0"/>
                  </a:moveTo>
                  <a:lnTo>
                    <a:pt x="1673921" y="0"/>
                  </a:lnTo>
                  <a:lnTo>
                    <a:pt x="1673921" y="14160"/>
                  </a:lnTo>
                  <a:lnTo>
                    <a:pt x="1732812" y="14160"/>
                  </a:lnTo>
                  <a:lnTo>
                    <a:pt x="1732812" y="0"/>
                  </a:lnTo>
                  <a:close/>
                </a:path>
                <a:path w="3998595" h="2249170">
                  <a:moveTo>
                    <a:pt x="1629184" y="0"/>
                  </a:moveTo>
                  <a:lnTo>
                    <a:pt x="1570780" y="0"/>
                  </a:lnTo>
                  <a:lnTo>
                    <a:pt x="1570780" y="14160"/>
                  </a:lnTo>
                  <a:lnTo>
                    <a:pt x="1629184" y="14160"/>
                  </a:lnTo>
                  <a:lnTo>
                    <a:pt x="1629184" y="0"/>
                  </a:lnTo>
                  <a:close/>
                </a:path>
                <a:path w="3998595" h="2249170">
                  <a:moveTo>
                    <a:pt x="1526043" y="0"/>
                  </a:moveTo>
                  <a:lnTo>
                    <a:pt x="1467639" y="0"/>
                  </a:lnTo>
                  <a:lnTo>
                    <a:pt x="1467639" y="14160"/>
                  </a:lnTo>
                  <a:lnTo>
                    <a:pt x="1526043" y="14160"/>
                  </a:lnTo>
                  <a:lnTo>
                    <a:pt x="1526043" y="0"/>
                  </a:lnTo>
                  <a:close/>
                </a:path>
                <a:path w="3998595" h="2249170">
                  <a:moveTo>
                    <a:pt x="1422882" y="0"/>
                  </a:moveTo>
                  <a:lnTo>
                    <a:pt x="1364011" y="0"/>
                  </a:lnTo>
                  <a:lnTo>
                    <a:pt x="1364011" y="14160"/>
                  </a:lnTo>
                  <a:lnTo>
                    <a:pt x="1422882" y="14160"/>
                  </a:lnTo>
                  <a:lnTo>
                    <a:pt x="1422882" y="0"/>
                  </a:lnTo>
                  <a:close/>
                </a:path>
                <a:path w="3998595" h="2249170">
                  <a:moveTo>
                    <a:pt x="1321629" y="0"/>
                  </a:moveTo>
                  <a:lnTo>
                    <a:pt x="1263226" y="0"/>
                  </a:lnTo>
                  <a:lnTo>
                    <a:pt x="1263226" y="14160"/>
                  </a:lnTo>
                  <a:lnTo>
                    <a:pt x="1321629" y="14160"/>
                  </a:lnTo>
                  <a:lnTo>
                    <a:pt x="1321629" y="0"/>
                  </a:lnTo>
                  <a:close/>
                </a:path>
                <a:path w="3998595" h="2249170">
                  <a:moveTo>
                    <a:pt x="1218469" y="0"/>
                  </a:moveTo>
                  <a:lnTo>
                    <a:pt x="1159598" y="0"/>
                  </a:lnTo>
                  <a:lnTo>
                    <a:pt x="1159598" y="14160"/>
                  </a:lnTo>
                  <a:lnTo>
                    <a:pt x="1218469" y="14160"/>
                  </a:lnTo>
                  <a:lnTo>
                    <a:pt x="1218469" y="0"/>
                  </a:lnTo>
                  <a:close/>
                </a:path>
                <a:path w="3998595" h="2249170">
                  <a:moveTo>
                    <a:pt x="1115328" y="0"/>
                  </a:moveTo>
                  <a:lnTo>
                    <a:pt x="1056457" y="0"/>
                  </a:lnTo>
                  <a:lnTo>
                    <a:pt x="1056457" y="14160"/>
                  </a:lnTo>
                  <a:lnTo>
                    <a:pt x="1115328" y="14160"/>
                  </a:lnTo>
                  <a:lnTo>
                    <a:pt x="1115328" y="0"/>
                  </a:lnTo>
                  <a:close/>
                </a:path>
                <a:path w="3998595" h="2249170">
                  <a:moveTo>
                    <a:pt x="1011700" y="0"/>
                  </a:moveTo>
                  <a:lnTo>
                    <a:pt x="953296" y="0"/>
                  </a:lnTo>
                  <a:lnTo>
                    <a:pt x="953296" y="14160"/>
                  </a:lnTo>
                  <a:lnTo>
                    <a:pt x="1011700" y="14160"/>
                  </a:lnTo>
                  <a:lnTo>
                    <a:pt x="1011700" y="0"/>
                  </a:lnTo>
                  <a:close/>
                </a:path>
                <a:path w="3998595" h="2249170">
                  <a:moveTo>
                    <a:pt x="910914" y="0"/>
                  </a:moveTo>
                  <a:lnTo>
                    <a:pt x="852043" y="0"/>
                  </a:lnTo>
                  <a:lnTo>
                    <a:pt x="852043" y="14160"/>
                  </a:lnTo>
                  <a:lnTo>
                    <a:pt x="910914" y="14160"/>
                  </a:lnTo>
                  <a:lnTo>
                    <a:pt x="910914" y="0"/>
                  </a:lnTo>
                  <a:close/>
                </a:path>
                <a:path w="3998595" h="2249170">
                  <a:moveTo>
                    <a:pt x="807754" y="0"/>
                  </a:moveTo>
                  <a:lnTo>
                    <a:pt x="748883" y="0"/>
                  </a:lnTo>
                  <a:lnTo>
                    <a:pt x="748883" y="14160"/>
                  </a:lnTo>
                  <a:lnTo>
                    <a:pt x="807754" y="14160"/>
                  </a:lnTo>
                  <a:lnTo>
                    <a:pt x="807754" y="0"/>
                  </a:lnTo>
                  <a:close/>
                </a:path>
                <a:path w="3998595" h="2249170">
                  <a:moveTo>
                    <a:pt x="704145" y="0"/>
                  </a:moveTo>
                  <a:lnTo>
                    <a:pt x="645741" y="0"/>
                  </a:lnTo>
                  <a:lnTo>
                    <a:pt x="645741" y="14160"/>
                  </a:lnTo>
                  <a:lnTo>
                    <a:pt x="704145" y="14160"/>
                  </a:lnTo>
                  <a:lnTo>
                    <a:pt x="704145" y="0"/>
                  </a:lnTo>
                  <a:close/>
                </a:path>
                <a:path w="3998595" h="2249170">
                  <a:moveTo>
                    <a:pt x="601004" y="0"/>
                  </a:moveTo>
                  <a:lnTo>
                    <a:pt x="542114" y="0"/>
                  </a:lnTo>
                  <a:lnTo>
                    <a:pt x="542114" y="14160"/>
                  </a:lnTo>
                  <a:lnTo>
                    <a:pt x="601004" y="14160"/>
                  </a:lnTo>
                  <a:lnTo>
                    <a:pt x="601004" y="0"/>
                  </a:lnTo>
                  <a:close/>
                </a:path>
                <a:path w="3998595" h="2249170">
                  <a:moveTo>
                    <a:pt x="500199" y="0"/>
                  </a:moveTo>
                  <a:lnTo>
                    <a:pt x="441328" y="0"/>
                  </a:lnTo>
                  <a:lnTo>
                    <a:pt x="441328" y="14160"/>
                  </a:lnTo>
                  <a:lnTo>
                    <a:pt x="500199" y="14160"/>
                  </a:lnTo>
                  <a:lnTo>
                    <a:pt x="500199" y="0"/>
                  </a:lnTo>
                  <a:close/>
                </a:path>
                <a:path w="3998595" h="2249170">
                  <a:moveTo>
                    <a:pt x="396591" y="0"/>
                  </a:moveTo>
                  <a:lnTo>
                    <a:pt x="338187" y="0"/>
                  </a:lnTo>
                  <a:lnTo>
                    <a:pt x="338187" y="14160"/>
                  </a:lnTo>
                  <a:lnTo>
                    <a:pt x="396591" y="14160"/>
                  </a:lnTo>
                  <a:lnTo>
                    <a:pt x="396591" y="0"/>
                  </a:lnTo>
                  <a:close/>
                </a:path>
                <a:path w="3998595" h="2249170">
                  <a:moveTo>
                    <a:pt x="293430" y="0"/>
                  </a:moveTo>
                  <a:lnTo>
                    <a:pt x="234559" y="0"/>
                  </a:lnTo>
                  <a:lnTo>
                    <a:pt x="234559" y="14160"/>
                  </a:lnTo>
                  <a:lnTo>
                    <a:pt x="293430" y="14160"/>
                  </a:lnTo>
                  <a:lnTo>
                    <a:pt x="293430" y="0"/>
                  </a:lnTo>
                  <a:close/>
                </a:path>
                <a:path w="3998595" h="2249170">
                  <a:moveTo>
                    <a:pt x="190289" y="0"/>
                  </a:moveTo>
                  <a:lnTo>
                    <a:pt x="131408" y="0"/>
                  </a:lnTo>
                  <a:lnTo>
                    <a:pt x="131408" y="14160"/>
                  </a:lnTo>
                  <a:lnTo>
                    <a:pt x="190289" y="14160"/>
                  </a:lnTo>
                  <a:lnTo>
                    <a:pt x="190289" y="0"/>
                  </a:lnTo>
                  <a:close/>
                </a:path>
                <a:path w="3998595" h="2249170">
                  <a:moveTo>
                    <a:pt x="89019" y="0"/>
                  </a:moveTo>
                  <a:lnTo>
                    <a:pt x="30615" y="0"/>
                  </a:lnTo>
                  <a:lnTo>
                    <a:pt x="30615" y="14160"/>
                  </a:lnTo>
                  <a:lnTo>
                    <a:pt x="89019" y="14160"/>
                  </a:lnTo>
                  <a:lnTo>
                    <a:pt x="89019" y="0"/>
                  </a:lnTo>
                  <a:close/>
                </a:path>
                <a:path w="3998595" h="2249170">
                  <a:moveTo>
                    <a:pt x="14131" y="25992"/>
                  </a:moveTo>
                  <a:lnTo>
                    <a:pt x="0" y="25992"/>
                  </a:lnTo>
                  <a:lnTo>
                    <a:pt x="0" y="84185"/>
                  </a:lnTo>
                  <a:lnTo>
                    <a:pt x="14131" y="84185"/>
                  </a:lnTo>
                  <a:lnTo>
                    <a:pt x="14131" y="25992"/>
                  </a:lnTo>
                  <a:close/>
                </a:path>
                <a:path w="3998595" h="2249170">
                  <a:moveTo>
                    <a:pt x="14131" y="128800"/>
                  </a:moveTo>
                  <a:lnTo>
                    <a:pt x="0" y="128800"/>
                  </a:lnTo>
                  <a:lnTo>
                    <a:pt x="0" y="186992"/>
                  </a:lnTo>
                  <a:lnTo>
                    <a:pt x="14131" y="186992"/>
                  </a:lnTo>
                  <a:lnTo>
                    <a:pt x="14131" y="128800"/>
                  </a:lnTo>
                  <a:close/>
                </a:path>
                <a:path w="3998595" h="2249170">
                  <a:moveTo>
                    <a:pt x="14131" y="231607"/>
                  </a:moveTo>
                  <a:lnTo>
                    <a:pt x="0" y="231607"/>
                  </a:lnTo>
                  <a:lnTo>
                    <a:pt x="0" y="289994"/>
                  </a:lnTo>
                  <a:lnTo>
                    <a:pt x="14131" y="289994"/>
                  </a:lnTo>
                  <a:lnTo>
                    <a:pt x="14131" y="231607"/>
                  </a:lnTo>
                  <a:close/>
                </a:path>
                <a:path w="3998595" h="2249170">
                  <a:moveTo>
                    <a:pt x="14131" y="334608"/>
                  </a:moveTo>
                  <a:lnTo>
                    <a:pt x="0" y="334608"/>
                  </a:lnTo>
                  <a:lnTo>
                    <a:pt x="0" y="392801"/>
                  </a:lnTo>
                  <a:lnTo>
                    <a:pt x="14131" y="392801"/>
                  </a:lnTo>
                  <a:lnTo>
                    <a:pt x="14131" y="334608"/>
                  </a:lnTo>
                  <a:close/>
                </a:path>
                <a:path w="3998595" h="2249170">
                  <a:moveTo>
                    <a:pt x="14131" y="435088"/>
                  </a:moveTo>
                  <a:lnTo>
                    <a:pt x="0" y="435088"/>
                  </a:lnTo>
                  <a:lnTo>
                    <a:pt x="0" y="493281"/>
                  </a:lnTo>
                  <a:lnTo>
                    <a:pt x="14131" y="493281"/>
                  </a:lnTo>
                  <a:lnTo>
                    <a:pt x="14131" y="435088"/>
                  </a:lnTo>
                  <a:close/>
                </a:path>
                <a:path w="3998595" h="2249170">
                  <a:moveTo>
                    <a:pt x="14131" y="537895"/>
                  </a:moveTo>
                  <a:lnTo>
                    <a:pt x="0" y="537895"/>
                  </a:lnTo>
                  <a:lnTo>
                    <a:pt x="0" y="596088"/>
                  </a:lnTo>
                  <a:lnTo>
                    <a:pt x="14131" y="596088"/>
                  </a:lnTo>
                  <a:lnTo>
                    <a:pt x="14131" y="537895"/>
                  </a:lnTo>
                  <a:close/>
                </a:path>
                <a:path w="3998595" h="2249170">
                  <a:moveTo>
                    <a:pt x="14131" y="640703"/>
                  </a:moveTo>
                  <a:lnTo>
                    <a:pt x="0" y="640703"/>
                  </a:lnTo>
                  <a:lnTo>
                    <a:pt x="0" y="699090"/>
                  </a:lnTo>
                  <a:lnTo>
                    <a:pt x="14131" y="699090"/>
                  </a:lnTo>
                  <a:lnTo>
                    <a:pt x="14131" y="640703"/>
                  </a:lnTo>
                  <a:close/>
                </a:path>
                <a:path w="3998595" h="2249170">
                  <a:moveTo>
                    <a:pt x="14131" y="743646"/>
                  </a:moveTo>
                  <a:lnTo>
                    <a:pt x="0" y="743646"/>
                  </a:lnTo>
                  <a:lnTo>
                    <a:pt x="0" y="801877"/>
                  </a:lnTo>
                  <a:lnTo>
                    <a:pt x="14131" y="801877"/>
                  </a:lnTo>
                  <a:lnTo>
                    <a:pt x="14131" y="743646"/>
                  </a:lnTo>
                  <a:close/>
                </a:path>
                <a:path w="3998595" h="2249170">
                  <a:moveTo>
                    <a:pt x="14131" y="844164"/>
                  </a:moveTo>
                  <a:lnTo>
                    <a:pt x="0" y="844164"/>
                  </a:lnTo>
                  <a:lnTo>
                    <a:pt x="0" y="902396"/>
                  </a:lnTo>
                  <a:lnTo>
                    <a:pt x="14131" y="902396"/>
                  </a:lnTo>
                  <a:lnTo>
                    <a:pt x="14131" y="844164"/>
                  </a:lnTo>
                  <a:close/>
                </a:path>
                <a:path w="3998595" h="2249170">
                  <a:moveTo>
                    <a:pt x="14131" y="947030"/>
                  </a:moveTo>
                  <a:lnTo>
                    <a:pt x="0" y="947030"/>
                  </a:lnTo>
                  <a:lnTo>
                    <a:pt x="0" y="1005261"/>
                  </a:lnTo>
                  <a:lnTo>
                    <a:pt x="14131" y="1005261"/>
                  </a:lnTo>
                  <a:lnTo>
                    <a:pt x="14131" y="947030"/>
                  </a:lnTo>
                  <a:close/>
                </a:path>
                <a:path w="3998595" h="2249170">
                  <a:moveTo>
                    <a:pt x="14131" y="1049895"/>
                  </a:moveTo>
                  <a:lnTo>
                    <a:pt x="0" y="1049895"/>
                  </a:lnTo>
                  <a:lnTo>
                    <a:pt x="0" y="1108127"/>
                  </a:lnTo>
                  <a:lnTo>
                    <a:pt x="14131" y="1108127"/>
                  </a:lnTo>
                  <a:lnTo>
                    <a:pt x="14131" y="1049895"/>
                  </a:lnTo>
                  <a:close/>
                </a:path>
                <a:path w="3998595" h="2249170">
                  <a:moveTo>
                    <a:pt x="14131" y="1152761"/>
                  </a:moveTo>
                  <a:lnTo>
                    <a:pt x="0" y="1152761"/>
                  </a:lnTo>
                  <a:lnTo>
                    <a:pt x="0" y="1210993"/>
                  </a:lnTo>
                  <a:lnTo>
                    <a:pt x="14131" y="1210993"/>
                  </a:lnTo>
                  <a:lnTo>
                    <a:pt x="14131" y="1152761"/>
                  </a:lnTo>
                  <a:close/>
                </a:path>
                <a:path w="3998595" h="2249170">
                  <a:moveTo>
                    <a:pt x="14131" y="1253279"/>
                  </a:moveTo>
                  <a:lnTo>
                    <a:pt x="0" y="1253279"/>
                  </a:lnTo>
                  <a:lnTo>
                    <a:pt x="0" y="1311511"/>
                  </a:lnTo>
                  <a:lnTo>
                    <a:pt x="14131" y="1311511"/>
                  </a:lnTo>
                  <a:lnTo>
                    <a:pt x="14131" y="1253279"/>
                  </a:lnTo>
                  <a:close/>
                </a:path>
                <a:path w="3998595" h="2249170">
                  <a:moveTo>
                    <a:pt x="14131" y="1356145"/>
                  </a:moveTo>
                  <a:lnTo>
                    <a:pt x="0" y="1356145"/>
                  </a:lnTo>
                  <a:lnTo>
                    <a:pt x="0" y="1414377"/>
                  </a:lnTo>
                  <a:lnTo>
                    <a:pt x="14131" y="1414377"/>
                  </a:lnTo>
                  <a:lnTo>
                    <a:pt x="14131" y="1356145"/>
                  </a:lnTo>
                  <a:close/>
                </a:path>
                <a:path w="3998595" h="2249170">
                  <a:moveTo>
                    <a:pt x="14131" y="1459010"/>
                  </a:moveTo>
                  <a:lnTo>
                    <a:pt x="0" y="1459010"/>
                  </a:lnTo>
                  <a:lnTo>
                    <a:pt x="0" y="1517242"/>
                  </a:lnTo>
                  <a:lnTo>
                    <a:pt x="14131" y="1517242"/>
                  </a:lnTo>
                  <a:lnTo>
                    <a:pt x="14131" y="1459010"/>
                  </a:lnTo>
                  <a:close/>
                </a:path>
                <a:path w="3998595" h="2249170">
                  <a:moveTo>
                    <a:pt x="14131" y="1561876"/>
                  </a:moveTo>
                  <a:lnTo>
                    <a:pt x="0" y="1561876"/>
                  </a:lnTo>
                  <a:lnTo>
                    <a:pt x="0" y="1620108"/>
                  </a:lnTo>
                  <a:lnTo>
                    <a:pt x="14131" y="1620108"/>
                  </a:lnTo>
                  <a:lnTo>
                    <a:pt x="14131" y="1561876"/>
                  </a:lnTo>
                  <a:close/>
                </a:path>
                <a:path w="3998595" h="2249170">
                  <a:moveTo>
                    <a:pt x="14131" y="1662394"/>
                  </a:moveTo>
                  <a:lnTo>
                    <a:pt x="0" y="1662394"/>
                  </a:lnTo>
                  <a:lnTo>
                    <a:pt x="0" y="1720626"/>
                  </a:lnTo>
                  <a:lnTo>
                    <a:pt x="14131" y="1720626"/>
                  </a:lnTo>
                  <a:lnTo>
                    <a:pt x="14131" y="1662394"/>
                  </a:lnTo>
                  <a:close/>
                </a:path>
                <a:path w="3998595" h="2249170">
                  <a:moveTo>
                    <a:pt x="14131" y="1765260"/>
                  </a:moveTo>
                  <a:lnTo>
                    <a:pt x="0" y="1765260"/>
                  </a:lnTo>
                  <a:lnTo>
                    <a:pt x="0" y="1823492"/>
                  </a:lnTo>
                  <a:lnTo>
                    <a:pt x="14131" y="1823492"/>
                  </a:lnTo>
                  <a:lnTo>
                    <a:pt x="14131" y="1765260"/>
                  </a:lnTo>
                  <a:close/>
                </a:path>
                <a:path w="3998595" h="2249170">
                  <a:moveTo>
                    <a:pt x="14131" y="1868126"/>
                  </a:moveTo>
                  <a:lnTo>
                    <a:pt x="0" y="1868126"/>
                  </a:lnTo>
                  <a:lnTo>
                    <a:pt x="0" y="1926357"/>
                  </a:lnTo>
                  <a:lnTo>
                    <a:pt x="14131" y="1926357"/>
                  </a:lnTo>
                  <a:lnTo>
                    <a:pt x="14131" y="1868126"/>
                  </a:lnTo>
                  <a:close/>
                </a:path>
                <a:path w="3998595" h="2249170">
                  <a:moveTo>
                    <a:pt x="14131" y="1970991"/>
                  </a:moveTo>
                  <a:lnTo>
                    <a:pt x="0" y="1970991"/>
                  </a:lnTo>
                  <a:lnTo>
                    <a:pt x="0" y="2029223"/>
                  </a:lnTo>
                  <a:lnTo>
                    <a:pt x="14131" y="2029223"/>
                  </a:lnTo>
                  <a:lnTo>
                    <a:pt x="14131" y="1970991"/>
                  </a:lnTo>
                  <a:close/>
                </a:path>
                <a:path w="3998595" h="2249170">
                  <a:moveTo>
                    <a:pt x="14131" y="2071509"/>
                  </a:moveTo>
                  <a:lnTo>
                    <a:pt x="0" y="2071509"/>
                  </a:lnTo>
                  <a:lnTo>
                    <a:pt x="0" y="2129741"/>
                  </a:lnTo>
                  <a:lnTo>
                    <a:pt x="14131" y="2129741"/>
                  </a:lnTo>
                  <a:lnTo>
                    <a:pt x="14131" y="2071509"/>
                  </a:lnTo>
                  <a:close/>
                </a:path>
                <a:path w="3998595" h="2249170">
                  <a:moveTo>
                    <a:pt x="14131" y="2174375"/>
                  </a:moveTo>
                  <a:lnTo>
                    <a:pt x="0" y="2174375"/>
                  </a:lnTo>
                  <a:lnTo>
                    <a:pt x="0" y="2232607"/>
                  </a:lnTo>
                  <a:lnTo>
                    <a:pt x="14131" y="2232607"/>
                  </a:lnTo>
                  <a:lnTo>
                    <a:pt x="14131" y="2174375"/>
                  </a:lnTo>
                  <a:close/>
                </a:path>
                <a:path w="3998595" h="2249170">
                  <a:moveTo>
                    <a:pt x="100795" y="2232607"/>
                  </a:moveTo>
                  <a:lnTo>
                    <a:pt x="42391" y="2232607"/>
                  </a:lnTo>
                  <a:lnTo>
                    <a:pt x="42391" y="2249056"/>
                  </a:lnTo>
                  <a:lnTo>
                    <a:pt x="100795" y="2249056"/>
                  </a:lnTo>
                  <a:lnTo>
                    <a:pt x="100795" y="2232607"/>
                  </a:lnTo>
                  <a:close/>
                </a:path>
                <a:path w="3998595" h="2249170">
                  <a:moveTo>
                    <a:pt x="204423" y="2232607"/>
                  </a:moveTo>
                  <a:lnTo>
                    <a:pt x="145540" y="2232607"/>
                  </a:lnTo>
                  <a:lnTo>
                    <a:pt x="145540" y="2249056"/>
                  </a:lnTo>
                  <a:lnTo>
                    <a:pt x="204423" y="2249056"/>
                  </a:lnTo>
                  <a:lnTo>
                    <a:pt x="204423" y="2232607"/>
                  </a:lnTo>
                  <a:close/>
                </a:path>
                <a:path w="3998595" h="2249170">
                  <a:moveTo>
                    <a:pt x="307564" y="2232607"/>
                  </a:moveTo>
                  <a:lnTo>
                    <a:pt x="248693" y="2232607"/>
                  </a:lnTo>
                  <a:lnTo>
                    <a:pt x="248693" y="2249056"/>
                  </a:lnTo>
                  <a:lnTo>
                    <a:pt x="307564" y="2249056"/>
                  </a:lnTo>
                  <a:lnTo>
                    <a:pt x="307564" y="2232607"/>
                  </a:lnTo>
                  <a:close/>
                </a:path>
                <a:path w="3998595" h="2249170">
                  <a:moveTo>
                    <a:pt x="408349" y="2232607"/>
                  </a:moveTo>
                  <a:lnTo>
                    <a:pt x="349946" y="2232607"/>
                  </a:lnTo>
                  <a:lnTo>
                    <a:pt x="349946" y="2249056"/>
                  </a:lnTo>
                  <a:lnTo>
                    <a:pt x="408349" y="2249056"/>
                  </a:lnTo>
                  <a:lnTo>
                    <a:pt x="408349" y="2232607"/>
                  </a:lnTo>
                  <a:close/>
                </a:path>
                <a:path w="3998595" h="2249170">
                  <a:moveTo>
                    <a:pt x="511977" y="2232607"/>
                  </a:moveTo>
                  <a:lnTo>
                    <a:pt x="453106" y="2232607"/>
                  </a:lnTo>
                  <a:lnTo>
                    <a:pt x="453106" y="2249056"/>
                  </a:lnTo>
                  <a:lnTo>
                    <a:pt x="511977" y="2249056"/>
                  </a:lnTo>
                  <a:lnTo>
                    <a:pt x="511977" y="2232607"/>
                  </a:lnTo>
                  <a:close/>
                </a:path>
                <a:path w="3998595" h="2249170">
                  <a:moveTo>
                    <a:pt x="615118" y="2232607"/>
                  </a:moveTo>
                  <a:lnTo>
                    <a:pt x="556247" y="2232607"/>
                  </a:lnTo>
                  <a:lnTo>
                    <a:pt x="556247" y="2249056"/>
                  </a:lnTo>
                  <a:lnTo>
                    <a:pt x="615118" y="2249056"/>
                  </a:lnTo>
                  <a:lnTo>
                    <a:pt x="615118" y="2232607"/>
                  </a:lnTo>
                  <a:close/>
                </a:path>
                <a:path w="3998595" h="2249170">
                  <a:moveTo>
                    <a:pt x="718279" y="2232607"/>
                  </a:moveTo>
                  <a:lnTo>
                    <a:pt x="659875" y="2232607"/>
                  </a:lnTo>
                  <a:lnTo>
                    <a:pt x="659875" y="2249056"/>
                  </a:lnTo>
                  <a:lnTo>
                    <a:pt x="718279" y="2249056"/>
                  </a:lnTo>
                  <a:lnTo>
                    <a:pt x="718279" y="2232607"/>
                  </a:lnTo>
                  <a:close/>
                </a:path>
                <a:path w="3998595" h="2249170">
                  <a:moveTo>
                    <a:pt x="819532" y="2232607"/>
                  </a:moveTo>
                  <a:lnTo>
                    <a:pt x="760661" y="2232607"/>
                  </a:lnTo>
                  <a:lnTo>
                    <a:pt x="760661" y="2249056"/>
                  </a:lnTo>
                  <a:lnTo>
                    <a:pt x="819532" y="2249056"/>
                  </a:lnTo>
                  <a:lnTo>
                    <a:pt x="819532" y="2232607"/>
                  </a:lnTo>
                  <a:close/>
                </a:path>
                <a:path w="3998595" h="2249170">
                  <a:moveTo>
                    <a:pt x="922692" y="2232607"/>
                  </a:moveTo>
                  <a:lnTo>
                    <a:pt x="863821" y="2232607"/>
                  </a:lnTo>
                  <a:lnTo>
                    <a:pt x="863821" y="2249056"/>
                  </a:lnTo>
                  <a:lnTo>
                    <a:pt x="922692" y="2249056"/>
                  </a:lnTo>
                  <a:lnTo>
                    <a:pt x="922692" y="2232607"/>
                  </a:lnTo>
                  <a:close/>
                </a:path>
                <a:path w="3998595" h="2249170">
                  <a:moveTo>
                    <a:pt x="1025834" y="2232607"/>
                  </a:moveTo>
                  <a:lnTo>
                    <a:pt x="967430" y="2232607"/>
                  </a:lnTo>
                  <a:lnTo>
                    <a:pt x="967430" y="2249056"/>
                  </a:lnTo>
                  <a:lnTo>
                    <a:pt x="1025834" y="2249056"/>
                  </a:lnTo>
                  <a:lnTo>
                    <a:pt x="1025834" y="2232607"/>
                  </a:lnTo>
                  <a:close/>
                </a:path>
                <a:path w="3998595" h="2249170">
                  <a:moveTo>
                    <a:pt x="1129461" y="2232607"/>
                  </a:moveTo>
                  <a:lnTo>
                    <a:pt x="1070571" y="2232607"/>
                  </a:lnTo>
                  <a:lnTo>
                    <a:pt x="1070571" y="2249056"/>
                  </a:lnTo>
                  <a:lnTo>
                    <a:pt x="1129461" y="2249056"/>
                  </a:lnTo>
                  <a:lnTo>
                    <a:pt x="1129461" y="2232607"/>
                  </a:lnTo>
                  <a:close/>
                </a:path>
                <a:path w="3998595" h="2249170">
                  <a:moveTo>
                    <a:pt x="1230247" y="2232607"/>
                  </a:moveTo>
                  <a:lnTo>
                    <a:pt x="1171376" y="2232607"/>
                  </a:lnTo>
                  <a:lnTo>
                    <a:pt x="1171376" y="2249056"/>
                  </a:lnTo>
                  <a:lnTo>
                    <a:pt x="1230247" y="2249056"/>
                  </a:lnTo>
                  <a:lnTo>
                    <a:pt x="1230247" y="2232607"/>
                  </a:lnTo>
                  <a:close/>
                </a:path>
                <a:path w="3998595" h="2249170">
                  <a:moveTo>
                    <a:pt x="1333388" y="2232607"/>
                  </a:moveTo>
                  <a:lnTo>
                    <a:pt x="1274984" y="2232607"/>
                  </a:lnTo>
                  <a:lnTo>
                    <a:pt x="1274984" y="2249056"/>
                  </a:lnTo>
                  <a:lnTo>
                    <a:pt x="1333388" y="2249056"/>
                  </a:lnTo>
                  <a:lnTo>
                    <a:pt x="1333388" y="2232607"/>
                  </a:lnTo>
                  <a:close/>
                </a:path>
                <a:path w="3998595" h="2249170">
                  <a:moveTo>
                    <a:pt x="1437016" y="2232607"/>
                  </a:moveTo>
                  <a:lnTo>
                    <a:pt x="1378145" y="2232607"/>
                  </a:lnTo>
                  <a:lnTo>
                    <a:pt x="1378145" y="2249056"/>
                  </a:lnTo>
                  <a:lnTo>
                    <a:pt x="1437016" y="2249056"/>
                  </a:lnTo>
                  <a:lnTo>
                    <a:pt x="1437016" y="2232607"/>
                  </a:lnTo>
                  <a:close/>
                </a:path>
                <a:path w="3998595" h="2249170">
                  <a:moveTo>
                    <a:pt x="1540157" y="2232607"/>
                  </a:moveTo>
                  <a:lnTo>
                    <a:pt x="1481286" y="2232607"/>
                  </a:lnTo>
                  <a:lnTo>
                    <a:pt x="1481286" y="2249056"/>
                  </a:lnTo>
                  <a:lnTo>
                    <a:pt x="1540157" y="2249056"/>
                  </a:lnTo>
                  <a:lnTo>
                    <a:pt x="1540157" y="2232607"/>
                  </a:lnTo>
                  <a:close/>
                </a:path>
                <a:path w="3998595" h="2249170">
                  <a:moveTo>
                    <a:pt x="1640962" y="2232607"/>
                  </a:moveTo>
                  <a:lnTo>
                    <a:pt x="1582558" y="2232607"/>
                  </a:lnTo>
                  <a:lnTo>
                    <a:pt x="1582558" y="2249056"/>
                  </a:lnTo>
                  <a:lnTo>
                    <a:pt x="1640962" y="2249056"/>
                  </a:lnTo>
                  <a:lnTo>
                    <a:pt x="1640962" y="2232607"/>
                  </a:lnTo>
                  <a:close/>
                </a:path>
                <a:path w="3998595" h="2249170">
                  <a:moveTo>
                    <a:pt x="1744571" y="2232607"/>
                  </a:moveTo>
                  <a:lnTo>
                    <a:pt x="1685700" y="2232607"/>
                  </a:lnTo>
                  <a:lnTo>
                    <a:pt x="1685700" y="2249056"/>
                  </a:lnTo>
                  <a:lnTo>
                    <a:pt x="1744571" y="2249056"/>
                  </a:lnTo>
                  <a:lnTo>
                    <a:pt x="1744571" y="2232607"/>
                  </a:lnTo>
                  <a:close/>
                </a:path>
                <a:path w="3998595" h="2249170">
                  <a:moveTo>
                    <a:pt x="1847731" y="2232607"/>
                  </a:moveTo>
                  <a:lnTo>
                    <a:pt x="1788860" y="2232607"/>
                  </a:lnTo>
                  <a:lnTo>
                    <a:pt x="1788860" y="2249056"/>
                  </a:lnTo>
                  <a:lnTo>
                    <a:pt x="1847731" y="2249056"/>
                  </a:lnTo>
                  <a:lnTo>
                    <a:pt x="1847731" y="2232607"/>
                  </a:lnTo>
                  <a:close/>
                </a:path>
                <a:path w="3998595" h="2249170">
                  <a:moveTo>
                    <a:pt x="1950911" y="2232607"/>
                  </a:moveTo>
                  <a:lnTo>
                    <a:pt x="1892469" y="2232607"/>
                  </a:lnTo>
                  <a:lnTo>
                    <a:pt x="1892469" y="2249056"/>
                  </a:lnTo>
                  <a:lnTo>
                    <a:pt x="1950911" y="2249056"/>
                  </a:lnTo>
                  <a:lnTo>
                    <a:pt x="1950911" y="2232607"/>
                  </a:lnTo>
                  <a:close/>
                </a:path>
                <a:path w="3998595" h="2249170">
                  <a:moveTo>
                    <a:pt x="2052145" y="2232607"/>
                  </a:moveTo>
                  <a:lnTo>
                    <a:pt x="1993351" y="2232607"/>
                  </a:lnTo>
                  <a:lnTo>
                    <a:pt x="1993351" y="2249056"/>
                  </a:lnTo>
                  <a:lnTo>
                    <a:pt x="2052145" y="2249056"/>
                  </a:lnTo>
                  <a:lnTo>
                    <a:pt x="2052145" y="2232607"/>
                  </a:lnTo>
                  <a:close/>
                </a:path>
                <a:path w="3998595" h="2249170">
                  <a:moveTo>
                    <a:pt x="2155325" y="2232607"/>
                  </a:moveTo>
                  <a:lnTo>
                    <a:pt x="2096921" y="2232607"/>
                  </a:lnTo>
                  <a:lnTo>
                    <a:pt x="2096921" y="2249056"/>
                  </a:lnTo>
                  <a:lnTo>
                    <a:pt x="2155325" y="2249056"/>
                  </a:lnTo>
                  <a:lnTo>
                    <a:pt x="2155325" y="2232607"/>
                  </a:lnTo>
                  <a:close/>
                </a:path>
                <a:path w="3998595" h="2249170">
                  <a:moveTo>
                    <a:pt x="2258505" y="2232607"/>
                  </a:moveTo>
                  <a:lnTo>
                    <a:pt x="2200101" y="2232607"/>
                  </a:lnTo>
                  <a:lnTo>
                    <a:pt x="2200101" y="2249056"/>
                  </a:lnTo>
                  <a:lnTo>
                    <a:pt x="2258505" y="2249056"/>
                  </a:lnTo>
                  <a:lnTo>
                    <a:pt x="2258505" y="2232607"/>
                  </a:lnTo>
                  <a:close/>
                </a:path>
                <a:path w="3998595" h="2249170">
                  <a:moveTo>
                    <a:pt x="2362074" y="2232607"/>
                  </a:moveTo>
                  <a:lnTo>
                    <a:pt x="2303281" y="2232607"/>
                  </a:lnTo>
                  <a:lnTo>
                    <a:pt x="2303281" y="2249056"/>
                  </a:lnTo>
                  <a:lnTo>
                    <a:pt x="2362074" y="2249056"/>
                  </a:lnTo>
                  <a:lnTo>
                    <a:pt x="2362074" y="2232607"/>
                  </a:lnTo>
                  <a:close/>
                </a:path>
                <a:path w="3998595" h="2249170">
                  <a:moveTo>
                    <a:pt x="2462918" y="2232607"/>
                  </a:moveTo>
                  <a:lnTo>
                    <a:pt x="2404514" y="2232607"/>
                  </a:lnTo>
                  <a:lnTo>
                    <a:pt x="2404514" y="2249056"/>
                  </a:lnTo>
                  <a:lnTo>
                    <a:pt x="2462918" y="2249056"/>
                  </a:lnTo>
                  <a:lnTo>
                    <a:pt x="2462918" y="2232607"/>
                  </a:lnTo>
                  <a:close/>
                </a:path>
                <a:path w="3998595" h="2249170">
                  <a:moveTo>
                    <a:pt x="2566488" y="2232607"/>
                  </a:moveTo>
                  <a:lnTo>
                    <a:pt x="2507694" y="2232607"/>
                  </a:lnTo>
                  <a:lnTo>
                    <a:pt x="2507694" y="2249056"/>
                  </a:lnTo>
                  <a:lnTo>
                    <a:pt x="2566488" y="2249056"/>
                  </a:lnTo>
                  <a:lnTo>
                    <a:pt x="2566488" y="2232607"/>
                  </a:lnTo>
                  <a:close/>
                </a:path>
                <a:path w="3998595" h="2249170">
                  <a:moveTo>
                    <a:pt x="2669668" y="2232607"/>
                  </a:moveTo>
                  <a:lnTo>
                    <a:pt x="2610680" y="2232607"/>
                  </a:lnTo>
                  <a:lnTo>
                    <a:pt x="2610680" y="2249056"/>
                  </a:lnTo>
                  <a:lnTo>
                    <a:pt x="2669668" y="2249056"/>
                  </a:lnTo>
                  <a:lnTo>
                    <a:pt x="2669668" y="2232607"/>
                  </a:lnTo>
                  <a:close/>
                </a:path>
                <a:path w="3998595" h="2249170">
                  <a:moveTo>
                    <a:pt x="2772848" y="2232607"/>
                  </a:moveTo>
                  <a:lnTo>
                    <a:pt x="2714444" y="2232607"/>
                  </a:lnTo>
                  <a:lnTo>
                    <a:pt x="2714444" y="2249056"/>
                  </a:lnTo>
                  <a:lnTo>
                    <a:pt x="2772848" y="2249056"/>
                  </a:lnTo>
                  <a:lnTo>
                    <a:pt x="2772848" y="2232607"/>
                  </a:lnTo>
                  <a:close/>
                </a:path>
                <a:path w="3998595" h="2249170">
                  <a:moveTo>
                    <a:pt x="2874081" y="2232607"/>
                  </a:moveTo>
                  <a:lnTo>
                    <a:pt x="2815093" y="2232607"/>
                  </a:lnTo>
                  <a:lnTo>
                    <a:pt x="2815093" y="2249056"/>
                  </a:lnTo>
                  <a:lnTo>
                    <a:pt x="2874081" y="2249056"/>
                  </a:lnTo>
                  <a:lnTo>
                    <a:pt x="2874081" y="2232607"/>
                  </a:lnTo>
                  <a:close/>
                </a:path>
                <a:path w="3998595" h="2249170">
                  <a:moveTo>
                    <a:pt x="2977261" y="2232607"/>
                  </a:moveTo>
                  <a:lnTo>
                    <a:pt x="2918273" y="2232607"/>
                  </a:lnTo>
                  <a:lnTo>
                    <a:pt x="2918273" y="2249056"/>
                  </a:lnTo>
                  <a:lnTo>
                    <a:pt x="2977261" y="2249056"/>
                  </a:lnTo>
                  <a:lnTo>
                    <a:pt x="2977261" y="2232607"/>
                  </a:lnTo>
                  <a:close/>
                </a:path>
                <a:path w="3998595" h="2249170">
                  <a:moveTo>
                    <a:pt x="3080247" y="2232607"/>
                  </a:moveTo>
                  <a:lnTo>
                    <a:pt x="3021843" y="2232607"/>
                  </a:lnTo>
                  <a:lnTo>
                    <a:pt x="3021843" y="2249056"/>
                  </a:lnTo>
                  <a:lnTo>
                    <a:pt x="3080247" y="2249056"/>
                  </a:lnTo>
                  <a:lnTo>
                    <a:pt x="3080247" y="2232607"/>
                  </a:lnTo>
                  <a:close/>
                </a:path>
                <a:path w="3998595" h="2249170">
                  <a:moveTo>
                    <a:pt x="3184011" y="2232607"/>
                  </a:moveTo>
                  <a:lnTo>
                    <a:pt x="3125023" y="2232607"/>
                  </a:lnTo>
                  <a:lnTo>
                    <a:pt x="3125023" y="2249056"/>
                  </a:lnTo>
                  <a:lnTo>
                    <a:pt x="3184011" y="2249056"/>
                  </a:lnTo>
                  <a:lnTo>
                    <a:pt x="3184011" y="2232607"/>
                  </a:lnTo>
                  <a:close/>
                </a:path>
                <a:path w="3998595" h="2249170">
                  <a:moveTo>
                    <a:pt x="3284660" y="2232607"/>
                  </a:moveTo>
                  <a:lnTo>
                    <a:pt x="3225867" y="2232607"/>
                  </a:lnTo>
                  <a:lnTo>
                    <a:pt x="3225867" y="2249056"/>
                  </a:lnTo>
                  <a:lnTo>
                    <a:pt x="3284660" y="2249056"/>
                  </a:lnTo>
                  <a:lnTo>
                    <a:pt x="3284660" y="2232607"/>
                  </a:lnTo>
                  <a:close/>
                </a:path>
                <a:path w="3998595" h="2249170">
                  <a:moveTo>
                    <a:pt x="3387840" y="2232607"/>
                  </a:moveTo>
                  <a:lnTo>
                    <a:pt x="3329436" y="2232607"/>
                  </a:lnTo>
                  <a:lnTo>
                    <a:pt x="3329436" y="2249056"/>
                  </a:lnTo>
                  <a:lnTo>
                    <a:pt x="3387840" y="2249056"/>
                  </a:lnTo>
                  <a:lnTo>
                    <a:pt x="3387840" y="2232607"/>
                  </a:lnTo>
                  <a:close/>
                </a:path>
                <a:path w="3998595" h="2249170">
                  <a:moveTo>
                    <a:pt x="3491604" y="2232607"/>
                  </a:moveTo>
                  <a:lnTo>
                    <a:pt x="3432616" y="2232607"/>
                  </a:lnTo>
                  <a:lnTo>
                    <a:pt x="3432616" y="2249056"/>
                  </a:lnTo>
                  <a:lnTo>
                    <a:pt x="3491604" y="2249056"/>
                  </a:lnTo>
                  <a:lnTo>
                    <a:pt x="3491604" y="2232607"/>
                  </a:lnTo>
                  <a:close/>
                </a:path>
                <a:path w="3998595" h="2249170">
                  <a:moveTo>
                    <a:pt x="3594590" y="2232607"/>
                  </a:moveTo>
                  <a:lnTo>
                    <a:pt x="3535797" y="2232607"/>
                  </a:lnTo>
                  <a:lnTo>
                    <a:pt x="3535797" y="2249056"/>
                  </a:lnTo>
                  <a:lnTo>
                    <a:pt x="3594590" y="2249056"/>
                  </a:lnTo>
                  <a:lnTo>
                    <a:pt x="3594590" y="2232607"/>
                  </a:lnTo>
                  <a:close/>
                </a:path>
                <a:path w="3998595" h="2249170">
                  <a:moveTo>
                    <a:pt x="3695434" y="2232607"/>
                  </a:moveTo>
                  <a:lnTo>
                    <a:pt x="3637030" y="2232607"/>
                  </a:lnTo>
                  <a:lnTo>
                    <a:pt x="3637030" y="2249056"/>
                  </a:lnTo>
                  <a:lnTo>
                    <a:pt x="3695434" y="2249056"/>
                  </a:lnTo>
                  <a:lnTo>
                    <a:pt x="3695434" y="2232607"/>
                  </a:lnTo>
                  <a:close/>
                </a:path>
                <a:path w="3998595" h="2249170">
                  <a:moveTo>
                    <a:pt x="3799003" y="2232607"/>
                  </a:moveTo>
                  <a:lnTo>
                    <a:pt x="3740210" y="2232607"/>
                  </a:lnTo>
                  <a:lnTo>
                    <a:pt x="3740210" y="2249056"/>
                  </a:lnTo>
                  <a:lnTo>
                    <a:pt x="3799003" y="2249056"/>
                  </a:lnTo>
                  <a:lnTo>
                    <a:pt x="3799003" y="2232607"/>
                  </a:lnTo>
                  <a:close/>
                </a:path>
                <a:path w="3998595" h="2249170">
                  <a:moveTo>
                    <a:pt x="3902183" y="2232607"/>
                  </a:moveTo>
                  <a:lnTo>
                    <a:pt x="3843390" y="2232607"/>
                  </a:lnTo>
                  <a:lnTo>
                    <a:pt x="3843390" y="2249056"/>
                  </a:lnTo>
                  <a:lnTo>
                    <a:pt x="3902183" y="2249056"/>
                  </a:lnTo>
                  <a:lnTo>
                    <a:pt x="3902183" y="2232607"/>
                  </a:lnTo>
                  <a:close/>
                </a:path>
                <a:path w="3998595" h="2249170">
                  <a:moveTo>
                    <a:pt x="3984727" y="2232607"/>
                  </a:moveTo>
                  <a:lnTo>
                    <a:pt x="3946960" y="2232607"/>
                  </a:lnTo>
                  <a:lnTo>
                    <a:pt x="3946960" y="2249056"/>
                  </a:lnTo>
                  <a:lnTo>
                    <a:pt x="3998355" y="2249056"/>
                  </a:lnTo>
                  <a:lnTo>
                    <a:pt x="3998355" y="2242015"/>
                  </a:lnTo>
                  <a:lnTo>
                    <a:pt x="3984727" y="2242015"/>
                  </a:lnTo>
                  <a:lnTo>
                    <a:pt x="3984727" y="2232607"/>
                  </a:lnTo>
                  <a:close/>
                </a:path>
                <a:path w="3998595" h="2249170">
                  <a:moveTo>
                    <a:pt x="3998355" y="2227912"/>
                  </a:moveTo>
                  <a:lnTo>
                    <a:pt x="3984727" y="2227912"/>
                  </a:lnTo>
                  <a:lnTo>
                    <a:pt x="3984727" y="2242015"/>
                  </a:lnTo>
                  <a:lnTo>
                    <a:pt x="3991152" y="2232607"/>
                  </a:lnTo>
                  <a:lnTo>
                    <a:pt x="3998355" y="2232607"/>
                  </a:lnTo>
                  <a:lnTo>
                    <a:pt x="3998355" y="2227912"/>
                  </a:lnTo>
                  <a:close/>
                </a:path>
                <a:path w="3998595" h="2249170">
                  <a:moveTo>
                    <a:pt x="3998355" y="2232607"/>
                  </a:moveTo>
                  <a:lnTo>
                    <a:pt x="3991152" y="2232607"/>
                  </a:lnTo>
                  <a:lnTo>
                    <a:pt x="3984727" y="2242015"/>
                  </a:lnTo>
                  <a:lnTo>
                    <a:pt x="3998355" y="2242015"/>
                  </a:lnTo>
                  <a:lnTo>
                    <a:pt x="3998355" y="2232607"/>
                  </a:lnTo>
                  <a:close/>
                </a:path>
                <a:path w="3998595" h="2249170">
                  <a:moveTo>
                    <a:pt x="3998355" y="2125047"/>
                  </a:moveTo>
                  <a:lnTo>
                    <a:pt x="3984727" y="2125047"/>
                  </a:lnTo>
                  <a:lnTo>
                    <a:pt x="3984727" y="2183763"/>
                  </a:lnTo>
                  <a:lnTo>
                    <a:pt x="3998355" y="2183763"/>
                  </a:lnTo>
                  <a:lnTo>
                    <a:pt x="3998355" y="2125047"/>
                  </a:lnTo>
                  <a:close/>
                </a:path>
                <a:path w="3998595" h="2249170">
                  <a:moveTo>
                    <a:pt x="3998355" y="2024528"/>
                  </a:moveTo>
                  <a:lnTo>
                    <a:pt x="3984727" y="2024528"/>
                  </a:lnTo>
                  <a:lnTo>
                    <a:pt x="3984727" y="2083245"/>
                  </a:lnTo>
                  <a:lnTo>
                    <a:pt x="3998355" y="2083245"/>
                  </a:lnTo>
                  <a:lnTo>
                    <a:pt x="3998355" y="2024528"/>
                  </a:lnTo>
                  <a:close/>
                </a:path>
                <a:path w="3998595" h="2249170">
                  <a:moveTo>
                    <a:pt x="3998355" y="1921663"/>
                  </a:moveTo>
                  <a:lnTo>
                    <a:pt x="3984727" y="1921663"/>
                  </a:lnTo>
                  <a:lnTo>
                    <a:pt x="3984727" y="1980380"/>
                  </a:lnTo>
                  <a:lnTo>
                    <a:pt x="3998355" y="1980380"/>
                  </a:lnTo>
                  <a:lnTo>
                    <a:pt x="3998355" y="1921663"/>
                  </a:lnTo>
                  <a:close/>
                </a:path>
                <a:path w="3998595" h="2249170">
                  <a:moveTo>
                    <a:pt x="3998355" y="1818797"/>
                  </a:moveTo>
                  <a:lnTo>
                    <a:pt x="3984727" y="1818797"/>
                  </a:lnTo>
                  <a:lnTo>
                    <a:pt x="3984727" y="1877514"/>
                  </a:lnTo>
                  <a:lnTo>
                    <a:pt x="3998355" y="1877514"/>
                  </a:lnTo>
                  <a:lnTo>
                    <a:pt x="3998355" y="1818797"/>
                  </a:lnTo>
                  <a:close/>
                </a:path>
                <a:path w="3998595" h="2249170">
                  <a:moveTo>
                    <a:pt x="3998355" y="1715932"/>
                  </a:moveTo>
                  <a:lnTo>
                    <a:pt x="3984727" y="1715932"/>
                  </a:lnTo>
                  <a:lnTo>
                    <a:pt x="3984727" y="1774648"/>
                  </a:lnTo>
                  <a:lnTo>
                    <a:pt x="3998355" y="1774648"/>
                  </a:lnTo>
                  <a:lnTo>
                    <a:pt x="3998355" y="1715932"/>
                  </a:lnTo>
                  <a:close/>
                </a:path>
                <a:path w="3998595" h="2249170">
                  <a:moveTo>
                    <a:pt x="3998355" y="1615413"/>
                  </a:moveTo>
                  <a:lnTo>
                    <a:pt x="3984727" y="1615413"/>
                  </a:lnTo>
                  <a:lnTo>
                    <a:pt x="3984727" y="1674130"/>
                  </a:lnTo>
                  <a:lnTo>
                    <a:pt x="3998355" y="1674130"/>
                  </a:lnTo>
                  <a:lnTo>
                    <a:pt x="3998355" y="1615413"/>
                  </a:lnTo>
                  <a:close/>
                </a:path>
                <a:path w="3998595" h="2249170">
                  <a:moveTo>
                    <a:pt x="3998355" y="1512548"/>
                  </a:moveTo>
                  <a:lnTo>
                    <a:pt x="3984727" y="1512548"/>
                  </a:lnTo>
                  <a:lnTo>
                    <a:pt x="3984727" y="1571264"/>
                  </a:lnTo>
                  <a:lnTo>
                    <a:pt x="3998355" y="1571264"/>
                  </a:lnTo>
                  <a:lnTo>
                    <a:pt x="3998355" y="1512548"/>
                  </a:lnTo>
                  <a:close/>
                </a:path>
                <a:path w="3998595" h="2249170">
                  <a:moveTo>
                    <a:pt x="3998355" y="1409682"/>
                  </a:moveTo>
                  <a:lnTo>
                    <a:pt x="3984727" y="1409682"/>
                  </a:lnTo>
                  <a:lnTo>
                    <a:pt x="3984727" y="1468399"/>
                  </a:lnTo>
                  <a:lnTo>
                    <a:pt x="3998355" y="1468399"/>
                  </a:lnTo>
                  <a:lnTo>
                    <a:pt x="3998355" y="1409682"/>
                  </a:lnTo>
                  <a:close/>
                </a:path>
                <a:path w="3998595" h="2249170">
                  <a:moveTo>
                    <a:pt x="3998355" y="1306817"/>
                  </a:moveTo>
                  <a:lnTo>
                    <a:pt x="3984727" y="1306817"/>
                  </a:lnTo>
                  <a:lnTo>
                    <a:pt x="3984727" y="1365533"/>
                  </a:lnTo>
                  <a:lnTo>
                    <a:pt x="3998355" y="1365533"/>
                  </a:lnTo>
                  <a:lnTo>
                    <a:pt x="3998355" y="1306817"/>
                  </a:lnTo>
                  <a:close/>
                </a:path>
                <a:path w="3998595" h="2249170">
                  <a:moveTo>
                    <a:pt x="3998355" y="1206298"/>
                  </a:moveTo>
                  <a:lnTo>
                    <a:pt x="3984727" y="1206298"/>
                  </a:lnTo>
                  <a:lnTo>
                    <a:pt x="3984727" y="1265015"/>
                  </a:lnTo>
                  <a:lnTo>
                    <a:pt x="3998355" y="1265015"/>
                  </a:lnTo>
                  <a:lnTo>
                    <a:pt x="3998355" y="1206298"/>
                  </a:lnTo>
                  <a:close/>
                </a:path>
                <a:path w="3998595" h="2249170">
                  <a:moveTo>
                    <a:pt x="3998355" y="1103433"/>
                  </a:moveTo>
                  <a:lnTo>
                    <a:pt x="3984727" y="1103433"/>
                  </a:lnTo>
                  <a:lnTo>
                    <a:pt x="3984727" y="1162149"/>
                  </a:lnTo>
                  <a:lnTo>
                    <a:pt x="3998355" y="1162149"/>
                  </a:lnTo>
                  <a:lnTo>
                    <a:pt x="3998355" y="1103433"/>
                  </a:lnTo>
                  <a:close/>
                </a:path>
                <a:path w="3998595" h="2249170">
                  <a:moveTo>
                    <a:pt x="3998355" y="1000567"/>
                  </a:moveTo>
                  <a:lnTo>
                    <a:pt x="3984727" y="1000567"/>
                  </a:lnTo>
                  <a:lnTo>
                    <a:pt x="3984727" y="1059284"/>
                  </a:lnTo>
                  <a:lnTo>
                    <a:pt x="3998355" y="1059284"/>
                  </a:lnTo>
                  <a:lnTo>
                    <a:pt x="3998355" y="1000567"/>
                  </a:lnTo>
                  <a:close/>
                </a:path>
                <a:path w="3998595" h="2249170">
                  <a:moveTo>
                    <a:pt x="3998355" y="897702"/>
                  </a:moveTo>
                  <a:lnTo>
                    <a:pt x="3984727" y="897702"/>
                  </a:lnTo>
                  <a:lnTo>
                    <a:pt x="3984727" y="956418"/>
                  </a:lnTo>
                  <a:lnTo>
                    <a:pt x="3998355" y="956418"/>
                  </a:lnTo>
                  <a:lnTo>
                    <a:pt x="3998355" y="897702"/>
                  </a:lnTo>
                  <a:close/>
                </a:path>
                <a:path w="3998595" h="2249170">
                  <a:moveTo>
                    <a:pt x="3998355" y="797183"/>
                  </a:moveTo>
                  <a:lnTo>
                    <a:pt x="3984727" y="797183"/>
                  </a:lnTo>
                  <a:lnTo>
                    <a:pt x="3984727" y="855900"/>
                  </a:lnTo>
                  <a:lnTo>
                    <a:pt x="3998355" y="855900"/>
                  </a:lnTo>
                  <a:lnTo>
                    <a:pt x="3998355" y="797183"/>
                  </a:lnTo>
                  <a:close/>
                </a:path>
                <a:path w="3998595" h="2249170">
                  <a:moveTo>
                    <a:pt x="3998355" y="694240"/>
                  </a:moveTo>
                  <a:lnTo>
                    <a:pt x="3984727" y="694240"/>
                  </a:lnTo>
                  <a:lnTo>
                    <a:pt x="3984727" y="753034"/>
                  </a:lnTo>
                  <a:lnTo>
                    <a:pt x="3998355" y="753034"/>
                  </a:lnTo>
                  <a:lnTo>
                    <a:pt x="3998355" y="694240"/>
                  </a:lnTo>
                  <a:close/>
                </a:path>
                <a:path w="3998595" h="2249170">
                  <a:moveTo>
                    <a:pt x="3998355" y="591433"/>
                  </a:moveTo>
                  <a:lnTo>
                    <a:pt x="3984727" y="591433"/>
                  </a:lnTo>
                  <a:lnTo>
                    <a:pt x="3984727" y="650208"/>
                  </a:lnTo>
                  <a:lnTo>
                    <a:pt x="3998355" y="650208"/>
                  </a:lnTo>
                  <a:lnTo>
                    <a:pt x="3998355" y="591433"/>
                  </a:lnTo>
                  <a:close/>
                </a:path>
                <a:path w="3998595" h="2249170">
                  <a:moveTo>
                    <a:pt x="3998355" y="488625"/>
                  </a:moveTo>
                  <a:lnTo>
                    <a:pt x="3984727" y="488625"/>
                  </a:lnTo>
                  <a:lnTo>
                    <a:pt x="3984727" y="547206"/>
                  </a:lnTo>
                  <a:lnTo>
                    <a:pt x="3998355" y="547206"/>
                  </a:lnTo>
                  <a:lnTo>
                    <a:pt x="3998355" y="488625"/>
                  </a:lnTo>
                  <a:close/>
                </a:path>
                <a:path w="3998595" h="2249170">
                  <a:moveTo>
                    <a:pt x="3998355" y="388146"/>
                  </a:moveTo>
                  <a:lnTo>
                    <a:pt x="3984727" y="388146"/>
                  </a:lnTo>
                  <a:lnTo>
                    <a:pt x="3984727" y="446727"/>
                  </a:lnTo>
                  <a:lnTo>
                    <a:pt x="3998355" y="446727"/>
                  </a:lnTo>
                  <a:lnTo>
                    <a:pt x="3998355" y="388146"/>
                  </a:lnTo>
                  <a:close/>
                </a:path>
                <a:path w="3998595" h="2249170">
                  <a:moveTo>
                    <a:pt x="3998355" y="285144"/>
                  </a:moveTo>
                  <a:lnTo>
                    <a:pt x="3984727" y="285144"/>
                  </a:lnTo>
                  <a:lnTo>
                    <a:pt x="3984727" y="343919"/>
                  </a:lnTo>
                  <a:lnTo>
                    <a:pt x="3998355" y="343919"/>
                  </a:lnTo>
                  <a:lnTo>
                    <a:pt x="3998355" y="285144"/>
                  </a:lnTo>
                  <a:close/>
                </a:path>
                <a:path w="3998595" h="2249170">
                  <a:moveTo>
                    <a:pt x="3998355" y="182337"/>
                  </a:moveTo>
                  <a:lnTo>
                    <a:pt x="3984727" y="182337"/>
                  </a:lnTo>
                  <a:lnTo>
                    <a:pt x="3984727" y="241112"/>
                  </a:lnTo>
                  <a:lnTo>
                    <a:pt x="3998355" y="241112"/>
                  </a:lnTo>
                  <a:lnTo>
                    <a:pt x="3998355" y="182337"/>
                  </a:lnTo>
                  <a:close/>
                </a:path>
                <a:path w="3998595" h="2249170">
                  <a:moveTo>
                    <a:pt x="3998355" y="79530"/>
                  </a:moveTo>
                  <a:lnTo>
                    <a:pt x="3984727" y="79530"/>
                  </a:lnTo>
                  <a:lnTo>
                    <a:pt x="3984727" y="138111"/>
                  </a:lnTo>
                  <a:lnTo>
                    <a:pt x="3998355" y="138111"/>
                  </a:lnTo>
                  <a:lnTo>
                    <a:pt x="3998355" y="7953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 descr=""/>
            <p:cNvSpPr/>
            <p:nvPr/>
          </p:nvSpPr>
          <p:spPr>
            <a:xfrm>
              <a:off x="537839" y="3090129"/>
              <a:ext cx="3963670" cy="0"/>
            </a:xfrm>
            <a:custGeom>
              <a:avLst/>
              <a:gdLst/>
              <a:ahLst/>
              <a:cxnLst/>
              <a:rect l="l" t="t" r="r" b="b"/>
              <a:pathLst>
                <a:path w="3963670" h="0">
                  <a:moveTo>
                    <a:pt x="0" y="0"/>
                  </a:moveTo>
                  <a:lnTo>
                    <a:pt x="3963253" y="0"/>
                  </a:lnTo>
                </a:path>
              </a:pathLst>
            </a:custGeom>
            <a:ln w="16876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 descr=""/>
            <p:cNvSpPr/>
            <p:nvPr/>
          </p:nvSpPr>
          <p:spPr>
            <a:xfrm>
              <a:off x="515647" y="3107679"/>
              <a:ext cx="0" cy="2209800"/>
            </a:xfrm>
            <a:custGeom>
              <a:avLst/>
              <a:gdLst/>
              <a:ahLst/>
              <a:cxnLst/>
              <a:rect l="l" t="t" r="r" b="b"/>
              <a:pathLst>
                <a:path w="0" h="2209800">
                  <a:moveTo>
                    <a:pt x="0" y="0"/>
                  </a:moveTo>
                  <a:lnTo>
                    <a:pt x="0" y="2209339"/>
                  </a:lnTo>
                </a:path>
              </a:pathLst>
            </a:custGeom>
            <a:ln w="16856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 descr=""/>
            <p:cNvSpPr/>
            <p:nvPr/>
          </p:nvSpPr>
          <p:spPr>
            <a:xfrm>
              <a:off x="550973" y="5310962"/>
              <a:ext cx="3956050" cy="21590"/>
            </a:xfrm>
            <a:custGeom>
              <a:avLst/>
              <a:gdLst/>
              <a:ahLst/>
              <a:cxnLst/>
              <a:rect l="l" t="t" r="r" b="b"/>
              <a:pathLst>
                <a:path w="3956050" h="21589">
                  <a:moveTo>
                    <a:pt x="0" y="4694"/>
                  </a:moveTo>
                  <a:lnTo>
                    <a:pt x="58403" y="4694"/>
                  </a:lnTo>
                  <a:lnTo>
                    <a:pt x="58403" y="21143"/>
                  </a:lnTo>
                  <a:lnTo>
                    <a:pt x="0" y="21143"/>
                  </a:lnTo>
                  <a:lnTo>
                    <a:pt x="0" y="4694"/>
                  </a:lnTo>
                  <a:close/>
                </a:path>
                <a:path w="3956050" h="21589">
                  <a:moveTo>
                    <a:pt x="103148" y="4694"/>
                  </a:moveTo>
                  <a:lnTo>
                    <a:pt x="162031" y="4694"/>
                  </a:lnTo>
                  <a:lnTo>
                    <a:pt x="162031" y="21143"/>
                  </a:lnTo>
                  <a:lnTo>
                    <a:pt x="103148" y="21143"/>
                  </a:lnTo>
                  <a:lnTo>
                    <a:pt x="103148" y="4694"/>
                  </a:lnTo>
                  <a:close/>
                </a:path>
                <a:path w="3956050" h="21589">
                  <a:moveTo>
                    <a:pt x="206301" y="4694"/>
                  </a:moveTo>
                  <a:lnTo>
                    <a:pt x="265172" y="4694"/>
                  </a:lnTo>
                  <a:lnTo>
                    <a:pt x="265172" y="21143"/>
                  </a:lnTo>
                  <a:lnTo>
                    <a:pt x="206301" y="21143"/>
                  </a:lnTo>
                  <a:lnTo>
                    <a:pt x="206301" y="4694"/>
                  </a:lnTo>
                  <a:close/>
                </a:path>
                <a:path w="3956050" h="21589">
                  <a:moveTo>
                    <a:pt x="307554" y="4694"/>
                  </a:moveTo>
                  <a:lnTo>
                    <a:pt x="365958" y="4694"/>
                  </a:lnTo>
                  <a:lnTo>
                    <a:pt x="365958" y="21143"/>
                  </a:lnTo>
                  <a:lnTo>
                    <a:pt x="307554" y="21143"/>
                  </a:lnTo>
                  <a:lnTo>
                    <a:pt x="307554" y="4694"/>
                  </a:lnTo>
                  <a:close/>
                </a:path>
                <a:path w="3956050" h="21589">
                  <a:moveTo>
                    <a:pt x="410715" y="4694"/>
                  </a:moveTo>
                  <a:lnTo>
                    <a:pt x="469586" y="4694"/>
                  </a:lnTo>
                  <a:lnTo>
                    <a:pt x="469586" y="21143"/>
                  </a:lnTo>
                  <a:lnTo>
                    <a:pt x="410715" y="21143"/>
                  </a:lnTo>
                  <a:lnTo>
                    <a:pt x="410715" y="4694"/>
                  </a:lnTo>
                  <a:close/>
                </a:path>
                <a:path w="3956050" h="21589">
                  <a:moveTo>
                    <a:pt x="513856" y="4694"/>
                  </a:moveTo>
                  <a:lnTo>
                    <a:pt x="572727" y="4694"/>
                  </a:lnTo>
                  <a:lnTo>
                    <a:pt x="572727" y="21143"/>
                  </a:lnTo>
                  <a:lnTo>
                    <a:pt x="513856" y="21143"/>
                  </a:lnTo>
                  <a:lnTo>
                    <a:pt x="513856" y="4694"/>
                  </a:lnTo>
                  <a:close/>
                </a:path>
                <a:path w="3956050" h="21589">
                  <a:moveTo>
                    <a:pt x="617484" y="4694"/>
                  </a:moveTo>
                  <a:lnTo>
                    <a:pt x="675888" y="4694"/>
                  </a:lnTo>
                  <a:lnTo>
                    <a:pt x="675888" y="21143"/>
                  </a:lnTo>
                  <a:lnTo>
                    <a:pt x="617484" y="21143"/>
                  </a:lnTo>
                  <a:lnTo>
                    <a:pt x="617484" y="4694"/>
                  </a:lnTo>
                  <a:close/>
                </a:path>
                <a:path w="3956050" h="21589">
                  <a:moveTo>
                    <a:pt x="718269" y="4694"/>
                  </a:moveTo>
                  <a:lnTo>
                    <a:pt x="777140" y="4694"/>
                  </a:lnTo>
                  <a:lnTo>
                    <a:pt x="777140" y="21143"/>
                  </a:lnTo>
                  <a:lnTo>
                    <a:pt x="718269" y="21143"/>
                  </a:lnTo>
                  <a:lnTo>
                    <a:pt x="718269" y="4694"/>
                  </a:lnTo>
                  <a:close/>
                </a:path>
                <a:path w="3956050" h="21589">
                  <a:moveTo>
                    <a:pt x="821430" y="4694"/>
                  </a:moveTo>
                  <a:lnTo>
                    <a:pt x="880301" y="4694"/>
                  </a:lnTo>
                  <a:lnTo>
                    <a:pt x="880301" y="21143"/>
                  </a:lnTo>
                  <a:lnTo>
                    <a:pt x="821430" y="21143"/>
                  </a:lnTo>
                  <a:lnTo>
                    <a:pt x="821430" y="4694"/>
                  </a:lnTo>
                  <a:close/>
                </a:path>
                <a:path w="3956050" h="21589">
                  <a:moveTo>
                    <a:pt x="925038" y="4694"/>
                  </a:moveTo>
                  <a:lnTo>
                    <a:pt x="983442" y="4694"/>
                  </a:lnTo>
                  <a:lnTo>
                    <a:pt x="983442" y="21143"/>
                  </a:lnTo>
                  <a:lnTo>
                    <a:pt x="925038" y="21143"/>
                  </a:lnTo>
                  <a:lnTo>
                    <a:pt x="925038" y="4694"/>
                  </a:lnTo>
                  <a:close/>
                </a:path>
                <a:path w="3956050" h="21589">
                  <a:moveTo>
                    <a:pt x="1028179" y="4694"/>
                  </a:moveTo>
                  <a:lnTo>
                    <a:pt x="1087070" y="4694"/>
                  </a:lnTo>
                  <a:lnTo>
                    <a:pt x="1087070" y="21143"/>
                  </a:lnTo>
                  <a:lnTo>
                    <a:pt x="1028179" y="21143"/>
                  </a:lnTo>
                  <a:lnTo>
                    <a:pt x="1028179" y="4694"/>
                  </a:lnTo>
                  <a:close/>
                </a:path>
                <a:path w="3956050" h="21589">
                  <a:moveTo>
                    <a:pt x="1128984" y="4694"/>
                  </a:moveTo>
                  <a:lnTo>
                    <a:pt x="1187856" y="4694"/>
                  </a:lnTo>
                  <a:lnTo>
                    <a:pt x="1187856" y="21143"/>
                  </a:lnTo>
                  <a:lnTo>
                    <a:pt x="1128984" y="21143"/>
                  </a:lnTo>
                  <a:lnTo>
                    <a:pt x="1128984" y="4694"/>
                  </a:lnTo>
                  <a:close/>
                </a:path>
                <a:path w="3956050" h="21589">
                  <a:moveTo>
                    <a:pt x="1232593" y="4694"/>
                  </a:moveTo>
                  <a:lnTo>
                    <a:pt x="1290997" y="4694"/>
                  </a:lnTo>
                  <a:lnTo>
                    <a:pt x="1290997" y="21143"/>
                  </a:lnTo>
                  <a:lnTo>
                    <a:pt x="1232593" y="21143"/>
                  </a:lnTo>
                  <a:lnTo>
                    <a:pt x="1232593" y="4694"/>
                  </a:lnTo>
                  <a:close/>
                </a:path>
                <a:path w="3956050" h="21589">
                  <a:moveTo>
                    <a:pt x="1335753" y="4694"/>
                  </a:moveTo>
                  <a:lnTo>
                    <a:pt x="1394625" y="4694"/>
                  </a:lnTo>
                  <a:lnTo>
                    <a:pt x="1394625" y="21143"/>
                  </a:lnTo>
                  <a:lnTo>
                    <a:pt x="1335753" y="21143"/>
                  </a:lnTo>
                  <a:lnTo>
                    <a:pt x="1335753" y="4694"/>
                  </a:lnTo>
                  <a:close/>
                </a:path>
                <a:path w="3956050" h="21589">
                  <a:moveTo>
                    <a:pt x="1438895" y="4694"/>
                  </a:moveTo>
                  <a:lnTo>
                    <a:pt x="1497766" y="4694"/>
                  </a:lnTo>
                  <a:lnTo>
                    <a:pt x="1497766" y="21143"/>
                  </a:lnTo>
                  <a:lnTo>
                    <a:pt x="1438895" y="21143"/>
                  </a:lnTo>
                  <a:lnTo>
                    <a:pt x="1438895" y="4694"/>
                  </a:lnTo>
                  <a:close/>
                </a:path>
                <a:path w="3956050" h="21589">
                  <a:moveTo>
                    <a:pt x="1540167" y="4694"/>
                  </a:moveTo>
                  <a:lnTo>
                    <a:pt x="1598571" y="4694"/>
                  </a:lnTo>
                  <a:lnTo>
                    <a:pt x="1598571" y="21143"/>
                  </a:lnTo>
                  <a:lnTo>
                    <a:pt x="1540167" y="21143"/>
                  </a:lnTo>
                  <a:lnTo>
                    <a:pt x="1540167" y="4694"/>
                  </a:lnTo>
                  <a:close/>
                </a:path>
                <a:path w="3956050" h="21589">
                  <a:moveTo>
                    <a:pt x="1643308" y="4694"/>
                  </a:moveTo>
                  <a:lnTo>
                    <a:pt x="1702179" y="4694"/>
                  </a:lnTo>
                  <a:lnTo>
                    <a:pt x="1702179" y="21143"/>
                  </a:lnTo>
                  <a:lnTo>
                    <a:pt x="1643308" y="21143"/>
                  </a:lnTo>
                  <a:lnTo>
                    <a:pt x="1643308" y="4694"/>
                  </a:lnTo>
                  <a:close/>
                </a:path>
                <a:path w="3956050" h="21589">
                  <a:moveTo>
                    <a:pt x="1746469" y="4694"/>
                  </a:moveTo>
                  <a:lnTo>
                    <a:pt x="1805340" y="4694"/>
                  </a:lnTo>
                  <a:lnTo>
                    <a:pt x="1805340" y="21143"/>
                  </a:lnTo>
                  <a:lnTo>
                    <a:pt x="1746469" y="21143"/>
                  </a:lnTo>
                  <a:lnTo>
                    <a:pt x="1746469" y="4694"/>
                  </a:lnTo>
                  <a:close/>
                </a:path>
                <a:path w="3956050" h="21589">
                  <a:moveTo>
                    <a:pt x="1850077" y="4694"/>
                  </a:moveTo>
                  <a:lnTo>
                    <a:pt x="1908520" y="4694"/>
                  </a:lnTo>
                  <a:lnTo>
                    <a:pt x="1908520" y="21143"/>
                  </a:lnTo>
                  <a:lnTo>
                    <a:pt x="1850077" y="21143"/>
                  </a:lnTo>
                  <a:lnTo>
                    <a:pt x="1850077" y="4694"/>
                  </a:lnTo>
                  <a:close/>
                </a:path>
                <a:path w="3956050" h="21589">
                  <a:moveTo>
                    <a:pt x="1950960" y="4694"/>
                  </a:moveTo>
                  <a:lnTo>
                    <a:pt x="2009753" y="4694"/>
                  </a:lnTo>
                  <a:lnTo>
                    <a:pt x="2009753" y="21143"/>
                  </a:lnTo>
                  <a:lnTo>
                    <a:pt x="1950960" y="21143"/>
                  </a:lnTo>
                  <a:lnTo>
                    <a:pt x="1950960" y="4694"/>
                  </a:lnTo>
                  <a:close/>
                </a:path>
                <a:path w="3956050" h="21589">
                  <a:moveTo>
                    <a:pt x="2054529" y="4694"/>
                  </a:moveTo>
                  <a:lnTo>
                    <a:pt x="2112933" y="4694"/>
                  </a:lnTo>
                  <a:lnTo>
                    <a:pt x="2112933" y="21143"/>
                  </a:lnTo>
                  <a:lnTo>
                    <a:pt x="2054529" y="21143"/>
                  </a:lnTo>
                  <a:lnTo>
                    <a:pt x="2054529" y="4694"/>
                  </a:lnTo>
                  <a:close/>
                </a:path>
                <a:path w="3956050" h="21589">
                  <a:moveTo>
                    <a:pt x="2157710" y="4694"/>
                  </a:moveTo>
                  <a:lnTo>
                    <a:pt x="2216113" y="4694"/>
                  </a:lnTo>
                  <a:lnTo>
                    <a:pt x="2216113" y="21143"/>
                  </a:lnTo>
                  <a:lnTo>
                    <a:pt x="2157710" y="21143"/>
                  </a:lnTo>
                  <a:lnTo>
                    <a:pt x="2157710" y="4694"/>
                  </a:lnTo>
                  <a:close/>
                </a:path>
                <a:path w="3956050" h="21589">
                  <a:moveTo>
                    <a:pt x="2260890" y="4694"/>
                  </a:moveTo>
                  <a:lnTo>
                    <a:pt x="2319683" y="4694"/>
                  </a:lnTo>
                  <a:lnTo>
                    <a:pt x="2319683" y="21143"/>
                  </a:lnTo>
                  <a:lnTo>
                    <a:pt x="2260890" y="21143"/>
                  </a:lnTo>
                  <a:lnTo>
                    <a:pt x="2260890" y="4694"/>
                  </a:lnTo>
                  <a:close/>
                </a:path>
                <a:path w="3956050" h="21589">
                  <a:moveTo>
                    <a:pt x="2362123" y="4694"/>
                  </a:moveTo>
                  <a:lnTo>
                    <a:pt x="2420527" y="4694"/>
                  </a:lnTo>
                  <a:lnTo>
                    <a:pt x="2420527" y="21143"/>
                  </a:lnTo>
                  <a:lnTo>
                    <a:pt x="2362123" y="21143"/>
                  </a:lnTo>
                  <a:lnTo>
                    <a:pt x="2362123" y="4694"/>
                  </a:lnTo>
                  <a:close/>
                </a:path>
                <a:path w="3956050" h="21589">
                  <a:moveTo>
                    <a:pt x="2465303" y="4694"/>
                  </a:moveTo>
                  <a:lnTo>
                    <a:pt x="2524096" y="4694"/>
                  </a:lnTo>
                  <a:lnTo>
                    <a:pt x="2524096" y="21143"/>
                  </a:lnTo>
                  <a:lnTo>
                    <a:pt x="2465303" y="21143"/>
                  </a:lnTo>
                  <a:lnTo>
                    <a:pt x="2465303" y="4694"/>
                  </a:lnTo>
                  <a:close/>
                </a:path>
                <a:path w="3956050" h="21589">
                  <a:moveTo>
                    <a:pt x="2568288" y="4694"/>
                  </a:moveTo>
                  <a:lnTo>
                    <a:pt x="2627276" y="4694"/>
                  </a:lnTo>
                  <a:lnTo>
                    <a:pt x="2627276" y="21143"/>
                  </a:lnTo>
                  <a:lnTo>
                    <a:pt x="2568288" y="21143"/>
                  </a:lnTo>
                  <a:lnTo>
                    <a:pt x="2568288" y="4694"/>
                  </a:lnTo>
                  <a:close/>
                </a:path>
                <a:path w="3956050" h="21589">
                  <a:moveTo>
                    <a:pt x="2672053" y="4694"/>
                  </a:moveTo>
                  <a:lnTo>
                    <a:pt x="2730456" y="4694"/>
                  </a:lnTo>
                  <a:lnTo>
                    <a:pt x="2730456" y="21143"/>
                  </a:lnTo>
                  <a:lnTo>
                    <a:pt x="2672053" y="21143"/>
                  </a:lnTo>
                  <a:lnTo>
                    <a:pt x="2672053" y="4694"/>
                  </a:lnTo>
                  <a:close/>
                </a:path>
                <a:path w="3956050" h="21589">
                  <a:moveTo>
                    <a:pt x="2772702" y="4694"/>
                  </a:moveTo>
                  <a:lnTo>
                    <a:pt x="2831690" y="4694"/>
                  </a:lnTo>
                  <a:lnTo>
                    <a:pt x="2831690" y="21143"/>
                  </a:lnTo>
                  <a:lnTo>
                    <a:pt x="2772702" y="21143"/>
                  </a:lnTo>
                  <a:lnTo>
                    <a:pt x="2772702" y="4694"/>
                  </a:lnTo>
                  <a:close/>
                </a:path>
                <a:path w="3956050" h="21589">
                  <a:moveTo>
                    <a:pt x="2875882" y="4694"/>
                  </a:moveTo>
                  <a:lnTo>
                    <a:pt x="2934870" y="4694"/>
                  </a:lnTo>
                  <a:lnTo>
                    <a:pt x="2934870" y="21143"/>
                  </a:lnTo>
                  <a:lnTo>
                    <a:pt x="2875882" y="21143"/>
                  </a:lnTo>
                  <a:lnTo>
                    <a:pt x="2875882" y="4694"/>
                  </a:lnTo>
                  <a:close/>
                </a:path>
                <a:path w="3956050" h="21589">
                  <a:moveTo>
                    <a:pt x="2979451" y="4694"/>
                  </a:moveTo>
                  <a:lnTo>
                    <a:pt x="3037855" y="4694"/>
                  </a:lnTo>
                  <a:lnTo>
                    <a:pt x="3037855" y="21143"/>
                  </a:lnTo>
                  <a:lnTo>
                    <a:pt x="2979451" y="21143"/>
                  </a:lnTo>
                  <a:lnTo>
                    <a:pt x="2979451" y="4694"/>
                  </a:lnTo>
                  <a:close/>
                </a:path>
                <a:path w="3956050" h="21589">
                  <a:moveTo>
                    <a:pt x="3082632" y="4694"/>
                  </a:moveTo>
                  <a:lnTo>
                    <a:pt x="3141619" y="4694"/>
                  </a:lnTo>
                  <a:lnTo>
                    <a:pt x="3141619" y="21143"/>
                  </a:lnTo>
                  <a:lnTo>
                    <a:pt x="3082632" y="21143"/>
                  </a:lnTo>
                  <a:lnTo>
                    <a:pt x="3082632" y="4694"/>
                  </a:lnTo>
                  <a:close/>
                </a:path>
                <a:path w="3956050" h="21589">
                  <a:moveTo>
                    <a:pt x="3183475" y="4694"/>
                  </a:moveTo>
                  <a:lnTo>
                    <a:pt x="3242269" y="4694"/>
                  </a:lnTo>
                  <a:lnTo>
                    <a:pt x="3242269" y="21143"/>
                  </a:lnTo>
                  <a:lnTo>
                    <a:pt x="3183475" y="21143"/>
                  </a:lnTo>
                  <a:lnTo>
                    <a:pt x="3183475" y="4694"/>
                  </a:lnTo>
                  <a:close/>
                </a:path>
                <a:path w="3956050" h="21589">
                  <a:moveTo>
                    <a:pt x="3287045" y="4694"/>
                  </a:moveTo>
                  <a:lnTo>
                    <a:pt x="3345449" y="4694"/>
                  </a:lnTo>
                  <a:lnTo>
                    <a:pt x="3345449" y="21143"/>
                  </a:lnTo>
                  <a:lnTo>
                    <a:pt x="3287045" y="21143"/>
                  </a:lnTo>
                  <a:lnTo>
                    <a:pt x="3287045" y="4694"/>
                  </a:lnTo>
                  <a:close/>
                </a:path>
                <a:path w="3956050" h="21589">
                  <a:moveTo>
                    <a:pt x="3390225" y="4694"/>
                  </a:moveTo>
                  <a:lnTo>
                    <a:pt x="3449213" y="4694"/>
                  </a:lnTo>
                  <a:lnTo>
                    <a:pt x="3449213" y="21143"/>
                  </a:lnTo>
                  <a:lnTo>
                    <a:pt x="3390225" y="21143"/>
                  </a:lnTo>
                  <a:lnTo>
                    <a:pt x="3390225" y="4694"/>
                  </a:lnTo>
                  <a:close/>
                </a:path>
                <a:path w="3956050" h="21589">
                  <a:moveTo>
                    <a:pt x="3493405" y="4694"/>
                  </a:moveTo>
                  <a:lnTo>
                    <a:pt x="3552198" y="4694"/>
                  </a:lnTo>
                  <a:lnTo>
                    <a:pt x="3552198" y="21143"/>
                  </a:lnTo>
                  <a:lnTo>
                    <a:pt x="3493405" y="21143"/>
                  </a:lnTo>
                  <a:lnTo>
                    <a:pt x="3493405" y="4694"/>
                  </a:lnTo>
                  <a:close/>
                </a:path>
                <a:path w="3956050" h="21589">
                  <a:moveTo>
                    <a:pt x="3594638" y="4694"/>
                  </a:moveTo>
                  <a:lnTo>
                    <a:pt x="3653042" y="4694"/>
                  </a:lnTo>
                  <a:lnTo>
                    <a:pt x="3653042" y="21143"/>
                  </a:lnTo>
                  <a:lnTo>
                    <a:pt x="3594638" y="21143"/>
                  </a:lnTo>
                  <a:lnTo>
                    <a:pt x="3594638" y="4694"/>
                  </a:lnTo>
                  <a:close/>
                </a:path>
                <a:path w="3956050" h="21589">
                  <a:moveTo>
                    <a:pt x="3697819" y="4694"/>
                  </a:moveTo>
                  <a:lnTo>
                    <a:pt x="3756612" y="4694"/>
                  </a:lnTo>
                  <a:lnTo>
                    <a:pt x="3756612" y="21143"/>
                  </a:lnTo>
                  <a:lnTo>
                    <a:pt x="3697819" y="21143"/>
                  </a:lnTo>
                  <a:lnTo>
                    <a:pt x="3697819" y="4694"/>
                  </a:lnTo>
                  <a:close/>
                </a:path>
                <a:path w="3956050" h="21589">
                  <a:moveTo>
                    <a:pt x="3800999" y="4694"/>
                  </a:moveTo>
                  <a:lnTo>
                    <a:pt x="3859792" y="4694"/>
                  </a:lnTo>
                  <a:lnTo>
                    <a:pt x="3859792" y="21143"/>
                  </a:lnTo>
                  <a:lnTo>
                    <a:pt x="3800999" y="21143"/>
                  </a:lnTo>
                  <a:lnTo>
                    <a:pt x="3800999" y="4694"/>
                  </a:lnTo>
                  <a:close/>
                </a:path>
                <a:path w="3956050" h="21589">
                  <a:moveTo>
                    <a:pt x="3904568" y="4694"/>
                  </a:moveTo>
                  <a:lnTo>
                    <a:pt x="3948760" y="4694"/>
                  </a:lnTo>
                  <a:lnTo>
                    <a:pt x="3942336" y="14102"/>
                  </a:lnTo>
                  <a:lnTo>
                    <a:pt x="3942336" y="0"/>
                  </a:lnTo>
                  <a:lnTo>
                    <a:pt x="3955963" y="0"/>
                  </a:lnTo>
                  <a:lnTo>
                    <a:pt x="3955963" y="21143"/>
                  </a:lnTo>
                  <a:lnTo>
                    <a:pt x="3904568" y="21143"/>
                  </a:lnTo>
                  <a:lnTo>
                    <a:pt x="3904568" y="4694"/>
                  </a:lnTo>
                  <a:close/>
                </a:path>
              </a:pathLst>
            </a:custGeom>
            <a:ln w="31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 descr=""/>
            <p:cNvSpPr/>
            <p:nvPr/>
          </p:nvSpPr>
          <p:spPr>
            <a:xfrm>
              <a:off x="4500123" y="3088864"/>
              <a:ext cx="0" cy="2179320"/>
            </a:xfrm>
            <a:custGeom>
              <a:avLst/>
              <a:gdLst/>
              <a:ahLst/>
              <a:cxnLst/>
              <a:rect l="l" t="t" r="r" b="b"/>
              <a:pathLst>
                <a:path w="0" h="2179320">
                  <a:moveTo>
                    <a:pt x="0" y="0"/>
                  </a:moveTo>
                  <a:lnTo>
                    <a:pt x="0" y="2179311"/>
                  </a:lnTo>
                </a:path>
              </a:pathLst>
            </a:custGeom>
            <a:ln w="16352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 descr=""/>
            <p:cNvSpPr/>
            <p:nvPr/>
          </p:nvSpPr>
          <p:spPr>
            <a:xfrm>
              <a:off x="4821539" y="3083049"/>
              <a:ext cx="4001135" cy="2249170"/>
            </a:xfrm>
            <a:custGeom>
              <a:avLst/>
              <a:gdLst/>
              <a:ahLst/>
              <a:cxnLst/>
              <a:rect l="l" t="t" r="r" b="b"/>
              <a:pathLst>
                <a:path w="4001134" h="2249170">
                  <a:moveTo>
                    <a:pt x="3994043" y="7177"/>
                  </a:moveTo>
                  <a:lnTo>
                    <a:pt x="3987034" y="7177"/>
                  </a:lnTo>
                  <a:lnTo>
                    <a:pt x="3987034" y="37631"/>
                  </a:lnTo>
                  <a:lnTo>
                    <a:pt x="4001051" y="37631"/>
                  </a:lnTo>
                  <a:lnTo>
                    <a:pt x="4001051" y="14160"/>
                  </a:lnTo>
                  <a:lnTo>
                    <a:pt x="3994043" y="14160"/>
                  </a:lnTo>
                  <a:lnTo>
                    <a:pt x="3994043" y="7177"/>
                  </a:lnTo>
                  <a:close/>
                </a:path>
                <a:path w="4001134" h="2249170">
                  <a:moveTo>
                    <a:pt x="3994043" y="0"/>
                  </a:moveTo>
                  <a:lnTo>
                    <a:pt x="3935250" y="0"/>
                  </a:lnTo>
                  <a:lnTo>
                    <a:pt x="3935250" y="14160"/>
                  </a:lnTo>
                  <a:lnTo>
                    <a:pt x="3987034" y="14160"/>
                  </a:lnTo>
                  <a:lnTo>
                    <a:pt x="3987034" y="7177"/>
                  </a:lnTo>
                  <a:lnTo>
                    <a:pt x="3994043" y="7177"/>
                  </a:lnTo>
                  <a:lnTo>
                    <a:pt x="3994043" y="0"/>
                  </a:lnTo>
                  <a:close/>
                </a:path>
                <a:path w="4001134" h="2249170">
                  <a:moveTo>
                    <a:pt x="4001051" y="7177"/>
                  </a:moveTo>
                  <a:lnTo>
                    <a:pt x="3994043" y="7177"/>
                  </a:lnTo>
                  <a:lnTo>
                    <a:pt x="3994043" y="14160"/>
                  </a:lnTo>
                  <a:lnTo>
                    <a:pt x="4001051" y="14160"/>
                  </a:lnTo>
                  <a:lnTo>
                    <a:pt x="4001051" y="7177"/>
                  </a:lnTo>
                  <a:close/>
                </a:path>
                <a:path w="4001134" h="2249170">
                  <a:moveTo>
                    <a:pt x="3890863" y="0"/>
                  </a:moveTo>
                  <a:lnTo>
                    <a:pt x="3832069" y="0"/>
                  </a:lnTo>
                  <a:lnTo>
                    <a:pt x="3832069" y="14160"/>
                  </a:lnTo>
                  <a:lnTo>
                    <a:pt x="3890863" y="14160"/>
                  </a:lnTo>
                  <a:lnTo>
                    <a:pt x="3890863" y="0"/>
                  </a:lnTo>
                  <a:close/>
                </a:path>
                <a:path w="4001134" h="2249170">
                  <a:moveTo>
                    <a:pt x="3787293" y="0"/>
                  </a:moveTo>
                  <a:lnTo>
                    <a:pt x="3728889" y="0"/>
                  </a:lnTo>
                  <a:lnTo>
                    <a:pt x="3728889" y="14160"/>
                  </a:lnTo>
                  <a:lnTo>
                    <a:pt x="3787293" y="14160"/>
                  </a:lnTo>
                  <a:lnTo>
                    <a:pt x="3787293" y="0"/>
                  </a:lnTo>
                  <a:close/>
                </a:path>
                <a:path w="4001134" h="2249170">
                  <a:moveTo>
                    <a:pt x="3684113" y="0"/>
                  </a:moveTo>
                  <a:lnTo>
                    <a:pt x="3625320" y="0"/>
                  </a:lnTo>
                  <a:lnTo>
                    <a:pt x="3625320" y="14160"/>
                  </a:lnTo>
                  <a:lnTo>
                    <a:pt x="3684113" y="14160"/>
                  </a:lnTo>
                  <a:lnTo>
                    <a:pt x="3684113" y="0"/>
                  </a:lnTo>
                  <a:close/>
                </a:path>
                <a:path w="4001134" h="2249170">
                  <a:moveTo>
                    <a:pt x="3583269" y="0"/>
                  </a:moveTo>
                  <a:lnTo>
                    <a:pt x="3524476" y="0"/>
                  </a:lnTo>
                  <a:lnTo>
                    <a:pt x="3524476" y="14160"/>
                  </a:lnTo>
                  <a:lnTo>
                    <a:pt x="3583269" y="14160"/>
                  </a:lnTo>
                  <a:lnTo>
                    <a:pt x="3583269" y="0"/>
                  </a:lnTo>
                  <a:close/>
                </a:path>
                <a:path w="4001134" h="2249170">
                  <a:moveTo>
                    <a:pt x="3479700" y="0"/>
                  </a:moveTo>
                  <a:lnTo>
                    <a:pt x="3421296" y="0"/>
                  </a:lnTo>
                  <a:lnTo>
                    <a:pt x="3421296" y="14160"/>
                  </a:lnTo>
                  <a:lnTo>
                    <a:pt x="3479700" y="14160"/>
                  </a:lnTo>
                  <a:lnTo>
                    <a:pt x="3479700" y="0"/>
                  </a:lnTo>
                  <a:close/>
                </a:path>
                <a:path w="4001134" h="2249170">
                  <a:moveTo>
                    <a:pt x="3376520" y="0"/>
                  </a:moveTo>
                  <a:lnTo>
                    <a:pt x="3317726" y="0"/>
                  </a:lnTo>
                  <a:lnTo>
                    <a:pt x="3317726" y="14160"/>
                  </a:lnTo>
                  <a:lnTo>
                    <a:pt x="3376520" y="14160"/>
                  </a:lnTo>
                  <a:lnTo>
                    <a:pt x="3376520" y="0"/>
                  </a:lnTo>
                  <a:close/>
                </a:path>
                <a:path w="4001134" h="2249170">
                  <a:moveTo>
                    <a:pt x="3273339" y="0"/>
                  </a:moveTo>
                  <a:lnTo>
                    <a:pt x="3214546" y="0"/>
                  </a:lnTo>
                  <a:lnTo>
                    <a:pt x="3214546" y="14160"/>
                  </a:lnTo>
                  <a:lnTo>
                    <a:pt x="3273339" y="14160"/>
                  </a:lnTo>
                  <a:lnTo>
                    <a:pt x="3273339" y="0"/>
                  </a:lnTo>
                  <a:close/>
                </a:path>
                <a:path w="4001134" h="2249170">
                  <a:moveTo>
                    <a:pt x="3172106" y="0"/>
                  </a:moveTo>
                  <a:lnTo>
                    <a:pt x="3113702" y="0"/>
                  </a:lnTo>
                  <a:lnTo>
                    <a:pt x="3113702" y="14160"/>
                  </a:lnTo>
                  <a:lnTo>
                    <a:pt x="3172106" y="14160"/>
                  </a:lnTo>
                  <a:lnTo>
                    <a:pt x="3172106" y="0"/>
                  </a:lnTo>
                  <a:close/>
                </a:path>
                <a:path w="4001134" h="2249170">
                  <a:moveTo>
                    <a:pt x="3068926" y="0"/>
                  </a:moveTo>
                  <a:lnTo>
                    <a:pt x="3010133" y="0"/>
                  </a:lnTo>
                  <a:lnTo>
                    <a:pt x="3010133" y="14160"/>
                  </a:lnTo>
                  <a:lnTo>
                    <a:pt x="3068926" y="14160"/>
                  </a:lnTo>
                  <a:lnTo>
                    <a:pt x="3068926" y="0"/>
                  </a:lnTo>
                  <a:close/>
                </a:path>
                <a:path w="4001134" h="2249170">
                  <a:moveTo>
                    <a:pt x="2965941" y="0"/>
                  </a:moveTo>
                  <a:lnTo>
                    <a:pt x="2906953" y="0"/>
                  </a:lnTo>
                  <a:lnTo>
                    <a:pt x="2906953" y="14160"/>
                  </a:lnTo>
                  <a:lnTo>
                    <a:pt x="2965941" y="14160"/>
                  </a:lnTo>
                  <a:lnTo>
                    <a:pt x="2965941" y="0"/>
                  </a:lnTo>
                  <a:close/>
                </a:path>
                <a:path w="4001134" h="2249170">
                  <a:moveTo>
                    <a:pt x="2862177" y="0"/>
                  </a:moveTo>
                  <a:lnTo>
                    <a:pt x="2803773" y="0"/>
                  </a:lnTo>
                  <a:lnTo>
                    <a:pt x="2803773" y="14160"/>
                  </a:lnTo>
                  <a:lnTo>
                    <a:pt x="2862177" y="14160"/>
                  </a:lnTo>
                  <a:lnTo>
                    <a:pt x="2862177" y="0"/>
                  </a:lnTo>
                  <a:close/>
                </a:path>
                <a:path w="4001134" h="2249170">
                  <a:moveTo>
                    <a:pt x="2761527" y="0"/>
                  </a:moveTo>
                  <a:lnTo>
                    <a:pt x="2702539" y="0"/>
                  </a:lnTo>
                  <a:lnTo>
                    <a:pt x="2702539" y="14160"/>
                  </a:lnTo>
                  <a:lnTo>
                    <a:pt x="2761527" y="14160"/>
                  </a:lnTo>
                  <a:lnTo>
                    <a:pt x="2761527" y="0"/>
                  </a:lnTo>
                  <a:close/>
                </a:path>
                <a:path w="4001134" h="2249170">
                  <a:moveTo>
                    <a:pt x="2658347" y="0"/>
                  </a:moveTo>
                  <a:lnTo>
                    <a:pt x="2599359" y="0"/>
                  </a:lnTo>
                  <a:lnTo>
                    <a:pt x="2599359" y="14160"/>
                  </a:lnTo>
                  <a:lnTo>
                    <a:pt x="2658347" y="14160"/>
                  </a:lnTo>
                  <a:lnTo>
                    <a:pt x="2658347" y="0"/>
                  </a:lnTo>
                  <a:close/>
                </a:path>
                <a:path w="4001134" h="2249170">
                  <a:moveTo>
                    <a:pt x="2554583" y="0"/>
                  </a:moveTo>
                  <a:lnTo>
                    <a:pt x="2496179" y="0"/>
                  </a:lnTo>
                  <a:lnTo>
                    <a:pt x="2496179" y="14160"/>
                  </a:lnTo>
                  <a:lnTo>
                    <a:pt x="2554583" y="14160"/>
                  </a:lnTo>
                  <a:lnTo>
                    <a:pt x="2554583" y="0"/>
                  </a:lnTo>
                  <a:close/>
                </a:path>
                <a:path w="4001134" h="2249170">
                  <a:moveTo>
                    <a:pt x="2451598" y="0"/>
                  </a:moveTo>
                  <a:lnTo>
                    <a:pt x="2392610" y="0"/>
                  </a:lnTo>
                  <a:lnTo>
                    <a:pt x="2392610" y="14160"/>
                  </a:lnTo>
                  <a:lnTo>
                    <a:pt x="2451598" y="14160"/>
                  </a:lnTo>
                  <a:lnTo>
                    <a:pt x="2451598" y="0"/>
                  </a:lnTo>
                  <a:close/>
                </a:path>
                <a:path w="4001134" h="2249170">
                  <a:moveTo>
                    <a:pt x="2350754" y="0"/>
                  </a:moveTo>
                  <a:lnTo>
                    <a:pt x="2291766" y="0"/>
                  </a:lnTo>
                  <a:lnTo>
                    <a:pt x="2291766" y="14160"/>
                  </a:lnTo>
                  <a:lnTo>
                    <a:pt x="2350754" y="14160"/>
                  </a:lnTo>
                  <a:lnTo>
                    <a:pt x="2350754" y="0"/>
                  </a:lnTo>
                  <a:close/>
                </a:path>
                <a:path w="4001134" h="2249170">
                  <a:moveTo>
                    <a:pt x="2247184" y="0"/>
                  </a:moveTo>
                  <a:lnTo>
                    <a:pt x="2188780" y="0"/>
                  </a:lnTo>
                  <a:lnTo>
                    <a:pt x="2188780" y="14160"/>
                  </a:lnTo>
                  <a:lnTo>
                    <a:pt x="2247184" y="14160"/>
                  </a:lnTo>
                  <a:lnTo>
                    <a:pt x="2247184" y="0"/>
                  </a:lnTo>
                  <a:close/>
                </a:path>
                <a:path w="4001134" h="2249170">
                  <a:moveTo>
                    <a:pt x="2144004" y="0"/>
                  </a:moveTo>
                  <a:lnTo>
                    <a:pt x="2085016" y="0"/>
                  </a:lnTo>
                  <a:lnTo>
                    <a:pt x="2085016" y="14160"/>
                  </a:lnTo>
                  <a:lnTo>
                    <a:pt x="2144004" y="14160"/>
                  </a:lnTo>
                  <a:lnTo>
                    <a:pt x="2144004" y="0"/>
                  </a:lnTo>
                  <a:close/>
                </a:path>
                <a:path w="4001134" h="2249170">
                  <a:moveTo>
                    <a:pt x="2040435" y="0"/>
                  </a:moveTo>
                  <a:lnTo>
                    <a:pt x="1982031" y="0"/>
                  </a:lnTo>
                  <a:lnTo>
                    <a:pt x="1982031" y="14160"/>
                  </a:lnTo>
                  <a:lnTo>
                    <a:pt x="2040435" y="14160"/>
                  </a:lnTo>
                  <a:lnTo>
                    <a:pt x="2040435" y="0"/>
                  </a:lnTo>
                  <a:close/>
                </a:path>
                <a:path w="4001134" h="2249170">
                  <a:moveTo>
                    <a:pt x="1939591" y="0"/>
                  </a:moveTo>
                  <a:lnTo>
                    <a:pt x="1880603" y="0"/>
                  </a:lnTo>
                  <a:lnTo>
                    <a:pt x="1880603" y="14160"/>
                  </a:lnTo>
                  <a:lnTo>
                    <a:pt x="1939591" y="14160"/>
                  </a:lnTo>
                  <a:lnTo>
                    <a:pt x="1939591" y="0"/>
                  </a:lnTo>
                  <a:close/>
                </a:path>
                <a:path w="4001134" h="2249170">
                  <a:moveTo>
                    <a:pt x="1836411" y="0"/>
                  </a:moveTo>
                  <a:lnTo>
                    <a:pt x="1777617" y="0"/>
                  </a:lnTo>
                  <a:lnTo>
                    <a:pt x="1777617" y="14160"/>
                  </a:lnTo>
                  <a:lnTo>
                    <a:pt x="1836411" y="14160"/>
                  </a:lnTo>
                  <a:lnTo>
                    <a:pt x="1836411" y="0"/>
                  </a:lnTo>
                  <a:close/>
                </a:path>
                <a:path w="4001134" h="2249170">
                  <a:moveTo>
                    <a:pt x="1732841" y="0"/>
                  </a:moveTo>
                  <a:lnTo>
                    <a:pt x="1674437" y="0"/>
                  </a:lnTo>
                  <a:lnTo>
                    <a:pt x="1674437" y="14160"/>
                  </a:lnTo>
                  <a:lnTo>
                    <a:pt x="1732841" y="14160"/>
                  </a:lnTo>
                  <a:lnTo>
                    <a:pt x="1732841" y="0"/>
                  </a:lnTo>
                  <a:close/>
                </a:path>
                <a:path w="4001134" h="2249170">
                  <a:moveTo>
                    <a:pt x="1629661" y="0"/>
                  </a:moveTo>
                  <a:lnTo>
                    <a:pt x="1570673" y="0"/>
                  </a:lnTo>
                  <a:lnTo>
                    <a:pt x="1570673" y="14160"/>
                  </a:lnTo>
                  <a:lnTo>
                    <a:pt x="1629661" y="14160"/>
                  </a:lnTo>
                  <a:lnTo>
                    <a:pt x="1629661" y="0"/>
                  </a:lnTo>
                  <a:close/>
                </a:path>
                <a:path w="4001134" h="2249170">
                  <a:moveTo>
                    <a:pt x="1528817" y="0"/>
                  </a:moveTo>
                  <a:lnTo>
                    <a:pt x="1470024" y="0"/>
                  </a:lnTo>
                  <a:lnTo>
                    <a:pt x="1470024" y="14160"/>
                  </a:lnTo>
                  <a:lnTo>
                    <a:pt x="1528817" y="14160"/>
                  </a:lnTo>
                  <a:lnTo>
                    <a:pt x="1528817" y="0"/>
                  </a:lnTo>
                  <a:close/>
                </a:path>
                <a:path w="4001134" h="2249170">
                  <a:moveTo>
                    <a:pt x="1425248" y="0"/>
                  </a:moveTo>
                  <a:lnTo>
                    <a:pt x="1366844" y="0"/>
                  </a:lnTo>
                  <a:lnTo>
                    <a:pt x="1366844" y="14160"/>
                  </a:lnTo>
                  <a:lnTo>
                    <a:pt x="1425248" y="14160"/>
                  </a:lnTo>
                  <a:lnTo>
                    <a:pt x="1425248" y="0"/>
                  </a:lnTo>
                  <a:close/>
                </a:path>
                <a:path w="4001134" h="2249170">
                  <a:moveTo>
                    <a:pt x="1322068" y="0"/>
                  </a:moveTo>
                  <a:lnTo>
                    <a:pt x="1263274" y="0"/>
                  </a:lnTo>
                  <a:lnTo>
                    <a:pt x="1263274" y="14160"/>
                  </a:lnTo>
                  <a:lnTo>
                    <a:pt x="1322068" y="14160"/>
                  </a:lnTo>
                  <a:lnTo>
                    <a:pt x="1322068" y="0"/>
                  </a:lnTo>
                  <a:close/>
                </a:path>
                <a:path w="4001134" h="2249170">
                  <a:moveTo>
                    <a:pt x="1218887" y="0"/>
                  </a:moveTo>
                  <a:lnTo>
                    <a:pt x="1160094" y="0"/>
                  </a:lnTo>
                  <a:lnTo>
                    <a:pt x="1160094" y="14160"/>
                  </a:lnTo>
                  <a:lnTo>
                    <a:pt x="1218887" y="14160"/>
                  </a:lnTo>
                  <a:lnTo>
                    <a:pt x="1218887" y="0"/>
                  </a:lnTo>
                  <a:close/>
                </a:path>
                <a:path w="4001134" h="2249170">
                  <a:moveTo>
                    <a:pt x="1117654" y="0"/>
                  </a:moveTo>
                  <a:lnTo>
                    <a:pt x="1059250" y="0"/>
                  </a:lnTo>
                  <a:lnTo>
                    <a:pt x="1059250" y="14160"/>
                  </a:lnTo>
                  <a:lnTo>
                    <a:pt x="1117654" y="14160"/>
                  </a:lnTo>
                  <a:lnTo>
                    <a:pt x="1117654" y="0"/>
                  </a:lnTo>
                  <a:close/>
                </a:path>
                <a:path w="4001134" h="2249170">
                  <a:moveTo>
                    <a:pt x="1014474" y="0"/>
                  </a:moveTo>
                  <a:lnTo>
                    <a:pt x="955681" y="0"/>
                  </a:lnTo>
                  <a:lnTo>
                    <a:pt x="955681" y="14160"/>
                  </a:lnTo>
                  <a:lnTo>
                    <a:pt x="1014474" y="14160"/>
                  </a:lnTo>
                  <a:lnTo>
                    <a:pt x="1014474" y="0"/>
                  </a:lnTo>
                  <a:close/>
                </a:path>
                <a:path w="4001134" h="2249170">
                  <a:moveTo>
                    <a:pt x="911294" y="0"/>
                  </a:moveTo>
                  <a:lnTo>
                    <a:pt x="852501" y="0"/>
                  </a:lnTo>
                  <a:lnTo>
                    <a:pt x="852501" y="14160"/>
                  </a:lnTo>
                  <a:lnTo>
                    <a:pt x="911294" y="14160"/>
                  </a:lnTo>
                  <a:lnTo>
                    <a:pt x="911294" y="0"/>
                  </a:lnTo>
                  <a:close/>
                </a:path>
                <a:path w="4001134" h="2249170">
                  <a:moveTo>
                    <a:pt x="807724" y="0"/>
                  </a:moveTo>
                  <a:lnTo>
                    <a:pt x="749321" y="0"/>
                  </a:lnTo>
                  <a:lnTo>
                    <a:pt x="749321" y="14160"/>
                  </a:lnTo>
                  <a:lnTo>
                    <a:pt x="807724" y="14160"/>
                  </a:lnTo>
                  <a:lnTo>
                    <a:pt x="807724" y="0"/>
                  </a:lnTo>
                  <a:close/>
                </a:path>
                <a:path w="4001134" h="2249170">
                  <a:moveTo>
                    <a:pt x="706881" y="0"/>
                  </a:moveTo>
                  <a:lnTo>
                    <a:pt x="648087" y="0"/>
                  </a:lnTo>
                  <a:lnTo>
                    <a:pt x="648087" y="14160"/>
                  </a:lnTo>
                  <a:lnTo>
                    <a:pt x="706881" y="14160"/>
                  </a:lnTo>
                  <a:lnTo>
                    <a:pt x="706881" y="0"/>
                  </a:lnTo>
                  <a:close/>
                </a:path>
                <a:path w="4001134" h="2249170">
                  <a:moveTo>
                    <a:pt x="603895" y="0"/>
                  </a:moveTo>
                  <a:lnTo>
                    <a:pt x="544907" y="0"/>
                  </a:lnTo>
                  <a:lnTo>
                    <a:pt x="544907" y="14160"/>
                  </a:lnTo>
                  <a:lnTo>
                    <a:pt x="603895" y="14160"/>
                  </a:lnTo>
                  <a:lnTo>
                    <a:pt x="603895" y="0"/>
                  </a:lnTo>
                  <a:close/>
                </a:path>
                <a:path w="4001134" h="2249170">
                  <a:moveTo>
                    <a:pt x="500131" y="0"/>
                  </a:moveTo>
                  <a:lnTo>
                    <a:pt x="441727" y="0"/>
                  </a:lnTo>
                  <a:lnTo>
                    <a:pt x="441727" y="14160"/>
                  </a:lnTo>
                  <a:lnTo>
                    <a:pt x="500131" y="14160"/>
                  </a:lnTo>
                  <a:lnTo>
                    <a:pt x="500131" y="0"/>
                  </a:lnTo>
                  <a:close/>
                </a:path>
                <a:path w="4001134" h="2249170">
                  <a:moveTo>
                    <a:pt x="396951" y="0"/>
                  </a:moveTo>
                  <a:lnTo>
                    <a:pt x="338158" y="0"/>
                  </a:lnTo>
                  <a:lnTo>
                    <a:pt x="338158" y="14160"/>
                  </a:lnTo>
                  <a:lnTo>
                    <a:pt x="396951" y="14160"/>
                  </a:lnTo>
                  <a:lnTo>
                    <a:pt x="396951" y="0"/>
                  </a:lnTo>
                  <a:close/>
                </a:path>
                <a:path w="4001134" h="2249170">
                  <a:moveTo>
                    <a:pt x="296302" y="0"/>
                  </a:moveTo>
                  <a:lnTo>
                    <a:pt x="237314" y="0"/>
                  </a:lnTo>
                  <a:lnTo>
                    <a:pt x="237314" y="14160"/>
                  </a:lnTo>
                  <a:lnTo>
                    <a:pt x="296302" y="14160"/>
                  </a:lnTo>
                  <a:lnTo>
                    <a:pt x="296302" y="0"/>
                  </a:lnTo>
                  <a:close/>
                </a:path>
                <a:path w="4001134" h="2249170">
                  <a:moveTo>
                    <a:pt x="192537" y="0"/>
                  </a:moveTo>
                  <a:lnTo>
                    <a:pt x="134134" y="0"/>
                  </a:lnTo>
                  <a:lnTo>
                    <a:pt x="134134" y="14160"/>
                  </a:lnTo>
                  <a:lnTo>
                    <a:pt x="192537" y="14160"/>
                  </a:lnTo>
                  <a:lnTo>
                    <a:pt x="192537" y="0"/>
                  </a:lnTo>
                  <a:close/>
                </a:path>
                <a:path w="4001134" h="2249170">
                  <a:moveTo>
                    <a:pt x="89552" y="0"/>
                  </a:moveTo>
                  <a:lnTo>
                    <a:pt x="30564" y="0"/>
                  </a:lnTo>
                  <a:lnTo>
                    <a:pt x="30564" y="14160"/>
                  </a:lnTo>
                  <a:lnTo>
                    <a:pt x="89552" y="14160"/>
                  </a:lnTo>
                  <a:lnTo>
                    <a:pt x="89552" y="0"/>
                  </a:lnTo>
                  <a:close/>
                </a:path>
                <a:path w="4001134" h="2249170">
                  <a:moveTo>
                    <a:pt x="14016" y="28320"/>
                  </a:moveTo>
                  <a:lnTo>
                    <a:pt x="0" y="28320"/>
                  </a:lnTo>
                  <a:lnTo>
                    <a:pt x="0" y="86513"/>
                  </a:lnTo>
                  <a:lnTo>
                    <a:pt x="14016" y="86513"/>
                  </a:lnTo>
                  <a:lnTo>
                    <a:pt x="14016" y="28320"/>
                  </a:lnTo>
                  <a:close/>
                </a:path>
                <a:path w="4001134" h="2249170">
                  <a:moveTo>
                    <a:pt x="14016" y="128800"/>
                  </a:moveTo>
                  <a:lnTo>
                    <a:pt x="0" y="128800"/>
                  </a:lnTo>
                  <a:lnTo>
                    <a:pt x="0" y="186992"/>
                  </a:lnTo>
                  <a:lnTo>
                    <a:pt x="14016" y="186992"/>
                  </a:lnTo>
                  <a:lnTo>
                    <a:pt x="14016" y="128800"/>
                  </a:lnTo>
                  <a:close/>
                </a:path>
                <a:path w="4001134" h="2249170">
                  <a:moveTo>
                    <a:pt x="14016" y="231607"/>
                  </a:moveTo>
                  <a:lnTo>
                    <a:pt x="0" y="231607"/>
                  </a:lnTo>
                  <a:lnTo>
                    <a:pt x="0" y="289994"/>
                  </a:lnTo>
                  <a:lnTo>
                    <a:pt x="14016" y="289994"/>
                  </a:lnTo>
                  <a:lnTo>
                    <a:pt x="14016" y="231607"/>
                  </a:lnTo>
                  <a:close/>
                </a:path>
                <a:path w="4001134" h="2249170">
                  <a:moveTo>
                    <a:pt x="14016" y="334608"/>
                  </a:moveTo>
                  <a:lnTo>
                    <a:pt x="0" y="334608"/>
                  </a:lnTo>
                  <a:lnTo>
                    <a:pt x="0" y="392801"/>
                  </a:lnTo>
                  <a:lnTo>
                    <a:pt x="14016" y="392801"/>
                  </a:lnTo>
                  <a:lnTo>
                    <a:pt x="14016" y="334608"/>
                  </a:lnTo>
                  <a:close/>
                </a:path>
                <a:path w="4001134" h="2249170">
                  <a:moveTo>
                    <a:pt x="14016" y="437416"/>
                  </a:moveTo>
                  <a:lnTo>
                    <a:pt x="0" y="437416"/>
                  </a:lnTo>
                  <a:lnTo>
                    <a:pt x="0" y="495609"/>
                  </a:lnTo>
                  <a:lnTo>
                    <a:pt x="14016" y="495609"/>
                  </a:lnTo>
                  <a:lnTo>
                    <a:pt x="14016" y="437416"/>
                  </a:lnTo>
                  <a:close/>
                </a:path>
                <a:path w="4001134" h="2249170">
                  <a:moveTo>
                    <a:pt x="14016" y="537895"/>
                  </a:moveTo>
                  <a:lnTo>
                    <a:pt x="0" y="537895"/>
                  </a:lnTo>
                  <a:lnTo>
                    <a:pt x="0" y="596088"/>
                  </a:lnTo>
                  <a:lnTo>
                    <a:pt x="14016" y="596088"/>
                  </a:lnTo>
                  <a:lnTo>
                    <a:pt x="14016" y="537895"/>
                  </a:lnTo>
                  <a:close/>
                </a:path>
                <a:path w="4001134" h="2249170">
                  <a:moveTo>
                    <a:pt x="14016" y="640703"/>
                  </a:moveTo>
                  <a:lnTo>
                    <a:pt x="0" y="640703"/>
                  </a:lnTo>
                  <a:lnTo>
                    <a:pt x="0" y="699090"/>
                  </a:lnTo>
                  <a:lnTo>
                    <a:pt x="14016" y="699090"/>
                  </a:lnTo>
                  <a:lnTo>
                    <a:pt x="14016" y="640703"/>
                  </a:lnTo>
                  <a:close/>
                </a:path>
                <a:path w="4001134" h="2249170">
                  <a:moveTo>
                    <a:pt x="14016" y="743646"/>
                  </a:moveTo>
                  <a:lnTo>
                    <a:pt x="0" y="743646"/>
                  </a:lnTo>
                  <a:lnTo>
                    <a:pt x="0" y="801877"/>
                  </a:lnTo>
                  <a:lnTo>
                    <a:pt x="14016" y="801877"/>
                  </a:lnTo>
                  <a:lnTo>
                    <a:pt x="14016" y="743646"/>
                  </a:lnTo>
                  <a:close/>
                </a:path>
                <a:path w="4001134" h="2249170">
                  <a:moveTo>
                    <a:pt x="14016" y="846511"/>
                  </a:moveTo>
                  <a:lnTo>
                    <a:pt x="0" y="846511"/>
                  </a:lnTo>
                  <a:lnTo>
                    <a:pt x="0" y="904743"/>
                  </a:lnTo>
                  <a:lnTo>
                    <a:pt x="14016" y="904743"/>
                  </a:lnTo>
                  <a:lnTo>
                    <a:pt x="14016" y="846511"/>
                  </a:lnTo>
                  <a:close/>
                </a:path>
                <a:path w="4001134" h="2249170">
                  <a:moveTo>
                    <a:pt x="14016" y="947030"/>
                  </a:moveTo>
                  <a:lnTo>
                    <a:pt x="0" y="947030"/>
                  </a:lnTo>
                  <a:lnTo>
                    <a:pt x="0" y="1005261"/>
                  </a:lnTo>
                  <a:lnTo>
                    <a:pt x="14016" y="1005261"/>
                  </a:lnTo>
                  <a:lnTo>
                    <a:pt x="14016" y="947030"/>
                  </a:lnTo>
                  <a:close/>
                </a:path>
                <a:path w="4001134" h="2249170">
                  <a:moveTo>
                    <a:pt x="14016" y="1049895"/>
                  </a:moveTo>
                  <a:lnTo>
                    <a:pt x="0" y="1049895"/>
                  </a:lnTo>
                  <a:lnTo>
                    <a:pt x="0" y="1108127"/>
                  </a:lnTo>
                  <a:lnTo>
                    <a:pt x="14016" y="1108127"/>
                  </a:lnTo>
                  <a:lnTo>
                    <a:pt x="14016" y="1049895"/>
                  </a:lnTo>
                  <a:close/>
                </a:path>
                <a:path w="4001134" h="2249170">
                  <a:moveTo>
                    <a:pt x="14016" y="1152761"/>
                  </a:moveTo>
                  <a:lnTo>
                    <a:pt x="0" y="1152761"/>
                  </a:lnTo>
                  <a:lnTo>
                    <a:pt x="0" y="1210993"/>
                  </a:lnTo>
                  <a:lnTo>
                    <a:pt x="14016" y="1210993"/>
                  </a:lnTo>
                  <a:lnTo>
                    <a:pt x="14016" y="1152761"/>
                  </a:lnTo>
                  <a:close/>
                </a:path>
                <a:path w="4001134" h="2249170">
                  <a:moveTo>
                    <a:pt x="14016" y="1255626"/>
                  </a:moveTo>
                  <a:lnTo>
                    <a:pt x="0" y="1255626"/>
                  </a:lnTo>
                  <a:lnTo>
                    <a:pt x="0" y="1313858"/>
                  </a:lnTo>
                  <a:lnTo>
                    <a:pt x="14016" y="1313858"/>
                  </a:lnTo>
                  <a:lnTo>
                    <a:pt x="14016" y="1255626"/>
                  </a:lnTo>
                  <a:close/>
                </a:path>
                <a:path w="4001134" h="2249170">
                  <a:moveTo>
                    <a:pt x="14016" y="1356145"/>
                  </a:moveTo>
                  <a:lnTo>
                    <a:pt x="0" y="1356145"/>
                  </a:lnTo>
                  <a:lnTo>
                    <a:pt x="0" y="1414377"/>
                  </a:lnTo>
                  <a:lnTo>
                    <a:pt x="14016" y="1414377"/>
                  </a:lnTo>
                  <a:lnTo>
                    <a:pt x="14016" y="1356145"/>
                  </a:lnTo>
                  <a:close/>
                </a:path>
                <a:path w="4001134" h="2249170">
                  <a:moveTo>
                    <a:pt x="14016" y="1459010"/>
                  </a:moveTo>
                  <a:lnTo>
                    <a:pt x="0" y="1459010"/>
                  </a:lnTo>
                  <a:lnTo>
                    <a:pt x="0" y="1517242"/>
                  </a:lnTo>
                  <a:lnTo>
                    <a:pt x="14016" y="1517242"/>
                  </a:lnTo>
                  <a:lnTo>
                    <a:pt x="14016" y="1459010"/>
                  </a:lnTo>
                  <a:close/>
                </a:path>
                <a:path w="4001134" h="2249170">
                  <a:moveTo>
                    <a:pt x="14016" y="1561876"/>
                  </a:moveTo>
                  <a:lnTo>
                    <a:pt x="0" y="1561876"/>
                  </a:lnTo>
                  <a:lnTo>
                    <a:pt x="0" y="1620108"/>
                  </a:lnTo>
                  <a:lnTo>
                    <a:pt x="14016" y="1620108"/>
                  </a:lnTo>
                  <a:lnTo>
                    <a:pt x="14016" y="1561876"/>
                  </a:lnTo>
                  <a:close/>
                </a:path>
                <a:path w="4001134" h="2249170">
                  <a:moveTo>
                    <a:pt x="14016" y="1664742"/>
                  </a:moveTo>
                  <a:lnTo>
                    <a:pt x="0" y="1664742"/>
                  </a:lnTo>
                  <a:lnTo>
                    <a:pt x="0" y="1722973"/>
                  </a:lnTo>
                  <a:lnTo>
                    <a:pt x="14016" y="1722973"/>
                  </a:lnTo>
                  <a:lnTo>
                    <a:pt x="14016" y="1664742"/>
                  </a:lnTo>
                  <a:close/>
                </a:path>
                <a:path w="4001134" h="2249170">
                  <a:moveTo>
                    <a:pt x="14016" y="1765260"/>
                  </a:moveTo>
                  <a:lnTo>
                    <a:pt x="0" y="1765260"/>
                  </a:lnTo>
                  <a:lnTo>
                    <a:pt x="0" y="1823492"/>
                  </a:lnTo>
                  <a:lnTo>
                    <a:pt x="14016" y="1823492"/>
                  </a:lnTo>
                  <a:lnTo>
                    <a:pt x="14016" y="1765260"/>
                  </a:lnTo>
                  <a:close/>
                </a:path>
                <a:path w="4001134" h="2249170">
                  <a:moveTo>
                    <a:pt x="14016" y="1868126"/>
                  </a:moveTo>
                  <a:lnTo>
                    <a:pt x="0" y="1868126"/>
                  </a:lnTo>
                  <a:lnTo>
                    <a:pt x="0" y="1926357"/>
                  </a:lnTo>
                  <a:lnTo>
                    <a:pt x="14016" y="1926357"/>
                  </a:lnTo>
                  <a:lnTo>
                    <a:pt x="14016" y="1868126"/>
                  </a:lnTo>
                  <a:close/>
                </a:path>
                <a:path w="4001134" h="2249170">
                  <a:moveTo>
                    <a:pt x="14016" y="1970991"/>
                  </a:moveTo>
                  <a:lnTo>
                    <a:pt x="0" y="1970991"/>
                  </a:lnTo>
                  <a:lnTo>
                    <a:pt x="0" y="2029223"/>
                  </a:lnTo>
                  <a:lnTo>
                    <a:pt x="14016" y="2029223"/>
                  </a:lnTo>
                  <a:lnTo>
                    <a:pt x="14016" y="1970991"/>
                  </a:lnTo>
                  <a:close/>
                </a:path>
                <a:path w="4001134" h="2249170">
                  <a:moveTo>
                    <a:pt x="14016" y="2073857"/>
                  </a:moveTo>
                  <a:lnTo>
                    <a:pt x="0" y="2073857"/>
                  </a:lnTo>
                  <a:lnTo>
                    <a:pt x="0" y="2132088"/>
                  </a:lnTo>
                  <a:lnTo>
                    <a:pt x="14016" y="2132088"/>
                  </a:lnTo>
                  <a:lnTo>
                    <a:pt x="14016" y="2073857"/>
                  </a:lnTo>
                  <a:close/>
                </a:path>
                <a:path w="4001134" h="2249170">
                  <a:moveTo>
                    <a:pt x="14016" y="2174375"/>
                  </a:moveTo>
                  <a:lnTo>
                    <a:pt x="0" y="2174375"/>
                  </a:lnTo>
                  <a:lnTo>
                    <a:pt x="0" y="2232607"/>
                  </a:lnTo>
                  <a:lnTo>
                    <a:pt x="14016" y="2232607"/>
                  </a:lnTo>
                  <a:lnTo>
                    <a:pt x="14016" y="2174375"/>
                  </a:lnTo>
                  <a:close/>
                </a:path>
                <a:path w="4001134" h="2249170">
                  <a:moveTo>
                    <a:pt x="103569" y="2232607"/>
                  </a:moveTo>
                  <a:lnTo>
                    <a:pt x="44776" y="2232607"/>
                  </a:lnTo>
                  <a:lnTo>
                    <a:pt x="44776" y="2249056"/>
                  </a:lnTo>
                  <a:lnTo>
                    <a:pt x="103569" y="2249056"/>
                  </a:lnTo>
                  <a:lnTo>
                    <a:pt x="103569" y="2232607"/>
                  </a:lnTo>
                  <a:close/>
                </a:path>
                <a:path w="4001134" h="2249170">
                  <a:moveTo>
                    <a:pt x="204413" y="2232607"/>
                  </a:moveTo>
                  <a:lnTo>
                    <a:pt x="146009" y="2232607"/>
                  </a:lnTo>
                  <a:lnTo>
                    <a:pt x="146009" y="2249056"/>
                  </a:lnTo>
                  <a:lnTo>
                    <a:pt x="204413" y="2249056"/>
                  </a:lnTo>
                  <a:lnTo>
                    <a:pt x="204413" y="2232607"/>
                  </a:lnTo>
                  <a:close/>
                </a:path>
                <a:path w="4001134" h="2249170">
                  <a:moveTo>
                    <a:pt x="307593" y="2232607"/>
                  </a:moveTo>
                  <a:lnTo>
                    <a:pt x="249189" y="2232607"/>
                  </a:lnTo>
                  <a:lnTo>
                    <a:pt x="249189" y="2249056"/>
                  </a:lnTo>
                  <a:lnTo>
                    <a:pt x="307593" y="2249056"/>
                  </a:lnTo>
                  <a:lnTo>
                    <a:pt x="307593" y="2232607"/>
                  </a:lnTo>
                  <a:close/>
                </a:path>
                <a:path w="4001134" h="2249170">
                  <a:moveTo>
                    <a:pt x="411162" y="2232607"/>
                  </a:moveTo>
                  <a:lnTo>
                    <a:pt x="352369" y="2232607"/>
                  </a:lnTo>
                  <a:lnTo>
                    <a:pt x="352369" y="2249056"/>
                  </a:lnTo>
                  <a:lnTo>
                    <a:pt x="411162" y="2249056"/>
                  </a:lnTo>
                  <a:lnTo>
                    <a:pt x="411162" y="2232607"/>
                  </a:lnTo>
                  <a:close/>
                </a:path>
                <a:path w="4001134" h="2249170">
                  <a:moveTo>
                    <a:pt x="514343" y="2232607"/>
                  </a:moveTo>
                  <a:lnTo>
                    <a:pt x="455939" y="2232607"/>
                  </a:lnTo>
                  <a:lnTo>
                    <a:pt x="455939" y="2249056"/>
                  </a:lnTo>
                  <a:lnTo>
                    <a:pt x="514343" y="2249056"/>
                  </a:lnTo>
                  <a:lnTo>
                    <a:pt x="514343" y="2232607"/>
                  </a:lnTo>
                  <a:close/>
                </a:path>
                <a:path w="4001134" h="2249170">
                  <a:moveTo>
                    <a:pt x="615576" y="2232607"/>
                  </a:moveTo>
                  <a:lnTo>
                    <a:pt x="556783" y="2232607"/>
                  </a:lnTo>
                  <a:lnTo>
                    <a:pt x="556783" y="2249056"/>
                  </a:lnTo>
                  <a:lnTo>
                    <a:pt x="615576" y="2249056"/>
                  </a:lnTo>
                  <a:lnTo>
                    <a:pt x="615576" y="2232607"/>
                  </a:lnTo>
                  <a:close/>
                </a:path>
                <a:path w="4001134" h="2249170">
                  <a:moveTo>
                    <a:pt x="718756" y="2232607"/>
                  </a:moveTo>
                  <a:lnTo>
                    <a:pt x="659768" y="2232607"/>
                  </a:lnTo>
                  <a:lnTo>
                    <a:pt x="659768" y="2249056"/>
                  </a:lnTo>
                  <a:lnTo>
                    <a:pt x="718756" y="2249056"/>
                  </a:lnTo>
                  <a:lnTo>
                    <a:pt x="718756" y="2232607"/>
                  </a:lnTo>
                  <a:close/>
                </a:path>
                <a:path w="4001134" h="2249170">
                  <a:moveTo>
                    <a:pt x="821936" y="2232607"/>
                  </a:moveTo>
                  <a:lnTo>
                    <a:pt x="763532" y="2232607"/>
                  </a:lnTo>
                  <a:lnTo>
                    <a:pt x="763532" y="2249056"/>
                  </a:lnTo>
                  <a:lnTo>
                    <a:pt x="821936" y="2249056"/>
                  </a:lnTo>
                  <a:lnTo>
                    <a:pt x="821936" y="2232607"/>
                  </a:lnTo>
                  <a:close/>
                </a:path>
                <a:path w="4001134" h="2249170">
                  <a:moveTo>
                    <a:pt x="925506" y="2232607"/>
                  </a:moveTo>
                  <a:lnTo>
                    <a:pt x="866712" y="2232607"/>
                  </a:lnTo>
                  <a:lnTo>
                    <a:pt x="866712" y="2249056"/>
                  </a:lnTo>
                  <a:lnTo>
                    <a:pt x="925506" y="2249056"/>
                  </a:lnTo>
                  <a:lnTo>
                    <a:pt x="925506" y="2232607"/>
                  </a:lnTo>
                  <a:close/>
                </a:path>
                <a:path w="4001134" h="2249170">
                  <a:moveTo>
                    <a:pt x="1026349" y="2232607"/>
                  </a:moveTo>
                  <a:lnTo>
                    <a:pt x="967362" y="2232607"/>
                  </a:lnTo>
                  <a:lnTo>
                    <a:pt x="967362" y="2249056"/>
                  </a:lnTo>
                  <a:lnTo>
                    <a:pt x="1026349" y="2249056"/>
                  </a:lnTo>
                  <a:lnTo>
                    <a:pt x="1026349" y="2232607"/>
                  </a:lnTo>
                  <a:close/>
                </a:path>
                <a:path w="4001134" h="2249170">
                  <a:moveTo>
                    <a:pt x="1129530" y="2232607"/>
                  </a:moveTo>
                  <a:lnTo>
                    <a:pt x="1071126" y="2232607"/>
                  </a:lnTo>
                  <a:lnTo>
                    <a:pt x="1071126" y="2249056"/>
                  </a:lnTo>
                  <a:lnTo>
                    <a:pt x="1129530" y="2249056"/>
                  </a:lnTo>
                  <a:lnTo>
                    <a:pt x="1129530" y="2232607"/>
                  </a:lnTo>
                  <a:close/>
                </a:path>
                <a:path w="4001134" h="2249170">
                  <a:moveTo>
                    <a:pt x="1233099" y="2232607"/>
                  </a:moveTo>
                  <a:lnTo>
                    <a:pt x="1174111" y="2232607"/>
                  </a:lnTo>
                  <a:lnTo>
                    <a:pt x="1174111" y="2249056"/>
                  </a:lnTo>
                  <a:lnTo>
                    <a:pt x="1233099" y="2249056"/>
                  </a:lnTo>
                  <a:lnTo>
                    <a:pt x="1233099" y="2232607"/>
                  </a:lnTo>
                  <a:close/>
                </a:path>
                <a:path w="4001134" h="2249170">
                  <a:moveTo>
                    <a:pt x="1336279" y="2232607"/>
                  </a:moveTo>
                  <a:lnTo>
                    <a:pt x="1277291" y="2232607"/>
                  </a:lnTo>
                  <a:lnTo>
                    <a:pt x="1277291" y="2249056"/>
                  </a:lnTo>
                  <a:lnTo>
                    <a:pt x="1336279" y="2249056"/>
                  </a:lnTo>
                  <a:lnTo>
                    <a:pt x="1336279" y="2232607"/>
                  </a:lnTo>
                  <a:close/>
                </a:path>
                <a:path w="4001134" h="2249170">
                  <a:moveTo>
                    <a:pt x="1436928" y="2232607"/>
                  </a:moveTo>
                  <a:lnTo>
                    <a:pt x="1378525" y="2232607"/>
                  </a:lnTo>
                  <a:lnTo>
                    <a:pt x="1378525" y="2249056"/>
                  </a:lnTo>
                  <a:lnTo>
                    <a:pt x="1436928" y="2249056"/>
                  </a:lnTo>
                  <a:lnTo>
                    <a:pt x="1436928" y="2232607"/>
                  </a:lnTo>
                  <a:close/>
                </a:path>
                <a:path w="4001134" h="2249170">
                  <a:moveTo>
                    <a:pt x="1540693" y="2232607"/>
                  </a:moveTo>
                  <a:lnTo>
                    <a:pt x="1481705" y="2232607"/>
                  </a:lnTo>
                  <a:lnTo>
                    <a:pt x="1481705" y="2249056"/>
                  </a:lnTo>
                  <a:lnTo>
                    <a:pt x="1540693" y="2249056"/>
                  </a:lnTo>
                  <a:lnTo>
                    <a:pt x="1540693" y="2232607"/>
                  </a:lnTo>
                  <a:close/>
                </a:path>
                <a:path w="4001134" h="2249170">
                  <a:moveTo>
                    <a:pt x="1643678" y="2232607"/>
                  </a:moveTo>
                  <a:lnTo>
                    <a:pt x="1584885" y="2232607"/>
                  </a:lnTo>
                  <a:lnTo>
                    <a:pt x="1584885" y="2249056"/>
                  </a:lnTo>
                  <a:lnTo>
                    <a:pt x="1643678" y="2249056"/>
                  </a:lnTo>
                  <a:lnTo>
                    <a:pt x="1643678" y="2232607"/>
                  </a:lnTo>
                  <a:close/>
                </a:path>
                <a:path w="4001134" h="2249170">
                  <a:moveTo>
                    <a:pt x="1746858" y="2232607"/>
                  </a:moveTo>
                  <a:lnTo>
                    <a:pt x="1688454" y="2232607"/>
                  </a:lnTo>
                  <a:lnTo>
                    <a:pt x="1688454" y="2249056"/>
                  </a:lnTo>
                  <a:lnTo>
                    <a:pt x="1746858" y="2249056"/>
                  </a:lnTo>
                  <a:lnTo>
                    <a:pt x="1746858" y="2232607"/>
                  </a:lnTo>
                  <a:close/>
                </a:path>
                <a:path w="4001134" h="2249170">
                  <a:moveTo>
                    <a:pt x="1848091" y="2232607"/>
                  </a:moveTo>
                  <a:lnTo>
                    <a:pt x="1789298" y="2232607"/>
                  </a:lnTo>
                  <a:lnTo>
                    <a:pt x="1789298" y="2249056"/>
                  </a:lnTo>
                  <a:lnTo>
                    <a:pt x="1848091" y="2249056"/>
                  </a:lnTo>
                  <a:lnTo>
                    <a:pt x="1848091" y="2232607"/>
                  </a:lnTo>
                  <a:close/>
                </a:path>
                <a:path w="4001134" h="2249170">
                  <a:moveTo>
                    <a:pt x="1951271" y="2232607"/>
                  </a:moveTo>
                  <a:lnTo>
                    <a:pt x="1892478" y="2232607"/>
                  </a:lnTo>
                  <a:lnTo>
                    <a:pt x="1892478" y="2249056"/>
                  </a:lnTo>
                  <a:lnTo>
                    <a:pt x="1951271" y="2249056"/>
                  </a:lnTo>
                  <a:lnTo>
                    <a:pt x="1951271" y="2232607"/>
                  </a:lnTo>
                  <a:close/>
                </a:path>
                <a:path w="4001134" h="2249170">
                  <a:moveTo>
                    <a:pt x="2054452" y="2232607"/>
                  </a:moveTo>
                  <a:lnTo>
                    <a:pt x="1996048" y="2232607"/>
                  </a:lnTo>
                  <a:lnTo>
                    <a:pt x="1996048" y="2249056"/>
                  </a:lnTo>
                  <a:lnTo>
                    <a:pt x="2054452" y="2249056"/>
                  </a:lnTo>
                  <a:lnTo>
                    <a:pt x="2054452" y="2232607"/>
                  </a:lnTo>
                  <a:close/>
                </a:path>
                <a:path w="4001134" h="2249170">
                  <a:moveTo>
                    <a:pt x="2158021" y="2232607"/>
                  </a:moveTo>
                  <a:lnTo>
                    <a:pt x="2099228" y="2232607"/>
                  </a:lnTo>
                  <a:lnTo>
                    <a:pt x="2099228" y="2249056"/>
                  </a:lnTo>
                  <a:lnTo>
                    <a:pt x="2158021" y="2249056"/>
                  </a:lnTo>
                  <a:lnTo>
                    <a:pt x="2158021" y="2232607"/>
                  </a:lnTo>
                  <a:close/>
                </a:path>
                <a:path w="4001134" h="2249170">
                  <a:moveTo>
                    <a:pt x="2258865" y="2232607"/>
                  </a:moveTo>
                  <a:lnTo>
                    <a:pt x="2200072" y="2232607"/>
                  </a:lnTo>
                  <a:lnTo>
                    <a:pt x="2200072" y="2249056"/>
                  </a:lnTo>
                  <a:lnTo>
                    <a:pt x="2258865" y="2249056"/>
                  </a:lnTo>
                  <a:lnTo>
                    <a:pt x="2258865" y="2232607"/>
                  </a:lnTo>
                  <a:close/>
                </a:path>
                <a:path w="4001134" h="2249170">
                  <a:moveTo>
                    <a:pt x="2362045" y="2232607"/>
                  </a:moveTo>
                  <a:lnTo>
                    <a:pt x="2303641" y="2232607"/>
                  </a:lnTo>
                  <a:lnTo>
                    <a:pt x="2303641" y="2249056"/>
                  </a:lnTo>
                  <a:lnTo>
                    <a:pt x="2362045" y="2249056"/>
                  </a:lnTo>
                  <a:lnTo>
                    <a:pt x="2362045" y="2232607"/>
                  </a:lnTo>
                  <a:close/>
                </a:path>
                <a:path w="4001134" h="2249170">
                  <a:moveTo>
                    <a:pt x="2465615" y="2232607"/>
                  </a:moveTo>
                  <a:lnTo>
                    <a:pt x="2406821" y="2232607"/>
                  </a:lnTo>
                  <a:lnTo>
                    <a:pt x="2406821" y="2249056"/>
                  </a:lnTo>
                  <a:lnTo>
                    <a:pt x="2465615" y="2249056"/>
                  </a:lnTo>
                  <a:lnTo>
                    <a:pt x="2465615" y="2232607"/>
                  </a:lnTo>
                  <a:close/>
                </a:path>
                <a:path w="4001134" h="2249170">
                  <a:moveTo>
                    <a:pt x="2568795" y="2232607"/>
                  </a:moveTo>
                  <a:lnTo>
                    <a:pt x="2510391" y="2232607"/>
                  </a:lnTo>
                  <a:lnTo>
                    <a:pt x="2510391" y="2249056"/>
                  </a:lnTo>
                  <a:lnTo>
                    <a:pt x="2568795" y="2249056"/>
                  </a:lnTo>
                  <a:lnTo>
                    <a:pt x="2568795" y="2232607"/>
                  </a:lnTo>
                  <a:close/>
                </a:path>
                <a:path w="4001134" h="2249170">
                  <a:moveTo>
                    <a:pt x="2669639" y="2232607"/>
                  </a:moveTo>
                  <a:lnTo>
                    <a:pt x="2611235" y="2232607"/>
                  </a:lnTo>
                  <a:lnTo>
                    <a:pt x="2611235" y="2249056"/>
                  </a:lnTo>
                  <a:lnTo>
                    <a:pt x="2669639" y="2249056"/>
                  </a:lnTo>
                  <a:lnTo>
                    <a:pt x="2669639" y="2232607"/>
                  </a:lnTo>
                  <a:close/>
                </a:path>
                <a:path w="4001134" h="2249170">
                  <a:moveTo>
                    <a:pt x="2773208" y="2232607"/>
                  </a:moveTo>
                  <a:lnTo>
                    <a:pt x="2714415" y="2232607"/>
                  </a:lnTo>
                  <a:lnTo>
                    <a:pt x="2714415" y="2249056"/>
                  </a:lnTo>
                  <a:lnTo>
                    <a:pt x="2773208" y="2249056"/>
                  </a:lnTo>
                  <a:lnTo>
                    <a:pt x="2773208" y="2232607"/>
                  </a:lnTo>
                  <a:close/>
                </a:path>
                <a:path w="4001134" h="2249170">
                  <a:moveTo>
                    <a:pt x="2876388" y="2232607"/>
                  </a:moveTo>
                  <a:lnTo>
                    <a:pt x="2817984" y="2232607"/>
                  </a:lnTo>
                  <a:lnTo>
                    <a:pt x="2817984" y="2249056"/>
                  </a:lnTo>
                  <a:lnTo>
                    <a:pt x="2876388" y="2249056"/>
                  </a:lnTo>
                  <a:lnTo>
                    <a:pt x="2876388" y="2232607"/>
                  </a:lnTo>
                  <a:close/>
                </a:path>
                <a:path w="4001134" h="2249170">
                  <a:moveTo>
                    <a:pt x="2979958" y="2232607"/>
                  </a:moveTo>
                  <a:lnTo>
                    <a:pt x="2921164" y="2232607"/>
                  </a:lnTo>
                  <a:lnTo>
                    <a:pt x="2921164" y="2249056"/>
                  </a:lnTo>
                  <a:lnTo>
                    <a:pt x="2979958" y="2249056"/>
                  </a:lnTo>
                  <a:lnTo>
                    <a:pt x="2979958" y="2232607"/>
                  </a:lnTo>
                  <a:close/>
                </a:path>
                <a:path w="4001134" h="2249170">
                  <a:moveTo>
                    <a:pt x="3080802" y="2232607"/>
                  </a:moveTo>
                  <a:lnTo>
                    <a:pt x="3021814" y="2232607"/>
                  </a:lnTo>
                  <a:lnTo>
                    <a:pt x="3021814" y="2249056"/>
                  </a:lnTo>
                  <a:lnTo>
                    <a:pt x="3080802" y="2249056"/>
                  </a:lnTo>
                  <a:lnTo>
                    <a:pt x="3080802" y="2232607"/>
                  </a:lnTo>
                  <a:close/>
                </a:path>
                <a:path w="4001134" h="2249170">
                  <a:moveTo>
                    <a:pt x="3183982" y="2232607"/>
                  </a:moveTo>
                  <a:lnTo>
                    <a:pt x="3125578" y="2232607"/>
                  </a:lnTo>
                  <a:lnTo>
                    <a:pt x="3125578" y="2249056"/>
                  </a:lnTo>
                  <a:lnTo>
                    <a:pt x="3183982" y="2249056"/>
                  </a:lnTo>
                  <a:lnTo>
                    <a:pt x="3183982" y="2232607"/>
                  </a:lnTo>
                  <a:close/>
                </a:path>
                <a:path w="4001134" h="2249170">
                  <a:moveTo>
                    <a:pt x="3287551" y="2232607"/>
                  </a:moveTo>
                  <a:lnTo>
                    <a:pt x="3228758" y="2232607"/>
                  </a:lnTo>
                  <a:lnTo>
                    <a:pt x="3228758" y="2249056"/>
                  </a:lnTo>
                  <a:lnTo>
                    <a:pt x="3287551" y="2249056"/>
                  </a:lnTo>
                  <a:lnTo>
                    <a:pt x="3287551" y="2232607"/>
                  </a:lnTo>
                  <a:close/>
                </a:path>
                <a:path w="4001134" h="2249170">
                  <a:moveTo>
                    <a:pt x="3390731" y="2232607"/>
                  </a:moveTo>
                  <a:lnTo>
                    <a:pt x="3331743" y="2232607"/>
                  </a:lnTo>
                  <a:lnTo>
                    <a:pt x="3331743" y="2249056"/>
                  </a:lnTo>
                  <a:lnTo>
                    <a:pt x="3390731" y="2249056"/>
                  </a:lnTo>
                  <a:lnTo>
                    <a:pt x="3390731" y="2232607"/>
                  </a:lnTo>
                  <a:close/>
                </a:path>
                <a:path w="4001134" h="2249170">
                  <a:moveTo>
                    <a:pt x="3491575" y="2232607"/>
                  </a:moveTo>
                  <a:lnTo>
                    <a:pt x="3433171" y="2232607"/>
                  </a:lnTo>
                  <a:lnTo>
                    <a:pt x="3433171" y="2249056"/>
                  </a:lnTo>
                  <a:lnTo>
                    <a:pt x="3491575" y="2249056"/>
                  </a:lnTo>
                  <a:lnTo>
                    <a:pt x="3491575" y="2232607"/>
                  </a:lnTo>
                  <a:close/>
                </a:path>
                <a:path w="4001134" h="2249170">
                  <a:moveTo>
                    <a:pt x="3595145" y="2232607"/>
                  </a:moveTo>
                  <a:lnTo>
                    <a:pt x="3536157" y="2232607"/>
                  </a:lnTo>
                  <a:lnTo>
                    <a:pt x="3536157" y="2249056"/>
                  </a:lnTo>
                  <a:lnTo>
                    <a:pt x="3595145" y="2249056"/>
                  </a:lnTo>
                  <a:lnTo>
                    <a:pt x="3595145" y="2232607"/>
                  </a:lnTo>
                  <a:close/>
                </a:path>
                <a:path w="4001134" h="2249170">
                  <a:moveTo>
                    <a:pt x="3698325" y="2232607"/>
                  </a:moveTo>
                  <a:lnTo>
                    <a:pt x="3639337" y="2232607"/>
                  </a:lnTo>
                  <a:lnTo>
                    <a:pt x="3639337" y="2249056"/>
                  </a:lnTo>
                  <a:lnTo>
                    <a:pt x="3698325" y="2249056"/>
                  </a:lnTo>
                  <a:lnTo>
                    <a:pt x="3698325" y="2232607"/>
                  </a:lnTo>
                  <a:close/>
                </a:path>
                <a:path w="4001134" h="2249170">
                  <a:moveTo>
                    <a:pt x="3801505" y="2232607"/>
                  </a:moveTo>
                  <a:lnTo>
                    <a:pt x="3743101" y="2232607"/>
                  </a:lnTo>
                  <a:lnTo>
                    <a:pt x="3743101" y="2249056"/>
                  </a:lnTo>
                  <a:lnTo>
                    <a:pt x="3801505" y="2249056"/>
                  </a:lnTo>
                  <a:lnTo>
                    <a:pt x="3801505" y="2232607"/>
                  </a:lnTo>
                  <a:close/>
                </a:path>
                <a:path w="4001134" h="2249170">
                  <a:moveTo>
                    <a:pt x="3902738" y="2232607"/>
                  </a:moveTo>
                  <a:lnTo>
                    <a:pt x="3843750" y="2232607"/>
                  </a:lnTo>
                  <a:lnTo>
                    <a:pt x="3843750" y="2249056"/>
                  </a:lnTo>
                  <a:lnTo>
                    <a:pt x="3902738" y="2249056"/>
                  </a:lnTo>
                  <a:lnTo>
                    <a:pt x="3902738" y="2232607"/>
                  </a:lnTo>
                  <a:close/>
                </a:path>
                <a:path w="4001134" h="2249170">
                  <a:moveTo>
                    <a:pt x="3987034" y="2232607"/>
                  </a:moveTo>
                  <a:lnTo>
                    <a:pt x="3946930" y="2232607"/>
                  </a:lnTo>
                  <a:lnTo>
                    <a:pt x="3946930" y="2249056"/>
                  </a:lnTo>
                  <a:lnTo>
                    <a:pt x="4001051" y="2249056"/>
                  </a:lnTo>
                  <a:lnTo>
                    <a:pt x="4001051" y="2242015"/>
                  </a:lnTo>
                  <a:lnTo>
                    <a:pt x="3987034" y="2242015"/>
                  </a:lnTo>
                  <a:lnTo>
                    <a:pt x="3987034" y="2232607"/>
                  </a:lnTo>
                  <a:close/>
                </a:path>
                <a:path w="4001134" h="2249170">
                  <a:moveTo>
                    <a:pt x="4001051" y="2227912"/>
                  </a:moveTo>
                  <a:lnTo>
                    <a:pt x="3987034" y="2227912"/>
                  </a:lnTo>
                  <a:lnTo>
                    <a:pt x="3987034" y="2242015"/>
                  </a:lnTo>
                  <a:lnTo>
                    <a:pt x="3994043" y="2232607"/>
                  </a:lnTo>
                  <a:lnTo>
                    <a:pt x="4001051" y="2232607"/>
                  </a:lnTo>
                  <a:lnTo>
                    <a:pt x="4001051" y="2227912"/>
                  </a:lnTo>
                  <a:close/>
                </a:path>
                <a:path w="4001134" h="2249170">
                  <a:moveTo>
                    <a:pt x="4001051" y="2232607"/>
                  </a:moveTo>
                  <a:lnTo>
                    <a:pt x="3994043" y="2232607"/>
                  </a:lnTo>
                  <a:lnTo>
                    <a:pt x="3987034" y="2242015"/>
                  </a:lnTo>
                  <a:lnTo>
                    <a:pt x="4001051" y="2242015"/>
                  </a:lnTo>
                  <a:lnTo>
                    <a:pt x="4001051" y="2232607"/>
                  </a:lnTo>
                  <a:close/>
                </a:path>
                <a:path w="4001134" h="2249170">
                  <a:moveTo>
                    <a:pt x="4001051" y="2125047"/>
                  </a:moveTo>
                  <a:lnTo>
                    <a:pt x="3987034" y="2125047"/>
                  </a:lnTo>
                  <a:lnTo>
                    <a:pt x="3987034" y="2183763"/>
                  </a:lnTo>
                  <a:lnTo>
                    <a:pt x="4001051" y="2183763"/>
                  </a:lnTo>
                  <a:lnTo>
                    <a:pt x="4001051" y="2125047"/>
                  </a:lnTo>
                  <a:close/>
                </a:path>
                <a:path w="4001134" h="2249170">
                  <a:moveTo>
                    <a:pt x="4001051" y="2024528"/>
                  </a:moveTo>
                  <a:lnTo>
                    <a:pt x="3987034" y="2024528"/>
                  </a:lnTo>
                  <a:lnTo>
                    <a:pt x="3987034" y="2083245"/>
                  </a:lnTo>
                  <a:lnTo>
                    <a:pt x="4001051" y="2083245"/>
                  </a:lnTo>
                  <a:lnTo>
                    <a:pt x="4001051" y="2024528"/>
                  </a:lnTo>
                  <a:close/>
                </a:path>
                <a:path w="4001134" h="2249170">
                  <a:moveTo>
                    <a:pt x="4001051" y="1921663"/>
                  </a:moveTo>
                  <a:lnTo>
                    <a:pt x="3987034" y="1921663"/>
                  </a:lnTo>
                  <a:lnTo>
                    <a:pt x="3987034" y="1980380"/>
                  </a:lnTo>
                  <a:lnTo>
                    <a:pt x="4001051" y="1980380"/>
                  </a:lnTo>
                  <a:lnTo>
                    <a:pt x="4001051" y="1921663"/>
                  </a:lnTo>
                  <a:close/>
                </a:path>
                <a:path w="4001134" h="2249170">
                  <a:moveTo>
                    <a:pt x="4001051" y="1818797"/>
                  </a:moveTo>
                  <a:lnTo>
                    <a:pt x="3987034" y="1818797"/>
                  </a:lnTo>
                  <a:lnTo>
                    <a:pt x="3987034" y="1877514"/>
                  </a:lnTo>
                  <a:lnTo>
                    <a:pt x="4001051" y="1877514"/>
                  </a:lnTo>
                  <a:lnTo>
                    <a:pt x="4001051" y="1818797"/>
                  </a:lnTo>
                  <a:close/>
                </a:path>
                <a:path w="4001134" h="2249170">
                  <a:moveTo>
                    <a:pt x="4001051" y="1715932"/>
                  </a:moveTo>
                  <a:lnTo>
                    <a:pt x="3987034" y="1715932"/>
                  </a:lnTo>
                  <a:lnTo>
                    <a:pt x="3987034" y="1774648"/>
                  </a:lnTo>
                  <a:lnTo>
                    <a:pt x="4001051" y="1774648"/>
                  </a:lnTo>
                  <a:lnTo>
                    <a:pt x="4001051" y="1715932"/>
                  </a:lnTo>
                  <a:close/>
                </a:path>
                <a:path w="4001134" h="2249170">
                  <a:moveTo>
                    <a:pt x="4001051" y="1615413"/>
                  </a:moveTo>
                  <a:lnTo>
                    <a:pt x="3987034" y="1615413"/>
                  </a:lnTo>
                  <a:lnTo>
                    <a:pt x="3987034" y="1674130"/>
                  </a:lnTo>
                  <a:lnTo>
                    <a:pt x="4001051" y="1674130"/>
                  </a:lnTo>
                  <a:lnTo>
                    <a:pt x="4001051" y="1615413"/>
                  </a:lnTo>
                  <a:close/>
                </a:path>
                <a:path w="4001134" h="2249170">
                  <a:moveTo>
                    <a:pt x="4001051" y="1512548"/>
                  </a:moveTo>
                  <a:lnTo>
                    <a:pt x="3987034" y="1512548"/>
                  </a:lnTo>
                  <a:lnTo>
                    <a:pt x="3987034" y="1571264"/>
                  </a:lnTo>
                  <a:lnTo>
                    <a:pt x="4001051" y="1571264"/>
                  </a:lnTo>
                  <a:lnTo>
                    <a:pt x="4001051" y="1512548"/>
                  </a:lnTo>
                  <a:close/>
                </a:path>
                <a:path w="4001134" h="2249170">
                  <a:moveTo>
                    <a:pt x="4001051" y="1409682"/>
                  </a:moveTo>
                  <a:lnTo>
                    <a:pt x="3987034" y="1409682"/>
                  </a:lnTo>
                  <a:lnTo>
                    <a:pt x="3987034" y="1468399"/>
                  </a:lnTo>
                  <a:lnTo>
                    <a:pt x="4001051" y="1468399"/>
                  </a:lnTo>
                  <a:lnTo>
                    <a:pt x="4001051" y="1409682"/>
                  </a:lnTo>
                  <a:close/>
                </a:path>
                <a:path w="4001134" h="2249170">
                  <a:moveTo>
                    <a:pt x="4001051" y="1306817"/>
                  </a:moveTo>
                  <a:lnTo>
                    <a:pt x="3987034" y="1306817"/>
                  </a:lnTo>
                  <a:lnTo>
                    <a:pt x="3987034" y="1365533"/>
                  </a:lnTo>
                  <a:lnTo>
                    <a:pt x="4001051" y="1365533"/>
                  </a:lnTo>
                  <a:lnTo>
                    <a:pt x="4001051" y="1306817"/>
                  </a:lnTo>
                  <a:close/>
                </a:path>
                <a:path w="4001134" h="2249170">
                  <a:moveTo>
                    <a:pt x="4001051" y="1206298"/>
                  </a:moveTo>
                  <a:lnTo>
                    <a:pt x="3987034" y="1206298"/>
                  </a:lnTo>
                  <a:lnTo>
                    <a:pt x="3987034" y="1265015"/>
                  </a:lnTo>
                  <a:lnTo>
                    <a:pt x="4001051" y="1265015"/>
                  </a:lnTo>
                  <a:lnTo>
                    <a:pt x="4001051" y="1206298"/>
                  </a:lnTo>
                  <a:close/>
                </a:path>
                <a:path w="4001134" h="2249170">
                  <a:moveTo>
                    <a:pt x="4001051" y="1103433"/>
                  </a:moveTo>
                  <a:lnTo>
                    <a:pt x="3987034" y="1103433"/>
                  </a:lnTo>
                  <a:lnTo>
                    <a:pt x="3987034" y="1162149"/>
                  </a:lnTo>
                  <a:lnTo>
                    <a:pt x="4001051" y="1162149"/>
                  </a:lnTo>
                  <a:lnTo>
                    <a:pt x="4001051" y="1103433"/>
                  </a:lnTo>
                  <a:close/>
                </a:path>
                <a:path w="4001134" h="2249170">
                  <a:moveTo>
                    <a:pt x="4001051" y="1000567"/>
                  </a:moveTo>
                  <a:lnTo>
                    <a:pt x="3987034" y="1000567"/>
                  </a:lnTo>
                  <a:lnTo>
                    <a:pt x="3987034" y="1059284"/>
                  </a:lnTo>
                  <a:lnTo>
                    <a:pt x="4001051" y="1059284"/>
                  </a:lnTo>
                  <a:lnTo>
                    <a:pt x="4001051" y="1000567"/>
                  </a:lnTo>
                  <a:close/>
                </a:path>
                <a:path w="4001134" h="2249170">
                  <a:moveTo>
                    <a:pt x="4001051" y="897702"/>
                  </a:moveTo>
                  <a:lnTo>
                    <a:pt x="3987034" y="897702"/>
                  </a:lnTo>
                  <a:lnTo>
                    <a:pt x="3987034" y="956418"/>
                  </a:lnTo>
                  <a:lnTo>
                    <a:pt x="4001051" y="956418"/>
                  </a:lnTo>
                  <a:lnTo>
                    <a:pt x="4001051" y="897702"/>
                  </a:lnTo>
                  <a:close/>
                </a:path>
                <a:path w="4001134" h="2249170">
                  <a:moveTo>
                    <a:pt x="4001051" y="797183"/>
                  </a:moveTo>
                  <a:lnTo>
                    <a:pt x="3987034" y="797183"/>
                  </a:lnTo>
                  <a:lnTo>
                    <a:pt x="3987034" y="855900"/>
                  </a:lnTo>
                  <a:lnTo>
                    <a:pt x="4001051" y="855900"/>
                  </a:lnTo>
                  <a:lnTo>
                    <a:pt x="4001051" y="797183"/>
                  </a:lnTo>
                  <a:close/>
                </a:path>
                <a:path w="4001134" h="2249170">
                  <a:moveTo>
                    <a:pt x="4001051" y="694240"/>
                  </a:moveTo>
                  <a:lnTo>
                    <a:pt x="3987034" y="694240"/>
                  </a:lnTo>
                  <a:lnTo>
                    <a:pt x="3987034" y="753034"/>
                  </a:lnTo>
                  <a:lnTo>
                    <a:pt x="4001051" y="753034"/>
                  </a:lnTo>
                  <a:lnTo>
                    <a:pt x="4001051" y="694240"/>
                  </a:lnTo>
                  <a:close/>
                </a:path>
                <a:path w="4001134" h="2249170">
                  <a:moveTo>
                    <a:pt x="4001051" y="591433"/>
                  </a:moveTo>
                  <a:lnTo>
                    <a:pt x="3987034" y="591433"/>
                  </a:lnTo>
                  <a:lnTo>
                    <a:pt x="3987034" y="650208"/>
                  </a:lnTo>
                  <a:lnTo>
                    <a:pt x="4001051" y="650208"/>
                  </a:lnTo>
                  <a:lnTo>
                    <a:pt x="4001051" y="591433"/>
                  </a:lnTo>
                  <a:close/>
                </a:path>
                <a:path w="4001134" h="2249170">
                  <a:moveTo>
                    <a:pt x="4001051" y="488625"/>
                  </a:moveTo>
                  <a:lnTo>
                    <a:pt x="3987034" y="488625"/>
                  </a:lnTo>
                  <a:lnTo>
                    <a:pt x="3987034" y="547206"/>
                  </a:lnTo>
                  <a:lnTo>
                    <a:pt x="4001051" y="547206"/>
                  </a:lnTo>
                  <a:lnTo>
                    <a:pt x="4001051" y="488625"/>
                  </a:lnTo>
                  <a:close/>
                </a:path>
                <a:path w="4001134" h="2249170">
                  <a:moveTo>
                    <a:pt x="4001051" y="388146"/>
                  </a:moveTo>
                  <a:lnTo>
                    <a:pt x="3987034" y="388146"/>
                  </a:lnTo>
                  <a:lnTo>
                    <a:pt x="3987034" y="446727"/>
                  </a:lnTo>
                  <a:lnTo>
                    <a:pt x="4001051" y="446727"/>
                  </a:lnTo>
                  <a:lnTo>
                    <a:pt x="4001051" y="388146"/>
                  </a:lnTo>
                  <a:close/>
                </a:path>
                <a:path w="4001134" h="2249170">
                  <a:moveTo>
                    <a:pt x="4001051" y="285144"/>
                  </a:moveTo>
                  <a:lnTo>
                    <a:pt x="3987034" y="285144"/>
                  </a:lnTo>
                  <a:lnTo>
                    <a:pt x="3987034" y="343919"/>
                  </a:lnTo>
                  <a:lnTo>
                    <a:pt x="4001051" y="343919"/>
                  </a:lnTo>
                  <a:lnTo>
                    <a:pt x="4001051" y="285144"/>
                  </a:lnTo>
                  <a:close/>
                </a:path>
                <a:path w="4001134" h="2249170">
                  <a:moveTo>
                    <a:pt x="4001051" y="182337"/>
                  </a:moveTo>
                  <a:lnTo>
                    <a:pt x="3987034" y="182337"/>
                  </a:lnTo>
                  <a:lnTo>
                    <a:pt x="3987034" y="241112"/>
                  </a:lnTo>
                  <a:lnTo>
                    <a:pt x="4001051" y="241112"/>
                  </a:lnTo>
                  <a:lnTo>
                    <a:pt x="4001051" y="182337"/>
                  </a:lnTo>
                  <a:close/>
                </a:path>
                <a:path w="4001134" h="2249170">
                  <a:moveTo>
                    <a:pt x="4001051" y="79530"/>
                  </a:moveTo>
                  <a:lnTo>
                    <a:pt x="3987034" y="79530"/>
                  </a:lnTo>
                  <a:lnTo>
                    <a:pt x="3987034" y="138111"/>
                  </a:lnTo>
                  <a:lnTo>
                    <a:pt x="4001051" y="138111"/>
                  </a:lnTo>
                  <a:lnTo>
                    <a:pt x="4001051" y="7953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 descr=""/>
            <p:cNvSpPr/>
            <p:nvPr/>
          </p:nvSpPr>
          <p:spPr>
            <a:xfrm>
              <a:off x="4850745" y="3090129"/>
              <a:ext cx="3966210" cy="0"/>
            </a:xfrm>
            <a:custGeom>
              <a:avLst/>
              <a:gdLst/>
              <a:ahLst/>
              <a:cxnLst/>
              <a:rect l="l" t="t" r="r" b="b"/>
              <a:pathLst>
                <a:path w="3966209" h="0">
                  <a:moveTo>
                    <a:pt x="0" y="0"/>
                  </a:moveTo>
                  <a:lnTo>
                    <a:pt x="3966194" y="0"/>
                  </a:lnTo>
                </a:path>
              </a:pathLst>
            </a:custGeom>
            <a:ln w="16876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 descr=""/>
            <p:cNvSpPr/>
            <p:nvPr/>
          </p:nvSpPr>
          <p:spPr>
            <a:xfrm>
              <a:off x="4828547" y="3110007"/>
              <a:ext cx="0" cy="2207260"/>
            </a:xfrm>
            <a:custGeom>
              <a:avLst/>
              <a:gdLst/>
              <a:ahLst/>
              <a:cxnLst/>
              <a:rect l="l" t="t" r="r" b="b"/>
              <a:pathLst>
                <a:path w="0" h="2207260">
                  <a:moveTo>
                    <a:pt x="0" y="0"/>
                  </a:moveTo>
                  <a:lnTo>
                    <a:pt x="0" y="2207011"/>
                  </a:lnTo>
                </a:path>
              </a:pathLst>
            </a:custGeom>
            <a:ln w="16741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 descr=""/>
            <p:cNvSpPr/>
            <p:nvPr/>
          </p:nvSpPr>
          <p:spPr>
            <a:xfrm>
              <a:off x="4866315" y="5310962"/>
              <a:ext cx="3956685" cy="21590"/>
            </a:xfrm>
            <a:custGeom>
              <a:avLst/>
              <a:gdLst/>
              <a:ahLst/>
              <a:cxnLst/>
              <a:rect l="l" t="t" r="r" b="b"/>
              <a:pathLst>
                <a:path w="3956684" h="21589">
                  <a:moveTo>
                    <a:pt x="0" y="4694"/>
                  </a:moveTo>
                  <a:lnTo>
                    <a:pt x="58793" y="4694"/>
                  </a:lnTo>
                  <a:lnTo>
                    <a:pt x="58793" y="21143"/>
                  </a:lnTo>
                  <a:lnTo>
                    <a:pt x="0" y="21143"/>
                  </a:lnTo>
                  <a:lnTo>
                    <a:pt x="0" y="4694"/>
                  </a:lnTo>
                  <a:close/>
                </a:path>
                <a:path w="3956684" h="21589">
                  <a:moveTo>
                    <a:pt x="101233" y="4694"/>
                  </a:moveTo>
                  <a:lnTo>
                    <a:pt x="159637" y="4694"/>
                  </a:lnTo>
                  <a:lnTo>
                    <a:pt x="159637" y="21143"/>
                  </a:lnTo>
                  <a:lnTo>
                    <a:pt x="101233" y="21143"/>
                  </a:lnTo>
                  <a:lnTo>
                    <a:pt x="101233" y="4694"/>
                  </a:lnTo>
                  <a:close/>
                </a:path>
                <a:path w="3956684" h="21589">
                  <a:moveTo>
                    <a:pt x="204413" y="4694"/>
                  </a:moveTo>
                  <a:lnTo>
                    <a:pt x="262817" y="4694"/>
                  </a:lnTo>
                  <a:lnTo>
                    <a:pt x="262817" y="21143"/>
                  </a:lnTo>
                  <a:lnTo>
                    <a:pt x="204413" y="21143"/>
                  </a:lnTo>
                  <a:lnTo>
                    <a:pt x="204413" y="4694"/>
                  </a:lnTo>
                  <a:close/>
                </a:path>
                <a:path w="3956684" h="21589">
                  <a:moveTo>
                    <a:pt x="307593" y="4694"/>
                  </a:moveTo>
                  <a:lnTo>
                    <a:pt x="366386" y="4694"/>
                  </a:lnTo>
                  <a:lnTo>
                    <a:pt x="366386" y="21143"/>
                  </a:lnTo>
                  <a:lnTo>
                    <a:pt x="307593" y="21143"/>
                  </a:lnTo>
                  <a:lnTo>
                    <a:pt x="307593" y="4694"/>
                  </a:lnTo>
                  <a:close/>
                </a:path>
                <a:path w="3956684" h="21589">
                  <a:moveTo>
                    <a:pt x="411162" y="4694"/>
                  </a:moveTo>
                  <a:lnTo>
                    <a:pt x="469566" y="4694"/>
                  </a:lnTo>
                  <a:lnTo>
                    <a:pt x="469566" y="21143"/>
                  </a:lnTo>
                  <a:lnTo>
                    <a:pt x="411162" y="21143"/>
                  </a:lnTo>
                  <a:lnTo>
                    <a:pt x="411162" y="4694"/>
                  </a:lnTo>
                  <a:close/>
                </a:path>
                <a:path w="3956684" h="21589">
                  <a:moveTo>
                    <a:pt x="512006" y="4694"/>
                  </a:moveTo>
                  <a:lnTo>
                    <a:pt x="570800" y="4694"/>
                  </a:lnTo>
                  <a:lnTo>
                    <a:pt x="570800" y="21143"/>
                  </a:lnTo>
                  <a:lnTo>
                    <a:pt x="512006" y="21143"/>
                  </a:lnTo>
                  <a:lnTo>
                    <a:pt x="512006" y="4694"/>
                  </a:lnTo>
                  <a:close/>
                </a:path>
                <a:path w="3956684" h="21589">
                  <a:moveTo>
                    <a:pt x="614992" y="4694"/>
                  </a:moveTo>
                  <a:lnTo>
                    <a:pt x="673980" y="4694"/>
                  </a:lnTo>
                  <a:lnTo>
                    <a:pt x="673980" y="21143"/>
                  </a:lnTo>
                  <a:lnTo>
                    <a:pt x="614992" y="21143"/>
                  </a:lnTo>
                  <a:lnTo>
                    <a:pt x="614992" y="4694"/>
                  </a:lnTo>
                  <a:close/>
                </a:path>
                <a:path w="3956684" h="21589">
                  <a:moveTo>
                    <a:pt x="718756" y="4694"/>
                  </a:moveTo>
                  <a:lnTo>
                    <a:pt x="777160" y="4694"/>
                  </a:lnTo>
                  <a:lnTo>
                    <a:pt x="777160" y="21143"/>
                  </a:lnTo>
                  <a:lnTo>
                    <a:pt x="718756" y="21143"/>
                  </a:lnTo>
                  <a:lnTo>
                    <a:pt x="718756" y="4694"/>
                  </a:lnTo>
                  <a:close/>
                </a:path>
                <a:path w="3956684" h="21589">
                  <a:moveTo>
                    <a:pt x="821936" y="4694"/>
                  </a:moveTo>
                  <a:lnTo>
                    <a:pt x="880729" y="4694"/>
                  </a:lnTo>
                  <a:lnTo>
                    <a:pt x="880729" y="21143"/>
                  </a:lnTo>
                  <a:lnTo>
                    <a:pt x="821936" y="21143"/>
                  </a:lnTo>
                  <a:lnTo>
                    <a:pt x="821936" y="4694"/>
                  </a:lnTo>
                  <a:close/>
                </a:path>
                <a:path w="3956684" h="21589">
                  <a:moveTo>
                    <a:pt x="922585" y="4694"/>
                  </a:moveTo>
                  <a:lnTo>
                    <a:pt x="981573" y="4694"/>
                  </a:lnTo>
                  <a:lnTo>
                    <a:pt x="981573" y="21143"/>
                  </a:lnTo>
                  <a:lnTo>
                    <a:pt x="922585" y="21143"/>
                  </a:lnTo>
                  <a:lnTo>
                    <a:pt x="922585" y="4694"/>
                  </a:lnTo>
                  <a:close/>
                </a:path>
                <a:path w="3956684" h="21589">
                  <a:moveTo>
                    <a:pt x="1026349" y="4694"/>
                  </a:moveTo>
                  <a:lnTo>
                    <a:pt x="1084753" y="4694"/>
                  </a:lnTo>
                  <a:lnTo>
                    <a:pt x="1084753" y="21143"/>
                  </a:lnTo>
                  <a:lnTo>
                    <a:pt x="1026349" y="21143"/>
                  </a:lnTo>
                  <a:lnTo>
                    <a:pt x="1026349" y="4694"/>
                  </a:lnTo>
                  <a:close/>
                </a:path>
                <a:path w="3956684" h="21589">
                  <a:moveTo>
                    <a:pt x="1129335" y="4694"/>
                  </a:moveTo>
                  <a:lnTo>
                    <a:pt x="1188323" y="4694"/>
                  </a:lnTo>
                  <a:lnTo>
                    <a:pt x="1188323" y="21143"/>
                  </a:lnTo>
                  <a:lnTo>
                    <a:pt x="1129335" y="21143"/>
                  </a:lnTo>
                  <a:lnTo>
                    <a:pt x="1129335" y="4694"/>
                  </a:lnTo>
                  <a:close/>
                </a:path>
                <a:path w="3956684" h="21589">
                  <a:moveTo>
                    <a:pt x="1232515" y="4694"/>
                  </a:moveTo>
                  <a:lnTo>
                    <a:pt x="1291503" y="4694"/>
                  </a:lnTo>
                  <a:lnTo>
                    <a:pt x="1291503" y="21143"/>
                  </a:lnTo>
                  <a:lnTo>
                    <a:pt x="1232515" y="21143"/>
                  </a:lnTo>
                  <a:lnTo>
                    <a:pt x="1232515" y="4694"/>
                  </a:lnTo>
                  <a:close/>
                </a:path>
                <a:path w="3956684" h="21589">
                  <a:moveTo>
                    <a:pt x="1333748" y="4694"/>
                  </a:moveTo>
                  <a:lnTo>
                    <a:pt x="1392152" y="4694"/>
                  </a:lnTo>
                  <a:lnTo>
                    <a:pt x="1392152" y="21143"/>
                  </a:lnTo>
                  <a:lnTo>
                    <a:pt x="1333748" y="21143"/>
                  </a:lnTo>
                  <a:lnTo>
                    <a:pt x="1333748" y="4694"/>
                  </a:lnTo>
                  <a:close/>
                </a:path>
                <a:path w="3956684" h="21589">
                  <a:moveTo>
                    <a:pt x="1436928" y="4694"/>
                  </a:moveTo>
                  <a:lnTo>
                    <a:pt x="1495916" y="4694"/>
                  </a:lnTo>
                  <a:lnTo>
                    <a:pt x="1495916" y="21143"/>
                  </a:lnTo>
                  <a:lnTo>
                    <a:pt x="1436928" y="21143"/>
                  </a:lnTo>
                  <a:lnTo>
                    <a:pt x="1436928" y="4694"/>
                  </a:lnTo>
                  <a:close/>
                </a:path>
                <a:path w="3956684" h="21589">
                  <a:moveTo>
                    <a:pt x="1540108" y="4694"/>
                  </a:moveTo>
                  <a:lnTo>
                    <a:pt x="1598902" y="4694"/>
                  </a:lnTo>
                  <a:lnTo>
                    <a:pt x="1598902" y="21143"/>
                  </a:lnTo>
                  <a:lnTo>
                    <a:pt x="1540108" y="21143"/>
                  </a:lnTo>
                  <a:lnTo>
                    <a:pt x="1540108" y="4694"/>
                  </a:lnTo>
                  <a:close/>
                </a:path>
                <a:path w="3956684" h="21589">
                  <a:moveTo>
                    <a:pt x="1643678" y="4694"/>
                  </a:moveTo>
                  <a:lnTo>
                    <a:pt x="1702082" y="4694"/>
                  </a:lnTo>
                  <a:lnTo>
                    <a:pt x="1702082" y="21143"/>
                  </a:lnTo>
                  <a:lnTo>
                    <a:pt x="1643678" y="21143"/>
                  </a:lnTo>
                  <a:lnTo>
                    <a:pt x="1643678" y="4694"/>
                  </a:lnTo>
                  <a:close/>
                </a:path>
                <a:path w="3956684" h="21589">
                  <a:moveTo>
                    <a:pt x="1744522" y="4694"/>
                  </a:moveTo>
                  <a:lnTo>
                    <a:pt x="1803315" y="4694"/>
                  </a:lnTo>
                  <a:lnTo>
                    <a:pt x="1803315" y="21143"/>
                  </a:lnTo>
                  <a:lnTo>
                    <a:pt x="1744522" y="21143"/>
                  </a:lnTo>
                  <a:lnTo>
                    <a:pt x="1744522" y="4694"/>
                  </a:lnTo>
                  <a:close/>
                </a:path>
                <a:path w="3956684" h="21589">
                  <a:moveTo>
                    <a:pt x="1847702" y="4694"/>
                  </a:moveTo>
                  <a:lnTo>
                    <a:pt x="1906495" y="4694"/>
                  </a:lnTo>
                  <a:lnTo>
                    <a:pt x="1906495" y="21143"/>
                  </a:lnTo>
                  <a:lnTo>
                    <a:pt x="1847702" y="21143"/>
                  </a:lnTo>
                  <a:lnTo>
                    <a:pt x="1847702" y="4694"/>
                  </a:lnTo>
                  <a:close/>
                </a:path>
                <a:path w="3956684" h="21589">
                  <a:moveTo>
                    <a:pt x="1951271" y="4694"/>
                  </a:moveTo>
                  <a:lnTo>
                    <a:pt x="2009675" y="4694"/>
                  </a:lnTo>
                  <a:lnTo>
                    <a:pt x="2009675" y="21143"/>
                  </a:lnTo>
                  <a:lnTo>
                    <a:pt x="1951271" y="21143"/>
                  </a:lnTo>
                  <a:lnTo>
                    <a:pt x="1951271" y="4694"/>
                  </a:lnTo>
                  <a:close/>
                </a:path>
                <a:path w="3956684" h="21589">
                  <a:moveTo>
                    <a:pt x="2054452" y="4694"/>
                  </a:moveTo>
                  <a:lnTo>
                    <a:pt x="2113245" y="4694"/>
                  </a:lnTo>
                  <a:lnTo>
                    <a:pt x="2113245" y="21143"/>
                  </a:lnTo>
                  <a:lnTo>
                    <a:pt x="2054452" y="21143"/>
                  </a:lnTo>
                  <a:lnTo>
                    <a:pt x="2054452" y="4694"/>
                  </a:lnTo>
                  <a:close/>
                </a:path>
                <a:path w="3956684" h="21589">
                  <a:moveTo>
                    <a:pt x="2155295" y="4694"/>
                  </a:moveTo>
                  <a:lnTo>
                    <a:pt x="2214089" y="4694"/>
                  </a:lnTo>
                  <a:lnTo>
                    <a:pt x="2214089" y="21143"/>
                  </a:lnTo>
                  <a:lnTo>
                    <a:pt x="2155295" y="21143"/>
                  </a:lnTo>
                  <a:lnTo>
                    <a:pt x="2155295" y="4694"/>
                  </a:lnTo>
                  <a:close/>
                </a:path>
                <a:path w="3956684" h="21589">
                  <a:moveTo>
                    <a:pt x="2258865" y="4694"/>
                  </a:moveTo>
                  <a:lnTo>
                    <a:pt x="2317269" y="4694"/>
                  </a:lnTo>
                  <a:lnTo>
                    <a:pt x="2317269" y="21143"/>
                  </a:lnTo>
                  <a:lnTo>
                    <a:pt x="2258865" y="21143"/>
                  </a:lnTo>
                  <a:lnTo>
                    <a:pt x="2258865" y="4694"/>
                  </a:lnTo>
                  <a:close/>
                </a:path>
                <a:path w="3956684" h="21589">
                  <a:moveTo>
                    <a:pt x="2362045" y="4694"/>
                  </a:moveTo>
                  <a:lnTo>
                    <a:pt x="2420838" y="4694"/>
                  </a:lnTo>
                  <a:lnTo>
                    <a:pt x="2420838" y="21143"/>
                  </a:lnTo>
                  <a:lnTo>
                    <a:pt x="2362045" y="21143"/>
                  </a:lnTo>
                  <a:lnTo>
                    <a:pt x="2362045" y="4694"/>
                  </a:lnTo>
                  <a:close/>
                </a:path>
                <a:path w="3956684" h="21589">
                  <a:moveTo>
                    <a:pt x="2465615" y="4694"/>
                  </a:moveTo>
                  <a:lnTo>
                    <a:pt x="2524018" y="4694"/>
                  </a:lnTo>
                  <a:lnTo>
                    <a:pt x="2524018" y="21143"/>
                  </a:lnTo>
                  <a:lnTo>
                    <a:pt x="2465615" y="21143"/>
                  </a:lnTo>
                  <a:lnTo>
                    <a:pt x="2465615" y="4694"/>
                  </a:lnTo>
                  <a:close/>
                </a:path>
                <a:path w="3956684" h="21589">
                  <a:moveTo>
                    <a:pt x="2566458" y="4694"/>
                  </a:moveTo>
                  <a:lnTo>
                    <a:pt x="2624862" y="4694"/>
                  </a:lnTo>
                  <a:lnTo>
                    <a:pt x="2624862" y="21143"/>
                  </a:lnTo>
                  <a:lnTo>
                    <a:pt x="2566458" y="21143"/>
                  </a:lnTo>
                  <a:lnTo>
                    <a:pt x="2566458" y="4694"/>
                  </a:lnTo>
                  <a:close/>
                </a:path>
                <a:path w="3956684" h="21589">
                  <a:moveTo>
                    <a:pt x="2669639" y="4694"/>
                  </a:moveTo>
                  <a:lnTo>
                    <a:pt x="2728432" y="4694"/>
                  </a:lnTo>
                  <a:lnTo>
                    <a:pt x="2728432" y="21143"/>
                  </a:lnTo>
                  <a:lnTo>
                    <a:pt x="2669639" y="21143"/>
                  </a:lnTo>
                  <a:lnTo>
                    <a:pt x="2669639" y="4694"/>
                  </a:lnTo>
                  <a:close/>
                </a:path>
                <a:path w="3956684" h="21589">
                  <a:moveTo>
                    <a:pt x="2773208" y="4694"/>
                  </a:moveTo>
                  <a:lnTo>
                    <a:pt x="2831612" y="4694"/>
                  </a:lnTo>
                  <a:lnTo>
                    <a:pt x="2831612" y="21143"/>
                  </a:lnTo>
                  <a:lnTo>
                    <a:pt x="2773208" y="21143"/>
                  </a:lnTo>
                  <a:lnTo>
                    <a:pt x="2773208" y="4694"/>
                  </a:lnTo>
                  <a:close/>
                </a:path>
                <a:path w="3956684" h="21589">
                  <a:moveTo>
                    <a:pt x="2876388" y="4694"/>
                  </a:moveTo>
                  <a:lnTo>
                    <a:pt x="2935181" y="4694"/>
                  </a:lnTo>
                  <a:lnTo>
                    <a:pt x="2935181" y="21143"/>
                  </a:lnTo>
                  <a:lnTo>
                    <a:pt x="2876388" y="21143"/>
                  </a:lnTo>
                  <a:lnTo>
                    <a:pt x="2876388" y="4694"/>
                  </a:lnTo>
                  <a:close/>
                </a:path>
                <a:path w="3956684" h="21589">
                  <a:moveTo>
                    <a:pt x="2977037" y="4694"/>
                  </a:moveTo>
                  <a:lnTo>
                    <a:pt x="3036025" y="4694"/>
                  </a:lnTo>
                  <a:lnTo>
                    <a:pt x="3036025" y="21143"/>
                  </a:lnTo>
                  <a:lnTo>
                    <a:pt x="2977037" y="21143"/>
                  </a:lnTo>
                  <a:lnTo>
                    <a:pt x="2977037" y="4694"/>
                  </a:lnTo>
                  <a:close/>
                </a:path>
                <a:path w="3956684" h="21589">
                  <a:moveTo>
                    <a:pt x="3080802" y="4694"/>
                  </a:moveTo>
                  <a:lnTo>
                    <a:pt x="3139205" y="4694"/>
                  </a:lnTo>
                  <a:lnTo>
                    <a:pt x="3139205" y="21143"/>
                  </a:lnTo>
                  <a:lnTo>
                    <a:pt x="3080802" y="21143"/>
                  </a:lnTo>
                  <a:lnTo>
                    <a:pt x="3080802" y="4694"/>
                  </a:lnTo>
                  <a:close/>
                </a:path>
                <a:path w="3956684" h="21589">
                  <a:moveTo>
                    <a:pt x="3183982" y="4694"/>
                  </a:moveTo>
                  <a:lnTo>
                    <a:pt x="3242775" y="4694"/>
                  </a:lnTo>
                  <a:lnTo>
                    <a:pt x="3242775" y="21143"/>
                  </a:lnTo>
                  <a:lnTo>
                    <a:pt x="3183982" y="21143"/>
                  </a:lnTo>
                  <a:lnTo>
                    <a:pt x="3183982" y="4694"/>
                  </a:lnTo>
                  <a:close/>
                </a:path>
                <a:path w="3956684" h="21589">
                  <a:moveTo>
                    <a:pt x="3286967" y="4694"/>
                  </a:moveTo>
                  <a:lnTo>
                    <a:pt x="3345955" y="4694"/>
                  </a:lnTo>
                  <a:lnTo>
                    <a:pt x="3345955" y="21143"/>
                  </a:lnTo>
                  <a:lnTo>
                    <a:pt x="3286967" y="21143"/>
                  </a:lnTo>
                  <a:lnTo>
                    <a:pt x="3286967" y="4694"/>
                  </a:lnTo>
                  <a:close/>
                </a:path>
                <a:path w="3956684" h="21589">
                  <a:moveTo>
                    <a:pt x="3388395" y="4694"/>
                  </a:moveTo>
                  <a:lnTo>
                    <a:pt x="3446799" y="4694"/>
                  </a:lnTo>
                  <a:lnTo>
                    <a:pt x="3446799" y="21143"/>
                  </a:lnTo>
                  <a:lnTo>
                    <a:pt x="3388395" y="21143"/>
                  </a:lnTo>
                  <a:lnTo>
                    <a:pt x="3388395" y="4694"/>
                  </a:lnTo>
                  <a:close/>
                </a:path>
                <a:path w="3956684" h="21589">
                  <a:moveTo>
                    <a:pt x="3491380" y="4694"/>
                  </a:moveTo>
                  <a:lnTo>
                    <a:pt x="3550368" y="4694"/>
                  </a:lnTo>
                  <a:lnTo>
                    <a:pt x="3550368" y="21143"/>
                  </a:lnTo>
                  <a:lnTo>
                    <a:pt x="3491380" y="21143"/>
                  </a:lnTo>
                  <a:lnTo>
                    <a:pt x="3491380" y="4694"/>
                  </a:lnTo>
                  <a:close/>
                </a:path>
                <a:path w="3956684" h="21589">
                  <a:moveTo>
                    <a:pt x="3594561" y="4694"/>
                  </a:moveTo>
                  <a:lnTo>
                    <a:pt x="3653548" y="4694"/>
                  </a:lnTo>
                  <a:lnTo>
                    <a:pt x="3653548" y="21143"/>
                  </a:lnTo>
                  <a:lnTo>
                    <a:pt x="3594561" y="21143"/>
                  </a:lnTo>
                  <a:lnTo>
                    <a:pt x="3594561" y="4694"/>
                  </a:lnTo>
                  <a:close/>
                </a:path>
                <a:path w="3956684" h="21589">
                  <a:moveTo>
                    <a:pt x="3698325" y="4694"/>
                  </a:moveTo>
                  <a:lnTo>
                    <a:pt x="3756729" y="4694"/>
                  </a:lnTo>
                  <a:lnTo>
                    <a:pt x="3756729" y="21143"/>
                  </a:lnTo>
                  <a:lnTo>
                    <a:pt x="3698325" y="21143"/>
                  </a:lnTo>
                  <a:lnTo>
                    <a:pt x="3698325" y="4694"/>
                  </a:lnTo>
                  <a:close/>
                </a:path>
                <a:path w="3956684" h="21589">
                  <a:moveTo>
                    <a:pt x="3798974" y="4694"/>
                  </a:moveTo>
                  <a:lnTo>
                    <a:pt x="3857962" y="4694"/>
                  </a:lnTo>
                  <a:lnTo>
                    <a:pt x="3857962" y="21143"/>
                  </a:lnTo>
                  <a:lnTo>
                    <a:pt x="3798974" y="21143"/>
                  </a:lnTo>
                  <a:lnTo>
                    <a:pt x="3798974" y="4694"/>
                  </a:lnTo>
                  <a:close/>
                </a:path>
                <a:path w="3956684" h="21589">
                  <a:moveTo>
                    <a:pt x="3902154" y="4694"/>
                  </a:moveTo>
                  <a:lnTo>
                    <a:pt x="3949266" y="4694"/>
                  </a:lnTo>
                  <a:lnTo>
                    <a:pt x="3942258" y="14102"/>
                  </a:lnTo>
                  <a:lnTo>
                    <a:pt x="3942258" y="0"/>
                  </a:lnTo>
                  <a:lnTo>
                    <a:pt x="3956275" y="0"/>
                  </a:lnTo>
                  <a:lnTo>
                    <a:pt x="3956275" y="21143"/>
                  </a:lnTo>
                  <a:lnTo>
                    <a:pt x="3902154" y="21143"/>
                  </a:lnTo>
                  <a:lnTo>
                    <a:pt x="3902154" y="4694"/>
                  </a:lnTo>
                  <a:close/>
                </a:path>
              </a:pathLst>
            </a:custGeom>
            <a:ln w="31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 descr=""/>
            <p:cNvSpPr/>
            <p:nvPr/>
          </p:nvSpPr>
          <p:spPr>
            <a:xfrm>
              <a:off x="8815582" y="3088864"/>
              <a:ext cx="0" cy="2179320"/>
            </a:xfrm>
            <a:custGeom>
              <a:avLst/>
              <a:gdLst/>
              <a:ahLst/>
              <a:cxnLst/>
              <a:rect l="l" t="t" r="r" b="b"/>
              <a:pathLst>
                <a:path w="0" h="2179320">
                  <a:moveTo>
                    <a:pt x="0" y="0"/>
                  </a:moveTo>
                  <a:lnTo>
                    <a:pt x="0" y="2179311"/>
                  </a:lnTo>
                </a:path>
              </a:pathLst>
            </a:custGeom>
            <a:ln w="16741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3" name="object 173" descr=""/>
          <p:cNvSpPr txBox="1"/>
          <p:nvPr/>
        </p:nvSpPr>
        <p:spPr>
          <a:xfrm>
            <a:off x="2033450" y="4990049"/>
            <a:ext cx="907415" cy="2355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 spc="-10" b="1">
                <a:solidFill>
                  <a:srgbClr val="993300"/>
                </a:solidFill>
                <a:latin typeface="宋体"/>
                <a:cs typeface="宋体"/>
              </a:rPr>
              <a:t>按条带存放</a:t>
            </a:r>
            <a:endParaRPr sz="1350">
              <a:latin typeface="宋体"/>
              <a:cs typeface="宋体"/>
            </a:endParaRPr>
          </a:p>
        </p:txBody>
      </p:sp>
      <p:sp>
        <p:nvSpPr>
          <p:cNvPr id="174" name="object 174" descr=""/>
          <p:cNvSpPr txBox="1"/>
          <p:nvPr/>
        </p:nvSpPr>
        <p:spPr>
          <a:xfrm>
            <a:off x="6388857" y="4987702"/>
            <a:ext cx="907415" cy="2355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 spc="-10" b="1">
                <a:solidFill>
                  <a:srgbClr val="993300"/>
                </a:solidFill>
                <a:latin typeface="宋体"/>
                <a:cs typeface="宋体"/>
              </a:rPr>
              <a:t>按条带存放</a:t>
            </a:r>
            <a:endParaRPr sz="1350">
              <a:latin typeface="宋体"/>
              <a:cs typeface="宋体"/>
            </a:endParaRPr>
          </a:p>
        </p:txBody>
      </p:sp>
      <p:sp>
        <p:nvSpPr>
          <p:cNvPr id="175" name="object 175" descr=""/>
          <p:cNvSpPr/>
          <p:nvPr/>
        </p:nvSpPr>
        <p:spPr>
          <a:xfrm>
            <a:off x="919053" y="4712313"/>
            <a:ext cx="7518400" cy="243840"/>
          </a:xfrm>
          <a:custGeom>
            <a:avLst/>
            <a:gdLst/>
            <a:ahLst/>
            <a:cxnLst/>
            <a:rect l="l" t="t" r="r" b="b"/>
            <a:pathLst>
              <a:path w="7518400" h="243839">
                <a:moveTo>
                  <a:pt x="0" y="0"/>
                </a:moveTo>
                <a:lnTo>
                  <a:pt x="0" y="7060"/>
                </a:lnTo>
                <a:lnTo>
                  <a:pt x="0" y="14102"/>
                </a:lnTo>
                <a:lnTo>
                  <a:pt x="2355" y="18796"/>
                </a:lnTo>
                <a:lnTo>
                  <a:pt x="4711" y="25837"/>
                </a:lnTo>
                <a:lnTo>
                  <a:pt x="7066" y="30531"/>
                </a:lnTo>
                <a:lnTo>
                  <a:pt x="11778" y="37592"/>
                </a:lnTo>
                <a:lnTo>
                  <a:pt x="14133" y="42286"/>
                </a:lnTo>
                <a:lnTo>
                  <a:pt x="44756" y="68124"/>
                </a:lnTo>
                <a:lnTo>
                  <a:pt x="94205" y="93477"/>
                </a:lnTo>
                <a:lnTo>
                  <a:pt x="136119" y="107579"/>
                </a:lnTo>
                <a:lnTo>
                  <a:pt x="185568" y="116967"/>
                </a:lnTo>
                <a:lnTo>
                  <a:pt x="235036" y="121661"/>
                </a:lnTo>
                <a:lnTo>
                  <a:pt x="262817" y="121661"/>
                </a:lnTo>
                <a:lnTo>
                  <a:pt x="1317395" y="121661"/>
                </a:lnTo>
                <a:lnTo>
                  <a:pt x="1345643" y="121661"/>
                </a:lnTo>
                <a:lnTo>
                  <a:pt x="1371088" y="124008"/>
                </a:lnTo>
                <a:lnTo>
                  <a:pt x="1394625" y="126356"/>
                </a:lnTo>
                <a:lnTo>
                  <a:pt x="1420536" y="131050"/>
                </a:lnTo>
                <a:lnTo>
                  <a:pt x="1444093" y="135763"/>
                </a:lnTo>
                <a:lnTo>
                  <a:pt x="1465274" y="142805"/>
                </a:lnTo>
                <a:lnTo>
                  <a:pt x="1486474" y="149846"/>
                </a:lnTo>
                <a:lnTo>
                  <a:pt x="1502866" y="156887"/>
                </a:lnTo>
                <a:lnTo>
                  <a:pt x="1521750" y="166295"/>
                </a:lnTo>
                <a:lnTo>
                  <a:pt x="1535378" y="175684"/>
                </a:lnTo>
                <a:lnTo>
                  <a:pt x="1549589" y="184607"/>
                </a:lnTo>
                <a:lnTo>
                  <a:pt x="1561270" y="193995"/>
                </a:lnTo>
                <a:lnTo>
                  <a:pt x="1566137" y="201036"/>
                </a:lnTo>
                <a:lnTo>
                  <a:pt x="1568473" y="205750"/>
                </a:lnTo>
                <a:lnTo>
                  <a:pt x="1573146" y="212791"/>
                </a:lnTo>
                <a:lnTo>
                  <a:pt x="1575482" y="217486"/>
                </a:lnTo>
                <a:lnTo>
                  <a:pt x="1577818" y="224527"/>
                </a:lnTo>
                <a:lnTo>
                  <a:pt x="1580154" y="229221"/>
                </a:lnTo>
                <a:lnTo>
                  <a:pt x="1580154" y="236262"/>
                </a:lnTo>
                <a:lnTo>
                  <a:pt x="1580154" y="243323"/>
                </a:lnTo>
                <a:lnTo>
                  <a:pt x="1582490" y="236262"/>
                </a:lnTo>
                <a:lnTo>
                  <a:pt x="1582490" y="229221"/>
                </a:lnTo>
                <a:lnTo>
                  <a:pt x="1584826" y="224527"/>
                </a:lnTo>
                <a:lnTo>
                  <a:pt x="1587357" y="217486"/>
                </a:lnTo>
                <a:lnTo>
                  <a:pt x="1589693" y="212791"/>
                </a:lnTo>
                <a:lnTo>
                  <a:pt x="1592029" y="205750"/>
                </a:lnTo>
                <a:lnTo>
                  <a:pt x="1596702" y="201036"/>
                </a:lnTo>
                <a:lnTo>
                  <a:pt x="1601374" y="193995"/>
                </a:lnTo>
                <a:lnTo>
                  <a:pt x="1613250" y="184607"/>
                </a:lnTo>
                <a:lnTo>
                  <a:pt x="1627266" y="175684"/>
                </a:lnTo>
                <a:lnTo>
                  <a:pt x="1641478" y="166295"/>
                </a:lnTo>
                <a:lnTo>
                  <a:pt x="1676715" y="149846"/>
                </a:lnTo>
                <a:lnTo>
                  <a:pt x="1718766" y="135763"/>
                </a:lnTo>
                <a:lnTo>
                  <a:pt x="1742322" y="131050"/>
                </a:lnTo>
                <a:lnTo>
                  <a:pt x="1765684" y="126356"/>
                </a:lnTo>
                <a:lnTo>
                  <a:pt x="1791771" y="124008"/>
                </a:lnTo>
                <a:lnTo>
                  <a:pt x="1817663" y="121661"/>
                </a:lnTo>
                <a:lnTo>
                  <a:pt x="1845307" y="121661"/>
                </a:lnTo>
                <a:lnTo>
                  <a:pt x="2899886" y="121661"/>
                </a:lnTo>
                <a:lnTo>
                  <a:pt x="2925778" y="121661"/>
                </a:lnTo>
                <a:lnTo>
                  <a:pt x="2951281" y="119314"/>
                </a:lnTo>
                <a:lnTo>
                  <a:pt x="3003066" y="112273"/>
                </a:lnTo>
                <a:lnTo>
                  <a:pt x="3047842" y="100518"/>
                </a:lnTo>
                <a:lnTo>
                  <a:pt x="3066726" y="93477"/>
                </a:lnTo>
                <a:lnTo>
                  <a:pt x="3085610" y="86435"/>
                </a:lnTo>
                <a:lnTo>
                  <a:pt x="3101574" y="77047"/>
                </a:lnTo>
                <a:lnTo>
                  <a:pt x="3117927" y="68124"/>
                </a:lnTo>
                <a:lnTo>
                  <a:pt x="3132138" y="58716"/>
                </a:lnTo>
                <a:lnTo>
                  <a:pt x="3141483" y="46981"/>
                </a:lnTo>
                <a:lnTo>
                  <a:pt x="3146350" y="42286"/>
                </a:lnTo>
                <a:lnTo>
                  <a:pt x="3151022" y="37592"/>
                </a:lnTo>
                <a:lnTo>
                  <a:pt x="3155695" y="30531"/>
                </a:lnTo>
                <a:lnTo>
                  <a:pt x="3158031" y="25837"/>
                </a:lnTo>
                <a:lnTo>
                  <a:pt x="3160367" y="18796"/>
                </a:lnTo>
                <a:lnTo>
                  <a:pt x="3162703" y="14102"/>
                </a:lnTo>
                <a:lnTo>
                  <a:pt x="3162703" y="7060"/>
                </a:lnTo>
                <a:lnTo>
                  <a:pt x="3162703" y="0"/>
                </a:lnTo>
              </a:path>
              <a:path w="7518400" h="243839">
                <a:moveTo>
                  <a:pt x="4355893" y="0"/>
                </a:moveTo>
                <a:lnTo>
                  <a:pt x="4355893" y="7060"/>
                </a:lnTo>
                <a:lnTo>
                  <a:pt x="4355893" y="14102"/>
                </a:lnTo>
                <a:lnTo>
                  <a:pt x="4358230" y="18796"/>
                </a:lnTo>
                <a:lnTo>
                  <a:pt x="4359982" y="25837"/>
                </a:lnTo>
                <a:lnTo>
                  <a:pt x="4362318" y="30531"/>
                </a:lnTo>
                <a:lnTo>
                  <a:pt x="4367185" y="37592"/>
                </a:lnTo>
                <a:lnTo>
                  <a:pt x="4369521" y="42286"/>
                </a:lnTo>
                <a:lnTo>
                  <a:pt x="4374193" y="46981"/>
                </a:lnTo>
                <a:lnTo>
                  <a:pt x="4385874" y="58716"/>
                </a:lnTo>
                <a:lnTo>
                  <a:pt x="4400086" y="68124"/>
                </a:lnTo>
                <a:lnTo>
                  <a:pt x="4414297" y="77047"/>
                </a:lnTo>
                <a:lnTo>
                  <a:pt x="4432986" y="86435"/>
                </a:lnTo>
                <a:lnTo>
                  <a:pt x="4449534" y="93477"/>
                </a:lnTo>
                <a:lnTo>
                  <a:pt x="4470754" y="100518"/>
                </a:lnTo>
                <a:lnTo>
                  <a:pt x="4491974" y="107579"/>
                </a:lnTo>
                <a:lnTo>
                  <a:pt x="4515531" y="112273"/>
                </a:lnTo>
                <a:lnTo>
                  <a:pt x="4540839" y="116967"/>
                </a:lnTo>
                <a:lnTo>
                  <a:pt x="4564395" y="119314"/>
                </a:lnTo>
                <a:lnTo>
                  <a:pt x="4590287" y="121661"/>
                </a:lnTo>
                <a:lnTo>
                  <a:pt x="4618711" y="121661"/>
                </a:lnTo>
                <a:lnTo>
                  <a:pt x="5672705" y="121661"/>
                </a:lnTo>
                <a:lnTo>
                  <a:pt x="5700934" y="121661"/>
                </a:lnTo>
                <a:lnTo>
                  <a:pt x="5726826" y="124008"/>
                </a:lnTo>
                <a:lnTo>
                  <a:pt x="5752718" y="126356"/>
                </a:lnTo>
                <a:lnTo>
                  <a:pt x="5775885" y="131050"/>
                </a:lnTo>
                <a:lnTo>
                  <a:pt x="5799441" y="135763"/>
                </a:lnTo>
                <a:lnTo>
                  <a:pt x="5820661" y="142805"/>
                </a:lnTo>
                <a:lnTo>
                  <a:pt x="5841882" y="149846"/>
                </a:lnTo>
                <a:lnTo>
                  <a:pt x="5860571" y="156887"/>
                </a:lnTo>
                <a:lnTo>
                  <a:pt x="5877118" y="166295"/>
                </a:lnTo>
                <a:lnTo>
                  <a:pt x="5891330" y="175684"/>
                </a:lnTo>
                <a:lnTo>
                  <a:pt x="5905347" y="184607"/>
                </a:lnTo>
                <a:lnTo>
                  <a:pt x="5917222" y="193995"/>
                </a:lnTo>
                <a:lnTo>
                  <a:pt x="5921895" y="201036"/>
                </a:lnTo>
                <a:lnTo>
                  <a:pt x="5924231" y="205750"/>
                </a:lnTo>
                <a:lnTo>
                  <a:pt x="5928903" y="212791"/>
                </a:lnTo>
                <a:lnTo>
                  <a:pt x="5931239" y="217486"/>
                </a:lnTo>
                <a:lnTo>
                  <a:pt x="5933186" y="224527"/>
                </a:lnTo>
                <a:lnTo>
                  <a:pt x="5935522" y="229221"/>
                </a:lnTo>
                <a:lnTo>
                  <a:pt x="5935522" y="236262"/>
                </a:lnTo>
                <a:lnTo>
                  <a:pt x="5935522" y="243323"/>
                </a:lnTo>
                <a:lnTo>
                  <a:pt x="5937858" y="236262"/>
                </a:lnTo>
                <a:lnTo>
                  <a:pt x="5937858" y="229221"/>
                </a:lnTo>
                <a:lnTo>
                  <a:pt x="5940195" y="224527"/>
                </a:lnTo>
                <a:lnTo>
                  <a:pt x="5942531" y="217486"/>
                </a:lnTo>
                <a:lnTo>
                  <a:pt x="5944867" y="212791"/>
                </a:lnTo>
                <a:lnTo>
                  <a:pt x="5947398" y="205750"/>
                </a:lnTo>
                <a:lnTo>
                  <a:pt x="5952070" y="201036"/>
                </a:lnTo>
                <a:lnTo>
                  <a:pt x="5956742" y="193995"/>
                </a:lnTo>
                <a:lnTo>
                  <a:pt x="5968423" y="184607"/>
                </a:lnTo>
                <a:lnTo>
                  <a:pt x="5982635" y="175684"/>
                </a:lnTo>
                <a:lnTo>
                  <a:pt x="5996846" y="166295"/>
                </a:lnTo>
                <a:lnTo>
                  <a:pt x="6013199" y="156887"/>
                </a:lnTo>
                <a:lnTo>
                  <a:pt x="6053303" y="142805"/>
                </a:lnTo>
                <a:lnTo>
                  <a:pt x="6097496" y="131050"/>
                </a:lnTo>
                <a:lnTo>
                  <a:pt x="6146944" y="124008"/>
                </a:lnTo>
                <a:lnTo>
                  <a:pt x="6172837" y="121661"/>
                </a:lnTo>
                <a:lnTo>
                  <a:pt x="6201260" y="121661"/>
                </a:lnTo>
                <a:lnTo>
                  <a:pt x="7255254" y="121661"/>
                </a:lnTo>
                <a:lnTo>
                  <a:pt x="7281147" y="121661"/>
                </a:lnTo>
                <a:lnTo>
                  <a:pt x="7309375" y="119314"/>
                </a:lnTo>
                <a:lnTo>
                  <a:pt x="7358434" y="112273"/>
                </a:lnTo>
                <a:lnTo>
                  <a:pt x="7403211" y="100518"/>
                </a:lnTo>
                <a:lnTo>
                  <a:pt x="7440784" y="86435"/>
                </a:lnTo>
                <a:lnTo>
                  <a:pt x="7487896" y="58716"/>
                </a:lnTo>
                <a:lnTo>
                  <a:pt x="7497435" y="46981"/>
                </a:lnTo>
                <a:lnTo>
                  <a:pt x="7502108" y="42286"/>
                </a:lnTo>
                <a:lnTo>
                  <a:pt x="7506780" y="37592"/>
                </a:lnTo>
                <a:lnTo>
                  <a:pt x="7511063" y="30531"/>
                </a:lnTo>
                <a:lnTo>
                  <a:pt x="7513399" y="25837"/>
                </a:lnTo>
                <a:lnTo>
                  <a:pt x="7515735" y="18796"/>
                </a:lnTo>
                <a:lnTo>
                  <a:pt x="7518071" y="14102"/>
                </a:lnTo>
                <a:lnTo>
                  <a:pt x="7518071" y="7060"/>
                </a:lnTo>
                <a:lnTo>
                  <a:pt x="7518071" y="0"/>
                </a:lnTo>
              </a:path>
            </a:pathLst>
          </a:custGeom>
          <a:ln w="9402">
            <a:solidFill>
              <a:srgbClr val="9933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53605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34809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15" b="1">
                <a:solidFill>
                  <a:srgbClr val="40458B"/>
                </a:solidFill>
                <a:latin typeface="宋体"/>
                <a:cs typeface="宋体"/>
              </a:rPr>
              <a:t>43/81</a:t>
            </a:r>
            <a:endParaRPr baseline="1736" sz="2400">
              <a:latin typeface="宋体"/>
              <a:cs typeface="宋体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19062" y="188976"/>
            <a:ext cx="1437005" cy="274955"/>
            <a:chOff x="119062" y="188976"/>
            <a:chExt cx="1437005" cy="274955"/>
          </a:xfrm>
        </p:grpSpPr>
        <p:sp>
          <p:nvSpPr>
            <p:cNvPr id="4" name="object 4" descr=""/>
            <p:cNvSpPr/>
            <p:nvPr/>
          </p:nvSpPr>
          <p:spPr>
            <a:xfrm>
              <a:off x="119062" y="188976"/>
              <a:ext cx="499745" cy="274955"/>
            </a:xfrm>
            <a:custGeom>
              <a:avLst/>
              <a:gdLst/>
              <a:ahLst/>
              <a:cxnLst/>
              <a:rect l="l" t="t" r="r" b="b"/>
              <a:pathLst>
                <a:path w="499745" h="274955">
                  <a:moveTo>
                    <a:pt x="119837" y="0"/>
                  </a:moveTo>
                  <a:lnTo>
                    <a:pt x="4993" y="41528"/>
                  </a:lnTo>
                  <a:lnTo>
                    <a:pt x="264655" y="135508"/>
                  </a:lnTo>
                  <a:lnTo>
                    <a:pt x="0" y="231266"/>
                  </a:lnTo>
                  <a:lnTo>
                    <a:pt x="119837" y="274574"/>
                  </a:lnTo>
                  <a:lnTo>
                    <a:pt x="499338" y="137287"/>
                  </a:lnTo>
                  <a:lnTo>
                    <a:pt x="119837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85546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9621" y="0"/>
                  </a:moveTo>
                  <a:lnTo>
                    <a:pt x="4991" y="41528"/>
                  </a:lnTo>
                  <a:lnTo>
                    <a:pt x="264147" y="135508"/>
                  </a:lnTo>
                  <a:lnTo>
                    <a:pt x="0" y="231266"/>
                  </a:lnTo>
                  <a:lnTo>
                    <a:pt x="119621" y="274574"/>
                  </a:lnTo>
                  <a:lnTo>
                    <a:pt x="497141" y="137287"/>
                  </a:lnTo>
                  <a:lnTo>
                    <a:pt x="119621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058608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8363" y="0"/>
                  </a:moveTo>
                  <a:lnTo>
                    <a:pt x="4978" y="41528"/>
                  </a:lnTo>
                  <a:lnTo>
                    <a:pt x="264096" y="135508"/>
                  </a:lnTo>
                  <a:lnTo>
                    <a:pt x="0" y="231266"/>
                  </a:lnTo>
                  <a:lnTo>
                    <a:pt x="118363" y="274574"/>
                  </a:lnTo>
                  <a:lnTo>
                    <a:pt x="497141" y="137287"/>
                  </a:lnTo>
                  <a:lnTo>
                    <a:pt x="118363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600315" algn="l"/>
              </a:tabLst>
            </a:pPr>
            <a:r>
              <a:rPr dirty="0" spc="-605"/>
              <a:t> </a:t>
            </a:r>
            <a:r>
              <a:rPr dirty="0"/>
              <a:t>8.3 廉价磁盘冗余阵列</a:t>
            </a:r>
            <a:r>
              <a:rPr dirty="0" spc="-20"/>
              <a:t>RAID</a:t>
            </a:r>
            <a:r>
              <a:rPr dirty="0"/>
              <a:t>	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221691" y="892555"/>
            <a:ext cx="9070975" cy="1489075"/>
          </a:xfrm>
          <a:prstGeom prst="rect">
            <a:avLst/>
          </a:prstGeom>
        </p:spPr>
        <p:txBody>
          <a:bodyPr wrap="square" lIns="0" tIns="1587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dirty="0" sz="2400" spc="-20">
                <a:solidFill>
                  <a:srgbClr val="E14B04"/>
                </a:solidFill>
                <a:latin typeface="黑体"/>
                <a:cs typeface="黑体"/>
              </a:rPr>
              <a:t>同理：</a:t>
            </a:r>
            <a:endParaRPr sz="2400">
              <a:latin typeface="黑体"/>
              <a:cs typeface="黑体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  <a:tabLst>
                <a:tab pos="1993900" algn="l"/>
                <a:tab pos="3822700" algn="l"/>
              </a:tabLst>
            </a:pPr>
            <a:r>
              <a:rPr dirty="0" sz="2400" spc="-10">
                <a:solidFill>
                  <a:srgbClr val="E14B04"/>
                </a:solidFill>
                <a:latin typeface="黑体"/>
                <a:cs typeface="黑体"/>
              </a:rPr>
              <a:t>RAID50：</a:t>
            </a:r>
            <a:r>
              <a:rPr dirty="0" sz="2400" spc="-10">
                <a:solidFill>
                  <a:srgbClr val="006FC0"/>
                </a:solidFill>
                <a:latin typeface="黑体"/>
                <a:cs typeface="黑体"/>
              </a:rPr>
              <a:t>RAID</a:t>
            </a:r>
            <a:r>
              <a:rPr dirty="0" sz="2400">
                <a:solidFill>
                  <a:srgbClr val="006FC0"/>
                </a:solidFill>
                <a:latin typeface="黑体"/>
                <a:cs typeface="黑体"/>
              </a:rPr>
              <a:t>	5组合成</a:t>
            </a:r>
            <a:r>
              <a:rPr dirty="0" sz="2400" spc="-20">
                <a:solidFill>
                  <a:srgbClr val="006FC0"/>
                </a:solidFill>
                <a:latin typeface="黑体"/>
                <a:cs typeface="黑体"/>
              </a:rPr>
              <a:t>RAID</a:t>
            </a:r>
            <a:r>
              <a:rPr dirty="0" sz="2400">
                <a:solidFill>
                  <a:srgbClr val="006FC0"/>
                </a:solidFill>
                <a:latin typeface="黑体"/>
                <a:cs typeface="黑体"/>
              </a:rPr>
              <a:t>	0，提供较高的性能和容错能力</a:t>
            </a:r>
            <a:r>
              <a:rPr dirty="0" sz="2400" spc="-50">
                <a:solidFill>
                  <a:srgbClr val="006FC0"/>
                </a:solidFill>
                <a:latin typeface="黑体"/>
                <a:cs typeface="黑体"/>
              </a:rPr>
              <a:t>。</a:t>
            </a:r>
            <a:endParaRPr sz="2400">
              <a:latin typeface="黑体"/>
              <a:cs typeface="黑体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2400">
                <a:solidFill>
                  <a:srgbClr val="E14B04"/>
                </a:solidFill>
                <a:latin typeface="Tahoma"/>
                <a:cs typeface="Tahoma"/>
              </a:rPr>
              <a:t>RAID 60</a:t>
            </a:r>
            <a:r>
              <a:rPr dirty="0" sz="2400">
                <a:solidFill>
                  <a:srgbClr val="E14B04"/>
                </a:solidFill>
                <a:latin typeface="黑体"/>
                <a:cs typeface="黑体"/>
              </a:rPr>
              <a:t>：</a:t>
            </a:r>
            <a:r>
              <a:rPr dirty="0" sz="2400">
                <a:solidFill>
                  <a:srgbClr val="006FC0"/>
                </a:solidFill>
                <a:latin typeface="黑体"/>
                <a:cs typeface="黑体"/>
              </a:rPr>
              <a:t>RAID </a:t>
            </a:r>
            <a:r>
              <a:rPr dirty="0" sz="2400" spc="-10">
                <a:solidFill>
                  <a:srgbClr val="006FC0"/>
                </a:solidFill>
                <a:latin typeface="黑体"/>
                <a:cs typeface="黑体"/>
              </a:rPr>
              <a:t>6组合成</a:t>
            </a:r>
            <a:r>
              <a:rPr dirty="0" sz="2400">
                <a:solidFill>
                  <a:srgbClr val="006FC0"/>
                </a:solidFill>
                <a:latin typeface="黑体"/>
                <a:cs typeface="黑体"/>
              </a:rPr>
              <a:t>RAID </a:t>
            </a:r>
            <a:r>
              <a:rPr dirty="0" sz="2400" spc="-10">
                <a:solidFill>
                  <a:srgbClr val="006FC0"/>
                </a:solidFill>
                <a:latin typeface="黑体"/>
                <a:cs typeface="黑体"/>
              </a:rPr>
              <a:t>0，</a:t>
            </a:r>
            <a:r>
              <a:rPr dirty="0" sz="2400" spc="-15">
                <a:solidFill>
                  <a:srgbClr val="006FC0"/>
                </a:solidFill>
                <a:latin typeface="黑体"/>
                <a:cs typeface="黑体"/>
              </a:rPr>
              <a:t>提供更高级别的性能和容错能力。</a:t>
            </a:r>
            <a:endParaRPr sz="2400">
              <a:latin typeface="黑体"/>
              <a:cs typeface="黑体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21691" y="3268589"/>
            <a:ext cx="6274435" cy="1489710"/>
          </a:xfrm>
          <a:prstGeom prst="rect">
            <a:avLst/>
          </a:prstGeom>
        </p:spPr>
        <p:txBody>
          <a:bodyPr wrap="square" lIns="0" tIns="1593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5"/>
              </a:spcBef>
            </a:pPr>
            <a:r>
              <a:rPr dirty="0" sz="2400" spc="-10">
                <a:solidFill>
                  <a:srgbClr val="E14B04"/>
                </a:solidFill>
                <a:latin typeface="黑体"/>
                <a:cs typeface="黑体"/>
              </a:rPr>
              <a:t>如何选择</a:t>
            </a:r>
            <a:r>
              <a:rPr dirty="0" sz="2400" spc="-20">
                <a:solidFill>
                  <a:srgbClr val="E14B04"/>
                </a:solidFill>
                <a:latin typeface="黑体"/>
                <a:cs typeface="黑体"/>
              </a:rPr>
              <a:t>RAID</a:t>
            </a:r>
            <a:endParaRPr sz="2400">
              <a:latin typeface="黑体"/>
              <a:cs typeface="黑体"/>
            </a:endParaRPr>
          </a:p>
          <a:p>
            <a:pPr marL="12700" marR="5080" indent="152400">
              <a:lnSpc>
                <a:spcPct val="120000"/>
              </a:lnSpc>
              <a:spcBef>
                <a:spcPts val="580"/>
              </a:spcBef>
            </a:pPr>
            <a:r>
              <a:rPr dirty="0" sz="2400">
                <a:solidFill>
                  <a:srgbClr val="E14B04"/>
                </a:solidFill>
                <a:latin typeface="黑体"/>
                <a:cs typeface="黑体"/>
              </a:rPr>
              <a:t>综合考虑：</a:t>
            </a:r>
            <a:r>
              <a:rPr dirty="0" sz="2400" spc="-5">
                <a:solidFill>
                  <a:srgbClr val="006FC0"/>
                </a:solidFill>
                <a:latin typeface="黑体"/>
                <a:cs typeface="黑体"/>
              </a:rPr>
              <a:t>容错能力需求、存储空间利用率、</a:t>
            </a:r>
            <a:r>
              <a:rPr dirty="0" sz="2400" spc="-20">
                <a:solidFill>
                  <a:srgbClr val="006FC0"/>
                </a:solidFill>
                <a:latin typeface="黑体"/>
                <a:cs typeface="黑体"/>
              </a:rPr>
              <a:t>预算等</a:t>
            </a:r>
            <a:endParaRPr sz="2400">
              <a:latin typeface="黑体"/>
              <a:cs typeface="黑体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775831" y="3928109"/>
            <a:ext cx="21615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solidFill>
                  <a:srgbClr val="006FC0"/>
                </a:solidFill>
                <a:latin typeface="黑体"/>
                <a:cs typeface="黑体"/>
              </a:rPr>
              <a:t>性能需求、成本</a:t>
            </a:r>
            <a:endParaRPr sz="24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53605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34809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15" b="1">
                <a:solidFill>
                  <a:srgbClr val="40458B"/>
                </a:solidFill>
                <a:latin typeface="宋体"/>
                <a:cs typeface="宋体"/>
              </a:rPr>
              <a:t>44/81</a:t>
            </a:r>
            <a:endParaRPr baseline="1736" sz="24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93444" y="1482039"/>
            <a:ext cx="7435850" cy="422909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none" sz="2600" spc="-10">
                <a:solidFill>
                  <a:srgbClr val="000000"/>
                </a:solidFill>
                <a:latin typeface="微软雅黑"/>
                <a:cs typeface="微软雅黑"/>
              </a:rPr>
              <a:t>关于RAID</a:t>
            </a:r>
            <a:r>
              <a:rPr dirty="0" u="none" sz="2600" spc="-20">
                <a:solidFill>
                  <a:srgbClr val="000000"/>
                </a:solidFill>
                <a:latin typeface="微软雅黑"/>
                <a:cs typeface="微软雅黑"/>
              </a:rPr>
              <a:t>技术的主要目标，以下描述最准确的是？</a:t>
            </a:r>
            <a:endParaRPr sz="2600">
              <a:latin typeface="微软雅黑"/>
              <a:cs typeface="微软雅黑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108075" y="2843276"/>
            <a:ext cx="527050" cy="527050"/>
            <a:chOff x="1108075" y="2843276"/>
            <a:chExt cx="527050" cy="527050"/>
          </a:xfrm>
        </p:grpSpPr>
        <p:sp>
          <p:nvSpPr>
            <p:cNvPr id="5" name="object 5" descr=""/>
            <p:cNvSpPr/>
            <p:nvPr/>
          </p:nvSpPr>
          <p:spPr>
            <a:xfrm>
              <a:off x="1114425" y="284962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57175" y="0"/>
                  </a:moveTo>
                  <a:lnTo>
                    <a:pt x="210946" y="4140"/>
                  </a:lnTo>
                  <a:lnTo>
                    <a:pt x="167437" y="16080"/>
                  </a:lnTo>
                  <a:lnTo>
                    <a:pt x="127372" y="35094"/>
                  </a:lnTo>
                  <a:lnTo>
                    <a:pt x="91479" y="60458"/>
                  </a:lnTo>
                  <a:lnTo>
                    <a:pt x="60483" y="91447"/>
                  </a:lnTo>
                  <a:lnTo>
                    <a:pt x="35111" y="127338"/>
                  </a:lnTo>
                  <a:lnTo>
                    <a:pt x="16089" y="167406"/>
                  </a:lnTo>
                  <a:lnTo>
                    <a:pt x="4143" y="210926"/>
                  </a:lnTo>
                  <a:lnTo>
                    <a:pt x="0" y="257175"/>
                  </a:lnTo>
                  <a:lnTo>
                    <a:pt x="4143" y="303389"/>
                  </a:lnTo>
                  <a:lnTo>
                    <a:pt x="16089" y="346892"/>
                  </a:lnTo>
                  <a:lnTo>
                    <a:pt x="35111" y="386954"/>
                  </a:lnTo>
                  <a:lnTo>
                    <a:pt x="60483" y="422849"/>
                  </a:lnTo>
                  <a:lnTo>
                    <a:pt x="91479" y="453849"/>
                  </a:lnTo>
                  <a:lnTo>
                    <a:pt x="127372" y="479227"/>
                  </a:lnTo>
                  <a:lnTo>
                    <a:pt x="167437" y="498254"/>
                  </a:lnTo>
                  <a:lnTo>
                    <a:pt x="210946" y="510204"/>
                  </a:lnTo>
                  <a:lnTo>
                    <a:pt x="257175" y="514350"/>
                  </a:lnTo>
                  <a:lnTo>
                    <a:pt x="303389" y="510204"/>
                  </a:lnTo>
                  <a:lnTo>
                    <a:pt x="346892" y="498254"/>
                  </a:lnTo>
                  <a:lnTo>
                    <a:pt x="386954" y="479227"/>
                  </a:lnTo>
                  <a:lnTo>
                    <a:pt x="422849" y="453849"/>
                  </a:lnTo>
                  <a:lnTo>
                    <a:pt x="453849" y="422849"/>
                  </a:lnTo>
                  <a:lnTo>
                    <a:pt x="479227" y="386954"/>
                  </a:lnTo>
                  <a:lnTo>
                    <a:pt x="498254" y="346892"/>
                  </a:lnTo>
                  <a:lnTo>
                    <a:pt x="510204" y="303389"/>
                  </a:lnTo>
                  <a:lnTo>
                    <a:pt x="514350" y="257175"/>
                  </a:lnTo>
                  <a:lnTo>
                    <a:pt x="510204" y="210926"/>
                  </a:lnTo>
                  <a:lnTo>
                    <a:pt x="498254" y="167406"/>
                  </a:lnTo>
                  <a:lnTo>
                    <a:pt x="479227" y="127338"/>
                  </a:lnTo>
                  <a:lnTo>
                    <a:pt x="453849" y="91447"/>
                  </a:lnTo>
                  <a:lnTo>
                    <a:pt x="422849" y="60458"/>
                  </a:lnTo>
                  <a:lnTo>
                    <a:pt x="386954" y="35094"/>
                  </a:lnTo>
                  <a:lnTo>
                    <a:pt x="346892" y="16080"/>
                  </a:lnTo>
                  <a:lnTo>
                    <a:pt x="303389" y="4140"/>
                  </a:lnTo>
                  <a:lnTo>
                    <a:pt x="257175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114425" y="284962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257175"/>
                  </a:moveTo>
                  <a:lnTo>
                    <a:pt x="4143" y="210926"/>
                  </a:lnTo>
                  <a:lnTo>
                    <a:pt x="16089" y="167406"/>
                  </a:lnTo>
                  <a:lnTo>
                    <a:pt x="35111" y="127338"/>
                  </a:lnTo>
                  <a:lnTo>
                    <a:pt x="60483" y="91447"/>
                  </a:lnTo>
                  <a:lnTo>
                    <a:pt x="91479" y="60458"/>
                  </a:lnTo>
                  <a:lnTo>
                    <a:pt x="127372" y="35094"/>
                  </a:lnTo>
                  <a:lnTo>
                    <a:pt x="167437" y="16080"/>
                  </a:lnTo>
                  <a:lnTo>
                    <a:pt x="210946" y="4140"/>
                  </a:lnTo>
                  <a:lnTo>
                    <a:pt x="257175" y="0"/>
                  </a:lnTo>
                  <a:lnTo>
                    <a:pt x="303389" y="4140"/>
                  </a:lnTo>
                  <a:lnTo>
                    <a:pt x="346892" y="16080"/>
                  </a:lnTo>
                  <a:lnTo>
                    <a:pt x="386954" y="35094"/>
                  </a:lnTo>
                  <a:lnTo>
                    <a:pt x="422849" y="60458"/>
                  </a:lnTo>
                  <a:lnTo>
                    <a:pt x="453849" y="91447"/>
                  </a:lnTo>
                  <a:lnTo>
                    <a:pt x="479227" y="127338"/>
                  </a:lnTo>
                  <a:lnTo>
                    <a:pt x="498254" y="167406"/>
                  </a:lnTo>
                  <a:lnTo>
                    <a:pt x="510204" y="210926"/>
                  </a:lnTo>
                  <a:lnTo>
                    <a:pt x="514350" y="257175"/>
                  </a:lnTo>
                  <a:lnTo>
                    <a:pt x="510204" y="303389"/>
                  </a:lnTo>
                  <a:lnTo>
                    <a:pt x="498254" y="346892"/>
                  </a:lnTo>
                  <a:lnTo>
                    <a:pt x="479227" y="386954"/>
                  </a:lnTo>
                  <a:lnTo>
                    <a:pt x="453849" y="422849"/>
                  </a:lnTo>
                  <a:lnTo>
                    <a:pt x="422849" y="453849"/>
                  </a:lnTo>
                  <a:lnTo>
                    <a:pt x="386954" y="479227"/>
                  </a:lnTo>
                  <a:lnTo>
                    <a:pt x="346892" y="498254"/>
                  </a:lnTo>
                  <a:lnTo>
                    <a:pt x="303389" y="510204"/>
                  </a:lnTo>
                  <a:lnTo>
                    <a:pt x="257175" y="514350"/>
                  </a:lnTo>
                  <a:lnTo>
                    <a:pt x="210946" y="510204"/>
                  </a:lnTo>
                  <a:lnTo>
                    <a:pt x="167437" y="498254"/>
                  </a:lnTo>
                  <a:lnTo>
                    <a:pt x="127372" y="479227"/>
                  </a:lnTo>
                  <a:lnTo>
                    <a:pt x="91479" y="453849"/>
                  </a:lnTo>
                  <a:lnTo>
                    <a:pt x="60483" y="422849"/>
                  </a:lnTo>
                  <a:lnTo>
                    <a:pt x="35111" y="386954"/>
                  </a:lnTo>
                  <a:lnTo>
                    <a:pt x="16089" y="346892"/>
                  </a:lnTo>
                  <a:lnTo>
                    <a:pt x="4143" y="303389"/>
                  </a:lnTo>
                  <a:lnTo>
                    <a:pt x="0" y="2571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 descr=""/>
          <p:cNvGrpSpPr/>
          <p:nvPr/>
        </p:nvGrpSpPr>
        <p:grpSpPr>
          <a:xfrm>
            <a:off x="1108075" y="3700526"/>
            <a:ext cx="527050" cy="527050"/>
            <a:chOff x="1108075" y="3700526"/>
            <a:chExt cx="527050" cy="527050"/>
          </a:xfrm>
        </p:grpSpPr>
        <p:sp>
          <p:nvSpPr>
            <p:cNvPr id="8" name="object 8" descr=""/>
            <p:cNvSpPr/>
            <p:nvPr/>
          </p:nvSpPr>
          <p:spPr>
            <a:xfrm>
              <a:off x="1114425" y="370687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57175" y="0"/>
                  </a:moveTo>
                  <a:lnTo>
                    <a:pt x="210946" y="4140"/>
                  </a:lnTo>
                  <a:lnTo>
                    <a:pt x="167437" y="16080"/>
                  </a:lnTo>
                  <a:lnTo>
                    <a:pt x="127372" y="35094"/>
                  </a:lnTo>
                  <a:lnTo>
                    <a:pt x="91479" y="60458"/>
                  </a:lnTo>
                  <a:lnTo>
                    <a:pt x="60483" y="91447"/>
                  </a:lnTo>
                  <a:lnTo>
                    <a:pt x="35111" y="127338"/>
                  </a:lnTo>
                  <a:lnTo>
                    <a:pt x="16089" y="167406"/>
                  </a:lnTo>
                  <a:lnTo>
                    <a:pt x="4143" y="210926"/>
                  </a:lnTo>
                  <a:lnTo>
                    <a:pt x="0" y="257175"/>
                  </a:lnTo>
                  <a:lnTo>
                    <a:pt x="4143" y="303389"/>
                  </a:lnTo>
                  <a:lnTo>
                    <a:pt x="16089" y="346892"/>
                  </a:lnTo>
                  <a:lnTo>
                    <a:pt x="35111" y="386954"/>
                  </a:lnTo>
                  <a:lnTo>
                    <a:pt x="60483" y="422849"/>
                  </a:lnTo>
                  <a:lnTo>
                    <a:pt x="91479" y="453849"/>
                  </a:lnTo>
                  <a:lnTo>
                    <a:pt x="127372" y="479227"/>
                  </a:lnTo>
                  <a:lnTo>
                    <a:pt x="167437" y="498254"/>
                  </a:lnTo>
                  <a:lnTo>
                    <a:pt x="210946" y="510204"/>
                  </a:lnTo>
                  <a:lnTo>
                    <a:pt x="257175" y="514350"/>
                  </a:lnTo>
                  <a:lnTo>
                    <a:pt x="303389" y="510204"/>
                  </a:lnTo>
                  <a:lnTo>
                    <a:pt x="346892" y="498254"/>
                  </a:lnTo>
                  <a:lnTo>
                    <a:pt x="386954" y="479227"/>
                  </a:lnTo>
                  <a:lnTo>
                    <a:pt x="422849" y="453849"/>
                  </a:lnTo>
                  <a:lnTo>
                    <a:pt x="453849" y="422849"/>
                  </a:lnTo>
                  <a:lnTo>
                    <a:pt x="479227" y="386954"/>
                  </a:lnTo>
                  <a:lnTo>
                    <a:pt x="498254" y="346892"/>
                  </a:lnTo>
                  <a:lnTo>
                    <a:pt x="510204" y="303389"/>
                  </a:lnTo>
                  <a:lnTo>
                    <a:pt x="514350" y="257175"/>
                  </a:lnTo>
                  <a:lnTo>
                    <a:pt x="510204" y="210926"/>
                  </a:lnTo>
                  <a:lnTo>
                    <a:pt x="498254" y="167406"/>
                  </a:lnTo>
                  <a:lnTo>
                    <a:pt x="479227" y="127338"/>
                  </a:lnTo>
                  <a:lnTo>
                    <a:pt x="453849" y="91447"/>
                  </a:lnTo>
                  <a:lnTo>
                    <a:pt x="422849" y="60458"/>
                  </a:lnTo>
                  <a:lnTo>
                    <a:pt x="386954" y="35094"/>
                  </a:lnTo>
                  <a:lnTo>
                    <a:pt x="346892" y="16080"/>
                  </a:lnTo>
                  <a:lnTo>
                    <a:pt x="303389" y="4140"/>
                  </a:lnTo>
                  <a:lnTo>
                    <a:pt x="257175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114425" y="370687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257175"/>
                  </a:moveTo>
                  <a:lnTo>
                    <a:pt x="4143" y="210926"/>
                  </a:lnTo>
                  <a:lnTo>
                    <a:pt x="16089" y="167406"/>
                  </a:lnTo>
                  <a:lnTo>
                    <a:pt x="35111" y="127338"/>
                  </a:lnTo>
                  <a:lnTo>
                    <a:pt x="60483" y="91447"/>
                  </a:lnTo>
                  <a:lnTo>
                    <a:pt x="91479" y="60458"/>
                  </a:lnTo>
                  <a:lnTo>
                    <a:pt x="127372" y="35094"/>
                  </a:lnTo>
                  <a:lnTo>
                    <a:pt x="167437" y="16080"/>
                  </a:lnTo>
                  <a:lnTo>
                    <a:pt x="210946" y="4140"/>
                  </a:lnTo>
                  <a:lnTo>
                    <a:pt x="257175" y="0"/>
                  </a:lnTo>
                  <a:lnTo>
                    <a:pt x="303389" y="4140"/>
                  </a:lnTo>
                  <a:lnTo>
                    <a:pt x="346892" y="16080"/>
                  </a:lnTo>
                  <a:lnTo>
                    <a:pt x="386954" y="35094"/>
                  </a:lnTo>
                  <a:lnTo>
                    <a:pt x="422849" y="60458"/>
                  </a:lnTo>
                  <a:lnTo>
                    <a:pt x="453849" y="91447"/>
                  </a:lnTo>
                  <a:lnTo>
                    <a:pt x="479227" y="127338"/>
                  </a:lnTo>
                  <a:lnTo>
                    <a:pt x="498254" y="167406"/>
                  </a:lnTo>
                  <a:lnTo>
                    <a:pt x="510204" y="210926"/>
                  </a:lnTo>
                  <a:lnTo>
                    <a:pt x="514350" y="257175"/>
                  </a:lnTo>
                  <a:lnTo>
                    <a:pt x="510204" y="303389"/>
                  </a:lnTo>
                  <a:lnTo>
                    <a:pt x="498254" y="346892"/>
                  </a:lnTo>
                  <a:lnTo>
                    <a:pt x="479227" y="386954"/>
                  </a:lnTo>
                  <a:lnTo>
                    <a:pt x="453849" y="422849"/>
                  </a:lnTo>
                  <a:lnTo>
                    <a:pt x="422849" y="453849"/>
                  </a:lnTo>
                  <a:lnTo>
                    <a:pt x="386954" y="479227"/>
                  </a:lnTo>
                  <a:lnTo>
                    <a:pt x="346892" y="498254"/>
                  </a:lnTo>
                  <a:lnTo>
                    <a:pt x="303389" y="510204"/>
                  </a:lnTo>
                  <a:lnTo>
                    <a:pt x="257175" y="514350"/>
                  </a:lnTo>
                  <a:lnTo>
                    <a:pt x="210946" y="510204"/>
                  </a:lnTo>
                  <a:lnTo>
                    <a:pt x="167437" y="498254"/>
                  </a:lnTo>
                  <a:lnTo>
                    <a:pt x="127372" y="479227"/>
                  </a:lnTo>
                  <a:lnTo>
                    <a:pt x="91479" y="453849"/>
                  </a:lnTo>
                  <a:lnTo>
                    <a:pt x="60483" y="422849"/>
                  </a:lnTo>
                  <a:lnTo>
                    <a:pt x="35111" y="386954"/>
                  </a:lnTo>
                  <a:lnTo>
                    <a:pt x="16089" y="346892"/>
                  </a:lnTo>
                  <a:lnTo>
                    <a:pt x="4143" y="303389"/>
                  </a:lnTo>
                  <a:lnTo>
                    <a:pt x="0" y="2571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 descr=""/>
          <p:cNvGrpSpPr/>
          <p:nvPr/>
        </p:nvGrpSpPr>
        <p:grpSpPr>
          <a:xfrm>
            <a:off x="1101725" y="4551426"/>
            <a:ext cx="539750" cy="539750"/>
            <a:chOff x="1101725" y="4551426"/>
            <a:chExt cx="539750" cy="539750"/>
          </a:xfrm>
        </p:grpSpPr>
        <p:sp>
          <p:nvSpPr>
            <p:cNvPr id="11" name="object 11" descr=""/>
            <p:cNvSpPr/>
            <p:nvPr/>
          </p:nvSpPr>
          <p:spPr>
            <a:xfrm>
              <a:off x="1114425" y="456412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57175" y="0"/>
                  </a:moveTo>
                  <a:lnTo>
                    <a:pt x="210946" y="4140"/>
                  </a:lnTo>
                  <a:lnTo>
                    <a:pt x="167437" y="16080"/>
                  </a:lnTo>
                  <a:lnTo>
                    <a:pt x="127372" y="35094"/>
                  </a:lnTo>
                  <a:lnTo>
                    <a:pt x="91479" y="60458"/>
                  </a:lnTo>
                  <a:lnTo>
                    <a:pt x="60483" y="91447"/>
                  </a:lnTo>
                  <a:lnTo>
                    <a:pt x="35111" y="127338"/>
                  </a:lnTo>
                  <a:lnTo>
                    <a:pt x="16089" y="167406"/>
                  </a:lnTo>
                  <a:lnTo>
                    <a:pt x="4143" y="210926"/>
                  </a:lnTo>
                  <a:lnTo>
                    <a:pt x="0" y="257175"/>
                  </a:lnTo>
                  <a:lnTo>
                    <a:pt x="4143" y="303389"/>
                  </a:lnTo>
                  <a:lnTo>
                    <a:pt x="16089" y="346892"/>
                  </a:lnTo>
                  <a:lnTo>
                    <a:pt x="35111" y="386954"/>
                  </a:lnTo>
                  <a:lnTo>
                    <a:pt x="60483" y="422849"/>
                  </a:lnTo>
                  <a:lnTo>
                    <a:pt x="91479" y="453849"/>
                  </a:lnTo>
                  <a:lnTo>
                    <a:pt x="127372" y="479227"/>
                  </a:lnTo>
                  <a:lnTo>
                    <a:pt x="167437" y="498254"/>
                  </a:lnTo>
                  <a:lnTo>
                    <a:pt x="210946" y="510204"/>
                  </a:lnTo>
                  <a:lnTo>
                    <a:pt x="257175" y="514350"/>
                  </a:lnTo>
                  <a:lnTo>
                    <a:pt x="303389" y="510204"/>
                  </a:lnTo>
                  <a:lnTo>
                    <a:pt x="346892" y="498254"/>
                  </a:lnTo>
                  <a:lnTo>
                    <a:pt x="386954" y="479227"/>
                  </a:lnTo>
                  <a:lnTo>
                    <a:pt x="422849" y="453849"/>
                  </a:lnTo>
                  <a:lnTo>
                    <a:pt x="453849" y="422849"/>
                  </a:lnTo>
                  <a:lnTo>
                    <a:pt x="479227" y="386954"/>
                  </a:lnTo>
                  <a:lnTo>
                    <a:pt x="498254" y="346892"/>
                  </a:lnTo>
                  <a:lnTo>
                    <a:pt x="510204" y="303389"/>
                  </a:lnTo>
                  <a:lnTo>
                    <a:pt x="514350" y="257175"/>
                  </a:lnTo>
                  <a:lnTo>
                    <a:pt x="510204" y="210926"/>
                  </a:lnTo>
                  <a:lnTo>
                    <a:pt x="498254" y="167406"/>
                  </a:lnTo>
                  <a:lnTo>
                    <a:pt x="479227" y="127338"/>
                  </a:lnTo>
                  <a:lnTo>
                    <a:pt x="453849" y="91447"/>
                  </a:lnTo>
                  <a:lnTo>
                    <a:pt x="422849" y="60458"/>
                  </a:lnTo>
                  <a:lnTo>
                    <a:pt x="386954" y="35094"/>
                  </a:lnTo>
                  <a:lnTo>
                    <a:pt x="346892" y="16080"/>
                  </a:lnTo>
                  <a:lnTo>
                    <a:pt x="303389" y="4140"/>
                  </a:lnTo>
                  <a:lnTo>
                    <a:pt x="257175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114425" y="456412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257175"/>
                  </a:moveTo>
                  <a:lnTo>
                    <a:pt x="4143" y="210926"/>
                  </a:lnTo>
                  <a:lnTo>
                    <a:pt x="16089" y="167406"/>
                  </a:lnTo>
                  <a:lnTo>
                    <a:pt x="35111" y="127338"/>
                  </a:lnTo>
                  <a:lnTo>
                    <a:pt x="60483" y="91447"/>
                  </a:lnTo>
                  <a:lnTo>
                    <a:pt x="91479" y="60458"/>
                  </a:lnTo>
                  <a:lnTo>
                    <a:pt x="127372" y="35094"/>
                  </a:lnTo>
                  <a:lnTo>
                    <a:pt x="167437" y="16080"/>
                  </a:lnTo>
                  <a:lnTo>
                    <a:pt x="210946" y="4140"/>
                  </a:lnTo>
                  <a:lnTo>
                    <a:pt x="257175" y="0"/>
                  </a:lnTo>
                  <a:lnTo>
                    <a:pt x="303389" y="4140"/>
                  </a:lnTo>
                  <a:lnTo>
                    <a:pt x="346892" y="16080"/>
                  </a:lnTo>
                  <a:lnTo>
                    <a:pt x="386954" y="35094"/>
                  </a:lnTo>
                  <a:lnTo>
                    <a:pt x="422849" y="60458"/>
                  </a:lnTo>
                  <a:lnTo>
                    <a:pt x="453849" y="91447"/>
                  </a:lnTo>
                  <a:lnTo>
                    <a:pt x="479227" y="127338"/>
                  </a:lnTo>
                  <a:lnTo>
                    <a:pt x="498254" y="167406"/>
                  </a:lnTo>
                  <a:lnTo>
                    <a:pt x="510204" y="210926"/>
                  </a:lnTo>
                  <a:lnTo>
                    <a:pt x="514350" y="257175"/>
                  </a:lnTo>
                  <a:lnTo>
                    <a:pt x="510204" y="303389"/>
                  </a:lnTo>
                  <a:lnTo>
                    <a:pt x="498254" y="346892"/>
                  </a:lnTo>
                  <a:lnTo>
                    <a:pt x="479227" y="386954"/>
                  </a:lnTo>
                  <a:lnTo>
                    <a:pt x="453849" y="422849"/>
                  </a:lnTo>
                  <a:lnTo>
                    <a:pt x="422849" y="453849"/>
                  </a:lnTo>
                  <a:lnTo>
                    <a:pt x="386954" y="479227"/>
                  </a:lnTo>
                  <a:lnTo>
                    <a:pt x="346892" y="498254"/>
                  </a:lnTo>
                  <a:lnTo>
                    <a:pt x="303389" y="510204"/>
                  </a:lnTo>
                  <a:lnTo>
                    <a:pt x="257175" y="514350"/>
                  </a:lnTo>
                  <a:lnTo>
                    <a:pt x="210946" y="510204"/>
                  </a:lnTo>
                  <a:lnTo>
                    <a:pt x="167437" y="498254"/>
                  </a:lnTo>
                  <a:lnTo>
                    <a:pt x="127372" y="479227"/>
                  </a:lnTo>
                  <a:lnTo>
                    <a:pt x="91479" y="453849"/>
                  </a:lnTo>
                  <a:lnTo>
                    <a:pt x="60483" y="422849"/>
                  </a:lnTo>
                  <a:lnTo>
                    <a:pt x="35111" y="386954"/>
                  </a:lnTo>
                  <a:lnTo>
                    <a:pt x="16089" y="346892"/>
                  </a:lnTo>
                  <a:lnTo>
                    <a:pt x="4143" y="303389"/>
                  </a:lnTo>
                  <a:lnTo>
                    <a:pt x="0" y="257175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" name="object 13" descr=""/>
          <p:cNvGrpSpPr/>
          <p:nvPr/>
        </p:nvGrpSpPr>
        <p:grpSpPr>
          <a:xfrm>
            <a:off x="1108075" y="5415026"/>
            <a:ext cx="527050" cy="527050"/>
            <a:chOff x="1108075" y="5415026"/>
            <a:chExt cx="527050" cy="527050"/>
          </a:xfrm>
        </p:grpSpPr>
        <p:sp>
          <p:nvSpPr>
            <p:cNvPr id="14" name="object 14" descr=""/>
            <p:cNvSpPr/>
            <p:nvPr/>
          </p:nvSpPr>
          <p:spPr>
            <a:xfrm>
              <a:off x="1114425" y="542137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57175" y="0"/>
                  </a:moveTo>
                  <a:lnTo>
                    <a:pt x="210946" y="4140"/>
                  </a:lnTo>
                  <a:lnTo>
                    <a:pt x="167437" y="16079"/>
                  </a:lnTo>
                  <a:lnTo>
                    <a:pt x="127372" y="35091"/>
                  </a:lnTo>
                  <a:lnTo>
                    <a:pt x="91479" y="60452"/>
                  </a:lnTo>
                  <a:lnTo>
                    <a:pt x="60483" y="91436"/>
                  </a:lnTo>
                  <a:lnTo>
                    <a:pt x="35111" y="127319"/>
                  </a:lnTo>
                  <a:lnTo>
                    <a:pt x="16089" y="167376"/>
                  </a:lnTo>
                  <a:lnTo>
                    <a:pt x="4143" y="210882"/>
                  </a:lnTo>
                  <a:lnTo>
                    <a:pt x="0" y="257111"/>
                  </a:lnTo>
                  <a:lnTo>
                    <a:pt x="4143" y="303339"/>
                  </a:lnTo>
                  <a:lnTo>
                    <a:pt x="16089" y="346849"/>
                  </a:lnTo>
                  <a:lnTo>
                    <a:pt x="35111" y="386913"/>
                  </a:lnTo>
                  <a:lnTo>
                    <a:pt x="60483" y="422807"/>
                  </a:lnTo>
                  <a:lnTo>
                    <a:pt x="91479" y="453803"/>
                  </a:lnTo>
                  <a:lnTo>
                    <a:pt x="127372" y="479175"/>
                  </a:lnTo>
                  <a:lnTo>
                    <a:pt x="167437" y="498197"/>
                  </a:lnTo>
                  <a:lnTo>
                    <a:pt x="210946" y="510143"/>
                  </a:lnTo>
                  <a:lnTo>
                    <a:pt x="257175" y="514286"/>
                  </a:lnTo>
                  <a:lnTo>
                    <a:pt x="303389" y="510143"/>
                  </a:lnTo>
                  <a:lnTo>
                    <a:pt x="346892" y="498197"/>
                  </a:lnTo>
                  <a:lnTo>
                    <a:pt x="386954" y="479175"/>
                  </a:lnTo>
                  <a:lnTo>
                    <a:pt x="422849" y="453803"/>
                  </a:lnTo>
                  <a:lnTo>
                    <a:pt x="453849" y="422807"/>
                  </a:lnTo>
                  <a:lnTo>
                    <a:pt x="479227" y="386913"/>
                  </a:lnTo>
                  <a:lnTo>
                    <a:pt x="498254" y="346849"/>
                  </a:lnTo>
                  <a:lnTo>
                    <a:pt x="510204" y="303339"/>
                  </a:lnTo>
                  <a:lnTo>
                    <a:pt x="514350" y="257111"/>
                  </a:lnTo>
                  <a:lnTo>
                    <a:pt x="510204" y="210882"/>
                  </a:lnTo>
                  <a:lnTo>
                    <a:pt x="498254" y="167376"/>
                  </a:lnTo>
                  <a:lnTo>
                    <a:pt x="479227" y="127319"/>
                  </a:lnTo>
                  <a:lnTo>
                    <a:pt x="453849" y="91436"/>
                  </a:lnTo>
                  <a:lnTo>
                    <a:pt x="422849" y="60452"/>
                  </a:lnTo>
                  <a:lnTo>
                    <a:pt x="386954" y="35091"/>
                  </a:lnTo>
                  <a:lnTo>
                    <a:pt x="346892" y="16079"/>
                  </a:lnTo>
                  <a:lnTo>
                    <a:pt x="303389" y="4140"/>
                  </a:lnTo>
                  <a:lnTo>
                    <a:pt x="257175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114425" y="542137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257111"/>
                  </a:moveTo>
                  <a:lnTo>
                    <a:pt x="4143" y="210882"/>
                  </a:lnTo>
                  <a:lnTo>
                    <a:pt x="16089" y="167376"/>
                  </a:lnTo>
                  <a:lnTo>
                    <a:pt x="35111" y="127319"/>
                  </a:lnTo>
                  <a:lnTo>
                    <a:pt x="60483" y="91436"/>
                  </a:lnTo>
                  <a:lnTo>
                    <a:pt x="91479" y="60452"/>
                  </a:lnTo>
                  <a:lnTo>
                    <a:pt x="127372" y="35091"/>
                  </a:lnTo>
                  <a:lnTo>
                    <a:pt x="167437" y="16079"/>
                  </a:lnTo>
                  <a:lnTo>
                    <a:pt x="210946" y="4140"/>
                  </a:lnTo>
                  <a:lnTo>
                    <a:pt x="257175" y="0"/>
                  </a:lnTo>
                  <a:lnTo>
                    <a:pt x="303389" y="4140"/>
                  </a:lnTo>
                  <a:lnTo>
                    <a:pt x="346892" y="16079"/>
                  </a:lnTo>
                  <a:lnTo>
                    <a:pt x="386954" y="35091"/>
                  </a:lnTo>
                  <a:lnTo>
                    <a:pt x="422849" y="60452"/>
                  </a:lnTo>
                  <a:lnTo>
                    <a:pt x="453849" y="91436"/>
                  </a:lnTo>
                  <a:lnTo>
                    <a:pt x="479227" y="127319"/>
                  </a:lnTo>
                  <a:lnTo>
                    <a:pt x="498254" y="167376"/>
                  </a:lnTo>
                  <a:lnTo>
                    <a:pt x="510204" y="210882"/>
                  </a:lnTo>
                  <a:lnTo>
                    <a:pt x="514350" y="257111"/>
                  </a:lnTo>
                  <a:lnTo>
                    <a:pt x="510204" y="303339"/>
                  </a:lnTo>
                  <a:lnTo>
                    <a:pt x="498254" y="346849"/>
                  </a:lnTo>
                  <a:lnTo>
                    <a:pt x="479227" y="386913"/>
                  </a:lnTo>
                  <a:lnTo>
                    <a:pt x="453849" y="422807"/>
                  </a:lnTo>
                  <a:lnTo>
                    <a:pt x="422849" y="453803"/>
                  </a:lnTo>
                  <a:lnTo>
                    <a:pt x="386954" y="479175"/>
                  </a:lnTo>
                  <a:lnTo>
                    <a:pt x="346892" y="498197"/>
                  </a:lnTo>
                  <a:lnTo>
                    <a:pt x="303389" y="510143"/>
                  </a:lnTo>
                  <a:lnTo>
                    <a:pt x="257175" y="514286"/>
                  </a:lnTo>
                  <a:lnTo>
                    <a:pt x="210946" y="510143"/>
                  </a:lnTo>
                  <a:lnTo>
                    <a:pt x="167437" y="498197"/>
                  </a:lnTo>
                  <a:lnTo>
                    <a:pt x="127372" y="479175"/>
                  </a:lnTo>
                  <a:lnTo>
                    <a:pt x="91479" y="453803"/>
                  </a:lnTo>
                  <a:lnTo>
                    <a:pt x="60483" y="422807"/>
                  </a:lnTo>
                  <a:lnTo>
                    <a:pt x="35111" y="386913"/>
                  </a:lnTo>
                  <a:lnTo>
                    <a:pt x="16089" y="346849"/>
                  </a:lnTo>
                  <a:lnTo>
                    <a:pt x="4143" y="303339"/>
                  </a:lnTo>
                  <a:lnTo>
                    <a:pt x="0" y="257111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" name="object 16" descr=""/>
          <p:cNvGrpSpPr/>
          <p:nvPr/>
        </p:nvGrpSpPr>
        <p:grpSpPr>
          <a:xfrm>
            <a:off x="0" y="6073775"/>
            <a:ext cx="9144000" cy="786130"/>
            <a:chOff x="0" y="6073775"/>
            <a:chExt cx="9144000" cy="786130"/>
          </a:xfrm>
        </p:grpSpPr>
        <p:sp>
          <p:nvSpPr>
            <p:cNvPr id="17" name="object 17" descr=""/>
            <p:cNvSpPr/>
            <p:nvPr/>
          </p:nvSpPr>
          <p:spPr>
            <a:xfrm>
              <a:off x="0" y="6526212"/>
              <a:ext cx="9144000" cy="333375"/>
            </a:xfrm>
            <a:custGeom>
              <a:avLst/>
              <a:gdLst/>
              <a:ahLst/>
              <a:cxnLst/>
              <a:rect l="l" t="t" r="r" b="b"/>
              <a:pathLst>
                <a:path w="9144000" h="333375">
                  <a:moveTo>
                    <a:pt x="9144000" y="0"/>
                  </a:moveTo>
                  <a:lnTo>
                    <a:pt x="0" y="0"/>
                  </a:lnTo>
                  <a:lnTo>
                    <a:pt x="0" y="333375"/>
                  </a:lnTo>
                  <a:lnTo>
                    <a:pt x="9144000" y="333375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4477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6588125" y="6092825"/>
              <a:ext cx="1543050" cy="411480"/>
            </a:xfrm>
            <a:custGeom>
              <a:avLst/>
              <a:gdLst/>
              <a:ahLst/>
              <a:cxnLst/>
              <a:rect l="l" t="t" r="r" b="b"/>
              <a:pathLst>
                <a:path w="1543050" h="411479">
                  <a:moveTo>
                    <a:pt x="1474470" y="0"/>
                  </a:moveTo>
                  <a:lnTo>
                    <a:pt x="68579" y="0"/>
                  </a:lnTo>
                  <a:lnTo>
                    <a:pt x="41898" y="5385"/>
                  </a:lnTo>
                  <a:lnTo>
                    <a:pt x="20097" y="20072"/>
                  </a:lnTo>
                  <a:lnTo>
                    <a:pt x="5393" y="41855"/>
                  </a:lnTo>
                  <a:lnTo>
                    <a:pt x="0" y="68529"/>
                  </a:lnTo>
                  <a:lnTo>
                    <a:pt x="0" y="342633"/>
                  </a:lnTo>
                  <a:lnTo>
                    <a:pt x="5393" y="369307"/>
                  </a:lnTo>
                  <a:lnTo>
                    <a:pt x="20097" y="391090"/>
                  </a:lnTo>
                  <a:lnTo>
                    <a:pt x="41898" y="405776"/>
                  </a:lnTo>
                  <a:lnTo>
                    <a:pt x="68579" y="411162"/>
                  </a:lnTo>
                  <a:lnTo>
                    <a:pt x="1474470" y="411162"/>
                  </a:lnTo>
                  <a:lnTo>
                    <a:pt x="1501151" y="405776"/>
                  </a:lnTo>
                  <a:lnTo>
                    <a:pt x="1522952" y="391090"/>
                  </a:lnTo>
                  <a:lnTo>
                    <a:pt x="1537656" y="369307"/>
                  </a:lnTo>
                  <a:lnTo>
                    <a:pt x="1543050" y="342633"/>
                  </a:lnTo>
                  <a:lnTo>
                    <a:pt x="1543050" y="68529"/>
                  </a:lnTo>
                  <a:lnTo>
                    <a:pt x="1537656" y="41855"/>
                  </a:lnTo>
                  <a:lnTo>
                    <a:pt x="1522952" y="20072"/>
                  </a:lnTo>
                  <a:lnTo>
                    <a:pt x="1501151" y="5385"/>
                  </a:lnTo>
                  <a:lnTo>
                    <a:pt x="1474470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6588125" y="6092825"/>
              <a:ext cx="1543050" cy="411480"/>
            </a:xfrm>
            <a:custGeom>
              <a:avLst/>
              <a:gdLst/>
              <a:ahLst/>
              <a:cxnLst/>
              <a:rect l="l" t="t" r="r" b="b"/>
              <a:pathLst>
                <a:path w="1543050" h="411479">
                  <a:moveTo>
                    <a:pt x="0" y="68529"/>
                  </a:moveTo>
                  <a:lnTo>
                    <a:pt x="5393" y="41855"/>
                  </a:lnTo>
                  <a:lnTo>
                    <a:pt x="20097" y="20072"/>
                  </a:lnTo>
                  <a:lnTo>
                    <a:pt x="41898" y="5385"/>
                  </a:lnTo>
                  <a:lnTo>
                    <a:pt x="68579" y="0"/>
                  </a:lnTo>
                  <a:lnTo>
                    <a:pt x="1474470" y="0"/>
                  </a:lnTo>
                  <a:lnTo>
                    <a:pt x="1501151" y="5385"/>
                  </a:lnTo>
                  <a:lnTo>
                    <a:pt x="1522952" y="20072"/>
                  </a:lnTo>
                  <a:lnTo>
                    <a:pt x="1537656" y="41855"/>
                  </a:lnTo>
                  <a:lnTo>
                    <a:pt x="1543050" y="68529"/>
                  </a:lnTo>
                  <a:lnTo>
                    <a:pt x="1543050" y="342633"/>
                  </a:lnTo>
                  <a:lnTo>
                    <a:pt x="1537656" y="369307"/>
                  </a:lnTo>
                  <a:lnTo>
                    <a:pt x="1522952" y="391090"/>
                  </a:lnTo>
                  <a:lnTo>
                    <a:pt x="1501151" y="405776"/>
                  </a:lnTo>
                  <a:lnTo>
                    <a:pt x="1474470" y="411162"/>
                  </a:lnTo>
                  <a:lnTo>
                    <a:pt x="68579" y="411162"/>
                  </a:lnTo>
                  <a:lnTo>
                    <a:pt x="41898" y="405776"/>
                  </a:lnTo>
                  <a:lnTo>
                    <a:pt x="20097" y="391090"/>
                  </a:lnTo>
                  <a:lnTo>
                    <a:pt x="5393" y="369307"/>
                  </a:lnTo>
                  <a:lnTo>
                    <a:pt x="0" y="342633"/>
                  </a:lnTo>
                  <a:lnTo>
                    <a:pt x="0" y="68529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1262252" y="2932557"/>
            <a:ext cx="6391910" cy="352297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657860" indent="-638810">
              <a:lnSpc>
                <a:spcPct val="100000"/>
              </a:lnSpc>
              <a:spcBef>
                <a:spcPts val="105"/>
              </a:spcBef>
              <a:buClr>
                <a:srgbClr val="FFFFFF"/>
              </a:buClr>
              <a:buAutoNum type="alphaUcPeriod"/>
              <a:tabLst>
                <a:tab pos="657860" algn="l"/>
              </a:tabLst>
            </a:pPr>
            <a:r>
              <a:rPr dirty="0" sz="2000" spc="-10">
                <a:latin typeface="微软雅黑"/>
                <a:cs typeface="微软雅黑"/>
              </a:rPr>
              <a:t>仅仅是为了提升磁盘的读写速度</a:t>
            </a:r>
            <a:endParaRPr sz="20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915"/>
              </a:spcBef>
              <a:buClr>
                <a:srgbClr val="FFFFFF"/>
              </a:buClr>
              <a:buFont typeface="΢"/>
              <a:buAutoNum type="alphaUcPeriod"/>
            </a:pPr>
            <a:endParaRPr sz="2000">
              <a:latin typeface="微软雅黑"/>
              <a:cs typeface="微软雅黑"/>
            </a:endParaRPr>
          </a:p>
          <a:p>
            <a:pPr marL="657860" indent="-629285">
              <a:lnSpc>
                <a:spcPct val="100000"/>
              </a:lnSpc>
              <a:buClr>
                <a:srgbClr val="FFFFFF"/>
              </a:buClr>
              <a:buAutoNum type="alphaUcPeriod"/>
              <a:tabLst>
                <a:tab pos="657860" algn="l"/>
              </a:tabLst>
            </a:pPr>
            <a:r>
              <a:rPr dirty="0" sz="2000" spc="-15">
                <a:latin typeface="微软雅黑"/>
                <a:cs typeface="微软雅黑"/>
              </a:rPr>
              <a:t>仅仅是为了防止磁盘故障导致数据丢失</a:t>
            </a:r>
            <a:endParaRPr sz="20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919"/>
              </a:spcBef>
              <a:buClr>
                <a:srgbClr val="FFFFFF"/>
              </a:buClr>
              <a:buFont typeface="΢"/>
              <a:buAutoNum type="alphaUcPeriod"/>
            </a:pPr>
            <a:endParaRPr sz="2000">
              <a:latin typeface="微软雅黑"/>
              <a:cs typeface="微软雅黑"/>
            </a:endParaRPr>
          </a:p>
          <a:p>
            <a:pPr marL="530860" indent="-506730">
              <a:lnSpc>
                <a:spcPct val="100000"/>
              </a:lnSpc>
              <a:buClr>
                <a:srgbClr val="FFFFFF"/>
              </a:buClr>
              <a:buAutoNum type="alphaUcPeriod"/>
              <a:tabLst>
                <a:tab pos="530860" algn="l"/>
              </a:tabLst>
            </a:pPr>
            <a:r>
              <a:rPr dirty="0" sz="2000" spc="-20">
                <a:latin typeface="微软雅黑"/>
                <a:cs typeface="微软雅黑"/>
              </a:rPr>
              <a:t>通过多磁盘并行和冗余校验，同时提高性能和可靠性</a:t>
            </a:r>
            <a:endParaRPr sz="20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919"/>
              </a:spcBef>
              <a:buClr>
                <a:srgbClr val="FFFFFF"/>
              </a:buClr>
              <a:buFont typeface="΢"/>
              <a:buAutoNum type="alphaUcPeriod"/>
            </a:pPr>
            <a:endParaRPr sz="2000">
              <a:latin typeface="微软雅黑"/>
              <a:cs typeface="微软雅黑"/>
            </a:endParaRPr>
          </a:p>
          <a:p>
            <a:pPr marL="657860" indent="-645160">
              <a:lnSpc>
                <a:spcPct val="100000"/>
              </a:lnSpc>
              <a:buClr>
                <a:srgbClr val="FFFFFF"/>
              </a:buClr>
              <a:buAutoNum type="alphaUcPeriod"/>
              <a:tabLst>
                <a:tab pos="657860" algn="l"/>
              </a:tabLst>
            </a:pPr>
            <a:r>
              <a:rPr dirty="0" sz="2000" spc="-10">
                <a:latin typeface="微软雅黑"/>
                <a:cs typeface="微软雅黑"/>
              </a:rPr>
              <a:t>以上都不对</a:t>
            </a:r>
            <a:endParaRPr sz="2000">
              <a:latin typeface="微软雅黑"/>
              <a:cs typeface="微软雅黑"/>
            </a:endParaRPr>
          </a:p>
          <a:p>
            <a:pPr algn="r" marR="29845">
              <a:lnSpc>
                <a:spcPct val="100000"/>
              </a:lnSpc>
              <a:spcBef>
                <a:spcPts val="2480"/>
              </a:spcBef>
            </a:pPr>
            <a:r>
              <a:rPr dirty="0" sz="2000" spc="-25">
                <a:solidFill>
                  <a:srgbClr val="FFFFFF"/>
                </a:solidFill>
                <a:latin typeface="微软雅黑"/>
                <a:cs typeface="微软雅黑"/>
              </a:rPr>
              <a:t>提交</a:t>
            </a:r>
            <a:endParaRPr sz="2000">
              <a:latin typeface="微软雅黑"/>
              <a:cs typeface="微软雅黑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22" name="object 22" descr=""/>
            <p:cNvSpPr/>
            <p:nvPr/>
          </p:nvSpPr>
          <p:spPr>
            <a:xfrm>
              <a:off x="190500" y="0"/>
              <a:ext cx="8953500" cy="635000"/>
            </a:xfrm>
            <a:custGeom>
              <a:avLst/>
              <a:gdLst/>
              <a:ahLst/>
              <a:cxnLst/>
              <a:rect l="l" t="t" r="r" b="b"/>
              <a:pathLst>
                <a:path w="8953500" h="635000">
                  <a:moveTo>
                    <a:pt x="0" y="635000"/>
                  </a:moveTo>
                  <a:lnTo>
                    <a:pt x="8953500" y="635000"/>
                  </a:lnTo>
                  <a:lnTo>
                    <a:pt x="8953500" y="0"/>
                  </a:lnTo>
                  <a:lnTo>
                    <a:pt x="0" y="0"/>
                  </a:lnTo>
                  <a:lnTo>
                    <a:pt x="0" y="635000"/>
                  </a:lnTo>
                  <a:close/>
                </a:path>
              </a:pathLst>
            </a:custGeom>
            <a:solidFill>
              <a:srgbClr val="F6F7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0" y="0"/>
              <a:ext cx="190500" cy="635000"/>
            </a:xfrm>
            <a:custGeom>
              <a:avLst/>
              <a:gdLst/>
              <a:ahLst/>
              <a:cxnLst/>
              <a:rect l="l" t="t" r="r" b="b"/>
              <a:pathLst>
                <a:path w="190500" h="635000">
                  <a:moveTo>
                    <a:pt x="190500" y="0"/>
                  </a:moveTo>
                  <a:lnTo>
                    <a:pt x="0" y="0"/>
                  </a:lnTo>
                  <a:lnTo>
                    <a:pt x="0" y="635000"/>
                  </a:lnTo>
                  <a:lnTo>
                    <a:pt x="190500" y="635000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629EF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332943" y="93090"/>
            <a:ext cx="1017905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spc="-20">
                <a:latin typeface="微软雅黑"/>
                <a:cs typeface="微软雅黑"/>
              </a:rPr>
              <a:t>单选题</a:t>
            </a:r>
            <a:endParaRPr sz="2600">
              <a:latin typeface="微软雅黑"/>
              <a:cs typeface="微软雅黑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1604899" y="187578"/>
            <a:ext cx="429259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808080"/>
                </a:solidFill>
                <a:latin typeface="微软雅黑"/>
                <a:cs typeface="微软雅黑"/>
              </a:rPr>
              <a:t>1</a:t>
            </a:r>
            <a:r>
              <a:rPr dirty="0" sz="2000" spc="-50">
                <a:solidFill>
                  <a:srgbClr val="808080"/>
                </a:solidFill>
                <a:latin typeface="微软雅黑"/>
                <a:cs typeface="微软雅黑"/>
              </a:rPr>
              <a:t>分</a:t>
            </a:r>
            <a:endParaRPr sz="2000">
              <a:latin typeface="微软雅黑"/>
              <a:cs typeface="微软雅黑"/>
            </a:endParaRPr>
          </a:p>
        </p:txBody>
      </p:sp>
      <p:pic>
        <p:nvPicPr>
          <p:cNvPr id="26" name="object 2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53605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34809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15" b="1">
                <a:solidFill>
                  <a:srgbClr val="40458B"/>
                </a:solidFill>
                <a:latin typeface="宋体"/>
                <a:cs typeface="宋体"/>
              </a:rPr>
              <a:t>45/81</a:t>
            </a:r>
            <a:endParaRPr baseline="1736" sz="2400">
              <a:latin typeface="宋体"/>
              <a:cs typeface="宋体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93444" y="1482039"/>
            <a:ext cx="5411470" cy="422909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none" sz="2600">
                <a:solidFill>
                  <a:srgbClr val="000000"/>
                </a:solidFill>
                <a:latin typeface="微软雅黑"/>
                <a:cs typeface="微软雅黑"/>
              </a:rPr>
              <a:t>RAID</a:t>
            </a:r>
            <a:r>
              <a:rPr dirty="0" u="none" sz="2600" spc="30">
                <a:solidFill>
                  <a:srgbClr val="000000"/>
                </a:solidFill>
                <a:latin typeface="微软雅黑"/>
                <a:cs typeface="微软雅黑"/>
              </a:rPr>
              <a:t> </a:t>
            </a:r>
            <a:r>
              <a:rPr dirty="0" u="none" sz="2600" spc="-10">
                <a:solidFill>
                  <a:srgbClr val="000000"/>
                </a:solidFill>
                <a:latin typeface="微软雅黑"/>
                <a:cs typeface="微软雅黑"/>
              </a:rPr>
              <a:t>1</a:t>
            </a:r>
            <a:r>
              <a:rPr dirty="0" u="none" sz="2600" spc="-15">
                <a:solidFill>
                  <a:srgbClr val="000000"/>
                </a:solidFill>
                <a:latin typeface="微软雅黑"/>
                <a:cs typeface="微软雅黑"/>
              </a:rPr>
              <a:t>通过什么技术实现数据保护？</a:t>
            </a:r>
            <a:endParaRPr sz="2600">
              <a:latin typeface="微软雅黑"/>
              <a:cs typeface="微软雅黑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907794" y="2883788"/>
            <a:ext cx="2009775" cy="4222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00" spc="-10">
                <a:latin typeface="微软雅黑"/>
                <a:cs typeface="微软雅黑"/>
              </a:rPr>
              <a:t>字节级条带化</a:t>
            </a:r>
            <a:endParaRPr sz="2600">
              <a:latin typeface="微软雅黑"/>
              <a:cs typeface="微软雅黑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907794" y="3741165"/>
            <a:ext cx="1348740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spc="-15">
                <a:latin typeface="微软雅黑"/>
                <a:cs typeface="微软雅黑"/>
              </a:rPr>
              <a:t>磁盘镜像</a:t>
            </a:r>
            <a:endParaRPr sz="2600">
              <a:latin typeface="微软雅黑"/>
              <a:cs typeface="微软雅黑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907794" y="4598670"/>
            <a:ext cx="2340610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spc="-10">
                <a:latin typeface="微软雅黑"/>
                <a:cs typeface="微软雅黑"/>
              </a:rPr>
              <a:t>分布式奇偶校验</a:t>
            </a:r>
            <a:endParaRPr sz="2600">
              <a:latin typeface="微软雅黑"/>
              <a:cs typeface="微软雅黑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907794" y="5477357"/>
            <a:ext cx="1854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solidFill>
                  <a:srgbClr val="40458B"/>
                </a:solidFill>
                <a:latin typeface="黑体"/>
                <a:cs typeface="黑体"/>
              </a:rPr>
              <a:t>双重奇偶校验</a:t>
            </a:r>
            <a:endParaRPr sz="2400">
              <a:latin typeface="黑体"/>
              <a:cs typeface="黑体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1108075" y="2843276"/>
            <a:ext cx="527050" cy="527050"/>
            <a:chOff x="1108075" y="2843276"/>
            <a:chExt cx="527050" cy="527050"/>
          </a:xfrm>
        </p:grpSpPr>
        <p:sp>
          <p:nvSpPr>
            <p:cNvPr id="10" name="object 10" descr=""/>
            <p:cNvSpPr/>
            <p:nvPr/>
          </p:nvSpPr>
          <p:spPr>
            <a:xfrm>
              <a:off x="1114425" y="284962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57175" y="0"/>
                  </a:moveTo>
                  <a:lnTo>
                    <a:pt x="210946" y="4140"/>
                  </a:lnTo>
                  <a:lnTo>
                    <a:pt x="167437" y="16080"/>
                  </a:lnTo>
                  <a:lnTo>
                    <a:pt x="127372" y="35094"/>
                  </a:lnTo>
                  <a:lnTo>
                    <a:pt x="91479" y="60458"/>
                  </a:lnTo>
                  <a:lnTo>
                    <a:pt x="60483" y="91447"/>
                  </a:lnTo>
                  <a:lnTo>
                    <a:pt x="35111" y="127338"/>
                  </a:lnTo>
                  <a:lnTo>
                    <a:pt x="16089" y="167406"/>
                  </a:lnTo>
                  <a:lnTo>
                    <a:pt x="4143" y="210926"/>
                  </a:lnTo>
                  <a:lnTo>
                    <a:pt x="0" y="257175"/>
                  </a:lnTo>
                  <a:lnTo>
                    <a:pt x="4143" y="303389"/>
                  </a:lnTo>
                  <a:lnTo>
                    <a:pt x="16089" y="346892"/>
                  </a:lnTo>
                  <a:lnTo>
                    <a:pt x="35111" y="386954"/>
                  </a:lnTo>
                  <a:lnTo>
                    <a:pt x="60483" y="422849"/>
                  </a:lnTo>
                  <a:lnTo>
                    <a:pt x="91479" y="453849"/>
                  </a:lnTo>
                  <a:lnTo>
                    <a:pt x="127372" y="479227"/>
                  </a:lnTo>
                  <a:lnTo>
                    <a:pt x="167437" y="498254"/>
                  </a:lnTo>
                  <a:lnTo>
                    <a:pt x="210946" y="510204"/>
                  </a:lnTo>
                  <a:lnTo>
                    <a:pt x="257175" y="514350"/>
                  </a:lnTo>
                  <a:lnTo>
                    <a:pt x="303389" y="510204"/>
                  </a:lnTo>
                  <a:lnTo>
                    <a:pt x="346892" y="498254"/>
                  </a:lnTo>
                  <a:lnTo>
                    <a:pt x="386954" y="479227"/>
                  </a:lnTo>
                  <a:lnTo>
                    <a:pt x="422849" y="453849"/>
                  </a:lnTo>
                  <a:lnTo>
                    <a:pt x="453849" y="422849"/>
                  </a:lnTo>
                  <a:lnTo>
                    <a:pt x="479227" y="386954"/>
                  </a:lnTo>
                  <a:lnTo>
                    <a:pt x="498254" y="346892"/>
                  </a:lnTo>
                  <a:lnTo>
                    <a:pt x="510204" y="303389"/>
                  </a:lnTo>
                  <a:lnTo>
                    <a:pt x="514350" y="257175"/>
                  </a:lnTo>
                  <a:lnTo>
                    <a:pt x="510204" y="210926"/>
                  </a:lnTo>
                  <a:lnTo>
                    <a:pt x="498254" y="167406"/>
                  </a:lnTo>
                  <a:lnTo>
                    <a:pt x="479227" y="127338"/>
                  </a:lnTo>
                  <a:lnTo>
                    <a:pt x="453849" y="91447"/>
                  </a:lnTo>
                  <a:lnTo>
                    <a:pt x="422849" y="60458"/>
                  </a:lnTo>
                  <a:lnTo>
                    <a:pt x="386954" y="35094"/>
                  </a:lnTo>
                  <a:lnTo>
                    <a:pt x="346892" y="16080"/>
                  </a:lnTo>
                  <a:lnTo>
                    <a:pt x="303389" y="4140"/>
                  </a:lnTo>
                  <a:lnTo>
                    <a:pt x="257175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114425" y="284962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257175"/>
                  </a:moveTo>
                  <a:lnTo>
                    <a:pt x="4143" y="210926"/>
                  </a:lnTo>
                  <a:lnTo>
                    <a:pt x="16089" y="167406"/>
                  </a:lnTo>
                  <a:lnTo>
                    <a:pt x="35111" y="127338"/>
                  </a:lnTo>
                  <a:lnTo>
                    <a:pt x="60483" y="91447"/>
                  </a:lnTo>
                  <a:lnTo>
                    <a:pt x="91479" y="60458"/>
                  </a:lnTo>
                  <a:lnTo>
                    <a:pt x="127372" y="35094"/>
                  </a:lnTo>
                  <a:lnTo>
                    <a:pt x="167437" y="16080"/>
                  </a:lnTo>
                  <a:lnTo>
                    <a:pt x="210946" y="4140"/>
                  </a:lnTo>
                  <a:lnTo>
                    <a:pt x="257175" y="0"/>
                  </a:lnTo>
                  <a:lnTo>
                    <a:pt x="303389" y="4140"/>
                  </a:lnTo>
                  <a:lnTo>
                    <a:pt x="346892" y="16080"/>
                  </a:lnTo>
                  <a:lnTo>
                    <a:pt x="386954" y="35094"/>
                  </a:lnTo>
                  <a:lnTo>
                    <a:pt x="422849" y="60458"/>
                  </a:lnTo>
                  <a:lnTo>
                    <a:pt x="453849" y="91447"/>
                  </a:lnTo>
                  <a:lnTo>
                    <a:pt x="479227" y="127338"/>
                  </a:lnTo>
                  <a:lnTo>
                    <a:pt x="498254" y="167406"/>
                  </a:lnTo>
                  <a:lnTo>
                    <a:pt x="510204" y="210926"/>
                  </a:lnTo>
                  <a:lnTo>
                    <a:pt x="514350" y="257175"/>
                  </a:lnTo>
                  <a:lnTo>
                    <a:pt x="510204" y="303389"/>
                  </a:lnTo>
                  <a:lnTo>
                    <a:pt x="498254" y="346892"/>
                  </a:lnTo>
                  <a:lnTo>
                    <a:pt x="479227" y="386954"/>
                  </a:lnTo>
                  <a:lnTo>
                    <a:pt x="453849" y="422849"/>
                  </a:lnTo>
                  <a:lnTo>
                    <a:pt x="422849" y="453849"/>
                  </a:lnTo>
                  <a:lnTo>
                    <a:pt x="386954" y="479227"/>
                  </a:lnTo>
                  <a:lnTo>
                    <a:pt x="346892" y="498254"/>
                  </a:lnTo>
                  <a:lnTo>
                    <a:pt x="303389" y="510204"/>
                  </a:lnTo>
                  <a:lnTo>
                    <a:pt x="257175" y="514350"/>
                  </a:lnTo>
                  <a:lnTo>
                    <a:pt x="210946" y="510204"/>
                  </a:lnTo>
                  <a:lnTo>
                    <a:pt x="167437" y="498254"/>
                  </a:lnTo>
                  <a:lnTo>
                    <a:pt x="127372" y="479227"/>
                  </a:lnTo>
                  <a:lnTo>
                    <a:pt x="91479" y="453849"/>
                  </a:lnTo>
                  <a:lnTo>
                    <a:pt x="60483" y="422849"/>
                  </a:lnTo>
                  <a:lnTo>
                    <a:pt x="35111" y="386954"/>
                  </a:lnTo>
                  <a:lnTo>
                    <a:pt x="16089" y="346892"/>
                  </a:lnTo>
                  <a:lnTo>
                    <a:pt x="4143" y="303389"/>
                  </a:lnTo>
                  <a:lnTo>
                    <a:pt x="0" y="2571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1287907" y="2965195"/>
            <a:ext cx="16827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solidFill>
                  <a:srgbClr val="FFFFFF"/>
                </a:solidFill>
                <a:latin typeface="微软雅黑"/>
                <a:cs typeface="微软雅黑"/>
              </a:rPr>
              <a:t>A</a:t>
            </a:r>
            <a:endParaRPr sz="1600">
              <a:latin typeface="微软雅黑"/>
              <a:cs typeface="微软雅黑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1101725" y="3694176"/>
            <a:ext cx="539750" cy="539750"/>
            <a:chOff x="1101725" y="3694176"/>
            <a:chExt cx="539750" cy="539750"/>
          </a:xfrm>
        </p:grpSpPr>
        <p:sp>
          <p:nvSpPr>
            <p:cNvPr id="14" name="object 14" descr=""/>
            <p:cNvSpPr/>
            <p:nvPr/>
          </p:nvSpPr>
          <p:spPr>
            <a:xfrm>
              <a:off x="1114425" y="370687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57175" y="0"/>
                  </a:moveTo>
                  <a:lnTo>
                    <a:pt x="210946" y="4140"/>
                  </a:lnTo>
                  <a:lnTo>
                    <a:pt x="167437" y="16080"/>
                  </a:lnTo>
                  <a:lnTo>
                    <a:pt x="127372" y="35094"/>
                  </a:lnTo>
                  <a:lnTo>
                    <a:pt x="91479" y="60458"/>
                  </a:lnTo>
                  <a:lnTo>
                    <a:pt x="60483" y="91447"/>
                  </a:lnTo>
                  <a:lnTo>
                    <a:pt x="35111" y="127338"/>
                  </a:lnTo>
                  <a:lnTo>
                    <a:pt x="16089" y="167406"/>
                  </a:lnTo>
                  <a:lnTo>
                    <a:pt x="4143" y="210926"/>
                  </a:lnTo>
                  <a:lnTo>
                    <a:pt x="0" y="257175"/>
                  </a:lnTo>
                  <a:lnTo>
                    <a:pt x="4143" y="303389"/>
                  </a:lnTo>
                  <a:lnTo>
                    <a:pt x="16089" y="346892"/>
                  </a:lnTo>
                  <a:lnTo>
                    <a:pt x="35111" y="386954"/>
                  </a:lnTo>
                  <a:lnTo>
                    <a:pt x="60483" y="422849"/>
                  </a:lnTo>
                  <a:lnTo>
                    <a:pt x="91479" y="453849"/>
                  </a:lnTo>
                  <a:lnTo>
                    <a:pt x="127372" y="479227"/>
                  </a:lnTo>
                  <a:lnTo>
                    <a:pt x="167437" y="498254"/>
                  </a:lnTo>
                  <a:lnTo>
                    <a:pt x="210946" y="510204"/>
                  </a:lnTo>
                  <a:lnTo>
                    <a:pt x="257175" y="514350"/>
                  </a:lnTo>
                  <a:lnTo>
                    <a:pt x="303389" y="510204"/>
                  </a:lnTo>
                  <a:lnTo>
                    <a:pt x="346892" y="498254"/>
                  </a:lnTo>
                  <a:lnTo>
                    <a:pt x="386954" y="479227"/>
                  </a:lnTo>
                  <a:lnTo>
                    <a:pt x="422849" y="453849"/>
                  </a:lnTo>
                  <a:lnTo>
                    <a:pt x="453849" y="422849"/>
                  </a:lnTo>
                  <a:lnTo>
                    <a:pt x="479227" y="386954"/>
                  </a:lnTo>
                  <a:lnTo>
                    <a:pt x="498254" y="346892"/>
                  </a:lnTo>
                  <a:lnTo>
                    <a:pt x="510204" y="303389"/>
                  </a:lnTo>
                  <a:lnTo>
                    <a:pt x="514350" y="257175"/>
                  </a:lnTo>
                  <a:lnTo>
                    <a:pt x="510204" y="210926"/>
                  </a:lnTo>
                  <a:lnTo>
                    <a:pt x="498254" y="167406"/>
                  </a:lnTo>
                  <a:lnTo>
                    <a:pt x="479227" y="127338"/>
                  </a:lnTo>
                  <a:lnTo>
                    <a:pt x="453849" y="91447"/>
                  </a:lnTo>
                  <a:lnTo>
                    <a:pt x="422849" y="60458"/>
                  </a:lnTo>
                  <a:lnTo>
                    <a:pt x="386954" y="35094"/>
                  </a:lnTo>
                  <a:lnTo>
                    <a:pt x="346892" y="16080"/>
                  </a:lnTo>
                  <a:lnTo>
                    <a:pt x="303389" y="4140"/>
                  </a:lnTo>
                  <a:lnTo>
                    <a:pt x="257175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114425" y="370687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257175"/>
                  </a:moveTo>
                  <a:lnTo>
                    <a:pt x="4143" y="210926"/>
                  </a:lnTo>
                  <a:lnTo>
                    <a:pt x="16089" y="167406"/>
                  </a:lnTo>
                  <a:lnTo>
                    <a:pt x="35111" y="127338"/>
                  </a:lnTo>
                  <a:lnTo>
                    <a:pt x="60483" y="91447"/>
                  </a:lnTo>
                  <a:lnTo>
                    <a:pt x="91479" y="60458"/>
                  </a:lnTo>
                  <a:lnTo>
                    <a:pt x="127372" y="35094"/>
                  </a:lnTo>
                  <a:lnTo>
                    <a:pt x="167437" y="16080"/>
                  </a:lnTo>
                  <a:lnTo>
                    <a:pt x="210946" y="4140"/>
                  </a:lnTo>
                  <a:lnTo>
                    <a:pt x="257175" y="0"/>
                  </a:lnTo>
                  <a:lnTo>
                    <a:pt x="303389" y="4140"/>
                  </a:lnTo>
                  <a:lnTo>
                    <a:pt x="346892" y="16080"/>
                  </a:lnTo>
                  <a:lnTo>
                    <a:pt x="386954" y="35094"/>
                  </a:lnTo>
                  <a:lnTo>
                    <a:pt x="422849" y="60458"/>
                  </a:lnTo>
                  <a:lnTo>
                    <a:pt x="453849" y="91447"/>
                  </a:lnTo>
                  <a:lnTo>
                    <a:pt x="479227" y="127338"/>
                  </a:lnTo>
                  <a:lnTo>
                    <a:pt x="498254" y="167406"/>
                  </a:lnTo>
                  <a:lnTo>
                    <a:pt x="510204" y="210926"/>
                  </a:lnTo>
                  <a:lnTo>
                    <a:pt x="514350" y="257175"/>
                  </a:lnTo>
                  <a:lnTo>
                    <a:pt x="510204" y="303389"/>
                  </a:lnTo>
                  <a:lnTo>
                    <a:pt x="498254" y="346892"/>
                  </a:lnTo>
                  <a:lnTo>
                    <a:pt x="479227" y="386954"/>
                  </a:lnTo>
                  <a:lnTo>
                    <a:pt x="453849" y="422849"/>
                  </a:lnTo>
                  <a:lnTo>
                    <a:pt x="422849" y="453849"/>
                  </a:lnTo>
                  <a:lnTo>
                    <a:pt x="386954" y="479227"/>
                  </a:lnTo>
                  <a:lnTo>
                    <a:pt x="346892" y="498254"/>
                  </a:lnTo>
                  <a:lnTo>
                    <a:pt x="303389" y="510204"/>
                  </a:lnTo>
                  <a:lnTo>
                    <a:pt x="257175" y="514350"/>
                  </a:lnTo>
                  <a:lnTo>
                    <a:pt x="210946" y="510204"/>
                  </a:lnTo>
                  <a:lnTo>
                    <a:pt x="167437" y="498254"/>
                  </a:lnTo>
                  <a:lnTo>
                    <a:pt x="127372" y="479227"/>
                  </a:lnTo>
                  <a:lnTo>
                    <a:pt x="91479" y="453849"/>
                  </a:lnTo>
                  <a:lnTo>
                    <a:pt x="60483" y="422849"/>
                  </a:lnTo>
                  <a:lnTo>
                    <a:pt x="35111" y="386954"/>
                  </a:lnTo>
                  <a:lnTo>
                    <a:pt x="16089" y="346892"/>
                  </a:lnTo>
                  <a:lnTo>
                    <a:pt x="4143" y="303389"/>
                  </a:lnTo>
                  <a:lnTo>
                    <a:pt x="0" y="257175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1295527" y="3822572"/>
            <a:ext cx="1530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solidFill>
                  <a:srgbClr val="FFFFFF"/>
                </a:solidFill>
                <a:latin typeface="微软雅黑"/>
                <a:cs typeface="微软雅黑"/>
              </a:rPr>
              <a:t>B</a:t>
            </a:r>
            <a:endParaRPr sz="1600">
              <a:latin typeface="微软雅黑"/>
              <a:cs typeface="微软雅黑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1108075" y="4557776"/>
            <a:ext cx="527050" cy="527050"/>
            <a:chOff x="1108075" y="4557776"/>
            <a:chExt cx="527050" cy="527050"/>
          </a:xfrm>
        </p:grpSpPr>
        <p:sp>
          <p:nvSpPr>
            <p:cNvPr id="18" name="object 18" descr=""/>
            <p:cNvSpPr/>
            <p:nvPr/>
          </p:nvSpPr>
          <p:spPr>
            <a:xfrm>
              <a:off x="1114425" y="456412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57175" y="0"/>
                  </a:moveTo>
                  <a:lnTo>
                    <a:pt x="210946" y="4140"/>
                  </a:lnTo>
                  <a:lnTo>
                    <a:pt x="167437" y="16080"/>
                  </a:lnTo>
                  <a:lnTo>
                    <a:pt x="127372" y="35094"/>
                  </a:lnTo>
                  <a:lnTo>
                    <a:pt x="91479" y="60458"/>
                  </a:lnTo>
                  <a:lnTo>
                    <a:pt x="60483" y="91447"/>
                  </a:lnTo>
                  <a:lnTo>
                    <a:pt x="35111" y="127338"/>
                  </a:lnTo>
                  <a:lnTo>
                    <a:pt x="16089" y="167406"/>
                  </a:lnTo>
                  <a:lnTo>
                    <a:pt x="4143" y="210926"/>
                  </a:lnTo>
                  <a:lnTo>
                    <a:pt x="0" y="257175"/>
                  </a:lnTo>
                  <a:lnTo>
                    <a:pt x="4143" y="303389"/>
                  </a:lnTo>
                  <a:lnTo>
                    <a:pt x="16089" y="346892"/>
                  </a:lnTo>
                  <a:lnTo>
                    <a:pt x="35111" y="386954"/>
                  </a:lnTo>
                  <a:lnTo>
                    <a:pt x="60483" y="422849"/>
                  </a:lnTo>
                  <a:lnTo>
                    <a:pt x="91479" y="453849"/>
                  </a:lnTo>
                  <a:lnTo>
                    <a:pt x="127372" y="479227"/>
                  </a:lnTo>
                  <a:lnTo>
                    <a:pt x="167437" y="498254"/>
                  </a:lnTo>
                  <a:lnTo>
                    <a:pt x="210946" y="510204"/>
                  </a:lnTo>
                  <a:lnTo>
                    <a:pt x="257175" y="514350"/>
                  </a:lnTo>
                  <a:lnTo>
                    <a:pt x="303389" y="510204"/>
                  </a:lnTo>
                  <a:lnTo>
                    <a:pt x="346892" y="498254"/>
                  </a:lnTo>
                  <a:lnTo>
                    <a:pt x="386954" y="479227"/>
                  </a:lnTo>
                  <a:lnTo>
                    <a:pt x="422849" y="453849"/>
                  </a:lnTo>
                  <a:lnTo>
                    <a:pt x="453849" y="422849"/>
                  </a:lnTo>
                  <a:lnTo>
                    <a:pt x="479227" y="386954"/>
                  </a:lnTo>
                  <a:lnTo>
                    <a:pt x="498254" y="346892"/>
                  </a:lnTo>
                  <a:lnTo>
                    <a:pt x="510204" y="303389"/>
                  </a:lnTo>
                  <a:lnTo>
                    <a:pt x="514350" y="257175"/>
                  </a:lnTo>
                  <a:lnTo>
                    <a:pt x="510204" y="210926"/>
                  </a:lnTo>
                  <a:lnTo>
                    <a:pt x="498254" y="167406"/>
                  </a:lnTo>
                  <a:lnTo>
                    <a:pt x="479227" y="127338"/>
                  </a:lnTo>
                  <a:lnTo>
                    <a:pt x="453849" y="91447"/>
                  </a:lnTo>
                  <a:lnTo>
                    <a:pt x="422849" y="60458"/>
                  </a:lnTo>
                  <a:lnTo>
                    <a:pt x="386954" y="35094"/>
                  </a:lnTo>
                  <a:lnTo>
                    <a:pt x="346892" y="16080"/>
                  </a:lnTo>
                  <a:lnTo>
                    <a:pt x="303389" y="4140"/>
                  </a:lnTo>
                  <a:lnTo>
                    <a:pt x="257175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114425" y="456412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257175"/>
                  </a:moveTo>
                  <a:lnTo>
                    <a:pt x="4143" y="210926"/>
                  </a:lnTo>
                  <a:lnTo>
                    <a:pt x="16089" y="167406"/>
                  </a:lnTo>
                  <a:lnTo>
                    <a:pt x="35111" y="127338"/>
                  </a:lnTo>
                  <a:lnTo>
                    <a:pt x="60483" y="91447"/>
                  </a:lnTo>
                  <a:lnTo>
                    <a:pt x="91479" y="60458"/>
                  </a:lnTo>
                  <a:lnTo>
                    <a:pt x="127372" y="35094"/>
                  </a:lnTo>
                  <a:lnTo>
                    <a:pt x="167437" y="16080"/>
                  </a:lnTo>
                  <a:lnTo>
                    <a:pt x="210946" y="4140"/>
                  </a:lnTo>
                  <a:lnTo>
                    <a:pt x="257175" y="0"/>
                  </a:lnTo>
                  <a:lnTo>
                    <a:pt x="303389" y="4140"/>
                  </a:lnTo>
                  <a:lnTo>
                    <a:pt x="346892" y="16080"/>
                  </a:lnTo>
                  <a:lnTo>
                    <a:pt x="386954" y="35094"/>
                  </a:lnTo>
                  <a:lnTo>
                    <a:pt x="422849" y="60458"/>
                  </a:lnTo>
                  <a:lnTo>
                    <a:pt x="453849" y="91447"/>
                  </a:lnTo>
                  <a:lnTo>
                    <a:pt x="479227" y="127338"/>
                  </a:lnTo>
                  <a:lnTo>
                    <a:pt x="498254" y="167406"/>
                  </a:lnTo>
                  <a:lnTo>
                    <a:pt x="510204" y="210926"/>
                  </a:lnTo>
                  <a:lnTo>
                    <a:pt x="514350" y="257175"/>
                  </a:lnTo>
                  <a:lnTo>
                    <a:pt x="510204" y="303389"/>
                  </a:lnTo>
                  <a:lnTo>
                    <a:pt x="498254" y="346892"/>
                  </a:lnTo>
                  <a:lnTo>
                    <a:pt x="479227" y="386954"/>
                  </a:lnTo>
                  <a:lnTo>
                    <a:pt x="453849" y="422849"/>
                  </a:lnTo>
                  <a:lnTo>
                    <a:pt x="422849" y="453849"/>
                  </a:lnTo>
                  <a:lnTo>
                    <a:pt x="386954" y="479227"/>
                  </a:lnTo>
                  <a:lnTo>
                    <a:pt x="346892" y="498254"/>
                  </a:lnTo>
                  <a:lnTo>
                    <a:pt x="303389" y="510204"/>
                  </a:lnTo>
                  <a:lnTo>
                    <a:pt x="257175" y="514350"/>
                  </a:lnTo>
                  <a:lnTo>
                    <a:pt x="210946" y="510204"/>
                  </a:lnTo>
                  <a:lnTo>
                    <a:pt x="167437" y="498254"/>
                  </a:lnTo>
                  <a:lnTo>
                    <a:pt x="127372" y="479227"/>
                  </a:lnTo>
                  <a:lnTo>
                    <a:pt x="91479" y="453849"/>
                  </a:lnTo>
                  <a:lnTo>
                    <a:pt x="60483" y="422849"/>
                  </a:lnTo>
                  <a:lnTo>
                    <a:pt x="35111" y="386954"/>
                  </a:lnTo>
                  <a:lnTo>
                    <a:pt x="16089" y="346892"/>
                  </a:lnTo>
                  <a:lnTo>
                    <a:pt x="4143" y="303389"/>
                  </a:lnTo>
                  <a:lnTo>
                    <a:pt x="0" y="2571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1290955" y="4679645"/>
            <a:ext cx="16129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solidFill>
                  <a:srgbClr val="FFFFFF"/>
                </a:solidFill>
                <a:latin typeface="微软雅黑"/>
                <a:cs typeface="微软雅黑"/>
              </a:rPr>
              <a:t>C</a:t>
            </a:r>
            <a:endParaRPr sz="1600">
              <a:latin typeface="微软雅黑"/>
              <a:cs typeface="微软雅黑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1108075" y="5415026"/>
            <a:ext cx="527050" cy="527050"/>
            <a:chOff x="1108075" y="5415026"/>
            <a:chExt cx="527050" cy="527050"/>
          </a:xfrm>
        </p:grpSpPr>
        <p:sp>
          <p:nvSpPr>
            <p:cNvPr id="22" name="object 22" descr=""/>
            <p:cNvSpPr/>
            <p:nvPr/>
          </p:nvSpPr>
          <p:spPr>
            <a:xfrm>
              <a:off x="1114425" y="542137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57175" y="0"/>
                  </a:moveTo>
                  <a:lnTo>
                    <a:pt x="210946" y="4140"/>
                  </a:lnTo>
                  <a:lnTo>
                    <a:pt x="167437" y="16079"/>
                  </a:lnTo>
                  <a:lnTo>
                    <a:pt x="127372" y="35091"/>
                  </a:lnTo>
                  <a:lnTo>
                    <a:pt x="91479" y="60452"/>
                  </a:lnTo>
                  <a:lnTo>
                    <a:pt x="60483" y="91436"/>
                  </a:lnTo>
                  <a:lnTo>
                    <a:pt x="35111" y="127319"/>
                  </a:lnTo>
                  <a:lnTo>
                    <a:pt x="16089" y="167376"/>
                  </a:lnTo>
                  <a:lnTo>
                    <a:pt x="4143" y="210882"/>
                  </a:lnTo>
                  <a:lnTo>
                    <a:pt x="0" y="257111"/>
                  </a:lnTo>
                  <a:lnTo>
                    <a:pt x="4143" y="303339"/>
                  </a:lnTo>
                  <a:lnTo>
                    <a:pt x="16089" y="346849"/>
                  </a:lnTo>
                  <a:lnTo>
                    <a:pt x="35111" y="386913"/>
                  </a:lnTo>
                  <a:lnTo>
                    <a:pt x="60483" y="422807"/>
                  </a:lnTo>
                  <a:lnTo>
                    <a:pt x="91479" y="453803"/>
                  </a:lnTo>
                  <a:lnTo>
                    <a:pt x="127372" y="479175"/>
                  </a:lnTo>
                  <a:lnTo>
                    <a:pt x="167437" y="498197"/>
                  </a:lnTo>
                  <a:lnTo>
                    <a:pt x="210946" y="510143"/>
                  </a:lnTo>
                  <a:lnTo>
                    <a:pt x="257175" y="514286"/>
                  </a:lnTo>
                  <a:lnTo>
                    <a:pt x="303389" y="510143"/>
                  </a:lnTo>
                  <a:lnTo>
                    <a:pt x="346892" y="498197"/>
                  </a:lnTo>
                  <a:lnTo>
                    <a:pt x="386954" y="479175"/>
                  </a:lnTo>
                  <a:lnTo>
                    <a:pt x="422849" y="453803"/>
                  </a:lnTo>
                  <a:lnTo>
                    <a:pt x="453849" y="422807"/>
                  </a:lnTo>
                  <a:lnTo>
                    <a:pt x="479227" y="386913"/>
                  </a:lnTo>
                  <a:lnTo>
                    <a:pt x="498254" y="346849"/>
                  </a:lnTo>
                  <a:lnTo>
                    <a:pt x="510204" y="303339"/>
                  </a:lnTo>
                  <a:lnTo>
                    <a:pt x="514350" y="257111"/>
                  </a:lnTo>
                  <a:lnTo>
                    <a:pt x="510204" y="210882"/>
                  </a:lnTo>
                  <a:lnTo>
                    <a:pt x="498254" y="167376"/>
                  </a:lnTo>
                  <a:lnTo>
                    <a:pt x="479227" y="127319"/>
                  </a:lnTo>
                  <a:lnTo>
                    <a:pt x="453849" y="91436"/>
                  </a:lnTo>
                  <a:lnTo>
                    <a:pt x="422849" y="60452"/>
                  </a:lnTo>
                  <a:lnTo>
                    <a:pt x="386954" y="35091"/>
                  </a:lnTo>
                  <a:lnTo>
                    <a:pt x="346892" y="16079"/>
                  </a:lnTo>
                  <a:lnTo>
                    <a:pt x="303389" y="4140"/>
                  </a:lnTo>
                  <a:lnTo>
                    <a:pt x="257175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114425" y="542137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257111"/>
                  </a:moveTo>
                  <a:lnTo>
                    <a:pt x="4143" y="210882"/>
                  </a:lnTo>
                  <a:lnTo>
                    <a:pt x="16089" y="167376"/>
                  </a:lnTo>
                  <a:lnTo>
                    <a:pt x="35111" y="127319"/>
                  </a:lnTo>
                  <a:lnTo>
                    <a:pt x="60483" y="91436"/>
                  </a:lnTo>
                  <a:lnTo>
                    <a:pt x="91479" y="60452"/>
                  </a:lnTo>
                  <a:lnTo>
                    <a:pt x="127372" y="35091"/>
                  </a:lnTo>
                  <a:lnTo>
                    <a:pt x="167437" y="16079"/>
                  </a:lnTo>
                  <a:lnTo>
                    <a:pt x="210946" y="4140"/>
                  </a:lnTo>
                  <a:lnTo>
                    <a:pt x="257175" y="0"/>
                  </a:lnTo>
                  <a:lnTo>
                    <a:pt x="303389" y="4140"/>
                  </a:lnTo>
                  <a:lnTo>
                    <a:pt x="346892" y="16079"/>
                  </a:lnTo>
                  <a:lnTo>
                    <a:pt x="386954" y="35091"/>
                  </a:lnTo>
                  <a:lnTo>
                    <a:pt x="422849" y="60452"/>
                  </a:lnTo>
                  <a:lnTo>
                    <a:pt x="453849" y="91436"/>
                  </a:lnTo>
                  <a:lnTo>
                    <a:pt x="479227" y="127319"/>
                  </a:lnTo>
                  <a:lnTo>
                    <a:pt x="498254" y="167376"/>
                  </a:lnTo>
                  <a:lnTo>
                    <a:pt x="510204" y="210882"/>
                  </a:lnTo>
                  <a:lnTo>
                    <a:pt x="514350" y="257111"/>
                  </a:lnTo>
                  <a:lnTo>
                    <a:pt x="510204" y="303339"/>
                  </a:lnTo>
                  <a:lnTo>
                    <a:pt x="498254" y="346849"/>
                  </a:lnTo>
                  <a:lnTo>
                    <a:pt x="479227" y="386913"/>
                  </a:lnTo>
                  <a:lnTo>
                    <a:pt x="453849" y="422807"/>
                  </a:lnTo>
                  <a:lnTo>
                    <a:pt x="422849" y="453803"/>
                  </a:lnTo>
                  <a:lnTo>
                    <a:pt x="386954" y="479175"/>
                  </a:lnTo>
                  <a:lnTo>
                    <a:pt x="346892" y="498197"/>
                  </a:lnTo>
                  <a:lnTo>
                    <a:pt x="303389" y="510143"/>
                  </a:lnTo>
                  <a:lnTo>
                    <a:pt x="257175" y="514286"/>
                  </a:lnTo>
                  <a:lnTo>
                    <a:pt x="210946" y="510143"/>
                  </a:lnTo>
                  <a:lnTo>
                    <a:pt x="167437" y="498197"/>
                  </a:lnTo>
                  <a:lnTo>
                    <a:pt x="127372" y="479175"/>
                  </a:lnTo>
                  <a:lnTo>
                    <a:pt x="91479" y="453803"/>
                  </a:lnTo>
                  <a:lnTo>
                    <a:pt x="60483" y="422807"/>
                  </a:lnTo>
                  <a:lnTo>
                    <a:pt x="35111" y="386913"/>
                  </a:lnTo>
                  <a:lnTo>
                    <a:pt x="16089" y="346849"/>
                  </a:lnTo>
                  <a:lnTo>
                    <a:pt x="4143" y="303339"/>
                  </a:lnTo>
                  <a:lnTo>
                    <a:pt x="0" y="257111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1281811" y="5537708"/>
            <a:ext cx="18034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solidFill>
                  <a:srgbClr val="FFFFFF"/>
                </a:solidFill>
                <a:latin typeface="微软雅黑"/>
                <a:cs typeface="微软雅黑"/>
              </a:rPr>
              <a:t>D</a:t>
            </a:r>
            <a:endParaRPr sz="1600">
              <a:latin typeface="微软雅黑"/>
              <a:cs typeface="微软雅黑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6208776" y="5857875"/>
            <a:ext cx="1581150" cy="449580"/>
            <a:chOff x="6208776" y="5857875"/>
            <a:chExt cx="1581150" cy="449580"/>
          </a:xfrm>
        </p:grpSpPr>
        <p:sp>
          <p:nvSpPr>
            <p:cNvPr id="26" name="object 26" descr=""/>
            <p:cNvSpPr/>
            <p:nvPr/>
          </p:nvSpPr>
          <p:spPr>
            <a:xfrm>
              <a:off x="6227826" y="5876925"/>
              <a:ext cx="1543050" cy="411480"/>
            </a:xfrm>
            <a:custGeom>
              <a:avLst/>
              <a:gdLst/>
              <a:ahLst/>
              <a:cxnLst/>
              <a:rect l="l" t="t" r="r" b="b"/>
              <a:pathLst>
                <a:path w="1543050" h="411479">
                  <a:moveTo>
                    <a:pt x="1474470" y="0"/>
                  </a:moveTo>
                  <a:lnTo>
                    <a:pt x="68452" y="0"/>
                  </a:lnTo>
                  <a:lnTo>
                    <a:pt x="41790" y="5385"/>
                  </a:lnTo>
                  <a:lnTo>
                    <a:pt x="20034" y="20072"/>
                  </a:lnTo>
                  <a:lnTo>
                    <a:pt x="5373" y="41855"/>
                  </a:lnTo>
                  <a:lnTo>
                    <a:pt x="0" y="68529"/>
                  </a:lnTo>
                  <a:lnTo>
                    <a:pt x="0" y="342633"/>
                  </a:lnTo>
                  <a:lnTo>
                    <a:pt x="5373" y="369307"/>
                  </a:lnTo>
                  <a:lnTo>
                    <a:pt x="20034" y="391090"/>
                  </a:lnTo>
                  <a:lnTo>
                    <a:pt x="41790" y="405776"/>
                  </a:lnTo>
                  <a:lnTo>
                    <a:pt x="68452" y="411162"/>
                  </a:lnTo>
                  <a:lnTo>
                    <a:pt x="1474470" y="411162"/>
                  </a:lnTo>
                  <a:lnTo>
                    <a:pt x="1501151" y="405776"/>
                  </a:lnTo>
                  <a:lnTo>
                    <a:pt x="1522952" y="391090"/>
                  </a:lnTo>
                  <a:lnTo>
                    <a:pt x="1537656" y="369307"/>
                  </a:lnTo>
                  <a:lnTo>
                    <a:pt x="1543050" y="342633"/>
                  </a:lnTo>
                  <a:lnTo>
                    <a:pt x="1543050" y="68529"/>
                  </a:lnTo>
                  <a:lnTo>
                    <a:pt x="1537656" y="41855"/>
                  </a:lnTo>
                  <a:lnTo>
                    <a:pt x="1522952" y="20072"/>
                  </a:lnTo>
                  <a:lnTo>
                    <a:pt x="1501151" y="5385"/>
                  </a:lnTo>
                  <a:lnTo>
                    <a:pt x="1474470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6227826" y="5876925"/>
              <a:ext cx="1543050" cy="411480"/>
            </a:xfrm>
            <a:custGeom>
              <a:avLst/>
              <a:gdLst/>
              <a:ahLst/>
              <a:cxnLst/>
              <a:rect l="l" t="t" r="r" b="b"/>
              <a:pathLst>
                <a:path w="1543050" h="411479">
                  <a:moveTo>
                    <a:pt x="0" y="68529"/>
                  </a:moveTo>
                  <a:lnTo>
                    <a:pt x="5373" y="41855"/>
                  </a:lnTo>
                  <a:lnTo>
                    <a:pt x="20034" y="20072"/>
                  </a:lnTo>
                  <a:lnTo>
                    <a:pt x="41790" y="5385"/>
                  </a:lnTo>
                  <a:lnTo>
                    <a:pt x="68452" y="0"/>
                  </a:lnTo>
                  <a:lnTo>
                    <a:pt x="1474470" y="0"/>
                  </a:lnTo>
                  <a:lnTo>
                    <a:pt x="1501151" y="5385"/>
                  </a:lnTo>
                  <a:lnTo>
                    <a:pt x="1522952" y="20072"/>
                  </a:lnTo>
                  <a:lnTo>
                    <a:pt x="1537656" y="41855"/>
                  </a:lnTo>
                  <a:lnTo>
                    <a:pt x="1543050" y="68529"/>
                  </a:lnTo>
                  <a:lnTo>
                    <a:pt x="1543050" y="342633"/>
                  </a:lnTo>
                  <a:lnTo>
                    <a:pt x="1537656" y="369307"/>
                  </a:lnTo>
                  <a:lnTo>
                    <a:pt x="1522952" y="391090"/>
                  </a:lnTo>
                  <a:lnTo>
                    <a:pt x="1501151" y="405776"/>
                  </a:lnTo>
                  <a:lnTo>
                    <a:pt x="1474470" y="411162"/>
                  </a:lnTo>
                  <a:lnTo>
                    <a:pt x="68452" y="411162"/>
                  </a:lnTo>
                  <a:lnTo>
                    <a:pt x="41790" y="405776"/>
                  </a:lnTo>
                  <a:lnTo>
                    <a:pt x="20034" y="391090"/>
                  </a:lnTo>
                  <a:lnTo>
                    <a:pt x="5373" y="369307"/>
                  </a:lnTo>
                  <a:lnTo>
                    <a:pt x="0" y="342633"/>
                  </a:lnTo>
                  <a:lnTo>
                    <a:pt x="0" y="68529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6785229" y="5941567"/>
            <a:ext cx="43116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40">
                <a:solidFill>
                  <a:srgbClr val="FFFFFF"/>
                </a:solidFill>
                <a:latin typeface="微软雅黑"/>
                <a:cs typeface="微软雅黑"/>
              </a:rPr>
              <a:t>提交</a:t>
            </a:r>
            <a:endParaRPr sz="1600">
              <a:latin typeface="微软雅黑"/>
              <a:cs typeface="微软雅黑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30" name="object 30" descr=""/>
            <p:cNvSpPr/>
            <p:nvPr/>
          </p:nvSpPr>
          <p:spPr>
            <a:xfrm>
              <a:off x="190500" y="0"/>
              <a:ext cx="8953500" cy="635000"/>
            </a:xfrm>
            <a:custGeom>
              <a:avLst/>
              <a:gdLst/>
              <a:ahLst/>
              <a:cxnLst/>
              <a:rect l="l" t="t" r="r" b="b"/>
              <a:pathLst>
                <a:path w="8953500" h="635000">
                  <a:moveTo>
                    <a:pt x="0" y="635000"/>
                  </a:moveTo>
                  <a:lnTo>
                    <a:pt x="8953500" y="635000"/>
                  </a:lnTo>
                  <a:lnTo>
                    <a:pt x="8953500" y="0"/>
                  </a:lnTo>
                  <a:lnTo>
                    <a:pt x="0" y="0"/>
                  </a:lnTo>
                  <a:lnTo>
                    <a:pt x="0" y="635000"/>
                  </a:lnTo>
                  <a:close/>
                </a:path>
              </a:pathLst>
            </a:custGeom>
            <a:solidFill>
              <a:srgbClr val="F6F7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0" y="0"/>
              <a:ext cx="190500" cy="635000"/>
            </a:xfrm>
            <a:custGeom>
              <a:avLst/>
              <a:gdLst/>
              <a:ahLst/>
              <a:cxnLst/>
              <a:rect l="l" t="t" r="r" b="b"/>
              <a:pathLst>
                <a:path w="190500" h="635000">
                  <a:moveTo>
                    <a:pt x="190500" y="0"/>
                  </a:moveTo>
                  <a:lnTo>
                    <a:pt x="0" y="0"/>
                  </a:lnTo>
                  <a:lnTo>
                    <a:pt x="0" y="635000"/>
                  </a:lnTo>
                  <a:lnTo>
                    <a:pt x="190500" y="635000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629EF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 descr=""/>
          <p:cNvSpPr txBox="1"/>
          <p:nvPr/>
        </p:nvSpPr>
        <p:spPr>
          <a:xfrm>
            <a:off x="332943" y="93090"/>
            <a:ext cx="1017905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spc="-20">
                <a:latin typeface="微软雅黑"/>
                <a:cs typeface="微软雅黑"/>
              </a:rPr>
              <a:t>单选题</a:t>
            </a:r>
            <a:endParaRPr sz="2600">
              <a:latin typeface="微软雅黑"/>
              <a:cs typeface="微软雅黑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1604899" y="187578"/>
            <a:ext cx="429259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808080"/>
                </a:solidFill>
                <a:latin typeface="微软雅黑"/>
                <a:cs typeface="微软雅黑"/>
              </a:rPr>
              <a:t>1</a:t>
            </a:r>
            <a:r>
              <a:rPr dirty="0" sz="2000" spc="-50">
                <a:solidFill>
                  <a:srgbClr val="808080"/>
                </a:solidFill>
                <a:latin typeface="微软雅黑"/>
                <a:cs typeface="微软雅黑"/>
              </a:rPr>
              <a:t>分</a:t>
            </a:r>
            <a:endParaRPr sz="2000">
              <a:latin typeface="微软雅黑"/>
              <a:cs typeface="微软雅黑"/>
            </a:endParaRPr>
          </a:p>
        </p:txBody>
      </p:sp>
      <p:pic>
        <p:nvPicPr>
          <p:cNvPr id="34" name="object 3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53605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34809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15" b="1">
                <a:solidFill>
                  <a:srgbClr val="40458B"/>
                </a:solidFill>
                <a:latin typeface="宋体"/>
                <a:cs typeface="宋体"/>
              </a:rPr>
              <a:t>46/81</a:t>
            </a:r>
            <a:endParaRPr baseline="1736" sz="2400">
              <a:latin typeface="宋体"/>
              <a:cs typeface="宋体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93444" y="1328420"/>
            <a:ext cx="6963409" cy="749935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2700" marR="5080">
              <a:lnSpc>
                <a:spcPts val="2820"/>
              </a:lnSpc>
              <a:spcBef>
                <a:spcPts val="240"/>
              </a:spcBef>
              <a:tabLst>
                <a:tab pos="2207260" algn="l"/>
              </a:tabLst>
            </a:pPr>
            <a:r>
              <a:rPr dirty="0" sz="2400" spc="-20" b="1">
                <a:solidFill>
                  <a:srgbClr val="40458B"/>
                </a:solidFill>
                <a:latin typeface="黑体"/>
                <a:cs typeface="黑体"/>
              </a:rPr>
              <a:t>在存储系统中</a:t>
            </a:r>
            <a:r>
              <a:rPr dirty="0" sz="2400" spc="-10" b="1">
                <a:solidFill>
                  <a:srgbClr val="40458B"/>
                </a:solidFill>
                <a:latin typeface="黑体"/>
                <a:cs typeface="黑体"/>
              </a:rPr>
              <a:t>，</a:t>
            </a:r>
            <a:r>
              <a:rPr dirty="0" sz="2400" spc="-10" b="1">
                <a:solidFill>
                  <a:srgbClr val="40458B"/>
                </a:solidFill>
                <a:latin typeface="Tahoma"/>
                <a:cs typeface="Tahoma"/>
              </a:rPr>
              <a:t>RAID</a:t>
            </a:r>
            <a:r>
              <a:rPr dirty="0" sz="2400" spc="-20" b="1">
                <a:solidFill>
                  <a:srgbClr val="40458B"/>
                </a:solidFill>
                <a:latin typeface="黑体"/>
                <a:cs typeface="黑体"/>
              </a:rPr>
              <a:t>和</a:t>
            </a:r>
            <a:r>
              <a:rPr dirty="0" sz="2400" spc="-10" b="1">
                <a:solidFill>
                  <a:srgbClr val="40458B"/>
                </a:solidFill>
                <a:latin typeface="Tahoma"/>
                <a:cs typeface="Tahoma"/>
              </a:rPr>
              <a:t>Cache</a:t>
            </a:r>
            <a:r>
              <a:rPr dirty="0" sz="2400" spc="-20" b="1">
                <a:solidFill>
                  <a:srgbClr val="40458B"/>
                </a:solidFill>
                <a:latin typeface="黑体"/>
                <a:cs typeface="黑体"/>
              </a:rPr>
              <a:t>的主要作用分别对</a:t>
            </a:r>
            <a:r>
              <a:rPr dirty="0" sz="2400" spc="-50" b="1">
                <a:solidFill>
                  <a:srgbClr val="40458B"/>
                </a:solidFill>
                <a:latin typeface="黑体"/>
                <a:cs typeface="黑体"/>
              </a:rPr>
              <a:t>应</a:t>
            </a:r>
            <a:r>
              <a:rPr dirty="0" sz="2400" spc="-25" b="1">
                <a:solidFill>
                  <a:srgbClr val="40458B"/>
                </a:solidFill>
                <a:latin typeface="黑体"/>
                <a:cs typeface="黑体"/>
              </a:rPr>
              <a:t>以下哪一项</a:t>
            </a:r>
            <a:r>
              <a:rPr dirty="0" sz="2400" spc="-50" b="1">
                <a:solidFill>
                  <a:srgbClr val="40458B"/>
                </a:solidFill>
                <a:latin typeface="黑体"/>
                <a:cs typeface="黑体"/>
              </a:rPr>
              <a:t>（</a:t>
            </a:r>
            <a:r>
              <a:rPr dirty="0" sz="2400" b="1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sz="2400" spc="-50" b="1">
                <a:solidFill>
                  <a:srgbClr val="40458B"/>
                </a:solidFill>
                <a:latin typeface="黑体"/>
                <a:cs typeface="黑体"/>
              </a:rPr>
              <a:t>）</a:t>
            </a:r>
            <a:endParaRPr sz="2400">
              <a:latin typeface="黑体"/>
              <a:cs typeface="黑体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002282" y="2905125"/>
            <a:ext cx="5436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solidFill>
                  <a:srgbClr val="40458B"/>
                </a:solidFill>
                <a:latin typeface="Tahoma"/>
                <a:cs typeface="Tahoma"/>
              </a:rPr>
              <a:t>RAID</a:t>
            </a:r>
            <a:r>
              <a:rPr dirty="0" sz="2400">
                <a:solidFill>
                  <a:srgbClr val="40458B"/>
                </a:solidFill>
                <a:latin typeface="黑体"/>
                <a:cs typeface="黑体"/>
              </a:rPr>
              <a:t>提升</a:t>
            </a:r>
            <a:r>
              <a:rPr dirty="0" sz="2400" spc="-10">
                <a:solidFill>
                  <a:srgbClr val="40458B"/>
                </a:solidFill>
                <a:latin typeface="Tahoma"/>
                <a:cs typeface="Tahoma"/>
              </a:rPr>
              <a:t>CPU</a:t>
            </a:r>
            <a:r>
              <a:rPr dirty="0" sz="2400" spc="-10">
                <a:solidFill>
                  <a:srgbClr val="40458B"/>
                </a:solidFill>
                <a:latin typeface="黑体"/>
                <a:cs typeface="黑体"/>
              </a:rPr>
              <a:t>速度，</a:t>
            </a:r>
            <a:r>
              <a:rPr dirty="0" sz="2400" spc="-20">
                <a:solidFill>
                  <a:srgbClr val="40458B"/>
                </a:solidFill>
                <a:latin typeface="Tahoma"/>
                <a:cs typeface="Tahoma"/>
              </a:rPr>
              <a:t>Cache</a:t>
            </a:r>
            <a:r>
              <a:rPr dirty="0" sz="2400" spc="-10">
                <a:solidFill>
                  <a:srgbClr val="40458B"/>
                </a:solidFill>
                <a:latin typeface="黑体"/>
                <a:cs typeface="黑体"/>
              </a:rPr>
              <a:t>提供数据冗余</a:t>
            </a:r>
            <a:endParaRPr sz="2400">
              <a:latin typeface="黑体"/>
              <a:cs typeface="黑体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907794" y="3603497"/>
            <a:ext cx="600837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9398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40458B"/>
                </a:solidFill>
                <a:latin typeface="Tahoma"/>
                <a:cs typeface="Tahoma"/>
              </a:rPr>
              <a:t>RAID</a:t>
            </a:r>
            <a:r>
              <a:rPr dirty="0" sz="2400" spc="-20" b="1">
                <a:solidFill>
                  <a:srgbClr val="40458B"/>
                </a:solidFill>
                <a:latin typeface="黑体"/>
                <a:cs typeface="黑体"/>
              </a:rPr>
              <a:t>提供存储可靠性</a:t>
            </a:r>
            <a:r>
              <a:rPr dirty="0" sz="2400" spc="-30" b="1">
                <a:solidFill>
                  <a:srgbClr val="40458B"/>
                </a:solidFill>
                <a:latin typeface="Tahoma"/>
                <a:cs typeface="Tahoma"/>
              </a:rPr>
              <a:t>/</a:t>
            </a:r>
            <a:r>
              <a:rPr dirty="0" sz="2400" spc="-20" b="1">
                <a:solidFill>
                  <a:srgbClr val="40458B"/>
                </a:solidFill>
                <a:latin typeface="黑体"/>
                <a:cs typeface="黑体"/>
              </a:rPr>
              <a:t>性能，</a:t>
            </a:r>
            <a:r>
              <a:rPr dirty="0" sz="2400" spc="-10" b="1">
                <a:solidFill>
                  <a:srgbClr val="40458B"/>
                </a:solidFill>
                <a:latin typeface="Tahoma"/>
                <a:cs typeface="Tahoma"/>
              </a:rPr>
              <a:t>Cache</a:t>
            </a:r>
            <a:r>
              <a:rPr dirty="0" sz="2400" spc="-30" b="1">
                <a:solidFill>
                  <a:srgbClr val="40458B"/>
                </a:solidFill>
                <a:latin typeface="黑体"/>
                <a:cs typeface="黑体"/>
              </a:rPr>
              <a:t>提升数据访问速度</a:t>
            </a:r>
            <a:endParaRPr sz="2400">
              <a:latin typeface="黑体"/>
              <a:cs typeface="黑体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907794" y="4627879"/>
            <a:ext cx="54959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solidFill>
                  <a:srgbClr val="40458B"/>
                </a:solidFill>
                <a:latin typeface="Tahoma"/>
                <a:cs typeface="Tahoma"/>
              </a:rPr>
              <a:t>RAID</a:t>
            </a:r>
            <a:r>
              <a:rPr dirty="0" sz="2400" spc="-5">
                <a:solidFill>
                  <a:srgbClr val="40458B"/>
                </a:solidFill>
                <a:latin typeface="黑体"/>
                <a:cs typeface="黑体"/>
              </a:rPr>
              <a:t>是内存的一种，</a:t>
            </a:r>
            <a:r>
              <a:rPr dirty="0" sz="2400" spc="-25">
                <a:solidFill>
                  <a:srgbClr val="40458B"/>
                </a:solidFill>
                <a:latin typeface="Tahoma"/>
                <a:cs typeface="Tahoma"/>
              </a:rPr>
              <a:t>Cache</a:t>
            </a:r>
            <a:r>
              <a:rPr dirty="0" sz="2400" spc="-10">
                <a:solidFill>
                  <a:srgbClr val="40458B"/>
                </a:solidFill>
                <a:latin typeface="黑体"/>
                <a:cs typeface="黑体"/>
              </a:rPr>
              <a:t>是硬盘的一种</a:t>
            </a:r>
            <a:endParaRPr sz="2400">
              <a:latin typeface="黑体"/>
              <a:cs typeface="黑体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002282" y="5477357"/>
            <a:ext cx="42767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solidFill>
                  <a:srgbClr val="40458B"/>
                </a:solidFill>
                <a:latin typeface="Tahoma"/>
                <a:cs typeface="Tahoma"/>
              </a:rPr>
              <a:t>RAID</a:t>
            </a:r>
            <a:r>
              <a:rPr dirty="0" sz="2400" spc="-5">
                <a:solidFill>
                  <a:srgbClr val="40458B"/>
                </a:solidFill>
                <a:latin typeface="黑体"/>
                <a:cs typeface="黑体"/>
              </a:rPr>
              <a:t>用于备份，</a:t>
            </a:r>
            <a:r>
              <a:rPr dirty="0" sz="2400" spc="-25">
                <a:solidFill>
                  <a:srgbClr val="40458B"/>
                </a:solidFill>
                <a:latin typeface="Tahoma"/>
                <a:cs typeface="Tahoma"/>
              </a:rPr>
              <a:t>Cache</a:t>
            </a:r>
            <a:r>
              <a:rPr dirty="0" sz="2400" spc="-15">
                <a:solidFill>
                  <a:srgbClr val="40458B"/>
                </a:solidFill>
                <a:latin typeface="黑体"/>
                <a:cs typeface="黑体"/>
              </a:rPr>
              <a:t>用于加密</a:t>
            </a:r>
            <a:endParaRPr sz="2400">
              <a:latin typeface="黑体"/>
              <a:cs typeface="黑体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1108075" y="2843276"/>
            <a:ext cx="527050" cy="527050"/>
            <a:chOff x="1108075" y="2843276"/>
            <a:chExt cx="527050" cy="527050"/>
          </a:xfrm>
        </p:grpSpPr>
        <p:sp>
          <p:nvSpPr>
            <p:cNvPr id="10" name="object 10" descr=""/>
            <p:cNvSpPr/>
            <p:nvPr/>
          </p:nvSpPr>
          <p:spPr>
            <a:xfrm>
              <a:off x="1114425" y="284962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57175" y="0"/>
                  </a:moveTo>
                  <a:lnTo>
                    <a:pt x="210946" y="4140"/>
                  </a:lnTo>
                  <a:lnTo>
                    <a:pt x="167437" y="16080"/>
                  </a:lnTo>
                  <a:lnTo>
                    <a:pt x="127372" y="35094"/>
                  </a:lnTo>
                  <a:lnTo>
                    <a:pt x="91479" y="60458"/>
                  </a:lnTo>
                  <a:lnTo>
                    <a:pt x="60483" y="91447"/>
                  </a:lnTo>
                  <a:lnTo>
                    <a:pt x="35111" y="127338"/>
                  </a:lnTo>
                  <a:lnTo>
                    <a:pt x="16089" y="167406"/>
                  </a:lnTo>
                  <a:lnTo>
                    <a:pt x="4143" y="210926"/>
                  </a:lnTo>
                  <a:lnTo>
                    <a:pt x="0" y="257175"/>
                  </a:lnTo>
                  <a:lnTo>
                    <a:pt x="4143" y="303389"/>
                  </a:lnTo>
                  <a:lnTo>
                    <a:pt x="16089" y="346892"/>
                  </a:lnTo>
                  <a:lnTo>
                    <a:pt x="35111" y="386954"/>
                  </a:lnTo>
                  <a:lnTo>
                    <a:pt x="60483" y="422849"/>
                  </a:lnTo>
                  <a:lnTo>
                    <a:pt x="91479" y="453849"/>
                  </a:lnTo>
                  <a:lnTo>
                    <a:pt x="127372" y="479227"/>
                  </a:lnTo>
                  <a:lnTo>
                    <a:pt x="167437" y="498254"/>
                  </a:lnTo>
                  <a:lnTo>
                    <a:pt x="210946" y="510204"/>
                  </a:lnTo>
                  <a:lnTo>
                    <a:pt x="257175" y="514350"/>
                  </a:lnTo>
                  <a:lnTo>
                    <a:pt x="303389" y="510204"/>
                  </a:lnTo>
                  <a:lnTo>
                    <a:pt x="346892" y="498254"/>
                  </a:lnTo>
                  <a:lnTo>
                    <a:pt x="386954" y="479227"/>
                  </a:lnTo>
                  <a:lnTo>
                    <a:pt x="422849" y="453849"/>
                  </a:lnTo>
                  <a:lnTo>
                    <a:pt x="453849" y="422849"/>
                  </a:lnTo>
                  <a:lnTo>
                    <a:pt x="479227" y="386954"/>
                  </a:lnTo>
                  <a:lnTo>
                    <a:pt x="498254" y="346892"/>
                  </a:lnTo>
                  <a:lnTo>
                    <a:pt x="510204" y="303389"/>
                  </a:lnTo>
                  <a:lnTo>
                    <a:pt x="514350" y="257175"/>
                  </a:lnTo>
                  <a:lnTo>
                    <a:pt x="510204" y="210926"/>
                  </a:lnTo>
                  <a:lnTo>
                    <a:pt x="498254" y="167406"/>
                  </a:lnTo>
                  <a:lnTo>
                    <a:pt x="479227" y="127338"/>
                  </a:lnTo>
                  <a:lnTo>
                    <a:pt x="453849" y="91447"/>
                  </a:lnTo>
                  <a:lnTo>
                    <a:pt x="422849" y="60458"/>
                  </a:lnTo>
                  <a:lnTo>
                    <a:pt x="386954" y="35094"/>
                  </a:lnTo>
                  <a:lnTo>
                    <a:pt x="346892" y="16080"/>
                  </a:lnTo>
                  <a:lnTo>
                    <a:pt x="303389" y="4140"/>
                  </a:lnTo>
                  <a:lnTo>
                    <a:pt x="257175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114425" y="284962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257175"/>
                  </a:moveTo>
                  <a:lnTo>
                    <a:pt x="4143" y="210926"/>
                  </a:lnTo>
                  <a:lnTo>
                    <a:pt x="16089" y="167406"/>
                  </a:lnTo>
                  <a:lnTo>
                    <a:pt x="35111" y="127338"/>
                  </a:lnTo>
                  <a:lnTo>
                    <a:pt x="60483" y="91447"/>
                  </a:lnTo>
                  <a:lnTo>
                    <a:pt x="91479" y="60458"/>
                  </a:lnTo>
                  <a:lnTo>
                    <a:pt x="127372" y="35094"/>
                  </a:lnTo>
                  <a:lnTo>
                    <a:pt x="167437" y="16080"/>
                  </a:lnTo>
                  <a:lnTo>
                    <a:pt x="210946" y="4140"/>
                  </a:lnTo>
                  <a:lnTo>
                    <a:pt x="257175" y="0"/>
                  </a:lnTo>
                  <a:lnTo>
                    <a:pt x="303389" y="4140"/>
                  </a:lnTo>
                  <a:lnTo>
                    <a:pt x="346892" y="16080"/>
                  </a:lnTo>
                  <a:lnTo>
                    <a:pt x="386954" y="35094"/>
                  </a:lnTo>
                  <a:lnTo>
                    <a:pt x="422849" y="60458"/>
                  </a:lnTo>
                  <a:lnTo>
                    <a:pt x="453849" y="91447"/>
                  </a:lnTo>
                  <a:lnTo>
                    <a:pt x="479227" y="127338"/>
                  </a:lnTo>
                  <a:lnTo>
                    <a:pt x="498254" y="167406"/>
                  </a:lnTo>
                  <a:lnTo>
                    <a:pt x="510204" y="210926"/>
                  </a:lnTo>
                  <a:lnTo>
                    <a:pt x="514350" y="257175"/>
                  </a:lnTo>
                  <a:lnTo>
                    <a:pt x="510204" y="303389"/>
                  </a:lnTo>
                  <a:lnTo>
                    <a:pt x="498254" y="346892"/>
                  </a:lnTo>
                  <a:lnTo>
                    <a:pt x="479227" y="386954"/>
                  </a:lnTo>
                  <a:lnTo>
                    <a:pt x="453849" y="422849"/>
                  </a:lnTo>
                  <a:lnTo>
                    <a:pt x="422849" y="453849"/>
                  </a:lnTo>
                  <a:lnTo>
                    <a:pt x="386954" y="479227"/>
                  </a:lnTo>
                  <a:lnTo>
                    <a:pt x="346892" y="498254"/>
                  </a:lnTo>
                  <a:lnTo>
                    <a:pt x="303389" y="510204"/>
                  </a:lnTo>
                  <a:lnTo>
                    <a:pt x="257175" y="514350"/>
                  </a:lnTo>
                  <a:lnTo>
                    <a:pt x="210946" y="510204"/>
                  </a:lnTo>
                  <a:lnTo>
                    <a:pt x="167437" y="498254"/>
                  </a:lnTo>
                  <a:lnTo>
                    <a:pt x="127372" y="479227"/>
                  </a:lnTo>
                  <a:lnTo>
                    <a:pt x="91479" y="453849"/>
                  </a:lnTo>
                  <a:lnTo>
                    <a:pt x="60483" y="422849"/>
                  </a:lnTo>
                  <a:lnTo>
                    <a:pt x="35111" y="386954"/>
                  </a:lnTo>
                  <a:lnTo>
                    <a:pt x="16089" y="346892"/>
                  </a:lnTo>
                  <a:lnTo>
                    <a:pt x="4143" y="303389"/>
                  </a:lnTo>
                  <a:lnTo>
                    <a:pt x="0" y="2571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1287907" y="2965195"/>
            <a:ext cx="16827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solidFill>
                  <a:srgbClr val="FFFFFF"/>
                </a:solidFill>
                <a:latin typeface="微软雅黑"/>
                <a:cs typeface="微软雅黑"/>
              </a:rPr>
              <a:t>A</a:t>
            </a:r>
            <a:endParaRPr sz="1600">
              <a:latin typeface="微软雅黑"/>
              <a:cs typeface="微软雅黑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1101725" y="3694176"/>
            <a:ext cx="539750" cy="539750"/>
            <a:chOff x="1101725" y="3694176"/>
            <a:chExt cx="539750" cy="539750"/>
          </a:xfrm>
        </p:grpSpPr>
        <p:sp>
          <p:nvSpPr>
            <p:cNvPr id="14" name="object 14" descr=""/>
            <p:cNvSpPr/>
            <p:nvPr/>
          </p:nvSpPr>
          <p:spPr>
            <a:xfrm>
              <a:off x="1114425" y="370687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57175" y="0"/>
                  </a:moveTo>
                  <a:lnTo>
                    <a:pt x="210946" y="4140"/>
                  </a:lnTo>
                  <a:lnTo>
                    <a:pt x="167437" y="16080"/>
                  </a:lnTo>
                  <a:lnTo>
                    <a:pt x="127372" y="35094"/>
                  </a:lnTo>
                  <a:lnTo>
                    <a:pt x="91479" y="60458"/>
                  </a:lnTo>
                  <a:lnTo>
                    <a:pt x="60483" y="91447"/>
                  </a:lnTo>
                  <a:lnTo>
                    <a:pt x="35111" y="127338"/>
                  </a:lnTo>
                  <a:lnTo>
                    <a:pt x="16089" y="167406"/>
                  </a:lnTo>
                  <a:lnTo>
                    <a:pt x="4143" y="210926"/>
                  </a:lnTo>
                  <a:lnTo>
                    <a:pt x="0" y="257175"/>
                  </a:lnTo>
                  <a:lnTo>
                    <a:pt x="4143" y="303389"/>
                  </a:lnTo>
                  <a:lnTo>
                    <a:pt x="16089" y="346892"/>
                  </a:lnTo>
                  <a:lnTo>
                    <a:pt x="35111" y="386954"/>
                  </a:lnTo>
                  <a:lnTo>
                    <a:pt x="60483" y="422849"/>
                  </a:lnTo>
                  <a:lnTo>
                    <a:pt x="91479" y="453849"/>
                  </a:lnTo>
                  <a:lnTo>
                    <a:pt x="127372" y="479227"/>
                  </a:lnTo>
                  <a:lnTo>
                    <a:pt x="167437" y="498254"/>
                  </a:lnTo>
                  <a:lnTo>
                    <a:pt x="210946" y="510204"/>
                  </a:lnTo>
                  <a:lnTo>
                    <a:pt x="257175" y="514350"/>
                  </a:lnTo>
                  <a:lnTo>
                    <a:pt x="303389" y="510204"/>
                  </a:lnTo>
                  <a:lnTo>
                    <a:pt x="346892" y="498254"/>
                  </a:lnTo>
                  <a:lnTo>
                    <a:pt x="386954" y="479227"/>
                  </a:lnTo>
                  <a:lnTo>
                    <a:pt x="422849" y="453849"/>
                  </a:lnTo>
                  <a:lnTo>
                    <a:pt x="453849" y="422849"/>
                  </a:lnTo>
                  <a:lnTo>
                    <a:pt x="479227" y="386954"/>
                  </a:lnTo>
                  <a:lnTo>
                    <a:pt x="498254" y="346892"/>
                  </a:lnTo>
                  <a:lnTo>
                    <a:pt x="510204" y="303389"/>
                  </a:lnTo>
                  <a:lnTo>
                    <a:pt x="514350" y="257175"/>
                  </a:lnTo>
                  <a:lnTo>
                    <a:pt x="510204" y="210926"/>
                  </a:lnTo>
                  <a:lnTo>
                    <a:pt x="498254" y="167406"/>
                  </a:lnTo>
                  <a:lnTo>
                    <a:pt x="479227" y="127338"/>
                  </a:lnTo>
                  <a:lnTo>
                    <a:pt x="453849" y="91447"/>
                  </a:lnTo>
                  <a:lnTo>
                    <a:pt x="422849" y="60458"/>
                  </a:lnTo>
                  <a:lnTo>
                    <a:pt x="386954" y="35094"/>
                  </a:lnTo>
                  <a:lnTo>
                    <a:pt x="346892" y="16080"/>
                  </a:lnTo>
                  <a:lnTo>
                    <a:pt x="303389" y="4140"/>
                  </a:lnTo>
                  <a:lnTo>
                    <a:pt x="257175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114425" y="370687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257175"/>
                  </a:moveTo>
                  <a:lnTo>
                    <a:pt x="4143" y="210926"/>
                  </a:lnTo>
                  <a:lnTo>
                    <a:pt x="16089" y="167406"/>
                  </a:lnTo>
                  <a:lnTo>
                    <a:pt x="35111" y="127338"/>
                  </a:lnTo>
                  <a:lnTo>
                    <a:pt x="60483" y="91447"/>
                  </a:lnTo>
                  <a:lnTo>
                    <a:pt x="91479" y="60458"/>
                  </a:lnTo>
                  <a:lnTo>
                    <a:pt x="127372" y="35094"/>
                  </a:lnTo>
                  <a:lnTo>
                    <a:pt x="167437" y="16080"/>
                  </a:lnTo>
                  <a:lnTo>
                    <a:pt x="210946" y="4140"/>
                  </a:lnTo>
                  <a:lnTo>
                    <a:pt x="257175" y="0"/>
                  </a:lnTo>
                  <a:lnTo>
                    <a:pt x="303389" y="4140"/>
                  </a:lnTo>
                  <a:lnTo>
                    <a:pt x="346892" y="16080"/>
                  </a:lnTo>
                  <a:lnTo>
                    <a:pt x="386954" y="35094"/>
                  </a:lnTo>
                  <a:lnTo>
                    <a:pt x="422849" y="60458"/>
                  </a:lnTo>
                  <a:lnTo>
                    <a:pt x="453849" y="91447"/>
                  </a:lnTo>
                  <a:lnTo>
                    <a:pt x="479227" y="127338"/>
                  </a:lnTo>
                  <a:lnTo>
                    <a:pt x="498254" y="167406"/>
                  </a:lnTo>
                  <a:lnTo>
                    <a:pt x="510204" y="210926"/>
                  </a:lnTo>
                  <a:lnTo>
                    <a:pt x="514350" y="257175"/>
                  </a:lnTo>
                  <a:lnTo>
                    <a:pt x="510204" y="303389"/>
                  </a:lnTo>
                  <a:lnTo>
                    <a:pt x="498254" y="346892"/>
                  </a:lnTo>
                  <a:lnTo>
                    <a:pt x="479227" y="386954"/>
                  </a:lnTo>
                  <a:lnTo>
                    <a:pt x="453849" y="422849"/>
                  </a:lnTo>
                  <a:lnTo>
                    <a:pt x="422849" y="453849"/>
                  </a:lnTo>
                  <a:lnTo>
                    <a:pt x="386954" y="479227"/>
                  </a:lnTo>
                  <a:lnTo>
                    <a:pt x="346892" y="498254"/>
                  </a:lnTo>
                  <a:lnTo>
                    <a:pt x="303389" y="510204"/>
                  </a:lnTo>
                  <a:lnTo>
                    <a:pt x="257175" y="514350"/>
                  </a:lnTo>
                  <a:lnTo>
                    <a:pt x="210946" y="510204"/>
                  </a:lnTo>
                  <a:lnTo>
                    <a:pt x="167437" y="498254"/>
                  </a:lnTo>
                  <a:lnTo>
                    <a:pt x="127372" y="479227"/>
                  </a:lnTo>
                  <a:lnTo>
                    <a:pt x="91479" y="453849"/>
                  </a:lnTo>
                  <a:lnTo>
                    <a:pt x="60483" y="422849"/>
                  </a:lnTo>
                  <a:lnTo>
                    <a:pt x="35111" y="386954"/>
                  </a:lnTo>
                  <a:lnTo>
                    <a:pt x="16089" y="346892"/>
                  </a:lnTo>
                  <a:lnTo>
                    <a:pt x="4143" y="303389"/>
                  </a:lnTo>
                  <a:lnTo>
                    <a:pt x="0" y="257175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1295527" y="3822572"/>
            <a:ext cx="1530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solidFill>
                  <a:srgbClr val="FFFFFF"/>
                </a:solidFill>
                <a:latin typeface="微软雅黑"/>
                <a:cs typeface="微软雅黑"/>
              </a:rPr>
              <a:t>B</a:t>
            </a:r>
            <a:endParaRPr sz="1600">
              <a:latin typeface="微软雅黑"/>
              <a:cs typeface="微软雅黑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1108075" y="4557776"/>
            <a:ext cx="527050" cy="527050"/>
            <a:chOff x="1108075" y="4557776"/>
            <a:chExt cx="527050" cy="527050"/>
          </a:xfrm>
        </p:grpSpPr>
        <p:sp>
          <p:nvSpPr>
            <p:cNvPr id="18" name="object 18" descr=""/>
            <p:cNvSpPr/>
            <p:nvPr/>
          </p:nvSpPr>
          <p:spPr>
            <a:xfrm>
              <a:off x="1114425" y="456412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57175" y="0"/>
                  </a:moveTo>
                  <a:lnTo>
                    <a:pt x="210946" y="4140"/>
                  </a:lnTo>
                  <a:lnTo>
                    <a:pt x="167437" y="16080"/>
                  </a:lnTo>
                  <a:lnTo>
                    <a:pt x="127372" y="35094"/>
                  </a:lnTo>
                  <a:lnTo>
                    <a:pt x="91479" y="60458"/>
                  </a:lnTo>
                  <a:lnTo>
                    <a:pt x="60483" y="91447"/>
                  </a:lnTo>
                  <a:lnTo>
                    <a:pt x="35111" y="127338"/>
                  </a:lnTo>
                  <a:lnTo>
                    <a:pt x="16089" y="167406"/>
                  </a:lnTo>
                  <a:lnTo>
                    <a:pt x="4143" y="210926"/>
                  </a:lnTo>
                  <a:lnTo>
                    <a:pt x="0" y="257175"/>
                  </a:lnTo>
                  <a:lnTo>
                    <a:pt x="4143" y="303389"/>
                  </a:lnTo>
                  <a:lnTo>
                    <a:pt x="16089" y="346892"/>
                  </a:lnTo>
                  <a:lnTo>
                    <a:pt x="35111" y="386954"/>
                  </a:lnTo>
                  <a:lnTo>
                    <a:pt x="60483" y="422849"/>
                  </a:lnTo>
                  <a:lnTo>
                    <a:pt x="91479" y="453849"/>
                  </a:lnTo>
                  <a:lnTo>
                    <a:pt x="127372" y="479227"/>
                  </a:lnTo>
                  <a:lnTo>
                    <a:pt x="167437" y="498254"/>
                  </a:lnTo>
                  <a:lnTo>
                    <a:pt x="210946" y="510204"/>
                  </a:lnTo>
                  <a:lnTo>
                    <a:pt x="257175" y="514350"/>
                  </a:lnTo>
                  <a:lnTo>
                    <a:pt x="303389" y="510204"/>
                  </a:lnTo>
                  <a:lnTo>
                    <a:pt x="346892" y="498254"/>
                  </a:lnTo>
                  <a:lnTo>
                    <a:pt x="386954" y="479227"/>
                  </a:lnTo>
                  <a:lnTo>
                    <a:pt x="422849" y="453849"/>
                  </a:lnTo>
                  <a:lnTo>
                    <a:pt x="453849" y="422849"/>
                  </a:lnTo>
                  <a:lnTo>
                    <a:pt x="479227" y="386954"/>
                  </a:lnTo>
                  <a:lnTo>
                    <a:pt x="498254" y="346892"/>
                  </a:lnTo>
                  <a:lnTo>
                    <a:pt x="510204" y="303389"/>
                  </a:lnTo>
                  <a:lnTo>
                    <a:pt x="514350" y="257175"/>
                  </a:lnTo>
                  <a:lnTo>
                    <a:pt x="510204" y="210926"/>
                  </a:lnTo>
                  <a:lnTo>
                    <a:pt x="498254" y="167406"/>
                  </a:lnTo>
                  <a:lnTo>
                    <a:pt x="479227" y="127338"/>
                  </a:lnTo>
                  <a:lnTo>
                    <a:pt x="453849" y="91447"/>
                  </a:lnTo>
                  <a:lnTo>
                    <a:pt x="422849" y="60458"/>
                  </a:lnTo>
                  <a:lnTo>
                    <a:pt x="386954" y="35094"/>
                  </a:lnTo>
                  <a:lnTo>
                    <a:pt x="346892" y="16080"/>
                  </a:lnTo>
                  <a:lnTo>
                    <a:pt x="303389" y="4140"/>
                  </a:lnTo>
                  <a:lnTo>
                    <a:pt x="257175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114425" y="456412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257175"/>
                  </a:moveTo>
                  <a:lnTo>
                    <a:pt x="4143" y="210926"/>
                  </a:lnTo>
                  <a:lnTo>
                    <a:pt x="16089" y="167406"/>
                  </a:lnTo>
                  <a:lnTo>
                    <a:pt x="35111" y="127338"/>
                  </a:lnTo>
                  <a:lnTo>
                    <a:pt x="60483" y="91447"/>
                  </a:lnTo>
                  <a:lnTo>
                    <a:pt x="91479" y="60458"/>
                  </a:lnTo>
                  <a:lnTo>
                    <a:pt x="127372" y="35094"/>
                  </a:lnTo>
                  <a:lnTo>
                    <a:pt x="167437" y="16080"/>
                  </a:lnTo>
                  <a:lnTo>
                    <a:pt x="210946" y="4140"/>
                  </a:lnTo>
                  <a:lnTo>
                    <a:pt x="257175" y="0"/>
                  </a:lnTo>
                  <a:lnTo>
                    <a:pt x="303389" y="4140"/>
                  </a:lnTo>
                  <a:lnTo>
                    <a:pt x="346892" y="16080"/>
                  </a:lnTo>
                  <a:lnTo>
                    <a:pt x="386954" y="35094"/>
                  </a:lnTo>
                  <a:lnTo>
                    <a:pt x="422849" y="60458"/>
                  </a:lnTo>
                  <a:lnTo>
                    <a:pt x="453849" y="91447"/>
                  </a:lnTo>
                  <a:lnTo>
                    <a:pt x="479227" y="127338"/>
                  </a:lnTo>
                  <a:lnTo>
                    <a:pt x="498254" y="167406"/>
                  </a:lnTo>
                  <a:lnTo>
                    <a:pt x="510204" y="210926"/>
                  </a:lnTo>
                  <a:lnTo>
                    <a:pt x="514350" y="257175"/>
                  </a:lnTo>
                  <a:lnTo>
                    <a:pt x="510204" y="303389"/>
                  </a:lnTo>
                  <a:lnTo>
                    <a:pt x="498254" y="346892"/>
                  </a:lnTo>
                  <a:lnTo>
                    <a:pt x="479227" y="386954"/>
                  </a:lnTo>
                  <a:lnTo>
                    <a:pt x="453849" y="422849"/>
                  </a:lnTo>
                  <a:lnTo>
                    <a:pt x="422849" y="453849"/>
                  </a:lnTo>
                  <a:lnTo>
                    <a:pt x="386954" y="479227"/>
                  </a:lnTo>
                  <a:lnTo>
                    <a:pt x="346892" y="498254"/>
                  </a:lnTo>
                  <a:lnTo>
                    <a:pt x="303389" y="510204"/>
                  </a:lnTo>
                  <a:lnTo>
                    <a:pt x="257175" y="514350"/>
                  </a:lnTo>
                  <a:lnTo>
                    <a:pt x="210946" y="510204"/>
                  </a:lnTo>
                  <a:lnTo>
                    <a:pt x="167437" y="498254"/>
                  </a:lnTo>
                  <a:lnTo>
                    <a:pt x="127372" y="479227"/>
                  </a:lnTo>
                  <a:lnTo>
                    <a:pt x="91479" y="453849"/>
                  </a:lnTo>
                  <a:lnTo>
                    <a:pt x="60483" y="422849"/>
                  </a:lnTo>
                  <a:lnTo>
                    <a:pt x="35111" y="386954"/>
                  </a:lnTo>
                  <a:lnTo>
                    <a:pt x="16089" y="346892"/>
                  </a:lnTo>
                  <a:lnTo>
                    <a:pt x="4143" y="303389"/>
                  </a:lnTo>
                  <a:lnTo>
                    <a:pt x="0" y="2571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1290955" y="4679645"/>
            <a:ext cx="16129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solidFill>
                  <a:srgbClr val="FFFFFF"/>
                </a:solidFill>
                <a:latin typeface="微软雅黑"/>
                <a:cs typeface="微软雅黑"/>
              </a:rPr>
              <a:t>C</a:t>
            </a:r>
            <a:endParaRPr sz="1600">
              <a:latin typeface="微软雅黑"/>
              <a:cs typeface="微软雅黑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1108075" y="5415026"/>
            <a:ext cx="527050" cy="527050"/>
            <a:chOff x="1108075" y="5415026"/>
            <a:chExt cx="527050" cy="527050"/>
          </a:xfrm>
        </p:grpSpPr>
        <p:sp>
          <p:nvSpPr>
            <p:cNvPr id="22" name="object 22" descr=""/>
            <p:cNvSpPr/>
            <p:nvPr/>
          </p:nvSpPr>
          <p:spPr>
            <a:xfrm>
              <a:off x="1114425" y="542137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57175" y="0"/>
                  </a:moveTo>
                  <a:lnTo>
                    <a:pt x="210946" y="4140"/>
                  </a:lnTo>
                  <a:lnTo>
                    <a:pt x="167437" y="16079"/>
                  </a:lnTo>
                  <a:lnTo>
                    <a:pt x="127372" y="35091"/>
                  </a:lnTo>
                  <a:lnTo>
                    <a:pt x="91479" y="60452"/>
                  </a:lnTo>
                  <a:lnTo>
                    <a:pt x="60483" y="91436"/>
                  </a:lnTo>
                  <a:lnTo>
                    <a:pt x="35111" y="127319"/>
                  </a:lnTo>
                  <a:lnTo>
                    <a:pt x="16089" y="167376"/>
                  </a:lnTo>
                  <a:lnTo>
                    <a:pt x="4143" y="210882"/>
                  </a:lnTo>
                  <a:lnTo>
                    <a:pt x="0" y="257111"/>
                  </a:lnTo>
                  <a:lnTo>
                    <a:pt x="4143" y="303339"/>
                  </a:lnTo>
                  <a:lnTo>
                    <a:pt x="16089" y="346849"/>
                  </a:lnTo>
                  <a:lnTo>
                    <a:pt x="35111" y="386913"/>
                  </a:lnTo>
                  <a:lnTo>
                    <a:pt x="60483" y="422807"/>
                  </a:lnTo>
                  <a:lnTo>
                    <a:pt x="91479" y="453803"/>
                  </a:lnTo>
                  <a:lnTo>
                    <a:pt x="127372" y="479175"/>
                  </a:lnTo>
                  <a:lnTo>
                    <a:pt x="167437" y="498197"/>
                  </a:lnTo>
                  <a:lnTo>
                    <a:pt x="210946" y="510143"/>
                  </a:lnTo>
                  <a:lnTo>
                    <a:pt x="257175" y="514286"/>
                  </a:lnTo>
                  <a:lnTo>
                    <a:pt x="303389" y="510143"/>
                  </a:lnTo>
                  <a:lnTo>
                    <a:pt x="346892" y="498197"/>
                  </a:lnTo>
                  <a:lnTo>
                    <a:pt x="386954" y="479175"/>
                  </a:lnTo>
                  <a:lnTo>
                    <a:pt x="422849" y="453803"/>
                  </a:lnTo>
                  <a:lnTo>
                    <a:pt x="453849" y="422807"/>
                  </a:lnTo>
                  <a:lnTo>
                    <a:pt x="479227" y="386913"/>
                  </a:lnTo>
                  <a:lnTo>
                    <a:pt x="498254" y="346849"/>
                  </a:lnTo>
                  <a:lnTo>
                    <a:pt x="510204" y="303339"/>
                  </a:lnTo>
                  <a:lnTo>
                    <a:pt x="514350" y="257111"/>
                  </a:lnTo>
                  <a:lnTo>
                    <a:pt x="510204" y="210882"/>
                  </a:lnTo>
                  <a:lnTo>
                    <a:pt x="498254" y="167376"/>
                  </a:lnTo>
                  <a:lnTo>
                    <a:pt x="479227" y="127319"/>
                  </a:lnTo>
                  <a:lnTo>
                    <a:pt x="453849" y="91436"/>
                  </a:lnTo>
                  <a:lnTo>
                    <a:pt x="422849" y="60452"/>
                  </a:lnTo>
                  <a:lnTo>
                    <a:pt x="386954" y="35091"/>
                  </a:lnTo>
                  <a:lnTo>
                    <a:pt x="346892" y="16079"/>
                  </a:lnTo>
                  <a:lnTo>
                    <a:pt x="303389" y="4140"/>
                  </a:lnTo>
                  <a:lnTo>
                    <a:pt x="257175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114425" y="542137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257111"/>
                  </a:moveTo>
                  <a:lnTo>
                    <a:pt x="4143" y="210882"/>
                  </a:lnTo>
                  <a:lnTo>
                    <a:pt x="16089" y="167376"/>
                  </a:lnTo>
                  <a:lnTo>
                    <a:pt x="35111" y="127319"/>
                  </a:lnTo>
                  <a:lnTo>
                    <a:pt x="60483" y="91436"/>
                  </a:lnTo>
                  <a:lnTo>
                    <a:pt x="91479" y="60452"/>
                  </a:lnTo>
                  <a:lnTo>
                    <a:pt x="127372" y="35091"/>
                  </a:lnTo>
                  <a:lnTo>
                    <a:pt x="167437" y="16079"/>
                  </a:lnTo>
                  <a:lnTo>
                    <a:pt x="210946" y="4140"/>
                  </a:lnTo>
                  <a:lnTo>
                    <a:pt x="257175" y="0"/>
                  </a:lnTo>
                  <a:lnTo>
                    <a:pt x="303389" y="4140"/>
                  </a:lnTo>
                  <a:lnTo>
                    <a:pt x="346892" y="16079"/>
                  </a:lnTo>
                  <a:lnTo>
                    <a:pt x="386954" y="35091"/>
                  </a:lnTo>
                  <a:lnTo>
                    <a:pt x="422849" y="60452"/>
                  </a:lnTo>
                  <a:lnTo>
                    <a:pt x="453849" y="91436"/>
                  </a:lnTo>
                  <a:lnTo>
                    <a:pt x="479227" y="127319"/>
                  </a:lnTo>
                  <a:lnTo>
                    <a:pt x="498254" y="167376"/>
                  </a:lnTo>
                  <a:lnTo>
                    <a:pt x="510204" y="210882"/>
                  </a:lnTo>
                  <a:lnTo>
                    <a:pt x="514350" y="257111"/>
                  </a:lnTo>
                  <a:lnTo>
                    <a:pt x="510204" y="303339"/>
                  </a:lnTo>
                  <a:lnTo>
                    <a:pt x="498254" y="346849"/>
                  </a:lnTo>
                  <a:lnTo>
                    <a:pt x="479227" y="386913"/>
                  </a:lnTo>
                  <a:lnTo>
                    <a:pt x="453849" y="422807"/>
                  </a:lnTo>
                  <a:lnTo>
                    <a:pt x="422849" y="453803"/>
                  </a:lnTo>
                  <a:lnTo>
                    <a:pt x="386954" y="479175"/>
                  </a:lnTo>
                  <a:lnTo>
                    <a:pt x="346892" y="498197"/>
                  </a:lnTo>
                  <a:lnTo>
                    <a:pt x="303389" y="510143"/>
                  </a:lnTo>
                  <a:lnTo>
                    <a:pt x="257175" y="514286"/>
                  </a:lnTo>
                  <a:lnTo>
                    <a:pt x="210946" y="510143"/>
                  </a:lnTo>
                  <a:lnTo>
                    <a:pt x="167437" y="498197"/>
                  </a:lnTo>
                  <a:lnTo>
                    <a:pt x="127372" y="479175"/>
                  </a:lnTo>
                  <a:lnTo>
                    <a:pt x="91479" y="453803"/>
                  </a:lnTo>
                  <a:lnTo>
                    <a:pt x="60483" y="422807"/>
                  </a:lnTo>
                  <a:lnTo>
                    <a:pt x="35111" y="386913"/>
                  </a:lnTo>
                  <a:lnTo>
                    <a:pt x="16089" y="346849"/>
                  </a:lnTo>
                  <a:lnTo>
                    <a:pt x="4143" y="303339"/>
                  </a:lnTo>
                  <a:lnTo>
                    <a:pt x="0" y="257111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1281811" y="5537708"/>
            <a:ext cx="18034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solidFill>
                  <a:srgbClr val="FFFFFF"/>
                </a:solidFill>
                <a:latin typeface="微软雅黑"/>
                <a:cs typeface="微软雅黑"/>
              </a:rPr>
              <a:t>D</a:t>
            </a:r>
            <a:endParaRPr sz="1600">
              <a:latin typeface="微软雅黑"/>
              <a:cs typeface="微软雅黑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6524625" y="5816815"/>
            <a:ext cx="1581150" cy="449580"/>
            <a:chOff x="6524625" y="5816815"/>
            <a:chExt cx="1581150" cy="449580"/>
          </a:xfrm>
        </p:grpSpPr>
        <p:sp>
          <p:nvSpPr>
            <p:cNvPr id="26" name="object 26" descr=""/>
            <p:cNvSpPr/>
            <p:nvPr/>
          </p:nvSpPr>
          <p:spPr>
            <a:xfrm>
              <a:off x="6543675" y="5835865"/>
              <a:ext cx="1543050" cy="411480"/>
            </a:xfrm>
            <a:custGeom>
              <a:avLst/>
              <a:gdLst/>
              <a:ahLst/>
              <a:cxnLst/>
              <a:rect l="l" t="t" r="r" b="b"/>
              <a:pathLst>
                <a:path w="1543050" h="411479">
                  <a:moveTo>
                    <a:pt x="1474470" y="0"/>
                  </a:moveTo>
                  <a:lnTo>
                    <a:pt x="68579" y="0"/>
                  </a:lnTo>
                  <a:lnTo>
                    <a:pt x="41898" y="5383"/>
                  </a:lnTo>
                  <a:lnTo>
                    <a:pt x="20097" y="20067"/>
                  </a:lnTo>
                  <a:lnTo>
                    <a:pt x="5393" y="41849"/>
                  </a:lnTo>
                  <a:lnTo>
                    <a:pt x="0" y="68529"/>
                  </a:lnTo>
                  <a:lnTo>
                    <a:pt x="0" y="342633"/>
                  </a:lnTo>
                  <a:lnTo>
                    <a:pt x="5393" y="369307"/>
                  </a:lnTo>
                  <a:lnTo>
                    <a:pt x="20097" y="391090"/>
                  </a:lnTo>
                  <a:lnTo>
                    <a:pt x="41898" y="405776"/>
                  </a:lnTo>
                  <a:lnTo>
                    <a:pt x="68579" y="411162"/>
                  </a:lnTo>
                  <a:lnTo>
                    <a:pt x="1474470" y="411162"/>
                  </a:lnTo>
                  <a:lnTo>
                    <a:pt x="1501151" y="405776"/>
                  </a:lnTo>
                  <a:lnTo>
                    <a:pt x="1522952" y="391090"/>
                  </a:lnTo>
                  <a:lnTo>
                    <a:pt x="1537656" y="369307"/>
                  </a:lnTo>
                  <a:lnTo>
                    <a:pt x="1543050" y="342633"/>
                  </a:lnTo>
                  <a:lnTo>
                    <a:pt x="1543050" y="68529"/>
                  </a:lnTo>
                  <a:lnTo>
                    <a:pt x="1537656" y="41849"/>
                  </a:lnTo>
                  <a:lnTo>
                    <a:pt x="1522952" y="20067"/>
                  </a:lnTo>
                  <a:lnTo>
                    <a:pt x="1501151" y="5383"/>
                  </a:lnTo>
                  <a:lnTo>
                    <a:pt x="1474470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6543675" y="5835865"/>
              <a:ext cx="1543050" cy="411480"/>
            </a:xfrm>
            <a:custGeom>
              <a:avLst/>
              <a:gdLst/>
              <a:ahLst/>
              <a:cxnLst/>
              <a:rect l="l" t="t" r="r" b="b"/>
              <a:pathLst>
                <a:path w="1543050" h="411479">
                  <a:moveTo>
                    <a:pt x="0" y="68529"/>
                  </a:moveTo>
                  <a:lnTo>
                    <a:pt x="5393" y="41849"/>
                  </a:lnTo>
                  <a:lnTo>
                    <a:pt x="20097" y="20067"/>
                  </a:lnTo>
                  <a:lnTo>
                    <a:pt x="41898" y="5383"/>
                  </a:lnTo>
                  <a:lnTo>
                    <a:pt x="68579" y="0"/>
                  </a:lnTo>
                  <a:lnTo>
                    <a:pt x="1474470" y="0"/>
                  </a:lnTo>
                  <a:lnTo>
                    <a:pt x="1501151" y="5383"/>
                  </a:lnTo>
                  <a:lnTo>
                    <a:pt x="1522952" y="20067"/>
                  </a:lnTo>
                  <a:lnTo>
                    <a:pt x="1537656" y="41849"/>
                  </a:lnTo>
                  <a:lnTo>
                    <a:pt x="1543050" y="68529"/>
                  </a:lnTo>
                  <a:lnTo>
                    <a:pt x="1543050" y="342633"/>
                  </a:lnTo>
                  <a:lnTo>
                    <a:pt x="1537656" y="369307"/>
                  </a:lnTo>
                  <a:lnTo>
                    <a:pt x="1522952" y="391090"/>
                  </a:lnTo>
                  <a:lnTo>
                    <a:pt x="1501151" y="405776"/>
                  </a:lnTo>
                  <a:lnTo>
                    <a:pt x="1474470" y="411162"/>
                  </a:lnTo>
                  <a:lnTo>
                    <a:pt x="68579" y="411162"/>
                  </a:lnTo>
                  <a:lnTo>
                    <a:pt x="41898" y="405776"/>
                  </a:lnTo>
                  <a:lnTo>
                    <a:pt x="20097" y="391090"/>
                  </a:lnTo>
                  <a:lnTo>
                    <a:pt x="5393" y="369307"/>
                  </a:lnTo>
                  <a:lnTo>
                    <a:pt x="0" y="342633"/>
                  </a:lnTo>
                  <a:lnTo>
                    <a:pt x="0" y="68529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7101331" y="5900724"/>
            <a:ext cx="43116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40">
                <a:solidFill>
                  <a:srgbClr val="FFFFFF"/>
                </a:solidFill>
                <a:latin typeface="微软雅黑"/>
                <a:cs typeface="微软雅黑"/>
              </a:rPr>
              <a:t>提交</a:t>
            </a:r>
            <a:endParaRPr sz="1600">
              <a:latin typeface="微软雅黑"/>
              <a:cs typeface="微软雅黑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30" name="object 30" descr=""/>
            <p:cNvSpPr/>
            <p:nvPr/>
          </p:nvSpPr>
          <p:spPr>
            <a:xfrm>
              <a:off x="190500" y="0"/>
              <a:ext cx="8953500" cy="635000"/>
            </a:xfrm>
            <a:custGeom>
              <a:avLst/>
              <a:gdLst/>
              <a:ahLst/>
              <a:cxnLst/>
              <a:rect l="l" t="t" r="r" b="b"/>
              <a:pathLst>
                <a:path w="8953500" h="635000">
                  <a:moveTo>
                    <a:pt x="0" y="635000"/>
                  </a:moveTo>
                  <a:lnTo>
                    <a:pt x="8953500" y="635000"/>
                  </a:lnTo>
                  <a:lnTo>
                    <a:pt x="8953500" y="0"/>
                  </a:lnTo>
                  <a:lnTo>
                    <a:pt x="0" y="0"/>
                  </a:lnTo>
                  <a:lnTo>
                    <a:pt x="0" y="635000"/>
                  </a:lnTo>
                  <a:close/>
                </a:path>
              </a:pathLst>
            </a:custGeom>
            <a:solidFill>
              <a:srgbClr val="F6F7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0" y="0"/>
              <a:ext cx="190500" cy="635000"/>
            </a:xfrm>
            <a:custGeom>
              <a:avLst/>
              <a:gdLst/>
              <a:ahLst/>
              <a:cxnLst/>
              <a:rect l="l" t="t" r="r" b="b"/>
              <a:pathLst>
                <a:path w="190500" h="635000">
                  <a:moveTo>
                    <a:pt x="190500" y="0"/>
                  </a:moveTo>
                  <a:lnTo>
                    <a:pt x="0" y="0"/>
                  </a:lnTo>
                  <a:lnTo>
                    <a:pt x="0" y="635000"/>
                  </a:lnTo>
                  <a:lnTo>
                    <a:pt x="190500" y="635000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629EF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 descr=""/>
          <p:cNvSpPr txBox="1"/>
          <p:nvPr/>
        </p:nvSpPr>
        <p:spPr>
          <a:xfrm>
            <a:off x="332943" y="93090"/>
            <a:ext cx="1017905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spc="-20">
                <a:latin typeface="微软雅黑"/>
                <a:cs typeface="微软雅黑"/>
              </a:rPr>
              <a:t>单选题</a:t>
            </a:r>
            <a:endParaRPr sz="2600">
              <a:latin typeface="微软雅黑"/>
              <a:cs typeface="微软雅黑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1604899" y="187578"/>
            <a:ext cx="429259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808080"/>
                </a:solidFill>
                <a:latin typeface="微软雅黑"/>
                <a:cs typeface="微软雅黑"/>
              </a:rPr>
              <a:t>1</a:t>
            </a:r>
            <a:r>
              <a:rPr dirty="0" sz="2000" spc="-50">
                <a:solidFill>
                  <a:srgbClr val="808080"/>
                </a:solidFill>
                <a:latin typeface="微软雅黑"/>
                <a:cs typeface="微软雅黑"/>
              </a:rPr>
              <a:t>分</a:t>
            </a:r>
            <a:endParaRPr sz="2000">
              <a:latin typeface="微软雅黑"/>
              <a:cs typeface="微软雅黑"/>
            </a:endParaRPr>
          </a:p>
        </p:txBody>
      </p:sp>
      <p:pic>
        <p:nvPicPr>
          <p:cNvPr id="34" name="object 3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53605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34809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15" b="1">
                <a:solidFill>
                  <a:srgbClr val="40458B"/>
                </a:solidFill>
                <a:latin typeface="宋体"/>
                <a:cs typeface="宋体"/>
              </a:rPr>
              <a:t>47/81</a:t>
            </a:r>
            <a:endParaRPr baseline="1736" sz="2400">
              <a:latin typeface="宋体"/>
              <a:cs typeface="宋体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19062" y="188976"/>
            <a:ext cx="1437005" cy="274955"/>
            <a:chOff x="119062" y="188976"/>
            <a:chExt cx="1437005" cy="274955"/>
          </a:xfrm>
        </p:grpSpPr>
        <p:sp>
          <p:nvSpPr>
            <p:cNvPr id="4" name="object 4" descr=""/>
            <p:cNvSpPr/>
            <p:nvPr/>
          </p:nvSpPr>
          <p:spPr>
            <a:xfrm>
              <a:off x="119062" y="188976"/>
              <a:ext cx="499745" cy="274955"/>
            </a:xfrm>
            <a:custGeom>
              <a:avLst/>
              <a:gdLst/>
              <a:ahLst/>
              <a:cxnLst/>
              <a:rect l="l" t="t" r="r" b="b"/>
              <a:pathLst>
                <a:path w="499745" h="274955">
                  <a:moveTo>
                    <a:pt x="119837" y="0"/>
                  </a:moveTo>
                  <a:lnTo>
                    <a:pt x="4993" y="41528"/>
                  </a:lnTo>
                  <a:lnTo>
                    <a:pt x="264655" y="135508"/>
                  </a:lnTo>
                  <a:lnTo>
                    <a:pt x="0" y="231266"/>
                  </a:lnTo>
                  <a:lnTo>
                    <a:pt x="119837" y="274574"/>
                  </a:lnTo>
                  <a:lnTo>
                    <a:pt x="499338" y="137287"/>
                  </a:lnTo>
                  <a:lnTo>
                    <a:pt x="119837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85546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9621" y="0"/>
                  </a:moveTo>
                  <a:lnTo>
                    <a:pt x="4991" y="41528"/>
                  </a:lnTo>
                  <a:lnTo>
                    <a:pt x="264147" y="135508"/>
                  </a:lnTo>
                  <a:lnTo>
                    <a:pt x="0" y="231266"/>
                  </a:lnTo>
                  <a:lnTo>
                    <a:pt x="119621" y="274574"/>
                  </a:lnTo>
                  <a:lnTo>
                    <a:pt x="497141" y="137287"/>
                  </a:lnTo>
                  <a:lnTo>
                    <a:pt x="119621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058608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8363" y="0"/>
                  </a:moveTo>
                  <a:lnTo>
                    <a:pt x="4978" y="41528"/>
                  </a:lnTo>
                  <a:lnTo>
                    <a:pt x="264096" y="135508"/>
                  </a:lnTo>
                  <a:lnTo>
                    <a:pt x="0" y="231266"/>
                  </a:lnTo>
                  <a:lnTo>
                    <a:pt x="118363" y="274574"/>
                  </a:lnTo>
                  <a:lnTo>
                    <a:pt x="497141" y="137287"/>
                  </a:lnTo>
                  <a:lnTo>
                    <a:pt x="118363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32180" algn="l"/>
                <a:tab pos="7600315" algn="l"/>
              </a:tabLst>
            </a:pPr>
            <a:r>
              <a:rPr dirty="0" spc="-254"/>
              <a:t> </a:t>
            </a:r>
            <a:r>
              <a:rPr dirty="0" spc="-25"/>
              <a:t>8.3</a:t>
            </a:r>
            <a:r>
              <a:rPr dirty="0"/>
              <a:t>	廉价磁盘冗余阵</a:t>
            </a:r>
            <a:r>
              <a:rPr dirty="0" spc="-15"/>
              <a:t>列</a:t>
            </a:r>
            <a:r>
              <a:rPr dirty="0" spc="-20"/>
              <a:t>RAID</a:t>
            </a:r>
            <a:r>
              <a:rPr dirty="0"/>
              <a:t>	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-29159" y="699008"/>
            <a:ext cx="50546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</a:tabLst>
            </a:pPr>
            <a:r>
              <a:rPr dirty="0" sz="2400" spc="-25">
                <a:solidFill>
                  <a:srgbClr val="40458B"/>
                </a:solidFill>
                <a:latin typeface="Tahoma"/>
                <a:cs typeface="Tahoma"/>
              </a:rPr>
              <a:t>1.</a:t>
            </a:r>
            <a:r>
              <a:rPr dirty="0" sz="2400">
                <a:solidFill>
                  <a:srgbClr val="40458B"/>
                </a:solidFill>
                <a:latin typeface="Tahoma"/>
                <a:cs typeface="Tahoma"/>
              </a:rPr>
              <a:t>	</a:t>
            </a:r>
            <a:r>
              <a:rPr dirty="0" sz="2400" spc="-5">
                <a:solidFill>
                  <a:srgbClr val="E14B04"/>
                </a:solidFill>
                <a:latin typeface="黑体"/>
                <a:cs typeface="黑体"/>
              </a:rPr>
              <a:t>实现磁盘阵列的方式主要有三种：</a:t>
            </a:r>
            <a:endParaRPr sz="2400">
              <a:latin typeface="黑体"/>
              <a:cs typeface="黑体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227701" y="750570"/>
            <a:ext cx="3660775" cy="4222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00">
                <a:solidFill>
                  <a:srgbClr val="0000CC"/>
                </a:solidFill>
                <a:latin typeface="黑体"/>
                <a:cs typeface="黑体"/>
              </a:rPr>
              <a:t>8.3.9</a:t>
            </a:r>
            <a:r>
              <a:rPr dirty="0" sz="2600" spc="15">
                <a:solidFill>
                  <a:srgbClr val="0000CC"/>
                </a:solidFill>
                <a:latin typeface="黑体"/>
                <a:cs typeface="黑体"/>
              </a:rPr>
              <a:t> </a:t>
            </a:r>
            <a:r>
              <a:rPr dirty="0" sz="2600" spc="-10">
                <a:solidFill>
                  <a:srgbClr val="0000CC"/>
                </a:solidFill>
                <a:latin typeface="黑体"/>
                <a:cs typeface="黑体"/>
              </a:rPr>
              <a:t>RAID的实现与发展</a:t>
            </a:r>
            <a:endParaRPr sz="2600">
              <a:latin typeface="黑体"/>
              <a:cs typeface="黑体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13792" y="1065564"/>
            <a:ext cx="8933815" cy="5554345"/>
          </a:xfrm>
          <a:prstGeom prst="rect">
            <a:avLst/>
          </a:prstGeom>
        </p:spPr>
        <p:txBody>
          <a:bodyPr wrap="square" lIns="0" tIns="149860" rIns="0" bIns="0" rtlCol="0" vert="horz">
            <a:spAutoFit/>
          </a:bodyPr>
          <a:lstStyle/>
          <a:p>
            <a:pPr marL="955675" indent="-456565">
              <a:lnSpc>
                <a:spcPct val="100000"/>
              </a:lnSpc>
              <a:spcBef>
                <a:spcPts val="1180"/>
              </a:spcBef>
              <a:buClr>
                <a:srgbClr val="40458B"/>
              </a:buClr>
              <a:buSzPct val="88636"/>
              <a:buFont typeface="Wingdings"/>
              <a:buChar char=""/>
              <a:tabLst>
                <a:tab pos="955675" algn="l"/>
              </a:tabLst>
            </a:pPr>
            <a:r>
              <a:rPr dirty="0" sz="2200" spc="-30">
                <a:solidFill>
                  <a:srgbClr val="D50092"/>
                </a:solidFill>
                <a:latin typeface="黑体"/>
                <a:cs typeface="黑体"/>
              </a:rPr>
              <a:t>软件方式：</a:t>
            </a: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阵列管理软件由主机来实现。</a:t>
            </a:r>
            <a:endParaRPr sz="2200">
              <a:latin typeface="黑体"/>
              <a:cs typeface="黑体"/>
            </a:endParaRPr>
          </a:p>
          <a:p>
            <a:pPr marL="805180" indent="-359410">
              <a:lnSpc>
                <a:spcPct val="100000"/>
              </a:lnSpc>
              <a:spcBef>
                <a:spcPts val="994"/>
              </a:spcBef>
              <a:buClr>
                <a:srgbClr val="4668F5"/>
              </a:buClr>
              <a:buSzPct val="60000"/>
              <a:buFont typeface="Wingdings"/>
              <a:buChar char=""/>
              <a:tabLst>
                <a:tab pos="805180" algn="l"/>
              </a:tabLst>
            </a:pPr>
            <a:r>
              <a:rPr dirty="0" sz="2000" spc="-10" b="1">
                <a:solidFill>
                  <a:srgbClr val="40458B"/>
                </a:solidFill>
                <a:latin typeface="宋体"/>
                <a:cs typeface="宋体"/>
              </a:rPr>
              <a:t>优点：</a:t>
            </a:r>
            <a:r>
              <a:rPr dirty="0" sz="2000" spc="-25" b="1">
                <a:solidFill>
                  <a:srgbClr val="FF5CFF"/>
                </a:solidFill>
                <a:latin typeface="宋体"/>
                <a:cs typeface="宋体"/>
              </a:rPr>
              <a:t>成本低</a:t>
            </a:r>
            <a:endParaRPr sz="2000">
              <a:latin typeface="宋体"/>
              <a:cs typeface="宋体"/>
            </a:endParaRPr>
          </a:p>
          <a:p>
            <a:pPr marL="805180" indent="-359410">
              <a:lnSpc>
                <a:spcPct val="100000"/>
              </a:lnSpc>
              <a:spcBef>
                <a:spcPts val="960"/>
              </a:spcBef>
              <a:buClr>
                <a:srgbClr val="4668F5"/>
              </a:buClr>
              <a:buSzPct val="60000"/>
              <a:buFont typeface="Wingdings"/>
              <a:buChar char=""/>
              <a:tabLst>
                <a:tab pos="805180" algn="l"/>
              </a:tabLst>
            </a:pPr>
            <a:r>
              <a:rPr dirty="0" sz="2000" spc="-10" b="1">
                <a:solidFill>
                  <a:srgbClr val="40458B"/>
                </a:solidFill>
                <a:latin typeface="宋体"/>
                <a:cs typeface="宋体"/>
              </a:rPr>
              <a:t>缺点：</a:t>
            </a:r>
            <a:r>
              <a:rPr dirty="0" sz="2000" spc="-25" b="1">
                <a:solidFill>
                  <a:srgbClr val="FF5CFF"/>
                </a:solidFill>
                <a:latin typeface="宋体"/>
                <a:cs typeface="宋体"/>
              </a:rPr>
              <a:t>过多地占用主机时间，且带宽指标上不去。</a:t>
            </a:r>
            <a:endParaRPr sz="2000">
              <a:latin typeface="宋体"/>
              <a:cs typeface="宋体"/>
            </a:endParaRPr>
          </a:p>
          <a:p>
            <a:pPr lvl="1" marL="956310" marR="5080" indent="-457200">
              <a:lnSpc>
                <a:spcPct val="120100"/>
              </a:lnSpc>
              <a:spcBef>
                <a:spcPts val="495"/>
              </a:spcBef>
              <a:buClr>
                <a:srgbClr val="40458B"/>
              </a:buClr>
              <a:buSzPct val="88636"/>
              <a:buFont typeface="Wingdings"/>
              <a:buChar char=""/>
              <a:tabLst>
                <a:tab pos="956310" algn="l"/>
              </a:tabLst>
            </a:pPr>
            <a:r>
              <a:rPr dirty="0" sz="2200" spc="-30">
                <a:solidFill>
                  <a:srgbClr val="D50092"/>
                </a:solidFill>
                <a:latin typeface="黑体"/>
                <a:cs typeface="黑体"/>
              </a:rPr>
              <a:t>阵列卡方式：</a:t>
            </a: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把</a:t>
            </a:r>
            <a:r>
              <a:rPr dirty="0" sz="2200" spc="-10">
                <a:solidFill>
                  <a:srgbClr val="9933FF"/>
                </a:solidFill>
                <a:latin typeface="黑体"/>
                <a:cs typeface="黑体"/>
              </a:rPr>
              <a:t>RAID</a:t>
            </a: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管理软件固化在</a:t>
            </a:r>
            <a:r>
              <a:rPr dirty="0" sz="2200" spc="-10">
                <a:solidFill>
                  <a:srgbClr val="9933FF"/>
                </a:solidFill>
                <a:latin typeface="黑体"/>
                <a:cs typeface="黑体"/>
              </a:rPr>
              <a:t>I/O</a:t>
            </a: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控制卡上，从而可不占用主机时间，一般用于工作站和</a:t>
            </a:r>
            <a:r>
              <a:rPr dirty="0" sz="2200" spc="-20">
                <a:solidFill>
                  <a:srgbClr val="9933FF"/>
                </a:solidFill>
                <a:latin typeface="黑体"/>
                <a:cs typeface="黑体"/>
              </a:rPr>
              <a:t>PC</a:t>
            </a:r>
            <a:r>
              <a:rPr dirty="0" sz="2200" spc="-40">
                <a:solidFill>
                  <a:srgbClr val="40458B"/>
                </a:solidFill>
                <a:latin typeface="黑体"/>
                <a:cs typeface="黑体"/>
              </a:rPr>
              <a:t>机。</a:t>
            </a:r>
            <a:endParaRPr sz="2200">
              <a:latin typeface="黑体"/>
              <a:cs typeface="黑体"/>
            </a:endParaRPr>
          </a:p>
          <a:p>
            <a:pPr lvl="1" marL="956310" marR="146050" indent="-457200">
              <a:lnSpc>
                <a:spcPct val="120000"/>
              </a:lnSpc>
              <a:spcBef>
                <a:spcPts val="525"/>
              </a:spcBef>
              <a:buClr>
                <a:srgbClr val="40458B"/>
              </a:buClr>
              <a:buSzPct val="88636"/>
              <a:buFont typeface="Wingdings"/>
              <a:buChar char=""/>
              <a:tabLst>
                <a:tab pos="956310" algn="l"/>
              </a:tabLst>
            </a:pPr>
            <a:r>
              <a:rPr dirty="0" sz="2200" spc="-30">
                <a:solidFill>
                  <a:srgbClr val="D50092"/>
                </a:solidFill>
                <a:latin typeface="黑体"/>
                <a:cs typeface="黑体"/>
              </a:rPr>
              <a:t>子系统方式：</a:t>
            </a: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一种基于通用接口总线的开放式平台，可用于各种主机平台和网络系统。</a:t>
            </a:r>
            <a:endParaRPr sz="2200">
              <a:latin typeface="黑体"/>
              <a:cs typeface="黑体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dirty="0" sz="2400" spc="-10">
                <a:solidFill>
                  <a:srgbClr val="E14B04"/>
                </a:solidFill>
                <a:latin typeface="黑体"/>
                <a:cs typeface="黑体"/>
              </a:rPr>
              <a:t>磁盘阵列未来发展</a:t>
            </a:r>
            <a:endParaRPr sz="2400">
              <a:latin typeface="黑体"/>
              <a:cs typeface="黑体"/>
            </a:endParaRPr>
          </a:p>
          <a:p>
            <a:pPr lvl="2" marL="1099185" indent="-457200">
              <a:lnSpc>
                <a:spcPct val="100000"/>
              </a:lnSpc>
              <a:spcBef>
                <a:spcPts val="1025"/>
              </a:spcBef>
              <a:buSzPct val="90000"/>
              <a:buFont typeface="Wingdings"/>
              <a:buChar char=""/>
              <a:tabLst>
                <a:tab pos="1099185" algn="l"/>
              </a:tabLst>
            </a:pPr>
            <a:r>
              <a:rPr dirty="0" sz="2000" spc="-45">
                <a:solidFill>
                  <a:srgbClr val="40458B"/>
                </a:solidFill>
                <a:latin typeface="黑体"/>
                <a:cs typeface="黑体"/>
              </a:rPr>
              <a:t>机器学习优化：通过分析 </a:t>
            </a:r>
            <a:r>
              <a:rPr dirty="0" sz="2000">
                <a:solidFill>
                  <a:srgbClr val="40458B"/>
                </a:solidFill>
                <a:latin typeface="Tahoma"/>
                <a:cs typeface="Tahoma"/>
              </a:rPr>
              <a:t>IO</a:t>
            </a:r>
            <a:r>
              <a:rPr dirty="0" sz="2000" spc="25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dirty="0" sz="2000" spc="-20">
                <a:solidFill>
                  <a:srgbClr val="40458B"/>
                </a:solidFill>
                <a:latin typeface="黑体"/>
                <a:cs typeface="黑体"/>
              </a:rPr>
              <a:t>模式自动调整条带大小、缓存策略</a:t>
            </a:r>
            <a:endParaRPr sz="2000">
              <a:latin typeface="黑体"/>
              <a:cs typeface="黑体"/>
            </a:endParaRPr>
          </a:p>
          <a:p>
            <a:pPr lvl="2" marL="1099185" marR="160020" indent="-457200">
              <a:lnSpc>
                <a:spcPct val="120000"/>
              </a:lnSpc>
              <a:spcBef>
                <a:spcPts val="484"/>
              </a:spcBef>
              <a:buSzPct val="90000"/>
              <a:buFont typeface="Wingdings"/>
              <a:buChar char=""/>
              <a:tabLst>
                <a:tab pos="1099185" algn="l"/>
              </a:tabLst>
            </a:pPr>
            <a:r>
              <a:rPr dirty="0" sz="2000" spc="-10">
                <a:solidFill>
                  <a:srgbClr val="40458B"/>
                </a:solidFill>
                <a:latin typeface="Tahoma"/>
                <a:cs typeface="Tahoma"/>
              </a:rPr>
              <a:t>NVMe-</a:t>
            </a:r>
            <a:r>
              <a:rPr dirty="0" sz="2000">
                <a:solidFill>
                  <a:srgbClr val="40458B"/>
                </a:solidFill>
                <a:latin typeface="Tahoma"/>
                <a:cs typeface="Tahoma"/>
              </a:rPr>
              <a:t>oF</a:t>
            </a:r>
            <a:r>
              <a:rPr dirty="0" sz="2000" spc="-35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dirty="0" sz="2000" spc="-75">
                <a:solidFill>
                  <a:srgbClr val="40458B"/>
                </a:solidFill>
                <a:latin typeface="黑体"/>
                <a:cs typeface="黑体"/>
              </a:rPr>
              <a:t>集成：通过 </a:t>
            </a:r>
            <a:r>
              <a:rPr dirty="0" sz="2000">
                <a:solidFill>
                  <a:srgbClr val="40458B"/>
                </a:solidFill>
                <a:latin typeface="Tahoma"/>
                <a:cs typeface="Tahoma"/>
              </a:rPr>
              <a:t>NVMe</a:t>
            </a:r>
            <a:r>
              <a:rPr dirty="0" sz="2000" spc="-25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40458B"/>
                </a:solidFill>
                <a:latin typeface="Tahoma"/>
                <a:cs typeface="Tahoma"/>
              </a:rPr>
              <a:t>over TCP/FC</a:t>
            </a:r>
            <a:r>
              <a:rPr dirty="0" sz="2000" spc="-25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dirty="0" sz="2000" spc="-190">
                <a:solidFill>
                  <a:srgbClr val="40458B"/>
                </a:solidFill>
                <a:latin typeface="黑体"/>
                <a:cs typeface="黑体"/>
              </a:rPr>
              <a:t>将 </a:t>
            </a:r>
            <a:r>
              <a:rPr dirty="0" sz="2000">
                <a:solidFill>
                  <a:srgbClr val="40458B"/>
                </a:solidFill>
                <a:latin typeface="Tahoma"/>
                <a:cs typeface="Tahoma"/>
              </a:rPr>
              <a:t>RAID</a:t>
            </a:r>
            <a:r>
              <a:rPr dirty="0" sz="2000" spc="-5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dirty="0" sz="2000" spc="-15">
                <a:solidFill>
                  <a:srgbClr val="40458B"/>
                </a:solidFill>
                <a:latin typeface="黑体"/>
                <a:cs typeface="黑体"/>
              </a:rPr>
              <a:t>扩展到远程存储，</a:t>
            </a:r>
            <a:r>
              <a:rPr dirty="0" sz="2000" spc="-80">
                <a:solidFill>
                  <a:srgbClr val="40458B"/>
                </a:solidFill>
                <a:latin typeface="黑体"/>
                <a:cs typeface="黑体"/>
              </a:rPr>
              <a:t>延迟降至 </a:t>
            </a:r>
            <a:r>
              <a:rPr dirty="0" sz="2000">
                <a:solidFill>
                  <a:srgbClr val="40458B"/>
                </a:solidFill>
                <a:latin typeface="Tahoma"/>
                <a:cs typeface="Tahoma"/>
              </a:rPr>
              <a:t>100μs</a:t>
            </a:r>
            <a:r>
              <a:rPr dirty="0" sz="2000" spc="-15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dirty="0" sz="2000" spc="-20">
                <a:solidFill>
                  <a:srgbClr val="40458B"/>
                </a:solidFill>
                <a:latin typeface="黑体"/>
                <a:cs typeface="黑体"/>
              </a:rPr>
              <a:t>以内；</a:t>
            </a:r>
            <a:endParaRPr sz="2000">
              <a:latin typeface="黑体"/>
              <a:cs typeface="黑体"/>
            </a:endParaRPr>
          </a:p>
          <a:p>
            <a:pPr lvl="2" marL="1099185" indent="-457200">
              <a:lnSpc>
                <a:spcPct val="100000"/>
              </a:lnSpc>
              <a:spcBef>
                <a:spcPts val="960"/>
              </a:spcBef>
              <a:buSzPct val="90000"/>
              <a:buFont typeface="Wingdings"/>
              <a:buChar char=""/>
              <a:tabLst>
                <a:tab pos="1099185" algn="l"/>
              </a:tabLst>
            </a:pPr>
            <a:r>
              <a:rPr dirty="0" sz="2000" spc="-130">
                <a:solidFill>
                  <a:srgbClr val="40458B"/>
                </a:solidFill>
                <a:latin typeface="黑体"/>
                <a:cs typeface="黑体"/>
              </a:rPr>
              <a:t>量子 </a:t>
            </a:r>
            <a:r>
              <a:rPr dirty="0" sz="2000">
                <a:solidFill>
                  <a:srgbClr val="40458B"/>
                </a:solidFill>
                <a:latin typeface="Tahoma"/>
                <a:cs typeface="Tahoma"/>
              </a:rPr>
              <a:t>RAID</a:t>
            </a:r>
            <a:r>
              <a:rPr dirty="0" sz="2000" spc="2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dirty="0" sz="2000" spc="-50">
                <a:solidFill>
                  <a:srgbClr val="40458B"/>
                </a:solidFill>
                <a:latin typeface="黑体"/>
                <a:cs typeface="黑体"/>
              </a:rPr>
              <a:t>概念：利用量子纠缠特性实现 “超距校验”，理论上可支</a:t>
            </a:r>
            <a:endParaRPr sz="2000">
              <a:latin typeface="黑体"/>
              <a:cs typeface="黑体"/>
            </a:endParaRPr>
          </a:p>
          <a:p>
            <a:pPr marL="1099185">
              <a:lnSpc>
                <a:spcPct val="100000"/>
              </a:lnSpc>
              <a:spcBef>
                <a:spcPts val="480"/>
              </a:spcBef>
            </a:pPr>
            <a:r>
              <a:rPr dirty="0" sz="2000" spc="-10">
                <a:solidFill>
                  <a:srgbClr val="40458B"/>
                </a:solidFill>
                <a:latin typeface="黑体"/>
                <a:cs typeface="黑体"/>
              </a:rPr>
              <a:t>持无限容错</a:t>
            </a:r>
            <a:r>
              <a:rPr dirty="0" sz="2000" spc="-20">
                <a:solidFill>
                  <a:srgbClr val="40458B"/>
                </a:solidFill>
                <a:latin typeface="黑体"/>
                <a:cs typeface="黑体"/>
              </a:rPr>
              <a:t>（</a:t>
            </a:r>
            <a:r>
              <a:rPr dirty="0" sz="2000" spc="-15">
                <a:solidFill>
                  <a:srgbClr val="40458B"/>
                </a:solidFill>
                <a:latin typeface="黑体"/>
                <a:cs typeface="黑体"/>
              </a:rPr>
              <a:t>目前处于实验室阶段）</a:t>
            </a:r>
            <a:r>
              <a:rPr dirty="0" sz="2000" spc="-50">
                <a:solidFill>
                  <a:srgbClr val="40458B"/>
                </a:solidFill>
                <a:latin typeface="黑体"/>
                <a:cs typeface="黑体"/>
              </a:rPr>
              <a:t>。</a:t>
            </a:r>
            <a:endParaRPr sz="20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53605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34809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15" b="1">
                <a:solidFill>
                  <a:srgbClr val="40458B"/>
                </a:solidFill>
                <a:latin typeface="宋体"/>
                <a:cs typeface="宋体"/>
              </a:rPr>
              <a:t>48/81</a:t>
            </a:r>
            <a:endParaRPr baseline="1736" sz="2400">
              <a:latin typeface="宋体"/>
              <a:cs typeface="宋体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18540" y="1284224"/>
            <a:ext cx="8039734" cy="8191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u="none" sz="2600">
                <a:solidFill>
                  <a:srgbClr val="000000"/>
                </a:solidFill>
                <a:latin typeface="微软雅黑"/>
                <a:cs typeface="微软雅黑"/>
              </a:rPr>
              <a:t>使用</a:t>
            </a:r>
            <a:r>
              <a:rPr dirty="0" u="none" sz="2600" spc="-10">
                <a:solidFill>
                  <a:srgbClr val="000000"/>
                </a:solidFill>
                <a:latin typeface="微软雅黑"/>
                <a:cs typeface="微软雅黑"/>
              </a:rPr>
              <a:t>4</a:t>
            </a:r>
            <a:r>
              <a:rPr dirty="0" u="none" sz="2600">
                <a:solidFill>
                  <a:srgbClr val="000000"/>
                </a:solidFill>
                <a:latin typeface="微软雅黑"/>
                <a:cs typeface="微软雅黑"/>
              </a:rPr>
              <a:t>块</a:t>
            </a:r>
            <a:r>
              <a:rPr dirty="0" u="none" sz="2600" spc="-10">
                <a:solidFill>
                  <a:srgbClr val="000000"/>
                </a:solidFill>
                <a:latin typeface="微软雅黑"/>
                <a:cs typeface="微软雅黑"/>
              </a:rPr>
              <a:t>1TB</a:t>
            </a:r>
            <a:r>
              <a:rPr dirty="0" u="none" sz="2600">
                <a:solidFill>
                  <a:srgbClr val="000000"/>
                </a:solidFill>
                <a:latin typeface="微软雅黑"/>
                <a:cs typeface="微软雅黑"/>
              </a:rPr>
              <a:t>的磁盘组建RAID</a:t>
            </a:r>
            <a:r>
              <a:rPr dirty="0" u="none" sz="2600" spc="-40">
                <a:solidFill>
                  <a:srgbClr val="000000"/>
                </a:solidFill>
                <a:latin typeface="微软雅黑"/>
                <a:cs typeface="微软雅黑"/>
              </a:rPr>
              <a:t> </a:t>
            </a:r>
            <a:r>
              <a:rPr dirty="0" u="none" sz="2600" spc="-10">
                <a:solidFill>
                  <a:srgbClr val="000000"/>
                </a:solidFill>
                <a:latin typeface="微软雅黑"/>
                <a:cs typeface="微软雅黑"/>
              </a:rPr>
              <a:t>10</a:t>
            </a:r>
            <a:r>
              <a:rPr dirty="0" u="none" sz="2600" spc="-5">
                <a:solidFill>
                  <a:srgbClr val="000000"/>
                </a:solidFill>
                <a:latin typeface="微软雅黑"/>
                <a:cs typeface="微软雅黑"/>
              </a:rPr>
              <a:t>阵列，其可用存储容量</a:t>
            </a:r>
            <a:r>
              <a:rPr dirty="0" u="none" sz="2600" spc="-20">
                <a:solidFill>
                  <a:srgbClr val="000000"/>
                </a:solidFill>
                <a:latin typeface="微软雅黑"/>
                <a:cs typeface="微软雅黑"/>
              </a:rPr>
              <a:t>为多少？</a:t>
            </a:r>
            <a:endParaRPr sz="2600">
              <a:latin typeface="微软雅黑"/>
              <a:cs typeface="微软雅黑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907794" y="2883788"/>
            <a:ext cx="616585" cy="4222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00" spc="-25">
                <a:latin typeface="微软雅黑"/>
                <a:cs typeface="微软雅黑"/>
              </a:rPr>
              <a:t>4TB</a:t>
            </a:r>
            <a:endParaRPr sz="2600">
              <a:latin typeface="微软雅黑"/>
              <a:cs typeface="微软雅黑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907794" y="3741165"/>
            <a:ext cx="616585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spc="-25">
                <a:latin typeface="微软雅黑"/>
                <a:cs typeface="微软雅黑"/>
              </a:rPr>
              <a:t>3TB</a:t>
            </a:r>
            <a:endParaRPr sz="2600">
              <a:latin typeface="微软雅黑"/>
              <a:cs typeface="微软雅黑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907794" y="4618482"/>
            <a:ext cx="5492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solidFill>
                  <a:srgbClr val="40458B"/>
                </a:solidFill>
                <a:latin typeface="Tahoma"/>
                <a:cs typeface="Tahoma"/>
              </a:rPr>
              <a:t>2TB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907794" y="5475833"/>
            <a:ext cx="5492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solidFill>
                  <a:srgbClr val="40458B"/>
                </a:solidFill>
                <a:latin typeface="Tahoma"/>
                <a:cs typeface="Tahoma"/>
              </a:rPr>
              <a:t>1TB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1108075" y="2843276"/>
            <a:ext cx="527050" cy="527050"/>
            <a:chOff x="1108075" y="2843276"/>
            <a:chExt cx="527050" cy="527050"/>
          </a:xfrm>
        </p:grpSpPr>
        <p:sp>
          <p:nvSpPr>
            <p:cNvPr id="10" name="object 10" descr=""/>
            <p:cNvSpPr/>
            <p:nvPr/>
          </p:nvSpPr>
          <p:spPr>
            <a:xfrm>
              <a:off x="1114425" y="284962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57175" y="0"/>
                  </a:moveTo>
                  <a:lnTo>
                    <a:pt x="210946" y="4140"/>
                  </a:lnTo>
                  <a:lnTo>
                    <a:pt x="167437" y="16080"/>
                  </a:lnTo>
                  <a:lnTo>
                    <a:pt x="127372" y="35094"/>
                  </a:lnTo>
                  <a:lnTo>
                    <a:pt x="91479" y="60458"/>
                  </a:lnTo>
                  <a:lnTo>
                    <a:pt x="60483" y="91447"/>
                  </a:lnTo>
                  <a:lnTo>
                    <a:pt x="35111" y="127338"/>
                  </a:lnTo>
                  <a:lnTo>
                    <a:pt x="16089" y="167406"/>
                  </a:lnTo>
                  <a:lnTo>
                    <a:pt x="4143" y="210926"/>
                  </a:lnTo>
                  <a:lnTo>
                    <a:pt x="0" y="257175"/>
                  </a:lnTo>
                  <a:lnTo>
                    <a:pt x="4143" y="303389"/>
                  </a:lnTo>
                  <a:lnTo>
                    <a:pt x="16089" y="346892"/>
                  </a:lnTo>
                  <a:lnTo>
                    <a:pt x="35111" y="386954"/>
                  </a:lnTo>
                  <a:lnTo>
                    <a:pt x="60483" y="422849"/>
                  </a:lnTo>
                  <a:lnTo>
                    <a:pt x="91479" y="453849"/>
                  </a:lnTo>
                  <a:lnTo>
                    <a:pt x="127372" y="479227"/>
                  </a:lnTo>
                  <a:lnTo>
                    <a:pt x="167437" y="498254"/>
                  </a:lnTo>
                  <a:lnTo>
                    <a:pt x="210946" y="510204"/>
                  </a:lnTo>
                  <a:lnTo>
                    <a:pt x="257175" y="514350"/>
                  </a:lnTo>
                  <a:lnTo>
                    <a:pt x="303389" y="510204"/>
                  </a:lnTo>
                  <a:lnTo>
                    <a:pt x="346892" y="498254"/>
                  </a:lnTo>
                  <a:lnTo>
                    <a:pt x="386954" y="479227"/>
                  </a:lnTo>
                  <a:lnTo>
                    <a:pt x="422849" y="453849"/>
                  </a:lnTo>
                  <a:lnTo>
                    <a:pt x="453849" y="422849"/>
                  </a:lnTo>
                  <a:lnTo>
                    <a:pt x="479227" y="386954"/>
                  </a:lnTo>
                  <a:lnTo>
                    <a:pt x="498254" y="346892"/>
                  </a:lnTo>
                  <a:lnTo>
                    <a:pt x="510204" y="303389"/>
                  </a:lnTo>
                  <a:lnTo>
                    <a:pt x="514350" y="257175"/>
                  </a:lnTo>
                  <a:lnTo>
                    <a:pt x="510204" y="210926"/>
                  </a:lnTo>
                  <a:lnTo>
                    <a:pt x="498254" y="167406"/>
                  </a:lnTo>
                  <a:lnTo>
                    <a:pt x="479227" y="127338"/>
                  </a:lnTo>
                  <a:lnTo>
                    <a:pt x="453849" y="91447"/>
                  </a:lnTo>
                  <a:lnTo>
                    <a:pt x="422849" y="60458"/>
                  </a:lnTo>
                  <a:lnTo>
                    <a:pt x="386954" y="35094"/>
                  </a:lnTo>
                  <a:lnTo>
                    <a:pt x="346892" y="16080"/>
                  </a:lnTo>
                  <a:lnTo>
                    <a:pt x="303389" y="4140"/>
                  </a:lnTo>
                  <a:lnTo>
                    <a:pt x="257175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114425" y="284962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257175"/>
                  </a:moveTo>
                  <a:lnTo>
                    <a:pt x="4143" y="210926"/>
                  </a:lnTo>
                  <a:lnTo>
                    <a:pt x="16089" y="167406"/>
                  </a:lnTo>
                  <a:lnTo>
                    <a:pt x="35111" y="127338"/>
                  </a:lnTo>
                  <a:lnTo>
                    <a:pt x="60483" y="91447"/>
                  </a:lnTo>
                  <a:lnTo>
                    <a:pt x="91479" y="60458"/>
                  </a:lnTo>
                  <a:lnTo>
                    <a:pt x="127372" y="35094"/>
                  </a:lnTo>
                  <a:lnTo>
                    <a:pt x="167437" y="16080"/>
                  </a:lnTo>
                  <a:lnTo>
                    <a:pt x="210946" y="4140"/>
                  </a:lnTo>
                  <a:lnTo>
                    <a:pt x="257175" y="0"/>
                  </a:lnTo>
                  <a:lnTo>
                    <a:pt x="303389" y="4140"/>
                  </a:lnTo>
                  <a:lnTo>
                    <a:pt x="346892" y="16080"/>
                  </a:lnTo>
                  <a:lnTo>
                    <a:pt x="386954" y="35094"/>
                  </a:lnTo>
                  <a:lnTo>
                    <a:pt x="422849" y="60458"/>
                  </a:lnTo>
                  <a:lnTo>
                    <a:pt x="453849" y="91447"/>
                  </a:lnTo>
                  <a:lnTo>
                    <a:pt x="479227" y="127338"/>
                  </a:lnTo>
                  <a:lnTo>
                    <a:pt x="498254" y="167406"/>
                  </a:lnTo>
                  <a:lnTo>
                    <a:pt x="510204" y="210926"/>
                  </a:lnTo>
                  <a:lnTo>
                    <a:pt x="514350" y="257175"/>
                  </a:lnTo>
                  <a:lnTo>
                    <a:pt x="510204" y="303389"/>
                  </a:lnTo>
                  <a:lnTo>
                    <a:pt x="498254" y="346892"/>
                  </a:lnTo>
                  <a:lnTo>
                    <a:pt x="479227" y="386954"/>
                  </a:lnTo>
                  <a:lnTo>
                    <a:pt x="453849" y="422849"/>
                  </a:lnTo>
                  <a:lnTo>
                    <a:pt x="422849" y="453849"/>
                  </a:lnTo>
                  <a:lnTo>
                    <a:pt x="386954" y="479227"/>
                  </a:lnTo>
                  <a:lnTo>
                    <a:pt x="346892" y="498254"/>
                  </a:lnTo>
                  <a:lnTo>
                    <a:pt x="303389" y="510204"/>
                  </a:lnTo>
                  <a:lnTo>
                    <a:pt x="257175" y="514350"/>
                  </a:lnTo>
                  <a:lnTo>
                    <a:pt x="210946" y="510204"/>
                  </a:lnTo>
                  <a:lnTo>
                    <a:pt x="167437" y="498254"/>
                  </a:lnTo>
                  <a:lnTo>
                    <a:pt x="127372" y="479227"/>
                  </a:lnTo>
                  <a:lnTo>
                    <a:pt x="91479" y="453849"/>
                  </a:lnTo>
                  <a:lnTo>
                    <a:pt x="60483" y="422849"/>
                  </a:lnTo>
                  <a:lnTo>
                    <a:pt x="35111" y="386954"/>
                  </a:lnTo>
                  <a:lnTo>
                    <a:pt x="16089" y="346892"/>
                  </a:lnTo>
                  <a:lnTo>
                    <a:pt x="4143" y="303389"/>
                  </a:lnTo>
                  <a:lnTo>
                    <a:pt x="0" y="2571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1287907" y="2965195"/>
            <a:ext cx="16827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solidFill>
                  <a:srgbClr val="FFFFFF"/>
                </a:solidFill>
                <a:latin typeface="微软雅黑"/>
                <a:cs typeface="微软雅黑"/>
              </a:rPr>
              <a:t>A</a:t>
            </a:r>
            <a:endParaRPr sz="1600">
              <a:latin typeface="微软雅黑"/>
              <a:cs typeface="微软雅黑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1108075" y="3700526"/>
            <a:ext cx="527050" cy="527050"/>
            <a:chOff x="1108075" y="3700526"/>
            <a:chExt cx="527050" cy="527050"/>
          </a:xfrm>
        </p:grpSpPr>
        <p:sp>
          <p:nvSpPr>
            <p:cNvPr id="14" name="object 14" descr=""/>
            <p:cNvSpPr/>
            <p:nvPr/>
          </p:nvSpPr>
          <p:spPr>
            <a:xfrm>
              <a:off x="1114425" y="370687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57175" y="0"/>
                  </a:moveTo>
                  <a:lnTo>
                    <a:pt x="210946" y="4140"/>
                  </a:lnTo>
                  <a:lnTo>
                    <a:pt x="167437" y="16080"/>
                  </a:lnTo>
                  <a:lnTo>
                    <a:pt x="127372" y="35094"/>
                  </a:lnTo>
                  <a:lnTo>
                    <a:pt x="91479" y="60458"/>
                  </a:lnTo>
                  <a:lnTo>
                    <a:pt x="60483" y="91447"/>
                  </a:lnTo>
                  <a:lnTo>
                    <a:pt x="35111" y="127338"/>
                  </a:lnTo>
                  <a:lnTo>
                    <a:pt x="16089" y="167406"/>
                  </a:lnTo>
                  <a:lnTo>
                    <a:pt x="4143" y="210926"/>
                  </a:lnTo>
                  <a:lnTo>
                    <a:pt x="0" y="257175"/>
                  </a:lnTo>
                  <a:lnTo>
                    <a:pt x="4143" y="303389"/>
                  </a:lnTo>
                  <a:lnTo>
                    <a:pt x="16089" y="346892"/>
                  </a:lnTo>
                  <a:lnTo>
                    <a:pt x="35111" y="386954"/>
                  </a:lnTo>
                  <a:lnTo>
                    <a:pt x="60483" y="422849"/>
                  </a:lnTo>
                  <a:lnTo>
                    <a:pt x="91479" y="453849"/>
                  </a:lnTo>
                  <a:lnTo>
                    <a:pt x="127372" y="479227"/>
                  </a:lnTo>
                  <a:lnTo>
                    <a:pt x="167437" y="498254"/>
                  </a:lnTo>
                  <a:lnTo>
                    <a:pt x="210946" y="510204"/>
                  </a:lnTo>
                  <a:lnTo>
                    <a:pt x="257175" y="514350"/>
                  </a:lnTo>
                  <a:lnTo>
                    <a:pt x="303389" y="510204"/>
                  </a:lnTo>
                  <a:lnTo>
                    <a:pt x="346892" y="498254"/>
                  </a:lnTo>
                  <a:lnTo>
                    <a:pt x="386954" y="479227"/>
                  </a:lnTo>
                  <a:lnTo>
                    <a:pt x="422849" y="453849"/>
                  </a:lnTo>
                  <a:lnTo>
                    <a:pt x="453849" y="422849"/>
                  </a:lnTo>
                  <a:lnTo>
                    <a:pt x="479227" y="386954"/>
                  </a:lnTo>
                  <a:lnTo>
                    <a:pt x="498254" y="346892"/>
                  </a:lnTo>
                  <a:lnTo>
                    <a:pt x="510204" y="303389"/>
                  </a:lnTo>
                  <a:lnTo>
                    <a:pt x="514350" y="257175"/>
                  </a:lnTo>
                  <a:lnTo>
                    <a:pt x="510204" y="210926"/>
                  </a:lnTo>
                  <a:lnTo>
                    <a:pt x="498254" y="167406"/>
                  </a:lnTo>
                  <a:lnTo>
                    <a:pt x="479227" y="127338"/>
                  </a:lnTo>
                  <a:lnTo>
                    <a:pt x="453849" y="91447"/>
                  </a:lnTo>
                  <a:lnTo>
                    <a:pt x="422849" y="60458"/>
                  </a:lnTo>
                  <a:lnTo>
                    <a:pt x="386954" y="35094"/>
                  </a:lnTo>
                  <a:lnTo>
                    <a:pt x="346892" y="16080"/>
                  </a:lnTo>
                  <a:lnTo>
                    <a:pt x="303389" y="4140"/>
                  </a:lnTo>
                  <a:lnTo>
                    <a:pt x="257175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114425" y="370687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257175"/>
                  </a:moveTo>
                  <a:lnTo>
                    <a:pt x="4143" y="210926"/>
                  </a:lnTo>
                  <a:lnTo>
                    <a:pt x="16089" y="167406"/>
                  </a:lnTo>
                  <a:lnTo>
                    <a:pt x="35111" y="127338"/>
                  </a:lnTo>
                  <a:lnTo>
                    <a:pt x="60483" y="91447"/>
                  </a:lnTo>
                  <a:lnTo>
                    <a:pt x="91479" y="60458"/>
                  </a:lnTo>
                  <a:lnTo>
                    <a:pt x="127372" y="35094"/>
                  </a:lnTo>
                  <a:lnTo>
                    <a:pt x="167437" y="16080"/>
                  </a:lnTo>
                  <a:lnTo>
                    <a:pt x="210946" y="4140"/>
                  </a:lnTo>
                  <a:lnTo>
                    <a:pt x="257175" y="0"/>
                  </a:lnTo>
                  <a:lnTo>
                    <a:pt x="303389" y="4140"/>
                  </a:lnTo>
                  <a:lnTo>
                    <a:pt x="346892" y="16080"/>
                  </a:lnTo>
                  <a:lnTo>
                    <a:pt x="386954" y="35094"/>
                  </a:lnTo>
                  <a:lnTo>
                    <a:pt x="422849" y="60458"/>
                  </a:lnTo>
                  <a:lnTo>
                    <a:pt x="453849" y="91447"/>
                  </a:lnTo>
                  <a:lnTo>
                    <a:pt x="479227" y="127338"/>
                  </a:lnTo>
                  <a:lnTo>
                    <a:pt x="498254" y="167406"/>
                  </a:lnTo>
                  <a:lnTo>
                    <a:pt x="510204" y="210926"/>
                  </a:lnTo>
                  <a:lnTo>
                    <a:pt x="514350" y="257175"/>
                  </a:lnTo>
                  <a:lnTo>
                    <a:pt x="510204" y="303389"/>
                  </a:lnTo>
                  <a:lnTo>
                    <a:pt x="498254" y="346892"/>
                  </a:lnTo>
                  <a:lnTo>
                    <a:pt x="479227" y="386954"/>
                  </a:lnTo>
                  <a:lnTo>
                    <a:pt x="453849" y="422849"/>
                  </a:lnTo>
                  <a:lnTo>
                    <a:pt x="422849" y="453849"/>
                  </a:lnTo>
                  <a:lnTo>
                    <a:pt x="386954" y="479227"/>
                  </a:lnTo>
                  <a:lnTo>
                    <a:pt x="346892" y="498254"/>
                  </a:lnTo>
                  <a:lnTo>
                    <a:pt x="303389" y="510204"/>
                  </a:lnTo>
                  <a:lnTo>
                    <a:pt x="257175" y="514350"/>
                  </a:lnTo>
                  <a:lnTo>
                    <a:pt x="210946" y="510204"/>
                  </a:lnTo>
                  <a:lnTo>
                    <a:pt x="167437" y="498254"/>
                  </a:lnTo>
                  <a:lnTo>
                    <a:pt x="127372" y="479227"/>
                  </a:lnTo>
                  <a:lnTo>
                    <a:pt x="91479" y="453849"/>
                  </a:lnTo>
                  <a:lnTo>
                    <a:pt x="60483" y="422849"/>
                  </a:lnTo>
                  <a:lnTo>
                    <a:pt x="35111" y="386954"/>
                  </a:lnTo>
                  <a:lnTo>
                    <a:pt x="16089" y="346892"/>
                  </a:lnTo>
                  <a:lnTo>
                    <a:pt x="4143" y="303389"/>
                  </a:lnTo>
                  <a:lnTo>
                    <a:pt x="0" y="2571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1295527" y="3822572"/>
            <a:ext cx="1530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solidFill>
                  <a:srgbClr val="FFFFFF"/>
                </a:solidFill>
                <a:latin typeface="微软雅黑"/>
                <a:cs typeface="微软雅黑"/>
              </a:rPr>
              <a:t>B</a:t>
            </a:r>
            <a:endParaRPr sz="1600">
              <a:latin typeface="微软雅黑"/>
              <a:cs typeface="微软雅黑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1101725" y="4551426"/>
            <a:ext cx="539750" cy="539750"/>
            <a:chOff x="1101725" y="4551426"/>
            <a:chExt cx="539750" cy="539750"/>
          </a:xfrm>
        </p:grpSpPr>
        <p:sp>
          <p:nvSpPr>
            <p:cNvPr id="18" name="object 18" descr=""/>
            <p:cNvSpPr/>
            <p:nvPr/>
          </p:nvSpPr>
          <p:spPr>
            <a:xfrm>
              <a:off x="1114425" y="456412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57175" y="0"/>
                  </a:moveTo>
                  <a:lnTo>
                    <a:pt x="210946" y="4140"/>
                  </a:lnTo>
                  <a:lnTo>
                    <a:pt x="167437" y="16080"/>
                  </a:lnTo>
                  <a:lnTo>
                    <a:pt x="127372" y="35094"/>
                  </a:lnTo>
                  <a:lnTo>
                    <a:pt x="91479" y="60458"/>
                  </a:lnTo>
                  <a:lnTo>
                    <a:pt x="60483" y="91447"/>
                  </a:lnTo>
                  <a:lnTo>
                    <a:pt x="35111" y="127338"/>
                  </a:lnTo>
                  <a:lnTo>
                    <a:pt x="16089" y="167406"/>
                  </a:lnTo>
                  <a:lnTo>
                    <a:pt x="4143" y="210926"/>
                  </a:lnTo>
                  <a:lnTo>
                    <a:pt x="0" y="257175"/>
                  </a:lnTo>
                  <a:lnTo>
                    <a:pt x="4143" y="303389"/>
                  </a:lnTo>
                  <a:lnTo>
                    <a:pt x="16089" y="346892"/>
                  </a:lnTo>
                  <a:lnTo>
                    <a:pt x="35111" y="386954"/>
                  </a:lnTo>
                  <a:lnTo>
                    <a:pt x="60483" y="422849"/>
                  </a:lnTo>
                  <a:lnTo>
                    <a:pt x="91479" y="453849"/>
                  </a:lnTo>
                  <a:lnTo>
                    <a:pt x="127372" y="479227"/>
                  </a:lnTo>
                  <a:lnTo>
                    <a:pt x="167437" y="498254"/>
                  </a:lnTo>
                  <a:lnTo>
                    <a:pt x="210946" y="510204"/>
                  </a:lnTo>
                  <a:lnTo>
                    <a:pt x="257175" y="514350"/>
                  </a:lnTo>
                  <a:lnTo>
                    <a:pt x="303389" y="510204"/>
                  </a:lnTo>
                  <a:lnTo>
                    <a:pt x="346892" y="498254"/>
                  </a:lnTo>
                  <a:lnTo>
                    <a:pt x="386954" y="479227"/>
                  </a:lnTo>
                  <a:lnTo>
                    <a:pt x="422849" y="453849"/>
                  </a:lnTo>
                  <a:lnTo>
                    <a:pt x="453849" y="422849"/>
                  </a:lnTo>
                  <a:lnTo>
                    <a:pt x="479227" y="386954"/>
                  </a:lnTo>
                  <a:lnTo>
                    <a:pt x="498254" y="346892"/>
                  </a:lnTo>
                  <a:lnTo>
                    <a:pt x="510204" y="303389"/>
                  </a:lnTo>
                  <a:lnTo>
                    <a:pt x="514350" y="257175"/>
                  </a:lnTo>
                  <a:lnTo>
                    <a:pt x="510204" y="210926"/>
                  </a:lnTo>
                  <a:lnTo>
                    <a:pt x="498254" y="167406"/>
                  </a:lnTo>
                  <a:lnTo>
                    <a:pt x="479227" y="127338"/>
                  </a:lnTo>
                  <a:lnTo>
                    <a:pt x="453849" y="91447"/>
                  </a:lnTo>
                  <a:lnTo>
                    <a:pt x="422849" y="60458"/>
                  </a:lnTo>
                  <a:lnTo>
                    <a:pt x="386954" y="35094"/>
                  </a:lnTo>
                  <a:lnTo>
                    <a:pt x="346892" y="16080"/>
                  </a:lnTo>
                  <a:lnTo>
                    <a:pt x="303389" y="4140"/>
                  </a:lnTo>
                  <a:lnTo>
                    <a:pt x="257175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114425" y="456412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257175"/>
                  </a:moveTo>
                  <a:lnTo>
                    <a:pt x="4143" y="210926"/>
                  </a:lnTo>
                  <a:lnTo>
                    <a:pt x="16089" y="167406"/>
                  </a:lnTo>
                  <a:lnTo>
                    <a:pt x="35111" y="127338"/>
                  </a:lnTo>
                  <a:lnTo>
                    <a:pt x="60483" y="91447"/>
                  </a:lnTo>
                  <a:lnTo>
                    <a:pt x="91479" y="60458"/>
                  </a:lnTo>
                  <a:lnTo>
                    <a:pt x="127372" y="35094"/>
                  </a:lnTo>
                  <a:lnTo>
                    <a:pt x="167437" y="16080"/>
                  </a:lnTo>
                  <a:lnTo>
                    <a:pt x="210946" y="4140"/>
                  </a:lnTo>
                  <a:lnTo>
                    <a:pt x="257175" y="0"/>
                  </a:lnTo>
                  <a:lnTo>
                    <a:pt x="303389" y="4140"/>
                  </a:lnTo>
                  <a:lnTo>
                    <a:pt x="346892" y="16080"/>
                  </a:lnTo>
                  <a:lnTo>
                    <a:pt x="386954" y="35094"/>
                  </a:lnTo>
                  <a:lnTo>
                    <a:pt x="422849" y="60458"/>
                  </a:lnTo>
                  <a:lnTo>
                    <a:pt x="453849" y="91447"/>
                  </a:lnTo>
                  <a:lnTo>
                    <a:pt x="479227" y="127338"/>
                  </a:lnTo>
                  <a:lnTo>
                    <a:pt x="498254" y="167406"/>
                  </a:lnTo>
                  <a:lnTo>
                    <a:pt x="510204" y="210926"/>
                  </a:lnTo>
                  <a:lnTo>
                    <a:pt x="514350" y="257175"/>
                  </a:lnTo>
                  <a:lnTo>
                    <a:pt x="510204" y="303389"/>
                  </a:lnTo>
                  <a:lnTo>
                    <a:pt x="498254" y="346892"/>
                  </a:lnTo>
                  <a:lnTo>
                    <a:pt x="479227" y="386954"/>
                  </a:lnTo>
                  <a:lnTo>
                    <a:pt x="453849" y="422849"/>
                  </a:lnTo>
                  <a:lnTo>
                    <a:pt x="422849" y="453849"/>
                  </a:lnTo>
                  <a:lnTo>
                    <a:pt x="386954" y="479227"/>
                  </a:lnTo>
                  <a:lnTo>
                    <a:pt x="346892" y="498254"/>
                  </a:lnTo>
                  <a:lnTo>
                    <a:pt x="303389" y="510204"/>
                  </a:lnTo>
                  <a:lnTo>
                    <a:pt x="257175" y="514350"/>
                  </a:lnTo>
                  <a:lnTo>
                    <a:pt x="210946" y="510204"/>
                  </a:lnTo>
                  <a:lnTo>
                    <a:pt x="167437" y="498254"/>
                  </a:lnTo>
                  <a:lnTo>
                    <a:pt x="127372" y="479227"/>
                  </a:lnTo>
                  <a:lnTo>
                    <a:pt x="91479" y="453849"/>
                  </a:lnTo>
                  <a:lnTo>
                    <a:pt x="60483" y="422849"/>
                  </a:lnTo>
                  <a:lnTo>
                    <a:pt x="35111" y="386954"/>
                  </a:lnTo>
                  <a:lnTo>
                    <a:pt x="16089" y="346892"/>
                  </a:lnTo>
                  <a:lnTo>
                    <a:pt x="4143" y="303389"/>
                  </a:lnTo>
                  <a:lnTo>
                    <a:pt x="0" y="257175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1290955" y="4679645"/>
            <a:ext cx="16129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solidFill>
                  <a:srgbClr val="FFFFFF"/>
                </a:solidFill>
                <a:latin typeface="微软雅黑"/>
                <a:cs typeface="微软雅黑"/>
              </a:rPr>
              <a:t>C</a:t>
            </a:r>
            <a:endParaRPr sz="1600">
              <a:latin typeface="微软雅黑"/>
              <a:cs typeface="微软雅黑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1108075" y="5415026"/>
            <a:ext cx="527050" cy="527050"/>
            <a:chOff x="1108075" y="5415026"/>
            <a:chExt cx="527050" cy="527050"/>
          </a:xfrm>
        </p:grpSpPr>
        <p:sp>
          <p:nvSpPr>
            <p:cNvPr id="22" name="object 22" descr=""/>
            <p:cNvSpPr/>
            <p:nvPr/>
          </p:nvSpPr>
          <p:spPr>
            <a:xfrm>
              <a:off x="1114425" y="542137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57175" y="0"/>
                  </a:moveTo>
                  <a:lnTo>
                    <a:pt x="210946" y="4140"/>
                  </a:lnTo>
                  <a:lnTo>
                    <a:pt x="167437" y="16079"/>
                  </a:lnTo>
                  <a:lnTo>
                    <a:pt x="127372" y="35091"/>
                  </a:lnTo>
                  <a:lnTo>
                    <a:pt x="91479" y="60452"/>
                  </a:lnTo>
                  <a:lnTo>
                    <a:pt x="60483" y="91436"/>
                  </a:lnTo>
                  <a:lnTo>
                    <a:pt x="35111" y="127319"/>
                  </a:lnTo>
                  <a:lnTo>
                    <a:pt x="16089" y="167376"/>
                  </a:lnTo>
                  <a:lnTo>
                    <a:pt x="4143" y="210882"/>
                  </a:lnTo>
                  <a:lnTo>
                    <a:pt x="0" y="257111"/>
                  </a:lnTo>
                  <a:lnTo>
                    <a:pt x="4143" y="303339"/>
                  </a:lnTo>
                  <a:lnTo>
                    <a:pt x="16089" y="346849"/>
                  </a:lnTo>
                  <a:lnTo>
                    <a:pt x="35111" y="386913"/>
                  </a:lnTo>
                  <a:lnTo>
                    <a:pt x="60483" y="422807"/>
                  </a:lnTo>
                  <a:lnTo>
                    <a:pt x="91479" y="453803"/>
                  </a:lnTo>
                  <a:lnTo>
                    <a:pt x="127372" y="479175"/>
                  </a:lnTo>
                  <a:lnTo>
                    <a:pt x="167437" y="498197"/>
                  </a:lnTo>
                  <a:lnTo>
                    <a:pt x="210946" y="510143"/>
                  </a:lnTo>
                  <a:lnTo>
                    <a:pt x="257175" y="514286"/>
                  </a:lnTo>
                  <a:lnTo>
                    <a:pt x="303389" y="510143"/>
                  </a:lnTo>
                  <a:lnTo>
                    <a:pt x="346892" y="498197"/>
                  </a:lnTo>
                  <a:lnTo>
                    <a:pt x="386954" y="479175"/>
                  </a:lnTo>
                  <a:lnTo>
                    <a:pt x="422849" y="453803"/>
                  </a:lnTo>
                  <a:lnTo>
                    <a:pt x="453849" y="422807"/>
                  </a:lnTo>
                  <a:lnTo>
                    <a:pt x="479227" y="386913"/>
                  </a:lnTo>
                  <a:lnTo>
                    <a:pt x="498254" y="346849"/>
                  </a:lnTo>
                  <a:lnTo>
                    <a:pt x="510204" y="303339"/>
                  </a:lnTo>
                  <a:lnTo>
                    <a:pt x="514350" y="257111"/>
                  </a:lnTo>
                  <a:lnTo>
                    <a:pt x="510204" y="210882"/>
                  </a:lnTo>
                  <a:lnTo>
                    <a:pt x="498254" y="167376"/>
                  </a:lnTo>
                  <a:lnTo>
                    <a:pt x="479227" y="127319"/>
                  </a:lnTo>
                  <a:lnTo>
                    <a:pt x="453849" y="91436"/>
                  </a:lnTo>
                  <a:lnTo>
                    <a:pt x="422849" y="60452"/>
                  </a:lnTo>
                  <a:lnTo>
                    <a:pt x="386954" y="35091"/>
                  </a:lnTo>
                  <a:lnTo>
                    <a:pt x="346892" y="16079"/>
                  </a:lnTo>
                  <a:lnTo>
                    <a:pt x="303389" y="4140"/>
                  </a:lnTo>
                  <a:lnTo>
                    <a:pt x="257175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114425" y="542137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257111"/>
                  </a:moveTo>
                  <a:lnTo>
                    <a:pt x="4143" y="210882"/>
                  </a:lnTo>
                  <a:lnTo>
                    <a:pt x="16089" y="167376"/>
                  </a:lnTo>
                  <a:lnTo>
                    <a:pt x="35111" y="127319"/>
                  </a:lnTo>
                  <a:lnTo>
                    <a:pt x="60483" y="91436"/>
                  </a:lnTo>
                  <a:lnTo>
                    <a:pt x="91479" y="60452"/>
                  </a:lnTo>
                  <a:lnTo>
                    <a:pt x="127372" y="35091"/>
                  </a:lnTo>
                  <a:lnTo>
                    <a:pt x="167437" y="16079"/>
                  </a:lnTo>
                  <a:lnTo>
                    <a:pt x="210946" y="4140"/>
                  </a:lnTo>
                  <a:lnTo>
                    <a:pt x="257175" y="0"/>
                  </a:lnTo>
                  <a:lnTo>
                    <a:pt x="303389" y="4140"/>
                  </a:lnTo>
                  <a:lnTo>
                    <a:pt x="346892" y="16079"/>
                  </a:lnTo>
                  <a:lnTo>
                    <a:pt x="386954" y="35091"/>
                  </a:lnTo>
                  <a:lnTo>
                    <a:pt x="422849" y="60452"/>
                  </a:lnTo>
                  <a:lnTo>
                    <a:pt x="453849" y="91436"/>
                  </a:lnTo>
                  <a:lnTo>
                    <a:pt x="479227" y="127319"/>
                  </a:lnTo>
                  <a:lnTo>
                    <a:pt x="498254" y="167376"/>
                  </a:lnTo>
                  <a:lnTo>
                    <a:pt x="510204" y="210882"/>
                  </a:lnTo>
                  <a:lnTo>
                    <a:pt x="514350" y="257111"/>
                  </a:lnTo>
                  <a:lnTo>
                    <a:pt x="510204" y="303339"/>
                  </a:lnTo>
                  <a:lnTo>
                    <a:pt x="498254" y="346849"/>
                  </a:lnTo>
                  <a:lnTo>
                    <a:pt x="479227" y="386913"/>
                  </a:lnTo>
                  <a:lnTo>
                    <a:pt x="453849" y="422807"/>
                  </a:lnTo>
                  <a:lnTo>
                    <a:pt x="422849" y="453803"/>
                  </a:lnTo>
                  <a:lnTo>
                    <a:pt x="386954" y="479175"/>
                  </a:lnTo>
                  <a:lnTo>
                    <a:pt x="346892" y="498197"/>
                  </a:lnTo>
                  <a:lnTo>
                    <a:pt x="303389" y="510143"/>
                  </a:lnTo>
                  <a:lnTo>
                    <a:pt x="257175" y="514286"/>
                  </a:lnTo>
                  <a:lnTo>
                    <a:pt x="210946" y="510143"/>
                  </a:lnTo>
                  <a:lnTo>
                    <a:pt x="167437" y="498197"/>
                  </a:lnTo>
                  <a:lnTo>
                    <a:pt x="127372" y="479175"/>
                  </a:lnTo>
                  <a:lnTo>
                    <a:pt x="91479" y="453803"/>
                  </a:lnTo>
                  <a:lnTo>
                    <a:pt x="60483" y="422807"/>
                  </a:lnTo>
                  <a:lnTo>
                    <a:pt x="35111" y="386913"/>
                  </a:lnTo>
                  <a:lnTo>
                    <a:pt x="16089" y="346849"/>
                  </a:lnTo>
                  <a:lnTo>
                    <a:pt x="4143" y="303339"/>
                  </a:lnTo>
                  <a:lnTo>
                    <a:pt x="0" y="257111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1281811" y="5537708"/>
            <a:ext cx="18034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solidFill>
                  <a:srgbClr val="FFFFFF"/>
                </a:solidFill>
                <a:latin typeface="微软雅黑"/>
                <a:cs typeface="微软雅黑"/>
              </a:rPr>
              <a:t>D</a:t>
            </a:r>
            <a:endParaRPr sz="1600">
              <a:latin typeface="微软雅黑"/>
              <a:cs typeface="微软雅黑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6281801" y="5775325"/>
            <a:ext cx="1581150" cy="450850"/>
            <a:chOff x="6281801" y="5775325"/>
            <a:chExt cx="1581150" cy="450850"/>
          </a:xfrm>
        </p:grpSpPr>
        <p:sp>
          <p:nvSpPr>
            <p:cNvPr id="26" name="object 26" descr=""/>
            <p:cNvSpPr/>
            <p:nvPr/>
          </p:nvSpPr>
          <p:spPr>
            <a:xfrm>
              <a:off x="6300851" y="5794375"/>
              <a:ext cx="1543050" cy="412750"/>
            </a:xfrm>
            <a:custGeom>
              <a:avLst/>
              <a:gdLst/>
              <a:ahLst/>
              <a:cxnLst/>
              <a:rect l="l" t="t" r="r" b="b"/>
              <a:pathLst>
                <a:path w="1543050" h="412750">
                  <a:moveTo>
                    <a:pt x="1474216" y="0"/>
                  </a:moveTo>
                  <a:lnTo>
                    <a:pt x="68707" y="0"/>
                  </a:lnTo>
                  <a:lnTo>
                    <a:pt x="41951" y="5405"/>
                  </a:lnTo>
                  <a:lnTo>
                    <a:pt x="20113" y="20148"/>
                  </a:lnTo>
                  <a:lnTo>
                    <a:pt x="5395" y="42015"/>
                  </a:lnTo>
                  <a:lnTo>
                    <a:pt x="0" y="68795"/>
                  </a:lnTo>
                  <a:lnTo>
                    <a:pt x="0" y="343954"/>
                  </a:lnTo>
                  <a:lnTo>
                    <a:pt x="5395" y="370734"/>
                  </a:lnTo>
                  <a:lnTo>
                    <a:pt x="20113" y="392601"/>
                  </a:lnTo>
                  <a:lnTo>
                    <a:pt x="41951" y="407344"/>
                  </a:lnTo>
                  <a:lnTo>
                    <a:pt x="68707" y="412750"/>
                  </a:lnTo>
                  <a:lnTo>
                    <a:pt x="1474216" y="412750"/>
                  </a:lnTo>
                  <a:lnTo>
                    <a:pt x="1500991" y="407344"/>
                  </a:lnTo>
                  <a:lnTo>
                    <a:pt x="1522872" y="392601"/>
                  </a:lnTo>
                  <a:lnTo>
                    <a:pt x="1537634" y="370734"/>
                  </a:lnTo>
                  <a:lnTo>
                    <a:pt x="1543050" y="343954"/>
                  </a:lnTo>
                  <a:lnTo>
                    <a:pt x="1543050" y="68795"/>
                  </a:lnTo>
                  <a:lnTo>
                    <a:pt x="1537634" y="42015"/>
                  </a:lnTo>
                  <a:lnTo>
                    <a:pt x="1522872" y="20148"/>
                  </a:lnTo>
                  <a:lnTo>
                    <a:pt x="1500991" y="5405"/>
                  </a:lnTo>
                  <a:lnTo>
                    <a:pt x="1474216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6300851" y="5794375"/>
              <a:ext cx="1543050" cy="412750"/>
            </a:xfrm>
            <a:custGeom>
              <a:avLst/>
              <a:gdLst/>
              <a:ahLst/>
              <a:cxnLst/>
              <a:rect l="l" t="t" r="r" b="b"/>
              <a:pathLst>
                <a:path w="1543050" h="412750">
                  <a:moveTo>
                    <a:pt x="0" y="68795"/>
                  </a:moveTo>
                  <a:lnTo>
                    <a:pt x="5395" y="42015"/>
                  </a:lnTo>
                  <a:lnTo>
                    <a:pt x="20113" y="20148"/>
                  </a:lnTo>
                  <a:lnTo>
                    <a:pt x="41951" y="5405"/>
                  </a:lnTo>
                  <a:lnTo>
                    <a:pt x="68707" y="0"/>
                  </a:lnTo>
                  <a:lnTo>
                    <a:pt x="1474216" y="0"/>
                  </a:lnTo>
                  <a:lnTo>
                    <a:pt x="1500991" y="5405"/>
                  </a:lnTo>
                  <a:lnTo>
                    <a:pt x="1522872" y="20148"/>
                  </a:lnTo>
                  <a:lnTo>
                    <a:pt x="1537634" y="42015"/>
                  </a:lnTo>
                  <a:lnTo>
                    <a:pt x="1543050" y="68795"/>
                  </a:lnTo>
                  <a:lnTo>
                    <a:pt x="1543050" y="343954"/>
                  </a:lnTo>
                  <a:lnTo>
                    <a:pt x="1537634" y="370734"/>
                  </a:lnTo>
                  <a:lnTo>
                    <a:pt x="1522872" y="392601"/>
                  </a:lnTo>
                  <a:lnTo>
                    <a:pt x="1500991" y="407344"/>
                  </a:lnTo>
                  <a:lnTo>
                    <a:pt x="1474216" y="412750"/>
                  </a:lnTo>
                  <a:lnTo>
                    <a:pt x="68707" y="412750"/>
                  </a:lnTo>
                  <a:lnTo>
                    <a:pt x="41951" y="407344"/>
                  </a:lnTo>
                  <a:lnTo>
                    <a:pt x="20113" y="392601"/>
                  </a:lnTo>
                  <a:lnTo>
                    <a:pt x="5395" y="370734"/>
                  </a:lnTo>
                  <a:lnTo>
                    <a:pt x="0" y="343954"/>
                  </a:lnTo>
                  <a:lnTo>
                    <a:pt x="0" y="68795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6858381" y="5859881"/>
            <a:ext cx="43116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40">
                <a:solidFill>
                  <a:srgbClr val="FFFFFF"/>
                </a:solidFill>
                <a:latin typeface="微软雅黑"/>
                <a:cs typeface="微软雅黑"/>
              </a:rPr>
              <a:t>提交</a:t>
            </a:r>
            <a:endParaRPr sz="1600">
              <a:latin typeface="微软雅黑"/>
              <a:cs typeface="微软雅黑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30" name="object 30" descr=""/>
            <p:cNvSpPr/>
            <p:nvPr/>
          </p:nvSpPr>
          <p:spPr>
            <a:xfrm>
              <a:off x="190500" y="0"/>
              <a:ext cx="8953500" cy="635000"/>
            </a:xfrm>
            <a:custGeom>
              <a:avLst/>
              <a:gdLst/>
              <a:ahLst/>
              <a:cxnLst/>
              <a:rect l="l" t="t" r="r" b="b"/>
              <a:pathLst>
                <a:path w="8953500" h="635000">
                  <a:moveTo>
                    <a:pt x="0" y="635000"/>
                  </a:moveTo>
                  <a:lnTo>
                    <a:pt x="8953500" y="635000"/>
                  </a:lnTo>
                  <a:lnTo>
                    <a:pt x="8953500" y="0"/>
                  </a:lnTo>
                  <a:lnTo>
                    <a:pt x="0" y="0"/>
                  </a:lnTo>
                  <a:lnTo>
                    <a:pt x="0" y="635000"/>
                  </a:lnTo>
                  <a:close/>
                </a:path>
              </a:pathLst>
            </a:custGeom>
            <a:solidFill>
              <a:srgbClr val="F6F7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0" y="0"/>
              <a:ext cx="190500" cy="635000"/>
            </a:xfrm>
            <a:custGeom>
              <a:avLst/>
              <a:gdLst/>
              <a:ahLst/>
              <a:cxnLst/>
              <a:rect l="l" t="t" r="r" b="b"/>
              <a:pathLst>
                <a:path w="190500" h="635000">
                  <a:moveTo>
                    <a:pt x="190500" y="0"/>
                  </a:moveTo>
                  <a:lnTo>
                    <a:pt x="0" y="0"/>
                  </a:lnTo>
                  <a:lnTo>
                    <a:pt x="0" y="635000"/>
                  </a:lnTo>
                  <a:lnTo>
                    <a:pt x="190500" y="635000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629EF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 descr=""/>
          <p:cNvSpPr txBox="1"/>
          <p:nvPr/>
        </p:nvSpPr>
        <p:spPr>
          <a:xfrm>
            <a:off x="332943" y="93090"/>
            <a:ext cx="1017905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spc="-20">
                <a:latin typeface="微软雅黑"/>
                <a:cs typeface="微软雅黑"/>
              </a:rPr>
              <a:t>单选题</a:t>
            </a:r>
            <a:endParaRPr sz="2600">
              <a:latin typeface="微软雅黑"/>
              <a:cs typeface="微软雅黑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1604899" y="187578"/>
            <a:ext cx="429259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808080"/>
                </a:solidFill>
                <a:latin typeface="微软雅黑"/>
                <a:cs typeface="微软雅黑"/>
              </a:rPr>
              <a:t>1</a:t>
            </a:r>
            <a:r>
              <a:rPr dirty="0" sz="2000" spc="-50">
                <a:solidFill>
                  <a:srgbClr val="808080"/>
                </a:solidFill>
                <a:latin typeface="微软雅黑"/>
                <a:cs typeface="微软雅黑"/>
              </a:rPr>
              <a:t>分</a:t>
            </a:r>
            <a:endParaRPr sz="2000">
              <a:latin typeface="微软雅黑"/>
              <a:cs typeface="微软雅黑"/>
            </a:endParaRPr>
          </a:p>
        </p:txBody>
      </p:sp>
      <p:pic>
        <p:nvPicPr>
          <p:cNvPr id="34" name="object 3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53605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34809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15" b="1">
                <a:solidFill>
                  <a:srgbClr val="40458B"/>
                </a:solidFill>
                <a:latin typeface="宋体"/>
                <a:cs typeface="宋体"/>
              </a:rPr>
              <a:t>49/81</a:t>
            </a:r>
            <a:endParaRPr baseline="1736" sz="2400">
              <a:latin typeface="宋体"/>
              <a:cs typeface="宋体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1555750" y="549275"/>
            <a:ext cx="7588250" cy="0"/>
          </a:xfrm>
          <a:custGeom>
            <a:avLst/>
            <a:gdLst/>
            <a:ahLst/>
            <a:cxnLst/>
            <a:rect l="l" t="t" r="r" b="b"/>
            <a:pathLst>
              <a:path w="7588250" h="0">
                <a:moveTo>
                  <a:pt x="0" y="0"/>
                </a:moveTo>
                <a:lnTo>
                  <a:pt x="7588250" y="0"/>
                </a:lnTo>
              </a:path>
            </a:pathLst>
          </a:custGeom>
          <a:ln w="38100">
            <a:solidFill>
              <a:srgbClr val="2C44A3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119062" y="188976"/>
            <a:ext cx="1437005" cy="274955"/>
            <a:chOff x="119062" y="188976"/>
            <a:chExt cx="1437005" cy="274955"/>
          </a:xfrm>
        </p:grpSpPr>
        <p:sp>
          <p:nvSpPr>
            <p:cNvPr id="5" name="object 5" descr=""/>
            <p:cNvSpPr/>
            <p:nvPr/>
          </p:nvSpPr>
          <p:spPr>
            <a:xfrm>
              <a:off x="119062" y="188976"/>
              <a:ext cx="499745" cy="274955"/>
            </a:xfrm>
            <a:custGeom>
              <a:avLst/>
              <a:gdLst/>
              <a:ahLst/>
              <a:cxnLst/>
              <a:rect l="l" t="t" r="r" b="b"/>
              <a:pathLst>
                <a:path w="499745" h="274955">
                  <a:moveTo>
                    <a:pt x="119837" y="0"/>
                  </a:moveTo>
                  <a:lnTo>
                    <a:pt x="4993" y="41528"/>
                  </a:lnTo>
                  <a:lnTo>
                    <a:pt x="264655" y="135508"/>
                  </a:lnTo>
                  <a:lnTo>
                    <a:pt x="0" y="231266"/>
                  </a:lnTo>
                  <a:lnTo>
                    <a:pt x="119837" y="274574"/>
                  </a:lnTo>
                  <a:lnTo>
                    <a:pt x="499338" y="137287"/>
                  </a:lnTo>
                  <a:lnTo>
                    <a:pt x="119837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85546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9621" y="0"/>
                  </a:moveTo>
                  <a:lnTo>
                    <a:pt x="4991" y="41528"/>
                  </a:lnTo>
                  <a:lnTo>
                    <a:pt x="264147" y="135508"/>
                  </a:lnTo>
                  <a:lnTo>
                    <a:pt x="0" y="231266"/>
                  </a:lnTo>
                  <a:lnTo>
                    <a:pt x="119621" y="274574"/>
                  </a:lnTo>
                  <a:lnTo>
                    <a:pt x="497141" y="137287"/>
                  </a:lnTo>
                  <a:lnTo>
                    <a:pt x="119621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058608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8363" y="0"/>
                  </a:moveTo>
                  <a:lnTo>
                    <a:pt x="4978" y="41528"/>
                  </a:lnTo>
                  <a:lnTo>
                    <a:pt x="264096" y="135508"/>
                  </a:lnTo>
                  <a:lnTo>
                    <a:pt x="0" y="231266"/>
                  </a:lnTo>
                  <a:lnTo>
                    <a:pt x="118363" y="274574"/>
                  </a:lnTo>
                  <a:lnTo>
                    <a:pt x="497141" y="137287"/>
                  </a:lnTo>
                  <a:lnTo>
                    <a:pt x="118363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384454" y="829914"/>
            <a:ext cx="8863965" cy="4226560"/>
          </a:xfrm>
          <a:prstGeom prst="rect">
            <a:avLst/>
          </a:prstGeom>
        </p:spPr>
        <p:txBody>
          <a:bodyPr wrap="square" lIns="0" tIns="146050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150"/>
              </a:spcBef>
              <a:buSzPct val="88636"/>
              <a:buFont typeface="Wingdings"/>
              <a:buChar char=""/>
              <a:tabLst>
                <a:tab pos="469265" algn="l"/>
              </a:tabLst>
            </a:pP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在计算机系统中，各子系统之间可以通过总线互相连接。</a:t>
            </a:r>
            <a:endParaRPr sz="2200">
              <a:latin typeface="黑体"/>
              <a:cs typeface="黑体"/>
            </a:endParaRPr>
          </a:p>
          <a:p>
            <a:pPr marL="469265" indent="-456565">
              <a:lnSpc>
                <a:spcPct val="100000"/>
              </a:lnSpc>
              <a:spcBef>
                <a:spcPts val="1060"/>
              </a:spcBef>
              <a:buClr>
                <a:srgbClr val="40458B"/>
              </a:buClr>
              <a:buSzPct val="88636"/>
              <a:buFont typeface="Wingdings"/>
              <a:buChar char=""/>
              <a:tabLst>
                <a:tab pos="469265" algn="l"/>
              </a:tabLst>
            </a:pPr>
            <a:r>
              <a:rPr dirty="0" sz="2200" spc="-35">
                <a:solidFill>
                  <a:srgbClr val="D50092"/>
                </a:solidFill>
                <a:latin typeface="黑体"/>
                <a:cs typeface="黑体"/>
              </a:rPr>
              <a:t>优点：</a:t>
            </a: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成本低、简单、标准化程度高</a:t>
            </a:r>
            <a:endParaRPr sz="2200">
              <a:latin typeface="黑体"/>
              <a:cs typeface="黑体"/>
            </a:endParaRPr>
          </a:p>
          <a:p>
            <a:pPr lvl="1" marL="1043940" indent="-457200">
              <a:lnSpc>
                <a:spcPct val="100000"/>
              </a:lnSpc>
              <a:spcBef>
                <a:spcPts val="930"/>
              </a:spcBef>
              <a:buClr>
                <a:srgbClr val="006600"/>
              </a:buClr>
              <a:buSzPct val="63888"/>
              <a:buFont typeface="Wingdings"/>
              <a:buChar char=""/>
              <a:tabLst>
                <a:tab pos="1043940" algn="l"/>
              </a:tabLst>
            </a:pPr>
            <a:r>
              <a:rPr dirty="0" sz="1800" spc="-15" b="1">
                <a:solidFill>
                  <a:srgbClr val="006FC0"/>
                </a:solidFill>
                <a:latin typeface="宋体"/>
                <a:cs typeface="宋体"/>
              </a:rPr>
              <a:t>共享物理线路，减少引脚数和连线复杂度</a:t>
            </a:r>
            <a:endParaRPr sz="1800">
              <a:latin typeface="宋体"/>
              <a:cs typeface="宋体"/>
            </a:endParaRPr>
          </a:p>
          <a:p>
            <a:pPr lvl="1" marL="1043940" indent="-457200">
              <a:lnSpc>
                <a:spcPct val="100000"/>
              </a:lnSpc>
              <a:spcBef>
                <a:spcPts val="860"/>
              </a:spcBef>
              <a:buClr>
                <a:srgbClr val="006600"/>
              </a:buClr>
              <a:buSzPct val="63888"/>
              <a:buFont typeface="Wingdings"/>
              <a:buChar char=""/>
              <a:tabLst>
                <a:tab pos="1043940" algn="l"/>
              </a:tabLst>
            </a:pPr>
            <a:r>
              <a:rPr dirty="0" sz="1800" spc="-5">
                <a:solidFill>
                  <a:srgbClr val="006FC0"/>
                </a:solidFill>
                <a:latin typeface="宋体"/>
                <a:cs typeface="宋体"/>
              </a:rPr>
              <a:t>标准化接口降低设计复杂度</a:t>
            </a:r>
            <a:endParaRPr sz="1800">
              <a:latin typeface="宋体"/>
              <a:cs typeface="宋体"/>
            </a:endParaRPr>
          </a:p>
          <a:p>
            <a:pPr lvl="1" marL="1043940" indent="-457200">
              <a:lnSpc>
                <a:spcPct val="100000"/>
              </a:lnSpc>
              <a:spcBef>
                <a:spcPts val="865"/>
              </a:spcBef>
              <a:buClr>
                <a:srgbClr val="006600"/>
              </a:buClr>
              <a:buSzPct val="63888"/>
              <a:buFont typeface="Wingdings"/>
              <a:buChar char=""/>
              <a:tabLst>
                <a:tab pos="1043940" algn="l"/>
              </a:tabLst>
            </a:pPr>
            <a:r>
              <a:rPr dirty="0" sz="1800" spc="-10">
                <a:solidFill>
                  <a:srgbClr val="006FC0"/>
                </a:solidFill>
                <a:latin typeface="宋体"/>
                <a:cs typeface="宋体"/>
              </a:rPr>
              <a:t>单一通信通道，拓扑结构清晰；易于实现扩展（插槽式设计</a:t>
            </a:r>
            <a:r>
              <a:rPr dirty="0" sz="1800" spc="-50">
                <a:solidFill>
                  <a:srgbClr val="006FC0"/>
                </a:solidFill>
                <a:latin typeface="宋体"/>
                <a:cs typeface="宋体"/>
              </a:rPr>
              <a:t>）</a:t>
            </a:r>
            <a:endParaRPr sz="1800">
              <a:latin typeface="宋体"/>
              <a:cs typeface="宋体"/>
            </a:endParaRPr>
          </a:p>
          <a:p>
            <a:pPr lvl="1" marL="1043940" indent="-457200">
              <a:lnSpc>
                <a:spcPct val="100000"/>
              </a:lnSpc>
              <a:spcBef>
                <a:spcPts val="870"/>
              </a:spcBef>
              <a:buClr>
                <a:srgbClr val="006600"/>
              </a:buClr>
              <a:buSzPct val="63888"/>
              <a:buFont typeface="Wingdings"/>
              <a:buChar char=""/>
              <a:tabLst>
                <a:tab pos="1043940" algn="l"/>
              </a:tabLst>
            </a:pPr>
            <a:r>
              <a:rPr dirty="0" sz="1800" spc="-5">
                <a:solidFill>
                  <a:srgbClr val="006FC0"/>
                </a:solidFill>
                <a:latin typeface="宋体"/>
                <a:cs typeface="宋体"/>
              </a:rPr>
              <a:t>定义清晰的电气特性和协议规范；支持设备互换性和兼容性</a:t>
            </a:r>
            <a:endParaRPr sz="1800">
              <a:latin typeface="宋体"/>
              <a:cs typeface="宋体"/>
            </a:endParaRPr>
          </a:p>
          <a:p>
            <a:pPr lvl="1">
              <a:lnSpc>
                <a:spcPct val="100000"/>
              </a:lnSpc>
              <a:spcBef>
                <a:spcPts val="1140"/>
              </a:spcBef>
              <a:buClr>
                <a:srgbClr val="006600"/>
              </a:buClr>
              <a:buFont typeface="Wingdings"/>
              <a:buChar char=""/>
            </a:pPr>
            <a:endParaRPr sz="1800">
              <a:latin typeface="宋体"/>
              <a:cs typeface="宋体"/>
            </a:endParaRPr>
          </a:p>
          <a:p>
            <a:pPr marL="469900" marR="5080" indent="-457200">
              <a:lnSpc>
                <a:spcPct val="120100"/>
              </a:lnSpc>
              <a:spcBef>
                <a:spcPts val="5"/>
              </a:spcBef>
              <a:buClr>
                <a:srgbClr val="40458B"/>
              </a:buClr>
              <a:buSzPct val="88636"/>
              <a:buFont typeface="Wingdings"/>
              <a:buChar char=""/>
              <a:tabLst>
                <a:tab pos="469900" algn="l"/>
              </a:tabLst>
            </a:pPr>
            <a:r>
              <a:rPr dirty="0" sz="2200" spc="-30">
                <a:solidFill>
                  <a:srgbClr val="D50092"/>
                </a:solidFill>
                <a:latin typeface="黑体"/>
                <a:cs typeface="黑体"/>
              </a:rPr>
              <a:t>主要缺点：</a:t>
            </a: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它是由不同的外设分时共享的，形成了信息交换的瓶颈，</a:t>
            </a: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从而限制了系统中总的</a:t>
            </a:r>
            <a:r>
              <a:rPr dirty="0" sz="2200" spc="-10">
                <a:solidFill>
                  <a:srgbClr val="9933FF"/>
                </a:solidFill>
                <a:latin typeface="黑体"/>
                <a:cs typeface="黑体"/>
              </a:rPr>
              <a:t>I/O</a:t>
            </a: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吞吐量。</a:t>
            </a:r>
            <a:endParaRPr sz="2200">
              <a:latin typeface="黑体"/>
              <a:cs typeface="黑体"/>
            </a:endParaRPr>
          </a:p>
          <a:p>
            <a:pPr marL="469265" indent="-456565">
              <a:lnSpc>
                <a:spcPct val="100000"/>
              </a:lnSpc>
              <a:spcBef>
                <a:spcPts val="1055"/>
              </a:spcBef>
              <a:buSzPct val="88636"/>
              <a:buFont typeface="Wingdings"/>
              <a:buChar char=""/>
              <a:tabLst>
                <a:tab pos="469265" algn="l"/>
              </a:tabLst>
            </a:pPr>
            <a:r>
              <a:rPr dirty="0" sz="2200" spc="-20">
                <a:solidFill>
                  <a:srgbClr val="40458B"/>
                </a:solidFill>
                <a:latin typeface="黑体"/>
                <a:cs typeface="黑体"/>
              </a:rPr>
              <a:t>例如设备</a:t>
            </a:r>
            <a:r>
              <a:rPr dirty="0" sz="2200" spc="-10">
                <a:solidFill>
                  <a:srgbClr val="40458B"/>
                </a:solidFill>
                <a:latin typeface="黑体"/>
                <a:cs typeface="黑体"/>
              </a:rPr>
              <a:t>A</a:t>
            </a: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网络数据传输，设备</a:t>
            </a:r>
            <a:r>
              <a:rPr dirty="0" sz="2200" spc="-20">
                <a:solidFill>
                  <a:srgbClr val="40458B"/>
                </a:solidFill>
                <a:latin typeface="Tahoma"/>
                <a:cs typeface="Tahoma"/>
              </a:rPr>
              <a:t>B</a:t>
            </a: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数据读写，设备</a:t>
            </a:r>
            <a:r>
              <a:rPr dirty="0" sz="2200" spc="-20">
                <a:solidFill>
                  <a:srgbClr val="40458B"/>
                </a:solidFill>
                <a:latin typeface="Tahoma"/>
                <a:cs typeface="Tahoma"/>
              </a:rPr>
              <a:t>C</a:t>
            </a: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视频渲染</a:t>
            </a:r>
            <a:endParaRPr sz="2200">
              <a:latin typeface="黑体"/>
              <a:cs typeface="黑体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2169667" y="-37719"/>
            <a:ext cx="155765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none">
                <a:latin typeface="Tahoma"/>
                <a:cs typeface="Tahoma"/>
              </a:rPr>
              <a:t>8.4</a:t>
            </a:r>
            <a:r>
              <a:rPr dirty="0" u="none" spc="-45">
                <a:latin typeface="Tahoma"/>
                <a:cs typeface="Tahoma"/>
              </a:rPr>
              <a:t> </a:t>
            </a:r>
            <a:r>
              <a:rPr dirty="0" u="none" spc="-210"/>
              <a:t>总 线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53605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34809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15" b="1">
                <a:solidFill>
                  <a:srgbClr val="40458B"/>
                </a:solidFill>
                <a:latin typeface="宋体"/>
                <a:cs typeface="宋体"/>
              </a:rPr>
              <a:t>50/81</a:t>
            </a:r>
            <a:endParaRPr baseline="1736" sz="2400">
              <a:latin typeface="宋体"/>
              <a:cs typeface="宋体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1555750" y="549275"/>
            <a:ext cx="7588250" cy="0"/>
          </a:xfrm>
          <a:custGeom>
            <a:avLst/>
            <a:gdLst/>
            <a:ahLst/>
            <a:cxnLst/>
            <a:rect l="l" t="t" r="r" b="b"/>
            <a:pathLst>
              <a:path w="7588250" h="0">
                <a:moveTo>
                  <a:pt x="0" y="0"/>
                </a:moveTo>
                <a:lnTo>
                  <a:pt x="7588250" y="0"/>
                </a:lnTo>
              </a:path>
            </a:pathLst>
          </a:custGeom>
          <a:ln w="38100">
            <a:solidFill>
              <a:srgbClr val="2C44A3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119062" y="188976"/>
            <a:ext cx="1437005" cy="274955"/>
            <a:chOff x="119062" y="188976"/>
            <a:chExt cx="1437005" cy="274955"/>
          </a:xfrm>
        </p:grpSpPr>
        <p:sp>
          <p:nvSpPr>
            <p:cNvPr id="5" name="object 5" descr=""/>
            <p:cNvSpPr/>
            <p:nvPr/>
          </p:nvSpPr>
          <p:spPr>
            <a:xfrm>
              <a:off x="119062" y="188976"/>
              <a:ext cx="499745" cy="274955"/>
            </a:xfrm>
            <a:custGeom>
              <a:avLst/>
              <a:gdLst/>
              <a:ahLst/>
              <a:cxnLst/>
              <a:rect l="l" t="t" r="r" b="b"/>
              <a:pathLst>
                <a:path w="499745" h="274955">
                  <a:moveTo>
                    <a:pt x="119837" y="0"/>
                  </a:moveTo>
                  <a:lnTo>
                    <a:pt x="4993" y="41528"/>
                  </a:lnTo>
                  <a:lnTo>
                    <a:pt x="264655" y="135508"/>
                  </a:lnTo>
                  <a:lnTo>
                    <a:pt x="0" y="231266"/>
                  </a:lnTo>
                  <a:lnTo>
                    <a:pt x="119837" y="274574"/>
                  </a:lnTo>
                  <a:lnTo>
                    <a:pt x="499338" y="137287"/>
                  </a:lnTo>
                  <a:lnTo>
                    <a:pt x="119837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85546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9621" y="0"/>
                  </a:moveTo>
                  <a:lnTo>
                    <a:pt x="4991" y="41528"/>
                  </a:lnTo>
                  <a:lnTo>
                    <a:pt x="264147" y="135508"/>
                  </a:lnTo>
                  <a:lnTo>
                    <a:pt x="0" y="231266"/>
                  </a:lnTo>
                  <a:lnTo>
                    <a:pt x="119621" y="274574"/>
                  </a:lnTo>
                  <a:lnTo>
                    <a:pt x="497141" y="137287"/>
                  </a:lnTo>
                  <a:lnTo>
                    <a:pt x="119621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058608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8363" y="0"/>
                  </a:moveTo>
                  <a:lnTo>
                    <a:pt x="4978" y="41528"/>
                  </a:lnTo>
                  <a:lnTo>
                    <a:pt x="264096" y="135508"/>
                  </a:lnTo>
                  <a:lnTo>
                    <a:pt x="0" y="231266"/>
                  </a:lnTo>
                  <a:lnTo>
                    <a:pt x="118363" y="274574"/>
                  </a:lnTo>
                  <a:lnTo>
                    <a:pt x="497141" y="137287"/>
                  </a:lnTo>
                  <a:lnTo>
                    <a:pt x="118363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151379" y="-6350"/>
            <a:ext cx="17399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065" algn="l"/>
                <a:tab pos="1345565" algn="l"/>
              </a:tabLst>
            </a:pPr>
            <a:r>
              <a:rPr dirty="0" u="none" spc="-25"/>
              <a:t>8.4</a:t>
            </a:r>
            <a:r>
              <a:rPr dirty="0" u="none"/>
              <a:t>	</a:t>
            </a:r>
            <a:r>
              <a:rPr dirty="0" u="none" spc="-50"/>
              <a:t>总</a:t>
            </a:r>
            <a:r>
              <a:rPr dirty="0" u="none"/>
              <a:t>	</a:t>
            </a:r>
            <a:r>
              <a:rPr dirty="0" u="none" spc="-50"/>
              <a:t>线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186639" y="1031818"/>
            <a:ext cx="8797925" cy="3083560"/>
          </a:xfrm>
          <a:prstGeom prst="rect">
            <a:avLst/>
          </a:prstGeom>
        </p:spPr>
        <p:txBody>
          <a:bodyPr wrap="square" lIns="0" tIns="163830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290"/>
              </a:spcBef>
              <a:buClr>
                <a:srgbClr val="40458B"/>
              </a:buClr>
              <a:buFont typeface="Tahoma"/>
              <a:buAutoNum type="arabicPeriod"/>
              <a:tabLst>
                <a:tab pos="469900" algn="l"/>
              </a:tabLst>
            </a:pPr>
            <a:r>
              <a:rPr dirty="0" sz="2400" spc="-5">
                <a:solidFill>
                  <a:srgbClr val="E14B04"/>
                </a:solidFill>
                <a:latin typeface="黑体"/>
                <a:cs typeface="黑体"/>
              </a:rPr>
              <a:t>总线设计存在很多技术难点</a:t>
            </a:r>
            <a:endParaRPr sz="2400">
              <a:latin typeface="黑体"/>
              <a:cs typeface="黑体"/>
            </a:endParaRPr>
          </a:p>
          <a:p>
            <a:pPr lvl="1" marL="1099185" marR="146050" indent="-457200">
              <a:lnSpc>
                <a:spcPct val="120100"/>
              </a:lnSpc>
              <a:spcBef>
                <a:spcPts val="560"/>
              </a:spcBef>
              <a:buClr>
                <a:srgbClr val="40458B"/>
              </a:buClr>
              <a:buSzPct val="88636"/>
              <a:buFont typeface="Wingdings"/>
              <a:buChar char=""/>
              <a:tabLst>
                <a:tab pos="1099185" algn="l"/>
              </a:tabLst>
            </a:pPr>
            <a:r>
              <a:rPr dirty="0" sz="2200" spc="-30">
                <a:solidFill>
                  <a:srgbClr val="D50092"/>
                </a:solidFill>
                <a:latin typeface="黑体"/>
                <a:cs typeface="黑体"/>
              </a:rPr>
              <a:t>一个重要原因：</a:t>
            </a: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总线上信息传送的速度极大地受限于各种物理</a:t>
            </a:r>
            <a:r>
              <a:rPr dirty="0" sz="2200" spc="-40">
                <a:solidFill>
                  <a:srgbClr val="40458B"/>
                </a:solidFill>
                <a:latin typeface="黑体"/>
                <a:cs typeface="黑体"/>
              </a:rPr>
              <a:t>因素。</a:t>
            </a:r>
            <a:endParaRPr sz="2200">
              <a:latin typeface="黑体"/>
              <a:cs typeface="黑体"/>
            </a:endParaRPr>
          </a:p>
          <a:p>
            <a:pPr marL="948690" marR="68580" indent="609600">
              <a:lnSpc>
                <a:spcPct val="120000"/>
              </a:lnSpc>
              <a:spcBef>
                <a:spcPts val="509"/>
              </a:spcBef>
            </a:pPr>
            <a:r>
              <a:rPr dirty="0" sz="2000" spc="-25" b="1">
                <a:solidFill>
                  <a:srgbClr val="FF5CFF"/>
                </a:solidFill>
                <a:latin typeface="宋体"/>
                <a:cs typeface="宋体"/>
              </a:rPr>
              <a:t>如总线的长度、设备的数目、信号的强度等，这些物理因素限制</a:t>
            </a:r>
            <a:r>
              <a:rPr dirty="0" sz="2000" spc="-15" b="1">
                <a:solidFill>
                  <a:srgbClr val="FF5CFF"/>
                </a:solidFill>
                <a:latin typeface="宋体"/>
                <a:cs typeface="宋体"/>
              </a:rPr>
              <a:t>了总线性能的提高。</a:t>
            </a:r>
            <a:endParaRPr sz="2000">
              <a:latin typeface="宋体"/>
              <a:cs typeface="宋体"/>
            </a:endParaRPr>
          </a:p>
          <a:p>
            <a:pPr lvl="1" marL="1099185" indent="-457200">
              <a:lnSpc>
                <a:spcPct val="100000"/>
              </a:lnSpc>
              <a:spcBef>
                <a:spcPts val="1025"/>
              </a:spcBef>
              <a:buSzPct val="88636"/>
              <a:buFont typeface="Wingdings"/>
              <a:buChar char=""/>
              <a:tabLst>
                <a:tab pos="1099185" algn="l"/>
              </a:tabLst>
            </a:pP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另外，我们一方面要求</a:t>
            </a:r>
            <a:r>
              <a:rPr dirty="0" sz="2200" spc="-20">
                <a:solidFill>
                  <a:srgbClr val="9933FF"/>
                </a:solidFill>
                <a:latin typeface="黑体"/>
                <a:cs typeface="黑体"/>
              </a:rPr>
              <a:t>I/O</a:t>
            </a: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操作响应快，另一方面又要求高吞吐</a:t>
            </a:r>
            <a:endParaRPr sz="2200">
              <a:latin typeface="黑体"/>
              <a:cs typeface="黑体"/>
            </a:endParaRPr>
          </a:p>
          <a:p>
            <a:pPr marL="1099185">
              <a:lnSpc>
                <a:spcPct val="100000"/>
              </a:lnSpc>
              <a:spcBef>
                <a:spcPts val="530"/>
              </a:spcBef>
            </a:pP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量，这可能造成设计需求上的冲突。</a:t>
            </a:r>
            <a:endParaRPr sz="2200">
              <a:latin typeface="黑体"/>
              <a:cs typeface="黑体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156453" y="57734"/>
            <a:ext cx="2670175" cy="42290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00">
                <a:solidFill>
                  <a:srgbClr val="0000CC"/>
                </a:solidFill>
                <a:latin typeface="黑体"/>
                <a:cs typeface="黑体"/>
              </a:rPr>
              <a:t>8.4.1</a:t>
            </a:r>
            <a:r>
              <a:rPr dirty="0" sz="2600" spc="-20">
                <a:solidFill>
                  <a:srgbClr val="0000CC"/>
                </a:solidFill>
                <a:latin typeface="黑体"/>
                <a:cs typeface="黑体"/>
              </a:rPr>
              <a:t> 总线的设计</a:t>
            </a:r>
            <a:endParaRPr sz="26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53605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34809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15" b="1">
                <a:solidFill>
                  <a:srgbClr val="40458B"/>
                </a:solidFill>
                <a:latin typeface="宋体"/>
                <a:cs typeface="宋体"/>
              </a:rPr>
              <a:t>51/81</a:t>
            </a:r>
            <a:endParaRPr baseline="1736" sz="2400">
              <a:latin typeface="宋体"/>
              <a:cs typeface="宋体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1555750" y="549275"/>
            <a:ext cx="7588250" cy="0"/>
          </a:xfrm>
          <a:custGeom>
            <a:avLst/>
            <a:gdLst/>
            <a:ahLst/>
            <a:cxnLst/>
            <a:rect l="l" t="t" r="r" b="b"/>
            <a:pathLst>
              <a:path w="7588250" h="0">
                <a:moveTo>
                  <a:pt x="0" y="0"/>
                </a:moveTo>
                <a:lnTo>
                  <a:pt x="7588250" y="0"/>
                </a:lnTo>
              </a:path>
            </a:pathLst>
          </a:custGeom>
          <a:ln w="38100">
            <a:solidFill>
              <a:srgbClr val="2C44A3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119062" y="188976"/>
            <a:ext cx="1437005" cy="274955"/>
            <a:chOff x="119062" y="188976"/>
            <a:chExt cx="1437005" cy="274955"/>
          </a:xfrm>
        </p:grpSpPr>
        <p:sp>
          <p:nvSpPr>
            <p:cNvPr id="5" name="object 5" descr=""/>
            <p:cNvSpPr/>
            <p:nvPr/>
          </p:nvSpPr>
          <p:spPr>
            <a:xfrm>
              <a:off x="119062" y="188976"/>
              <a:ext cx="499745" cy="274955"/>
            </a:xfrm>
            <a:custGeom>
              <a:avLst/>
              <a:gdLst/>
              <a:ahLst/>
              <a:cxnLst/>
              <a:rect l="l" t="t" r="r" b="b"/>
              <a:pathLst>
                <a:path w="499745" h="274955">
                  <a:moveTo>
                    <a:pt x="119837" y="0"/>
                  </a:moveTo>
                  <a:lnTo>
                    <a:pt x="4993" y="41528"/>
                  </a:lnTo>
                  <a:lnTo>
                    <a:pt x="264655" y="135508"/>
                  </a:lnTo>
                  <a:lnTo>
                    <a:pt x="0" y="231266"/>
                  </a:lnTo>
                  <a:lnTo>
                    <a:pt x="119837" y="274574"/>
                  </a:lnTo>
                  <a:lnTo>
                    <a:pt x="499338" y="137287"/>
                  </a:lnTo>
                  <a:lnTo>
                    <a:pt x="119837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85546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9621" y="0"/>
                  </a:moveTo>
                  <a:lnTo>
                    <a:pt x="4991" y="41528"/>
                  </a:lnTo>
                  <a:lnTo>
                    <a:pt x="264147" y="135508"/>
                  </a:lnTo>
                  <a:lnTo>
                    <a:pt x="0" y="231266"/>
                  </a:lnTo>
                  <a:lnTo>
                    <a:pt x="119621" y="274574"/>
                  </a:lnTo>
                  <a:lnTo>
                    <a:pt x="497141" y="137287"/>
                  </a:lnTo>
                  <a:lnTo>
                    <a:pt x="119621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058608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8363" y="0"/>
                  </a:moveTo>
                  <a:lnTo>
                    <a:pt x="4978" y="41528"/>
                  </a:lnTo>
                  <a:lnTo>
                    <a:pt x="264096" y="135508"/>
                  </a:lnTo>
                  <a:lnTo>
                    <a:pt x="0" y="231266"/>
                  </a:lnTo>
                  <a:lnTo>
                    <a:pt x="118363" y="274574"/>
                  </a:lnTo>
                  <a:lnTo>
                    <a:pt x="497141" y="137287"/>
                  </a:lnTo>
                  <a:lnTo>
                    <a:pt x="118363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06854" y="-6350"/>
            <a:ext cx="17399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065" algn="l"/>
                <a:tab pos="1345565" algn="l"/>
              </a:tabLst>
            </a:pPr>
            <a:r>
              <a:rPr dirty="0" u="none" spc="-25"/>
              <a:t>8.4</a:t>
            </a:r>
            <a:r>
              <a:rPr dirty="0" u="none"/>
              <a:t>	</a:t>
            </a:r>
            <a:r>
              <a:rPr dirty="0" u="none" spc="-50"/>
              <a:t>总</a:t>
            </a:r>
            <a:r>
              <a:rPr dirty="0" u="none"/>
              <a:t>	</a:t>
            </a:r>
            <a:r>
              <a:rPr dirty="0" u="none" spc="-50"/>
              <a:t>线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1122070" y="1108709"/>
            <a:ext cx="4749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</a:tabLst>
            </a:pPr>
            <a:r>
              <a:rPr dirty="0" sz="2400" spc="-25">
                <a:solidFill>
                  <a:srgbClr val="40458B"/>
                </a:solidFill>
                <a:latin typeface="Tahoma"/>
                <a:cs typeface="Tahoma"/>
              </a:rPr>
              <a:t>2.</a:t>
            </a:r>
            <a:r>
              <a:rPr dirty="0" sz="2400">
                <a:solidFill>
                  <a:srgbClr val="40458B"/>
                </a:solidFill>
                <a:latin typeface="Tahoma"/>
                <a:cs typeface="Tahoma"/>
              </a:rPr>
              <a:t>	</a:t>
            </a:r>
            <a:r>
              <a:rPr dirty="0" sz="2400" spc="-5">
                <a:solidFill>
                  <a:srgbClr val="E14B04"/>
                </a:solidFill>
                <a:latin typeface="黑体"/>
                <a:cs typeface="黑体"/>
              </a:rPr>
              <a:t>设计总线时需要考虑的一些问题</a:t>
            </a:r>
            <a:endParaRPr sz="2400">
              <a:latin typeface="黑体"/>
              <a:cs typeface="黑体"/>
            </a:endParaRPr>
          </a:p>
        </p:txBody>
      </p:sp>
      <p:graphicFrame>
        <p:nvGraphicFramePr>
          <p:cNvPr id="11" name="object 11" descr=""/>
          <p:cNvGraphicFramePr>
            <a:graphicFrameLocks noGrp="1"/>
          </p:cNvGraphicFramePr>
          <p:nvPr/>
        </p:nvGraphicFramePr>
        <p:xfrm>
          <a:off x="596900" y="1760537"/>
          <a:ext cx="8314055" cy="43954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43405"/>
                <a:gridCol w="3223260"/>
                <a:gridCol w="3143884"/>
              </a:tblGrid>
              <a:tr h="5251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000" spc="-30" b="1">
                          <a:solidFill>
                            <a:srgbClr val="E14B04"/>
                          </a:solidFill>
                          <a:latin typeface="宋体"/>
                          <a:cs typeface="宋体"/>
                        </a:rPr>
                        <a:t>特性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6675">
                    <a:lnL w="28575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28575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000" spc="-25" b="1">
                          <a:solidFill>
                            <a:srgbClr val="E14B04"/>
                          </a:solidFill>
                          <a:latin typeface="宋体"/>
                          <a:cs typeface="宋体"/>
                        </a:rPr>
                        <a:t>高性能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6675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28575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000" spc="-25" b="1">
                          <a:solidFill>
                            <a:srgbClr val="E14B04"/>
                          </a:solidFill>
                          <a:latin typeface="宋体"/>
                          <a:cs typeface="宋体"/>
                        </a:rPr>
                        <a:t>低价格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6675">
                    <a:lnL w="12700">
                      <a:solidFill>
                        <a:srgbClr val="40458B"/>
                      </a:solidFill>
                      <a:prstDash val="solid"/>
                    </a:lnL>
                    <a:lnR w="28575">
                      <a:solidFill>
                        <a:srgbClr val="40458B"/>
                      </a:solidFill>
                      <a:prstDash val="solid"/>
                    </a:lnR>
                    <a:lnT w="28575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</a:tr>
              <a:tr h="8839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85"/>
                        </a:spcBef>
                      </a:pPr>
                      <a:r>
                        <a:rPr dirty="0" sz="2000" spc="-20" b="1">
                          <a:solidFill>
                            <a:srgbClr val="008000"/>
                          </a:solidFill>
                          <a:latin typeface="宋体"/>
                          <a:cs typeface="宋体"/>
                        </a:rPr>
                        <a:t>总线宽度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226695">
                    <a:lnL w="28575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785"/>
                        </a:spcBef>
                      </a:pPr>
                      <a:r>
                        <a:rPr dirty="0" sz="2000" spc="-15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独立的地址和数据总线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226695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691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000" spc="-2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数据和地址分时</a:t>
                      </a:r>
                      <a:endParaRPr sz="2000">
                        <a:latin typeface="宋体"/>
                        <a:cs typeface="宋体"/>
                      </a:endParaRPr>
                    </a:p>
                    <a:p>
                      <a:pPr marL="676910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dirty="0" sz="2000" spc="-2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共用同一套总线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6675">
                    <a:lnL w="12700">
                      <a:solidFill>
                        <a:srgbClr val="40458B"/>
                      </a:solidFill>
                      <a:prstDash val="solid"/>
                    </a:lnL>
                    <a:lnR w="28575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</a:tr>
              <a:tr h="5251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000" spc="-20" b="1">
                          <a:solidFill>
                            <a:srgbClr val="008000"/>
                          </a:solidFill>
                          <a:latin typeface="宋体"/>
                          <a:cs typeface="宋体"/>
                        </a:rPr>
                        <a:t>数据总线宽度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6675">
                    <a:lnL w="28575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000" spc="-1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越宽越快（例如：</a:t>
                      </a:r>
                      <a:r>
                        <a:rPr dirty="0" sz="2000" spc="-10" b="1">
                          <a:solidFill>
                            <a:srgbClr val="9933FF"/>
                          </a:solidFill>
                          <a:latin typeface="宋体"/>
                          <a:cs typeface="宋体"/>
                        </a:rPr>
                        <a:t>64</a:t>
                      </a:r>
                      <a:r>
                        <a:rPr dirty="0" sz="2000" spc="-1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位</a:t>
                      </a:r>
                      <a:r>
                        <a:rPr dirty="0" sz="2000" spc="-5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）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6675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000" spc="-1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越窄越便宜（例如：</a:t>
                      </a:r>
                      <a:r>
                        <a:rPr dirty="0" sz="2000" spc="-10" b="1">
                          <a:solidFill>
                            <a:srgbClr val="9933FF"/>
                          </a:solidFill>
                          <a:latin typeface="宋体"/>
                          <a:cs typeface="宋体"/>
                        </a:rPr>
                        <a:t>8</a:t>
                      </a:r>
                      <a:r>
                        <a:rPr dirty="0" sz="2000" spc="-2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位</a:t>
                      </a:r>
                      <a:r>
                        <a:rPr dirty="0" sz="2000" spc="-5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）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6675">
                    <a:lnL w="12700">
                      <a:solidFill>
                        <a:srgbClr val="40458B"/>
                      </a:solidFill>
                      <a:prstDash val="solid"/>
                    </a:lnL>
                    <a:lnR w="28575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</a:tr>
              <a:tr h="5270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000" spc="-20" b="1">
                          <a:solidFill>
                            <a:srgbClr val="008000"/>
                          </a:solidFill>
                          <a:latin typeface="宋体"/>
                          <a:cs typeface="宋体"/>
                        </a:rPr>
                        <a:t>传输块大小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6675">
                    <a:lnL w="28575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000" spc="-15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块越大总线开销越小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6675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000" spc="-2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单字传送更简单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6675">
                    <a:lnL w="12700">
                      <a:solidFill>
                        <a:srgbClr val="40458B"/>
                      </a:solidFill>
                      <a:prstDash val="solid"/>
                    </a:lnL>
                    <a:lnR w="28575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</a:tr>
              <a:tr h="5251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000" spc="-20" b="1">
                          <a:solidFill>
                            <a:srgbClr val="008000"/>
                          </a:solidFill>
                          <a:latin typeface="宋体"/>
                          <a:cs typeface="宋体"/>
                        </a:rPr>
                        <a:t>总线主设备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6675">
                    <a:lnL w="28575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000" spc="-1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多个（需要仲裁</a:t>
                      </a:r>
                      <a:r>
                        <a:rPr dirty="0" sz="2000" spc="-5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）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6675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000" spc="-1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单个（无需仲裁</a:t>
                      </a:r>
                      <a:r>
                        <a:rPr dirty="0" sz="2000" spc="-5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）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6675">
                    <a:lnL w="12700">
                      <a:solidFill>
                        <a:srgbClr val="40458B"/>
                      </a:solidFill>
                      <a:prstDash val="solid"/>
                    </a:lnL>
                    <a:lnR w="28575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</a:tr>
              <a:tr h="8839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10"/>
                        </a:spcBef>
                      </a:pPr>
                      <a:r>
                        <a:rPr dirty="0" sz="2000" spc="-25" b="1">
                          <a:solidFill>
                            <a:srgbClr val="008000"/>
                          </a:solidFill>
                          <a:latin typeface="宋体"/>
                          <a:cs typeface="宋体"/>
                        </a:rPr>
                        <a:t>分离事务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204470">
                    <a:lnL w="28575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2000" spc="-15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采用——分离的请求包和</a:t>
                      </a:r>
                      <a:endParaRPr sz="2000">
                        <a:latin typeface="宋体"/>
                        <a:cs typeface="宋体"/>
                      </a:endParaRPr>
                    </a:p>
                    <a:p>
                      <a:pPr algn="ctr" marL="127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2000" spc="-2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回答包能提高总线带宽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7310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2000" spc="-15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不采用——持续连接成本</a:t>
                      </a:r>
                      <a:endParaRPr sz="2000">
                        <a:latin typeface="宋体"/>
                        <a:cs typeface="宋体"/>
                      </a:endParaRPr>
                    </a:p>
                    <a:p>
                      <a:pPr algn="ctr" marL="4445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dirty="0" sz="2000" spc="-15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更低，而且延迟更小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7310">
                    <a:lnL w="12700">
                      <a:solidFill>
                        <a:srgbClr val="40458B"/>
                      </a:solidFill>
                      <a:prstDash val="solid"/>
                    </a:lnL>
                    <a:lnR w="28575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</a:tr>
              <a:tr h="5251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2000" spc="-20" b="1">
                          <a:solidFill>
                            <a:srgbClr val="008000"/>
                          </a:solidFill>
                          <a:latin typeface="宋体"/>
                          <a:cs typeface="宋体"/>
                        </a:rPr>
                        <a:t>定时方式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7310">
                    <a:lnL w="28575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28575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2000" spc="-3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同步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7310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28575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2000" spc="-3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异步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7310">
                    <a:lnL w="12700">
                      <a:solidFill>
                        <a:srgbClr val="40458B"/>
                      </a:solidFill>
                      <a:prstDash val="solid"/>
                    </a:lnL>
                    <a:lnR w="28575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28575">
                      <a:solidFill>
                        <a:srgbClr val="40458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53605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34809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15" b="1">
                <a:solidFill>
                  <a:srgbClr val="40458B"/>
                </a:solidFill>
                <a:latin typeface="宋体"/>
                <a:cs typeface="宋体"/>
              </a:rPr>
              <a:t>52/81</a:t>
            </a:r>
            <a:endParaRPr baseline="1736" sz="2400">
              <a:latin typeface="宋体"/>
              <a:cs typeface="宋体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1555750" y="549275"/>
            <a:ext cx="7588250" cy="0"/>
          </a:xfrm>
          <a:custGeom>
            <a:avLst/>
            <a:gdLst/>
            <a:ahLst/>
            <a:cxnLst/>
            <a:rect l="l" t="t" r="r" b="b"/>
            <a:pathLst>
              <a:path w="7588250" h="0">
                <a:moveTo>
                  <a:pt x="0" y="0"/>
                </a:moveTo>
                <a:lnTo>
                  <a:pt x="7588250" y="0"/>
                </a:lnTo>
              </a:path>
            </a:pathLst>
          </a:custGeom>
          <a:ln w="38100">
            <a:solidFill>
              <a:srgbClr val="2C44A3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119062" y="188976"/>
            <a:ext cx="1437005" cy="274955"/>
            <a:chOff x="119062" y="188976"/>
            <a:chExt cx="1437005" cy="274955"/>
          </a:xfrm>
        </p:grpSpPr>
        <p:sp>
          <p:nvSpPr>
            <p:cNvPr id="5" name="object 5" descr=""/>
            <p:cNvSpPr/>
            <p:nvPr/>
          </p:nvSpPr>
          <p:spPr>
            <a:xfrm>
              <a:off x="119062" y="188976"/>
              <a:ext cx="499745" cy="274955"/>
            </a:xfrm>
            <a:custGeom>
              <a:avLst/>
              <a:gdLst/>
              <a:ahLst/>
              <a:cxnLst/>
              <a:rect l="l" t="t" r="r" b="b"/>
              <a:pathLst>
                <a:path w="499745" h="274955">
                  <a:moveTo>
                    <a:pt x="119837" y="0"/>
                  </a:moveTo>
                  <a:lnTo>
                    <a:pt x="4993" y="41528"/>
                  </a:lnTo>
                  <a:lnTo>
                    <a:pt x="264655" y="135508"/>
                  </a:lnTo>
                  <a:lnTo>
                    <a:pt x="0" y="231266"/>
                  </a:lnTo>
                  <a:lnTo>
                    <a:pt x="119837" y="274574"/>
                  </a:lnTo>
                  <a:lnTo>
                    <a:pt x="499338" y="137287"/>
                  </a:lnTo>
                  <a:lnTo>
                    <a:pt x="119837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85546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9621" y="0"/>
                  </a:moveTo>
                  <a:lnTo>
                    <a:pt x="4991" y="41528"/>
                  </a:lnTo>
                  <a:lnTo>
                    <a:pt x="264147" y="135508"/>
                  </a:lnTo>
                  <a:lnTo>
                    <a:pt x="0" y="231266"/>
                  </a:lnTo>
                  <a:lnTo>
                    <a:pt x="119621" y="274574"/>
                  </a:lnTo>
                  <a:lnTo>
                    <a:pt x="497141" y="137287"/>
                  </a:lnTo>
                  <a:lnTo>
                    <a:pt x="119621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058608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8363" y="0"/>
                  </a:moveTo>
                  <a:lnTo>
                    <a:pt x="4978" y="41528"/>
                  </a:lnTo>
                  <a:lnTo>
                    <a:pt x="264096" y="135508"/>
                  </a:lnTo>
                  <a:lnTo>
                    <a:pt x="0" y="231266"/>
                  </a:lnTo>
                  <a:lnTo>
                    <a:pt x="118363" y="274574"/>
                  </a:lnTo>
                  <a:lnTo>
                    <a:pt x="497141" y="137287"/>
                  </a:lnTo>
                  <a:lnTo>
                    <a:pt x="118363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933701" y="-6350"/>
            <a:ext cx="174053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065" algn="l"/>
              </a:tabLst>
            </a:pPr>
            <a:r>
              <a:rPr dirty="0" u="none" spc="-25"/>
              <a:t>8.4</a:t>
            </a:r>
            <a:r>
              <a:rPr dirty="0" u="none"/>
              <a:t>	</a:t>
            </a:r>
            <a:r>
              <a:rPr dirty="0" u="none" spc="-20"/>
              <a:t>总 线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78739" y="855570"/>
            <a:ext cx="8763635" cy="4476750"/>
          </a:xfrm>
          <a:prstGeom prst="rect">
            <a:avLst/>
          </a:prstGeom>
        </p:spPr>
        <p:txBody>
          <a:bodyPr wrap="square" lIns="0" tIns="167005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315"/>
              </a:spcBef>
              <a:buClr>
                <a:srgbClr val="40458B"/>
              </a:buClr>
              <a:buAutoNum type="arabicPeriod" startAt="3"/>
              <a:tabLst>
                <a:tab pos="469265" algn="l"/>
              </a:tabLst>
            </a:pPr>
            <a:r>
              <a:rPr dirty="0" sz="2400" spc="-10">
                <a:solidFill>
                  <a:srgbClr val="FF0000"/>
                </a:solidFill>
                <a:latin typeface="黑体"/>
                <a:cs typeface="黑体"/>
              </a:rPr>
              <a:t>分离事务总线</a:t>
            </a:r>
            <a:endParaRPr sz="2400">
              <a:latin typeface="黑体"/>
              <a:cs typeface="黑体"/>
            </a:endParaRPr>
          </a:p>
          <a:p>
            <a:pPr marL="588645">
              <a:lnSpc>
                <a:spcPct val="100000"/>
              </a:lnSpc>
              <a:spcBef>
                <a:spcPts val="1025"/>
              </a:spcBef>
            </a:pPr>
            <a:r>
              <a:rPr dirty="0" sz="2000" spc="-10" b="1">
                <a:solidFill>
                  <a:srgbClr val="FF5CFF"/>
                </a:solidFill>
                <a:latin typeface="宋体"/>
                <a:cs typeface="宋体"/>
              </a:rPr>
              <a:t>（</a:t>
            </a:r>
            <a:r>
              <a:rPr dirty="0" sz="2000" spc="-15" b="1">
                <a:solidFill>
                  <a:srgbClr val="FF5CFF"/>
                </a:solidFill>
                <a:latin typeface="宋体"/>
                <a:cs typeface="宋体"/>
              </a:rPr>
              <a:t>又称：</a:t>
            </a:r>
            <a:r>
              <a:rPr dirty="0" sz="2000" spc="-25" b="1">
                <a:solidFill>
                  <a:srgbClr val="FF0000"/>
                </a:solidFill>
                <a:latin typeface="宋体"/>
                <a:cs typeface="宋体"/>
              </a:rPr>
              <a:t>流水总线、悬挂总线、包交换总线</a:t>
            </a:r>
            <a:r>
              <a:rPr dirty="0" sz="2000" spc="-50" b="1">
                <a:solidFill>
                  <a:srgbClr val="FF5CFF"/>
                </a:solidFill>
                <a:latin typeface="宋体"/>
                <a:cs typeface="宋体"/>
              </a:rPr>
              <a:t>）</a:t>
            </a:r>
            <a:endParaRPr sz="2000">
              <a:latin typeface="宋体"/>
              <a:cs typeface="宋体"/>
            </a:endParaRPr>
          </a:p>
          <a:p>
            <a:pPr lvl="1" marL="911860" indent="-457200">
              <a:lnSpc>
                <a:spcPct val="100000"/>
              </a:lnSpc>
              <a:spcBef>
                <a:spcPts val="1025"/>
              </a:spcBef>
              <a:buSzPct val="88636"/>
              <a:buFont typeface="Wingdings"/>
              <a:buChar char=""/>
              <a:tabLst>
                <a:tab pos="911860" algn="l"/>
              </a:tabLst>
            </a:pP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在有多个主设备时，可以通过包交换来提高总线带宽。</a:t>
            </a:r>
            <a:endParaRPr sz="2200">
              <a:latin typeface="黑体"/>
              <a:cs typeface="黑体"/>
            </a:endParaRPr>
          </a:p>
          <a:p>
            <a:pPr lvl="1" marL="911860" indent="-457200">
              <a:lnSpc>
                <a:spcPct val="100000"/>
              </a:lnSpc>
              <a:spcBef>
                <a:spcPts val="1060"/>
              </a:spcBef>
              <a:buSzPct val="88636"/>
              <a:buFont typeface="Wingdings"/>
              <a:buChar char=""/>
              <a:tabLst>
                <a:tab pos="911860" algn="l"/>
              </a:tabLst>
            </a:pP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理论基础：操作的</a:t>
            </a:r>
            <a:r>
              <a:rPr dirty="0" sz="2200" spc="-15" b="1">
                <a:solidFill>
                  <a:srgbClr val="40458B"/>
                </a:solidFill>
                <a:latin typeface="黑体"/>
                <a:cs typeface="黑体"/>
              </a:rPr>
              <a:t>发起</a:t>
            </a:r>
            <a:r>
              <a:rPr dirty="0" sz="2200" spc="-20">
                <a:solidFill>
                  <a:srgbClr val="40458B"/>
                </a:solidFill>
                <a:latin typeface="黑体"/>
                <a:cs typeface="黑体"/>
              </a:rPr>
              <a:t>与</a:t>
            </a:r>
            <a:r>
              <a:rPr dirty="0" sz="2200" spc="-20" b="1">
                <a:solidFill>
                  <a:srgbClr val="40458B"/>
                </a:solidFill>
                <a:latin typeface="黑体"/>
                <a:cs typeface="黑体"/>
              </a:rPr>
              <a:t>完成</a:t>
            </a: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在时间和空间上分离，允许它们独</a:t>
            </a:r>
            <a:endParaRPr sz="2200">
              <a:latin typeface="黑体"/>
              <a:cs typeface="黑体"/>
            </a:endParaRPr>
          </a:p>
          <a:p>
            <a:pPr marL="911860">
              <a:lnSpc>
                <a:spcPct val="100000"/>
              </a:lnSpc>
              <a:spcBef>
                <a:spcPts val="525"/>
              </a:spcBef>
            </a:pP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立进行，无需同步等待</a:t>
            </a:r>
            <a:endParaRPr sz="2200">
              <a:latin typeface="黑体"/>
              <a:cs typeface="黑体"/>
            </a:endParaRPr>
          </a:p>
          <a:p>
            <a:pPr lvl="1" marL="911860" indent="-457200">
              <a:lnSpc>
                <a:spcPct val="100000"/>
              </a:lnSpc>
              <a:spcBef>
                <a:spcPts val="1060"/>
              </a:spcBef>
              <a:buSzPct val="88636"/>
              <a:buFont typeface="Wingdings"/>
              <a:buChar char=""/>
              <a:tabLst>
                <a:tab pos="911860" algn="l"/>
              </a:tabLst>
            </a:pP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基本思想</a:t>
            </a:r>
            <a:endParaRPr sz="2200">
              <a:latin typeface="黑体"/>
              <a:cs typeface="黑体"/>
            </a:endParaRPr>
          </a:p>
          <a:p>
            <a:pPr lvl="2" marL="948055" indent="-359410">
              <a:lnSpc>
                <a:spcPct val="100000"/>
              </a:lnSpc>
              <a:spcBef>
                <a:spcPts val="990"/>
              </a:spcBef>
              <a:buClr>
                <a:srgbClr val="4668F5"/>
              </a:buClr>
              <a:buSzPct val="60000"/>
              <a:buFont typeface="Wingdings"/>
              <a:buChar char=""/>
              <a:tabLst>
                <a:tab pos="948055" algn="l"/>
              </a:tabLst>
            </a:pPr>
            <a:r>
              <a:rPr dirty="0" sz="2000" spc="-20" b="1">
                <a:solidFill>
                  <a:srgbClr val="FF5CFF"/>
                </a:solidFill>
                <a:latin typeface="宋体"/>
                <a:cs typeface="宋体"/>
              </a:rPr>
              <a:t>将总线事务分成请求和应答两部分。</a:t>
            </a:r>
            <a:endParaRPr sz="2000">
              <a:latin typeface="宋体"/>
              <a:cs typeface="宋体"/>
            </a:endParaRPr>
          </a:p>
          <a:p>
            <a:pPr lvl="2" marL="948055" indent="-359410">
              <a:lnSpc>
                <a:spcPct val="100000"/>
              </a:lnSpc>
              <a:spcBef>
                <a:spcPts val="960"/>
              </a:spcBef>
              <a:buClr>
                <a:srgbClr val="4668F5"/>
              </a:buClr>
              <a:buSzPct val="60000"/>
              <a:buFont typeface="Wingdings"/>
              <a:buChar char=""/>
              <a:tabLst>
                <a:tab pos="948055" algn="l"/>
              </a:tabLst>
            </a:pPr>
            <a:r>
              <a:rPr dirty="0" sz="2000" spc="-25" b="1">
                <a:solidFill>
                  <a:srgbClr val="FF5CFF"/>
                </a:solidFill>
                <a:latin typeface="宋体"/>
                <a:cs typeface="宋体"/>
              </a:rPr>
              <a:t>在请求和应答之间的空闲时间内，总线可以供其他的</a:t>
            </a:r>
            <a:r>
              <a:rPr dirty="0" sz="2000" spc="-10" b="1">
                <a:solidFill>
                  <a:srgbClr val="9933FF"/>
                </a:solidFill>
                <a:latin typeface="宋体"/>
                <a:cs typeface="宋体"/>
              </a:rPr>
              <a:t>I/O</a:t>
            </a:r>
            <a:r>
              <a:rPr dirty="0" sz="2000" spc="-25" b="1">
                <a:solidFill>
                  <a:srgbClr val="FF5CFF"/>
                </a:solidFill>
                <a:latin typeface="宋体"/>
                <a:cs typeface="宋体"/>
              </a:rPr>
              <a:t>使用，这样就</a:t>
            </a:r>
            <a:endParaRPr sz="2000">
              <a:latin typeface="宋体"/>
              <a:cs typeface="宋体"/>
            </a:endParaRPr>
          </a:p>
          <a:p>
            <a:pPr marL="948690">
              <a:lnSpc>
                <a:spcPct val="100000"/>
              </a:lnSpc>
              <a:spcBef>
                <a:spcPts val="484"/>
              </a:spcBef>
            </a:pPr>
            <a:r>
              <a:rPr dirty="0" sz="2000" spc="-10" b="1">
                <a:solidFill>
                  <a:srgbClr val="FF5CFF"/>
                </a:solidFill>
                <a:latin typeface="宋体"/>
                <a:cs typeface="宋体"/>
              </a:rPr>
              <a:t>不必在整个</a:t>
            </a:r>
            <a:r>
              <a:rPr dirty="0" sz="2000" spc="-10" b="1">
                <a:solidFill>
                  <a:srgbClr val="9933FF"/>
                </a:solidFill>
                <a:latin typeface="宋体"/>
                <a:cs typeface="宋体"/>
              </a:rPr>
              <a:t>I/O</a:t>
            </a:r>
            <a:r>
              <a:rPr dirty="0" sz="2000" spc="-25" b="1">
                <a:solidFill>
                  <a:srgbClr val="FF5CFF"/>
                </a:solidFill>
                <a:latin typeface="宋体"/>
                <a:cs typeface="宋体"/>
              </a:rPr>
              <a:t>过程中都独占总线。</a:t>
            </a:r>
            <a:endParaRPr sz="2000">
              <a:latin typeface="宋体"/>
              <a:cs typeface="宋体"/>
            </a:endParaRPr>
          </a:p>
          <a:p>
            <a:pPr lvl="1" marL="876935" indent="-457834">
              <a:lnSpc>
                <a:spcPct val="100000"/>
              </a:lnSpc>
              <a:spcBef>
                <a:spcPts val="1025"/>
              </a:spcBef>
              <a:buSzPct val="88636"/>
              <a:buFont typeface="Wingdings"/>
              <a:buChar char=""/>
              <a:tabLst>
                <a:tab pos="876935" algn="l"/>
              </a:tabLst>
            </a:pP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工作过程的示意图</a:t>
            </a:r>
            <a:endParaRPr sz="22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53605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34809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15" b="1">
                <a:solidFill>
                  <a:srgbClr val="40458B"/>
                </a:solidFill>
                <a:latin typeface="宋体"/>
                <a:cs typeface="宋体"/>
              </a:rPr>
              <a:t>53/81</a:t>
            </a:r>
            <a:endParaRPr baseline="1736" sz="2400">
              <a:latin typeface="宋体"/>
              <a:cs typeface="宋体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19062" y="188976"/>
            <a:ext cx="1437005" cy="274955"/>
            <a:chOff x="119062" y="188976"/>
            <a:chExt cx="1437005" cy="274955"/>
          </a:xfrm>
        </p:grpSpPr>
        <p:sp>
          <p:nvSpPr>
            <p:cNvPr id="4" name="object 4" descr=""/>
            <p:cNvSpPr/>
            <p:nvPr/>
          </p:nvSpPr>
          <p:spPr>
            <a:xfrm>
              <a:off x="119062" y="188976"/>
              <a:ext cx="499745" cy="274955"/>
            </a:xfrm>
            <a:custGeom>
              <a:avLst/>
              <a:gdLst/>
              <a:ahLst/>
              <a:cxnLst/>
              <a:rect l="l" t="t" r="r" b="b"/>
              <a:pathLst>
                <a:path w="499745" h="274955">
                  <a:moveTo>
                    <a:pt x="119837" y="0"/>
                  </a:moveTo>
                  <a:lnTo>
                    <a:pt x="4993" y="41528"/>
                  </a:lnTo>
                  <a:lnTo>
                    <a:pt x="264655" y="135508"/>
                  </a:lnTo>
                  <a:lnTo>
                    <a:pt x="0" y="231266"/>
                  </a:lnTo>
                  <a:lnTo>
                    <a:pt x="119837" y="274574"/>
                  </a:lnTo>
                  <a:lnTo>
                    <a:pt x="499338" y="137287"/>
                  </a:lnTo>
                  <a:lnTo>
                    <a:pt x="119837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85546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9621" y="0"/>
                  </a:moveTo>
                  <a:lnTo>
                    <a:pt x="4991" y="41528"/>
                  </a:lnTo>
                  <a:lnTo>
                    <a:pt x="264147" y="135508"/>
                  </a:lnTo>
                  <a:lnTo>
                    <a:pt x="0" y="231266"/>
                  </a:lnTo>
                  <a:lnTo>
                    <a:pt x="119621" y="274574"/>
                  </a:lnTo>
                  <a:lnTo>
                    <a:pt x="497141" y="137287"/>
                  </a:lnTo>
                  <a:lnTo>
                    <a:pt x="119621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058608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8363" y="0"/>
                  </a:moveTo>
                  <a:lnTo>
                    <a:pt x="4978" y="41528"/>
                  </a:lnTo>
                  <a:lnTo>
                    <a:pt x="264096" y="135508"/>
                  </a:lnTo>
                  <a:lnTo>
                    <a:pt x="0" y="231266"/>
                  </a:lnTo>
                  <a:lnTo>
                    <a:pt x="118363" y="274574"/>
                  </a:lnTo>
                  <a:lnTo>
                    <a:pt x="497141" y="137287"/>
                  </a:lnTo>
                  <a:lnTo>
                    <a:pt x="118363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00200" algn="l"/>
                <a:tab pos="2362200" algn="l"/>
                <a:tab pos="2933700" algn="l"/>
                <a:tab pos="7600315" algn="l"/>
              </a:tabLst>
            </a:pPr>
            <a:r>
              <a:rPr dirty="0"/>
              <a:t>	</a:t>
            </a:r>
            <a:r>
              <a:rPr dirty="0" spc="-25"/>
              <a:t>8.4</a:t>
            </a:r>
            <a:r>
              <a:rPr dirty="0"/>
              <a:t>	</a:t>
            </a:r>
            <a:r>
              <a:rPr dirty="0" spc="-50"/>
              <a:t>总</a:t>
            </a:r>
            <a:r>
              <a:rPr dirty="0"/>
              <a:t>	</a:t>
            </a:r>
            <a:r>
              <a:rPr dirty="0" spc="-50"/>
              <a:t>线</a:t>
            </a:r>
            <a:r>
              <a:rPr dirty="0"/>
              <a:t>	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1392682" y="4931409"/>
            <a:ext cx="6907530" cy="830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 marR="5080" indent="-457200">
              <a:lnSpc>
                <a:spcPct val="120000"/>
              </a:lnSpc>
              <a:spcBef>
                <a:spcPts val="100"/>
              </a:spcBef>
              <a:buSzPct val="88636"/>
              <a:buFont typeface="Wingdings"/>
              <a:buChar char=""/>
              <a:tabLst>
                <a:tab pos="469900" algn="l"/>
              </a:tabLst>
            </a:pP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分离事务总线有较高的带宽，但是它的数据传送延迟通常比独占总线方法大。</a:t>
            </a:r>
            <a:endParaRPr sz="2200">
              <a:latin typeface="黑体"/>
              <a:cs typeface="黑体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39437" y="2043531"/>
            <a:ext cx="546295" cy="273968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1421130" y="1988007"/>
            <a:ext cx="558800" cy="346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30" b="1">
                <a:solidFill>
                  <a:srgbClr val="E14B04"/>
                </a:solidFill>
                <a:latin typeface="微软雅黑"/>
                <a:cs typeface="微软雅黑"/>
              </a:rPr>
              <a:t>地址</a:t>
            </a:r>
            <a:endParaRPr sz="2100">
              <a:latin typeface="微软雅黑"/>
              <a:cs typeface="微软雅黑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3234709" y="1923288"/>
            <a:ext cx="1434465" cy="593725"/>
            <a:chOff x="3234709" y="1923288"/>
            <a:chExt cx="1434465" cy="593725"/>
          </a:xfrm>
        </p:grpSpPr>
        <p:pic>
          <p:nvPicPr>
            <p:cNvPr id="13" name="object 1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34709" y="2043531"/>
              <a:ext cx="546295" cy="273968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48455" y="1923288"/>
              <a:ext cx="1020318" cy="593598"/>
            </a:xfrm>
            <a:prstGeom prst="rect">
              <a:avLst/>
            </a:prstGeom>
          </p:spPr>
        </p:pic>
      </p:grpSp>
      <p:sp>
        <p:nvSpPr>
          <p:cNvPr id="15" name="object 15" descr=""/>
          <p:cNvSpPr txBox="1"/>
          <p:nvPr/>
        </p:nvSpPr>
        <p:spPr>
          <a:xfrm>
            <a:off x="3216655" y="1988007"/>
            <a:ext cx="745490" cy="346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75" b="1">
                <a:solidFill>
                  <a:srgbClr val="E14B04"/>
                </a:solidFill>
                <a:latin typeface="微软雅黑"/>
                <a:cs typeface="微软雅黑"/>
              </a:rPr>
              <a:t>地址 </a:t>
            </a:r>
            <a:r>
              <a:rPr dirty="0" sz="2100" spc="-50" b="1">
                <a:solidFill>
                  <a:srgbClr val="E14B04"/>
                </a:solidFill>
                <a:latin typeface="Times New Roman"/>
                <a:cs typeface="Times New Roman"/>
              </a:rPr>
              <a:t>1</a:t>
            </a:r>
            <a:endParaRPr sz="2100">
              <a:latin typeface="Times New Roman"/>
              <a:cs typeface="Times New Roman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4973593" y="1923288"/>
            <a:ext cx="1432560" cy="593725"/>
            <a:chOff x="4973593" y="1923288"/>
            <a:chExt cx="1432560" cy="593725"/>
          </a:xfrm>
        </p:grpSpPr>
        <p:pic>
          <p:nvPicPr>
            <p:cNvPr id="17" name="object 1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973593" y="2043531"/>
              <a:ext cx="546295" cy="273968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385816" y="1923288"/>
              <a:ext cx="1020317" cy="593598"/>
            </a:xfrm>
            <a:prstGeom prst="rect">
              <a:avLst/>
            </a:prstGeom>
          </p:spPr>
        </p:pic>
      </p:grpSp>
      <p:sp>
        <p:nvSpPr>
          <p:cNvPr id="19" name="object 19" descr=""/>
          <p:cNvSpPr txBox="1"/>
          <p:nvPr/>
        </p:nvSpPr>
        <p:spPr>
          <a:xfrm>
            <a:off x="4955540" y="1988007"/>
            <a:ext cx="744855" cy="346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75" b="1">
                <a:solidFill>
                  <a:srgbClr val="E14B04"/>
                </a:solidFill>
                <a:latin typeface="微软雅黑"/>
                <a:cs typeface="微软雅黑"/>
              </a:rPr>
              <a:t>地址 </a:t>
            </a:r>
            <a:r>
              <a:rPr dirty="0" sz="2100" spc="-50" b="1">
                <a:solidFill>
                  <a:srgbClr val="E14B04"/>
                </a:solidFill>
                <a:latin typeface="Times New Roman"/>
                <a:cs typeface="Times New Roman"/>
              </a:rPr>
              <a:t>2</a:t>
            </a:r>
            <a:endParaRPr sz="2100">
              <a:latin typeface="Times New Roman"/>
              <a:cs typeface="Times New Roman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6710953" y="1923288"/>
            <a:ext cx="902335" cy="593725"/>
            <a:chOff x="6710953" y="1923288"/>
            <a:chExt cx="902335" cy="593725"/>
          </a:xfrm>
        </p:grpSpPr>
        <p:pic>
          <p:nvPicPr>
            <p:cNvPr id="21" name="object 2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710953" y="2043531"/>
              <a:ext cx="546295" cy="273968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124699" y="1923288"/>
              <a:ext cx="488429" cy="593598"/>
            </a:xfrm>
            <a:prstGeom prst="rect">
              <a:avLst/>
            </a:prstGeom>
          </p:spPr>
        </p:pic>
      </p:grpSp>
      <p:sp>
        <p:nvSpPr>
          <p:cNvPr id="23" name="object 23" descr=""/>
          <p:cNvSpPr txBox="1"/>
          <p:nvPr/>
        </p:nvSpPr>
        <p:spPr>
          <a:xfrm>
            <a:off x="6694169" y="1988007"/>
            <a:ext cx="744855" cy="346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75" b="1">
                <a:solidFill>
                  <a:srgbClr val="E14B04"/>
                </a:solidFill>
                <a:latin typeface="微软雅黑"/>
                <a:cs typeface="微软雅黑"/>
              </a:rPr>
              <a:t>地址 </a:t>
            </a:r>
            <a:r>
              <a:rPr dirty="0" sz="2100" spc="-50" b="1">
                <a:solidFill>
                  <a:srgbClr val="E14B04"/>
                </a:solidFill>
                <a:latin typeface="Times New Roman"/>
                <a:cs typeface="Times New Roman"/>
              </a:rPr>
              <a:t>3</a:t>
            </a:r>
            <a:endParaRPr sz="2100">
              <a:latin typeface="Times New Roman"/>
              <a:cs typeface="Times New Roman"/>
            </a:endParaRPr>
          </a:p>
        </p:txBody>
      </p:sp>
      <p:pic>
        <p:nvPicPr>
          <p:cNvPr id="24" name="object 24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434885" y="2913735"/>
            <a:ext cx="550847" cy="283100"/>
          </a:xfrm>
          <a:prstGeom prst="rect">
            <a:avLst/>
          </a:prstGeom>
        </p:spPr>
      </p:pic>
      <p:sp>
        <p:nvSpPr>
          <p:cNvPr id="25" name="object 25" descr=""/>
          <p:cNvSpPr txBox="1"/>
          <p:nvPr/>
        </p:nvSpPr>
        <p:spPr>
          <a:xfrm>
            <a:off x="1421130" y="2858515"/>
            <a:ext cx="55880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25" b="1">
                <a:solidFill>
                  <a:srgbClr val="E14B04"/>
                </a:solidFill>
                <a:latin typeface="微软雅黑"/>
                <a:cs typeface="微软雅黑"/>
              </a:rPr>
              <a:t>数据</a:t>
            </a:r>
            <a:endParaRPr sz="2100">
              <a:latin typeface="微软雅黑"/>
              <a:cs typeface="微软雅黑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4251237" y="2793492"/>
            <a:ext cx="1569720" cy="593725"/>
            <a:chOff x="4251237" y="2793492"/>
            <a:chExt cx="1569720" cy="593725"/>
          </a:xfrm>
        </p:grpSpPr>
        <p:pic>
          <p:nvPicPr>
            <p:cNvPr id="27" name="object 27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251237" y="2913735"/>
              <a:ext cx="550847" cy="283100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666487" y="2793492"/>
              <a:ext cx="1154430" cy="593598"/>
            </a:xfrm>
            <a:prstGeom prst="rect">
              <a:avLst/>
            </a:prstGeom>
          </p:spPr>
        </p:pic>
      </p:grpSp>
      <p:sp>
        <p:nvSpPr>
          <p:cNvPr id="29" name="object 29" descr=""/>
          <p:cNvSpPr txBox="1"/>
          <p:nvPr/>
        </p:nvSpPr>
        <p:spPr>
          <a:xfrm>
            <a:off x="4237735" y="2858515"/>
            <a:ext cx="74358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75" b="1">
                <a:solidFill>
                  <a:srgbClr val="E14B04"/>
                </a:solidFill>
                <a:latin typeface="微软雅黑"/>
                <a:cs typeface="微软雅黑"/>
              </a:rPr>
              <a:t>数据 </a:t>
            </a:r>
            <a:r>
              <a:rPr dirty="0" sz="2100" spc="-50" b="1">
                <a:solidFill>
                  <a:srgbClr val="E14B04"/>
                </a:solidFill>
                <a:latin typeface="Times New Roman"/>
                <a:cs typeface="Times New Roman"/>
              </a:rPr>
              <a:t>0</a:t>
            </a:r>
            <a:endParaRPr sz="2100">
              <a:latin typeface="Times New Roman"/>
              <a:cs typeface="Times New Roman"/>
            </a:endParaRPr>
          </a:p>
        </p:txBody>
      </p:sp>
      <p:grpSp>
        <p:nvGrpSpPr>
          <p:cNvPr id="30" name="object 30" descr=""/>
          <p:cNvGrpSpPr/>
          <p:nvPr/>
        </p:nvGrpSpPr>
        <p:grpSpPr>
          <a:xfrm>
            <a:off x="6243104" y="2793492"/>
            <a:ext cx="906780" cy="593725"/>
            <a:chOff x="6243104" y="2793492"/>
            <a:chExt cx="906780" cy="593725"/>
          </a:xfrm>
        </p:grpSpPr>
        <p:pic>
          <p:nvPicPr>
            <p:cNvPr id="31" name="object 31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243104" y="2913735"/>
              <a:ext cx="550847" cy="283100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661403" y="2793492"/>
              <a:ext cx="488429" cy="593598"/>
            </a:xfrm>
            <a:prstGeom prst="rect">
              <a:avLst/>
            </a:prstGeom>
          </p:spPr>
        </p:pic>
      </p:grpSp>
      <p:sp>
        <p:nvSpPr>
          <p:cNvPr id="33" name="object 33" descr=""/>
          <p:cNvSpPr txBox="1"/>
          <p:nvPr/>
        </p:nvSpPr>
        <p:spPr>
          <a:xfrm>
            <a:off x="6230492" y="2858515"/>
            <a:ext cx="74485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75" b="1">
                <a:solidFill>
                  <a:srgbClr val="E14B04"/>
                </a:solidFill>
                <a:latin typeface="微软雅黑"/>
                <a:cs typeface="微软雅黑"/>
              </a:rPr>
              <a:t>数据 </a:t>
            </a:r>
            <a:r>
              <a:rPr dirty="0" sz="2100" spc="-50" b="1">
                <a:solidFill>
                  <a:srgbClr val="E14B04"/>
                </a:solidFill>
                <a:latin typeface="Times New Roman"/>
                <a:cs typeface="Times New Roman"/>
              </a:rPr>
              <a:t>1</a:t>
            </a:r>
            <a:endParaRPr sz="2100">
              <a:latin typeface="Times New Roman"/>
              <a:cs typeface="Times New Roman"/>
            </a:endParaRPr>
          </a:p>
        </p:txBody>
      </p:sp>
      <p:pic>
        <p:nvPicPr>
          <p:cNvPr id="34" name="object 34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439437" y="3783335"/>
            <a:ext cx="546295" cy="281660"/>
          </a:xfrm>
          <a:prstGeom prst="rect">
            <a:avLst/>
          </a:prstGeom>
        </p:spPr>
      </p:pic>
      <p:sp>
        <p:nvSpPr>
          <p:cNvPr id="35" name="object 35" descr=""/>
          <p:cNvSpPr txBox="1"/>
          <p:nvPr/>
        </p:nvSpPr>
        <p:spPr>
          <a:xfrm>
            <a:off x="1421130" y="3730244"/>
            <a:ext cx="55880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25" b="1">
                <a:solidFill>
                  <a:srgbClr val="E14B04"/>
                </a:solidFill>
                <a:latin typeface="微软雅黑"/>
                <a:cs typeface="微软雅黑"/>
              </a:rPr>
              <a:t>等待</a:t>
            </a:r>
            <a:endParaRPr sz="2100">
              <a:latin typeface="微软雅黑"/>
              <a:cs typeface="微软雅黑"/>
            </a:endParaRPr>
          </a:p>
        </p:txBody>
      </p:sp>
      <p:grpSp>
        <p:nvGrpSpPr>
          <p:cNvPr id="36" name="object 36" descr=""/>
          <p:cNvGrpSpPr/>
          <p:nvPr/>
        </p:nvGrpSpPr>
        <p:grpSpPr>
          <a:xfrm>
            <a:off x="5019313" y="3663696"/>
            <a:ext cx="1432560" cy="595630"/>
            <a:chOff x="5019313" y="3663696"/>
            <a:chExt cx="1432560" cy="595630"/>
          </a:xfrm>
        </p:grpSpPr>
        <p:pic>
          <p:nvPicPr>
            <p:cNvPr id="37" name="object 37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019313" y="3783335"/>
              <a:ext cx="546295" cy="281660"/>
            </a:xfrm>
            <a:prstGeom prst="rect">
              <a:avLst/>
            </a:prstGeom>
          </p:spPr>
        </p:pic>
        <p:pic>
          <p:nvPicPr>
            <p:cNvPr id="38" name="object 38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431535" y="3663696"/>
              <a:ext cx="1020317" cy="595121"/>
            </a:xfrm>
            <a:prstGeom prst="rect">
              <a:avLst/>
            </a:prstGeom>
          </p:spPr>
        </p:pic>
      </p:grpSp>
      <p:sp>
        <p:nvSpPr>
          <p:cNvPr id="39" name="object 39" descr=""/>
          <p:cNvSpPr txBox="1"/>
          <p:nvPr/>
        </p:nvSpPr>
        <p:spPr>
          <a:xfrm>
            <a:off x="5001514" y="3730244"/>
            <a:ext cx="74485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75" b="1">
                <a:solidFill>
                  <a:srgbClr val="E14B04"/>
                </a:solidFill>
                <a:latin typeface="微软雅黑"/>
                <a:cs typeface="微软雅黑"/>
              </a:rPr>
              <a:t>等待 </a:t>
            </a:r>
            <a:r>
              <a:rPr dirty="0" sz="2100" spc="-50" b="1">
                <a:solidFill>
                  <a:srgbClr val="E14B04"/>
                </a:solidFill>
                <a:latin typeface="Times New Roman"/>
                <a:cs typeface="Times New Roman"/>
              </a:rPr>
              <a:t>1</a:t>
            </a:r>
            <a:endParaRPr sz="2100">
              <a:latin typeface="Times New Roman"/>
              <a:cs typeface="Times New Roman"/>
            </a:endParaRPr>
          </a:p>
        </p:txBody>
      </p:sp>
      <p:grpSp>
        <p:nvGrpSpPr>
          <p:cNvPr id="40" name="object 40" descr=""/>
          <p:cNvGrpSpPr/>
          <p:nvPr/>
        </p:nvGrpSpPr>
        <p:grpSpPr>
          <a:xfrm>
            <a:off x="6762750" y="3663696"/>
            <a:ext cx="896619" cy="595630"/>
            <a:chOff x="6762750" y="3663696"/>
            <a:chExt cx="896619" cy="595630"/>
          </a:xfrm>
        </p:grpSpPr>
        <p:pic>
          <p:nvPicPr>
            <p:cNvPr id="41" name="object 41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762750" y="3787878"/>
              <a:ext cx="541742" cy="277117"/>
            </a:xfrm>
            <a:prstGeom prst="rect">
              <a:avLst/>
            </a:prstGeom>
          </p:spPr>
        </p:pic>
        <p:pic>
          <p:nvPicPr>
            <p:cNvPr id="42" name="object 42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170419" y="3663696"/>
              <a:ext cx="488429" cy="595121"/>
            </a:xfrm>
            <a:prstGeom prst="rect">
              <a:avLst/>
            </a:prstGeom>
          </p:spPr>
        </p:pic>
      </p:grpSp>
      <p:sp>
        <p:nvSpPr>
          <p:cNvPr id="43" name="object 43" descr=""/>
          <p:cNvSpPr txBox="1"/>
          <p:nvPr/>
        </p:nvSpPr>
        <p:spPr>
          <a:xfrm>
            <a:off x="6740143" y="3730244"/>
            <a:ext cx="74485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75" b="1">
                <a:solidFill>
                  <a:srgbClr val="E14B04"/>
                </a:solidFill>
                <a:latin typeface="微软雅黑"/>
                <a:cs typeface="微软雅黑"/>
              </a:rPr>
              <a:t>完成 </a:t>
            </a:r>
            <a:r>
              <a:rPr dirty="0" sz="2100" spc="-50" b="1">
                <a:solidFill>
                  <a:srgbClr val="E14B04"/>
                </a:solidFill>
                <a:latin typeface="Times New Roman"/>
                <a:cs typeface="Times New Roman"/>
              </a:rPr>
              <a:t>1</a:t>
            </a:r>
            <a:endParaRPr sz="2100">
              <a:latin typeface="Times New Roman"/>
              <a:cs typeface="Times New Roman"/>
            </a:endParaRPr>
          </a:p>
        </p:txBody>
      </p:sp>
      <p:pic>
        <p:nvPicPr>
          <p:cNvPr id="44" name="object 44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2214626" y="1451038"/>
            <a:ext cx="5741924" cy="3178175"/>
          </a:xfrm>
          <a:prstGeom prst="rect">
            <a:avLst/>
          </a:prstGeom>
        </p:spPr>
      </p:pic>
      <p:sp>
        <p:nvSpPr>
          <p:cNvPr id="45" name="object 45" descr=""/>
          <p:cNvSpPr txBox="1"/>
          <p:nvPr/>
        </p:nvSpPr>
        <p:spPr>
          <a:xfrm>
            <a:off x="555447" y="841375"/>
            <a:ext cx="42957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solidFill>
                  <a:srgbClr val="40458B"/>
                </a:solidFill>
                <a:latin typeface="黑体"/>
                <a:cs typeface="黑体"/>
              </a:rPr>
              <a:t>分离事务总线工作过程的示意图</a:t>
            </a:r>
            <a:endParaRPr sz="24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53605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34809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15" b="1">
                <a:solidFill>
                  <a:srgbClr val="40458B"/>
                </a:solidFill>
                <a:latin typeface="宋体"/>
                <a:cs typeface="宋体"/>
              </a:rPr>
              <a:t>54/81</a:t>
            </a:r>
            <a:endParaRPr baseline="1736" sz="2400">
              <a:latin typeface="宋体"/>
              <a:cs typeface="宋体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1555750" y="549275"/>
            <a:ext cx="7588250" cy="0"/>
          </a:xfrm>
          <a:custGeom>
            <a:avLst/>
            <a:gdLst/>
            <a:ahLst/>
            <a:cxnLst/>
            <a:rect l="l" t="t" r="r" b="b"/>
            <a:pathLst>
              <a:path w="7588250" h="0">
                <a:moveTo>
                  <a:pt x="0" y="0"/>
                </a:moveTo>
                <a:lnTo>
                  <a:pt x="7588250" y="0"/>
                </a:lnTo>
              </a:path>
            </a:pathLst>
          </a:custGeom>
          <a:ln w="38100">
            <a:solidFill>
              <a:srgbClr val="2C44A3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119062" y="188976"/>
            <a:ext cx="1437005" cy="274955"/>
            <a:chOff x="119062" y="188976"/>
            <a:chExt cx="1437005" cy="274955"/>
          </a:xfrm>
        </p:grpSpPr>
        <p:sp>
          <p:nvSpPr>
            <p:cNvPr id="5" name="object 5" descr=""/>
            <p:cNvSpPr/>
            <p:nvPr/>
          </p:nvSpPr>
          <p:spPr>
            <a:xfrm>
              <a:off x="119062" y="188976"/>
              <a:ext cx="499745" cy="274955"/>
            </a:xfrm>
            <a:custGeom>
              <a:avLst/>
              <a:gdLst/>
              <a:ahLst/>
              <a:cxnLst/>
              <a:rect l="l" t="t" r="r" b="b"/>
              <a:pathLst>
                <a:path w="499745" h="274955">
                  <a:moveTo>
                    <a:pt x="119837" y="0"/>
                  </a:moveTo>
                  <a:lnTo>
                    <a:pt x="4993" y="41528"/>
                  </a:lnTo>
                  <a:lnTo>
                    <a:pt x="264655" y="135508"/>
                  </a:lnTo>
                  <a:lnTo>
                    <a:pt x="0" y="231266"/>
                  </a:lnTo>
                  <a:lnTo>
                    <a:pt x="119837" y="274574"/>
                  </a:lnTo>
                  <a:lnTo>
                    <a:pt x="499338" y="137287"/>
                  </a:lnTo>
                  <a:lnTo>
                    <a:pt x="119837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85546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9621" y="0"/>
                  </a:moveTo>
                  <a:lnTo>
                    <a:pt x="4991" y="41528"/>
                  </a:lnTo>
                  <a:lnTo>
                    <a:pt x="264147" y="135508"/>
                  </a:lnTo>
                  <a:lnTo>
                    <a:pt x="0" y="231266"/>
                  </a:lnTo>
                  <a:lnTo>
                    <a:pt x="119621" y="274574"/>
                  </a:lnTo>
                  <a:lnTo>
                    <a:pt x="497141" y="137287"/>
                  </a:lnTo>
                  <a:lnTo>
                    <a:pt x="119621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058608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8363" y="0"/>
                  </a:moveTo>
                  <a:lnTo>
                    <a:pt x="4978" y="41528"/>
                  </a:lnTo>
                  <a:lnTo>
                    <a:pt x="264096" y="135508"/>
                  </a:lnTo>
                  <a:lnTo>
                    <a:pt x="0" y="231266"/>
                  </a:lnTo>
                  <a:lnTo>
                    <a:pt x="118363" y="274574"/>
                  </a:lnTo>
                  <a:lnTo>
                    <a:pt x="497141" y="137287"/>
                  </a:lnTo>
                  <a:lnTo>
                    <a:pt x="118363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06854" y="66547"/>
            <a:ext cx="17399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065" algn="l"/>
                <a:tab pos="1345565" algn="l"/>
              </a:tabLst>
            </a:pPr>
            <a:r>
              <a:rPr dirty="0" u="none" spc="-25"/>
              <a:t>8.4</a:t>
            </a:r>
            <a:r>
              <a:rPr dirty="0" u="none"/>
              <a:t>	</a:t>
            </a:r>
            <a:r>
              <a:rPr dirty="0" u="none" spc="-50"/>
              <a:t>总</a:t>
            </a:r>
            <a:r>
              <a:rPr dirty="0" u="none"/>
              <a:t>	</a:t>
            </a:r>
            <a:r>
              <a:rPr dirty="0" u="none" spc="-50"/>
              <a:t>线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5587" y="511555"/>
            <a:ext cx="9217025" cy="5944870"/>
          </a:xfrm>
          <a:prstGeom prst="rect">
            <a:avLst/>
          </a:prstGeom>
        </p:spPr>
        <p:txBody>
          <a:bodyPr wrap="square" lIns="0" tIns="158750" rIns="0" bIns="0" rtlCol="0" vert="horz">
            <a:spAutoFit/>
          </a:bodyPr>
          <a:lstStyle/>
          <a:p>
            <a:pPr marL="361950">
              <a:lnSpc>
                <a:spcPct val="100000"/>
              </a:lnSpc>
              <a:spcBef>
                <a:spcPts val="1250"/>
              </a:spcBef>
            </a:pPr>
            <a:r>
              <a:rPr dirty="0" sz="2400" spc="-5">
                <a:solidFill>
                  <a:srgbClr val="E14B04"/>
                </a:solidFill>
                <a:latin typeface="黑体"/>
                <a:cs typeface="黑体"/>
              </a:rPr>
              <a:t>总线如何协调多个设备之间的数据传输？</a:t>
            </a:r>
            <a:r>
              <a:rPr dirty="0" sz="2400" spc="-20">
                <a:solidFill>
                  <a:srgbClr val="E14B04"/>
                </a:solidFill>
                <a:latin typeface="Tahoma"/>
                <a:cs typeface="Tahoma"/>
              </a:rPr>
              <a:t>---</a:t>
            </a:r>
            <a:r>
              <a:rPr dirty="0" sz="2400" spc="-10">
                <a:solidFill>
                  <a:srgbClr val="E14B04"/>
                </a:solidFill>
                <a:latin typeface="黑体"/>
                <a:cs typeface="黑体"/>
              </a:rPr>
              <a:t>总线时序控制方式</a:t>
            </a:r>
            <a:endParaRPr sz="2400">
              <a:latin typeface="黑体"/>
              <a:cs typeface="黑体"/>
            </a:endParaRPr>
          </a:p>
          <a:p>
            <a:pPr marL="704850" indent="-342900">
              <a:lnSpc>
                <a:spcPct val="100000"/>
              </a:lnSpc>
              <a:spcBef>
                <a:spcPts val="1155"/>
              </a:spcBef>
              <a:buClr>
                <a:srgbClr val="40458B"/>
              </a:buClr>
              <a:buFont typeface="Wingdings"/>
              <a:buChar char=""/>
              <a:tabLst>
                <a:tab pos="704850" algn="l"/>
              </a:tabLst>
            </a:pPr>
            <a:r>
              <a:rPr dirty="0" sz="2400">
                <a:solidFill>
                  <a:srgbClr val="E14B04"/>
                </a:solidFill>
                <a:latin typeface="黑体"/>
                <a:cs typeface="黑体"/>
              </a:rPr>
              <a:t>总线时序控制方式分类：</a:t>
            </a:r>
            <a:r>
              <a:rPr dirty="0" sz="2000" spc="-15">
                <a:solidFill>
                  <a:srgbClr val="006FC0"/>
                </a:solidFill>
                <a:latin typeface="黑体"/>
                <a:cs typeface="黑体"/>
              </a:rPr>
              <a:t>同步总线、异步总线、半同步时序控制等</a:t>
            </a:r>
            <a:endParaRPr sz="2000">
              <a:latin typeface="黑体"/>
              <a:cs typeface="黑体"/>
            </a:endParaRPr>
          </a:p>
          <a:p>
            <a:pPr>
              <a:lnSpc>
                <a:spcPct val="100000"/>
              </a:lnSpc>
              <a:spcBef>
                <a:spcPts val="285"/>
              </a:spcBef>
              <a:buClr>
                <a:srgbClr val="40458B"/>
              </a:buClr>
              <a:buFont typeface="Wingdings"/>
              <a:buChar char=""/>
            </a:pPr>
            <a:endParaRPr sz="2000">
              <a:latin typeface="黑体"/>
              <a:cs typeface="黑体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400" spc="-20">
                <a:solidFill>
                  <a:srgbClr val="E14B04"/>
                </a:solidFill>
                <a:latin typeface="Tahoma"/>
                <a:cs typeface="Tahoma"/>
              </a:rPr>
              <a:t>1</a:t>
            </a:r>
            <a:r>
              <a:rPr dirty="0" sz="2400" spc="-10">
                <a:solidFill>
                  <a:srgbClr val="E14B04"/>
                </a:solidFill>
                <a:latin typeface="黑体"/>
                <a:cs typeface="黑体"/>
              </a:rPr>
              <a:t>、同步总线</a:t>
            </a:r>
            <a:endParaRPr sz="2400">
              <a:latin typeface="黑体"/>
              <a:cs typeface="黑体"/>
            </a:endParaRPr>
          </a:p>
          <a:p>
            <a:pPr lvl="1" marL="1099185" marR="184150" indent="-457200">
              <a:lnSpc>
                <a:spcPct val="120000"/>
              </a:lnSpc>
              <a:spcBef>
                <a:spcPts val="575"/>
              </a:spcBef>
              <a:buClr>
                <a:srgbClr val="40458B"/>
              </a:buClr>
              <a:buSzPct val="89583"/>
              <a:buFont typeface="Wingdings"/>
              <a:buChar char=""/>
              <a:tabLst>
                <a:tab pos="1099185" algn="l"/>
              </a:tabLst>
            </a:pPr>
            <a:r>
              <a:rPr dirty="0" sz="2400" spc="-5">
                <a:solidFill>
                  <a:srgbClr val="006FC0"/>
                </a:solidFill>
                <a:latin typeface="黑体"/>
                <a:cs typeface="黑体"/>
              </a:rPr>
              <a:t>同步不是“同时”，而是协调，按照统一节奏协调，所有设</a:t>
            </a:r>
            <a:r>
              <a:rPr dirty="0" sz="2400" spc="-15">
                <a:solidFill>
                  <a:srgbClr val="006FC0"/>
                </a:solidFill>
                <a:latin typeface="黑体"/>
                <a:cs typeface="黑体"/>
              </a:rPr>
              <a:t>备按节拍行动，关键在于确定性的时序</a:t>
            </a:r>
            <a:endParaRPr sz="2400">
              <a:latin typeface="黑体"/>
              <a:cs typeface="黑体"/>
            </a:endParaRPr>
          </a:p>
          <a:p>
            <a:pPr lvl="2" marL="1673860" indent="-457200">
              <a:lnSpc>
                <a:spcPct val="100000"/>
              </a:lnSpc>
              <a:spcBef>
                <a:spcPts val="960"/>
              </a:spcBef>
              <a:buClr>
                <a:srgbClr val="006600"/>
              </a:buClr>
              <a:buSzPct val="63888"/>
              <a:buFont typeface="Wingdings"/>
              <a:buChar char=""/>
              <a:tabLst>
                <a:tab pos="1673860" algn="l"/>
              </a:tabLst>
            </a:pPr>
            <a:r>
              <a:rPr dirty="0" sz="1800" spc="-15" b="1">
                <a:solidFill>
                  <a:srgbClr val="D50092"/>
                </a:solidFill>
                <a:latin typeface="宋体"/>
                <a:cs typeface="宋体"/>
              </a:rPr>
              <a:t>无法要求“同时”。因为电子信号需要时间稳定</a:t>
            </a:r>
            <a:endParaRPr sz="1800">
              <a:latin typeface="宋体"/>
              <a:cs typeface="宋体"/>
            </a:endParaRPr>
          </a:p>
          <a:p>
            <a:pPr lvl="1" marL="1099185" indent="-457200">
              <a:lnSpc>
                <a:spcPct val="100000"/>
              </a:lnSpc>
              <a:spcBef>
                <a:spcPts val="995"/>
              </a:spcBef>
              <a:buClr>
                <a:srgbClr val="40458B"/>
              </a:buClr>
              <a:buSzPct val="88636"/>
              <a:buFont typeface="Wingdings"/>
              <a:buChar char=""/>
              <a:tabLst>
                <a:tab pos="1099185" algn="l"/>
              </a:tabLst>
            </a:pPr>
            <a:r>
              <a:rPr dirty="0" sz="2200" spc="-30">
                <a:solidFill>
                  <a:srgbClr val="006FC0"/>
                </a:solidFill>
                <a:latin typeface="黑体"/>
                <a:cs typeface="黑体"/>
              </a:rPr>
              <a:t>时钟边沿触发</a:t>
            </a:r>
            <a:r>
              <a:rPr dirty="0" sz="2200" spc="-20">
                <a:solidFill>
                  <a:srgbClr val="006FC0"/>
                </a:solidFill>
                <a:latin typeface="黑体"/>
                <a:cs typeface="黑体"/>
              </a:rPr>
              <a:t>（</a:t>
            </a:r>
            <a:r>
              <a:rPr dirty="0" sz="2200" spc="-20">
                <a:solidFill>
                  <a:srgbClr val="006FC0"/>
                </a:solidFill>
                <a:latin typeface="Tahoma"/>
                <a:cs typeface="Tahoma"/>
              </a:rPr>
              <a:t>↑</a:t>
            </a:r>
            <a:r>
              <a:rPr dirty="0" sz="2200" spc="-20">
                <a:solidFill>
                  <a:srgbClr val="006FC0"/>
                </a:solidFill>
                <a:latin typeface="黑体"/>
                <a:cs typeface="黑体"/>
              </a:rPr>
              <a:t>，</a:t>
            </a:r>
            <a:r>
              <a:rPr dirty="0" sz="2200" spc="-20">
                <a:solidFill>
                  <a:srgbClr val="006FC0"/>
                </a:solidFill>
                <a:latin typeface="Tahoma"/>
                <a:cs typeface="Tahoma"/>
              </a:rPr>
              <a:t>↓</a:t>
            </a:r>
            <a:r>
              <a:rPr dirty="0" sz="2200" spc="-20">
                <a:solidFill>
                  <a:srgbClr val="006FC0"/>
                </a:solidFill>
                <a:latin typeface="黑体"/>
                <a:cs typeface="黑体"/>
              </a:rPr>
              <a:t>）</a:t>
            </a:r>
            <a:r>
              <a:rPr dirty="0" sz="2200" spc="-35">
                <a:solidFill>
                  <a:srgbClr val="D50092"/>
                </a:solidFill>
                <a:latin typeface="黑体"/>
                <a:cs typeface="黑体"/>
              </a:rPr>
              <a:t>：体现在确定性、同步性、可控性三个方面</a:t>
            </a:r>
            <a:endParaRPr sz="2200">
              <a:latin typeface="黑体"/>
              <a:cs typeface="黑体"/>
            </a:endParaRPr>
          </a:p>
          <a:p>
            <a:pPr lvl="2" marL="1673860" indent="-457200">
              <a:lnSpc>
                <a:spcPct val="100000"/>
              </a:lnSpc>
              <a:spcBef>
                <a:spcPts val="925"/>
              </a:spcBef>
              <a:buClr>
                <a:srgbClr val="006600"/>
              </a:buClr>
              <a:buSzPct val="63888"/>
              <a:buFont typeface="Wingdings"/>
              <a:buChar char=""/>
              <a:tabLst>
                <a:tab pos="1673860" algn="l"/>
              </a:tabLst>
            </a:pPr>
            <a:r>
              <a:rPr dirty="0" sz="1800" spc="-25" b="1">
                <a:solidFill>
                  <a:srgbClr val="D50092"/>
                </a:solidFill>
                <a:latin typeface="宋体"/>
                <a:cs typeface="宋体"/>
              </a:rPr>
              <a:t>确定性：所有事件在可预测的时刻发生，固定周期操作</a:t>
            </a:r>
            <a:endParaRPr sz="1800">
              <a:latin typeface="宋体"/>
              <a:cs typeface="宋体"/>
            </a:endParaRPr>
          </a:p>
          <a:p>
            <a:pPr lvl="2" marL="1673860" marR="170815" indent="-457200">
              <a:lnSpc>
                <a:spcPct val="120000"/>
              </a:lnSpc>
              <a:spcBef>
                <a:spcPts val="434"/>
              </a:spcBef>
              <a:buClr>
                <a:srgbClr val="006600"/>
              </a:buClr>
              <a:buSzPct val="63888"/>
              <a:buFont typeface="Wingdings"/>
              <a:buChar char=""/>
              <a:tabLst>
                <a:tab pos="1673860" algn="l"/>
              </a:tabLst>
            </a:pPr>
            <a:r>
              <a:rPr dirty="0" sz="1800" spc="-10" b="1">
                <a:solidFill>
                  <a:srgbClr val="D50092"/>
                </a:solidFill>
                <a:latin typeface="宋体"/>
                <a:cs typeface="宋体"/>
              </a:rPr>
              <a:t>同步性：所有参与者看到一致的时间视图（</a:t>
            </a:r>
            <a:r>
              <a:rPr dirty="0" sz="1800" spc="-15" b="1">
                <a:solidFill>
                  <a:srgbClr val="D50092"/>
                </a:solidFill>
                <a:latin typeface="宋体"/>
                <a:cs typeface="宋体"/>
              </a:rPr>
              <a:t>例如舞蹈团队中动作一致性，</a:t>
            </a:r>
            <a:r>
              <a:rPr dirty="0" sz="1800" spc="-10" b="1">
                <a:solidFill>
                  <a:srgbClr val="D50092"/>
                </a:solidFill>
                <a:latin typeface="宋体"/>
                <a:cs typeface="宋体"/>
              </a:rPr>
              <a:t>但每个人动作实际可能有早有晚，看起来节奏一致</a:t>
            </a:r>
            <a:r>
              <a:rPr dirty="0" sz="1800" b="1">
                <a:solidFill>
                  <a:srgbClr val="D50092"/>
                </a:solidFill>
                <a:latin typeface="宋体"/>
                <a:cs typeface="宋体"/>
              </a:rPr>
              <a:t>）</a:t>
            </a:r>
            <a:r>
              <a:rPr dirty="0" sz="1800" b="1">
                <a:solidFill>
                  <a:srgbClr val="D50092"/>
                </a:solidFill>
                <a:latin typeface="Tahoma"/>
                <a:cs typeface="Tahoma"/>
              </a:rPr>
              <a:t>---</a:t>
            </a:r>
            <a:r>
              <a:rPr dirty="0" sz="1800" spc="-20" b="1">
                <a:solidFill>
                  <a:srgbClr val="D50092"/>
                </a:solidFill>
                <a:latin typeface="宋体"/>
                <a:cs typeface="宋体"/>
              </a:rPr>
              <a:t>即逻辑上同步</a:t>
            </a:r>
            <a:endParaRPr sz="1800">
              <a:latin typeface="宋体"/>
              <a:cs typeface="宋体"/>
            </a:endParaRPr>
          </a:p>
          <a:p>
            <a:pPr lvl="2" marL="1673860" indent="-457200">
              <a:lnSpc>
                <a:spcPct val="100000"/>
              </a:lnSpc>
              <a:spcBef>
                <a:spcPts val="865"/>
              </a:spcBef>
              <a:buClr>
                <a:srgbClr val="006600"/>
              </a:buClr>
              <a:buSzPct val="63888"/>
              <a:buFont typeface="Wingdings"/>
              <a:buChar char=""/>
              <a:tabLst>
                <a:tab pos="1673860" algn="l"/>
              </a:tabLst>
            </a:pPr>
            <a:r>
              <a:rPr dirty="0" sz="1800" spc="-15" b="1">
                <a:solidFill>
                  <a:srgbClr val="D50092"/>
                </a:solidFill>
                <a:latin typeface="宋体"/>
                <a:cs typeface="宋体"/>
              </a:rPr>
              <a:t>可控性：设计者精确控制时序关系</a:t>
            </a:r>
            <a:endParaRPr sz="1800">
              <a:latin typeface="宋体"/>
              <a:cs typeface="宋体"/>
            </a:endParaRPr>
          </a:p>
          <a:p>
            <a:pPr lvl="1" marL="1099185" marR="7620" indent="-457200">
              <a:lnSpc>
                <a:spcPct val="120000"/>
              </a:lnSpc>
              <a:spcBef>
                <a:spcPts val="465"/>
              </a:spcBef>
              <a:buSzPct val="88636"/>
              <a:buFont typeface="Wingdings"/>
              <a:buChar char=""/>
              <a:tabLst>
                <a:tab pos="1099185" algn="l"/>
              </a:tabLst>
            </a:pP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统一时钟控制：</a:t>
            </a:r>
            <a:r>
              <a:rPr dirty="0" sz="2200" spc="-30">
                <a:solidFill>
                  <a:srgbClr val="D50092"/>
                </a:solidFill>
                <a:latin typeface="黑体"/>
                <a:cs typeface="黑体"/>
              </a:rPr>
              <a:t>使得复杂系统设计变得可控和可预测</a:t>
            </a:r>
            <a:r>
              <a:rPr dirty="0" sz="2200" spc="-25">
                <a:solidFill>
                  <a:srgbClr val="D50092"/>
                </a:solidFill>
                <a:latin typeface="黑体"/>
                <a:cs typeface="黑体"/>
              </a:rPr>
              <a:t>（</a:t>
            </a:r>
            <a:r>
              <a:rPr dirty="0" sz="2200" spc="-35">
                <a:solidFill>
                  <a:srgbClr val="D50092"/>
                </a:solidFill>
                <a:latin typeface="黑体"/>
                <a:cs typeface="黑体"/>
              </a:rPr>
              <a:t>基于时钟边</a:t>
            </a:r>
            <a:r>
              <a:rPr dirty="0" sz="2200" spc="-30">
                <a:solidFill>
                  <a:srgbClr val="D50092"/>
                </a:solidFill>
                <a:latin typeface="黑体"/>
                <a:cs typeface="黑体"/>
              </a:rPr>
              <a:t>沿触发</a:t>
            </a:r>
            <a:r>
              <a:rPr dirty="0" sz="2200" spc="-50">
                <a:solidFill>
                  <a:srgbClr val="D50092"/>
                </a:solidFill>
                <a:latin typeface="黑体"/>
                <a:cs typeface="黑体"/>
              </a:rPr>
              <a:t>）</a:t>
            </a:r>
            <a:endParaRPr sz="22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53605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34809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15" b="1">
                <a:solidFill>
                  <a:srgbClr val="40458B"/>
                </a:solidFill>
                <a:latin typeface="宋体"/>
                <a:cs typeface="宋体"/>
              </a:rPr>
              <a:t>55/81</a:t>
            </a:r>
            <a:endParaRPr baseline="1736" sz="2400">
              <a:latin typeface="宋体"/>
              <a:cs typeface="宋体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1555750" y="549275"/>
            <a:ext cx="7588250" cy="0"/>
          </a:xfrm>
          <a:custGeom>
            <a:avLst/>
            <a:gdLst/>
            <a:ahLst/>
            <a:cxnLst/>
            <a:rect l="l" t="t" r="r" b="b"/>
            <a:pathLst>
              <a:path w="7588250" h="0">
                <a:moveTo>
                  <a:pt x="0" y="0"/>
                </a:moveTo>
                <a:lnTo>
                  <a:pt x="7588250" y="0"/>
                </a:lnTo>
              </a:path>
            </a:pathLst>
          </a:custGeom>
          <a:ln w="38100">
            <a:solidFill>
              <a:srgbClr val="2C44A3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119062" y="188976"/>
            <a:ext cx="1437005" cy="274955"/>
            <a:chOff x="119062" y="188976"/>
            <a:chExt cx="1437005" cy="274955"/>
          </a:xfrm>
        </p:grpSpPr>
        <p:sp>
          <p:nvSpPr>
            <p:cNvPr id="5" name="object 5" descr=""/>
            <p:cNvSpPr/>
            <p:nvPr/>
          </p:nvSpPr>
          <p:spPr>
            <a:xfrm>
              <a:off x="119062" y="188976"/>
              <a:ext cx="499745" cy="274955"/>
            </a:xfrm>
            <a:custGeom>
              <a:avLst/>
              <a:gdLst/>
              <a:ahLst/>
              <a:cxnLst/>
              <a:rect l="l" t="t" r="r" b="b"/>
              <a:pathLst>
                <a:path w="499745" h="274955">
                  <a:moveTo>
                    <a:pt x="119837" y="0"/>
                  </a:moveTo>
                  <a:lnTo>
                    <a:pt x="4993" y="41528"/>
                  </a:lnTo>
                  <a:lnTo>
                    <a:pt x="264655" y="135508"/>
                  </a:lnTo>
                  <a:lnTo>
                    <a:pt x="0" y="231266"/>
                  </a:lnTo>
                  <a:lnTo>
                    <a:pt x="119837" y="274574"/>
                  </a:lnTo>
                  <a:lnTo>
                    <a:pt x="499338" y="137287"/>
                  </a:lnTo>
                  <a:lnTo>
                    <a:pt x="119837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85546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9621" y="0"/>
                  </a:moveTo>
                  <a:lnTo>
                    <a:pt x="4991" y="41528"/>
                  </a:lnTo>
                  <a:lnTo>
                    <a:pt x="264147" y="135508"/>
                  </a:lnTo>
                  <a:lnTo>
                    <a:pt x="0" y="231266"/>
                  </a:lnTo>
                  <a:lnTo>
                    <a:pt x="119621" y="274574"/>
                  </a:lnTo>
                  <a:lnTo>
                    <a:pt x="497141" y="137287"/>
                  </a:lnTo>
                  <a:lnTo>
                    <a:pt x="119621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058608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8363" y="0"/>
                  </a:moveTo>
                  <a:lnTo>
                    <a:pt x="4978" y="41528"/>
                  </a:lnTo>
                  <a:lnTo>
                    <a:pt x="264096" y="135508"/>
                  </a:lnTo>
                  <a:lnTo>
                    <a:pt x="0" y="231266"/>
                  </a:lnTo>
                  <a:lnTo>
                    <a:pt x="118363" y="274574"/>
                  </a:lnTo>
                  <a:lnTo>
                    <a:pt x="497141" y="137287"/>
                  </a:lnTo>
                  <a:lnTo>
                    <a:pt x="118363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06854" y="66547"/>
            <a:ext cx="17399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065" algn="l"/>
                <a:tab pos="1345565" algn="l"/>
              </a:tabLst>
            </a:pPr>
            <a:r>
              <a:rPr dirty="0" u="none" spc="-25"/>
              <a:t>8.4</a:t>
            </a:r>
            <a:r>
              <a:rPr dirty="0" u="none"/>
              <a:t>	</a:t>
            </a:r>
            <a:r>
              <a:rPr dirty="0" u="none" spc="-50"/>
              <a:t>总</a:t>
            </a:r>
            <a:r>
              <a:rPr dirty="0" u="none"/>
              <a:t>	</a:t>
            </a:r>
            <a:r>
              <a:rPr dirty="0" u="none" spc="-50"/>
              <a:t>线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78739" y="663651"/>
            <a:ext cx="9143365" cy="51098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794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solidFill>
                  <a:srgbClr val="E14B04"/>
                </a:solidFill>
                <a:latin typeface="Tahoma"/>
                <a:cs typeface="Tahoma"/>
              </a:rPr>
              <a:t>1</a:t>
            </a:r>
            <a:r>
              <a:rPr dirty="0" sz="2400" spc="-10">
                <a:solidFill>
                  <a:srgbClr val="E14B04"/>
                </a:solidFill>
                <a:latin typeface="黑体"/>
                <a:cs typeface="黑体"/>
              </a:rPr>
              <a:t>、同步总线，例如</a:t>
            </a:r>
            <a:r>
              <a:rPr dirty="0" sz="2400" spc="-25">
                <a:solidFill>
                  <a:srgbClr val="E14B04"/>
                </a:solidFill>
                <a:latin typeface="Tahoma"/>
                <a:cs typeface="Tahoma"/>
              </a:rPr>
              <a:t>PCA</a:t>
            </a:r>
            <a:endParaRPr sz="2400">
              <a:latin typeface="Tahoma"/>
              <a:cs typeface="Tahoma"/>
            </a:endParaRPr>
          </a:p>
          <a:p>
            <a:pPr marL="120014">
              <a:lnSpc>
                <a:spcPct val="100000"/>
              </a:lnSpc>
              <a:spcBef>
                <a:spcPts val="2420"/>
              </a:spcBef>
            </a:pPr>
            <a:r>
              <a:rPr dirty="0" sz="2400" spc="-10">
                <a:solidFill>
                  <a:srgbClr val="006FC0"/>
                </a:solidFill>
                <a:latin typeface="Calibri"/>
                <a:cs typeface="Calibri"/>
              </a:rPr>
              <a:t>//</a:t>
            </a:r>
            <a:r>
              <a:rPr dirty="0" sz="2400" spc="-90">
                <a:solidFill>
                  <a:srgbClr val="006FC0"/>
                </a:solidFill>
                <a:latin typeface="黑体"/>
                <a:cs typeface="黑体"/>
              </a:rPr>
              <a:t>例如： 总线读时序</a:t>
            </a:r>
            <a:endParaRPr sz="2400">
              <a:latin typeface="黑体"/>
              <a:cs typeface="黑体"/>
            </a:endParaRPr>
          </a:p>
          <a:p>
            <a:pPr marL="120014" marR="299720">
              <a:lnSpc>
                <a:spcPct val="150000"/>
              </a:lnSpc>
              <a:spcBef>
                <a:spcPts val="5"/>
              </a:spcBef>
            </a:pPr>
            <a:r>
              <a:rPr dirty="0" sz="2400">
                <a:solidFill>
                  <a:srgbClr val="006FC0"/>
                </a:solidFill>
                <a:latin typeface="黑体"/>
                <a:cs typeface="黑体"/>
              </a:rPr>
              <a:t>时钟周期</a:t>
            </a:r>
            <a:r>
              <a:rPr dirty="0" sz="2400" spc="-10">
                <a:solidFill>
                  <a:srgbClr val="FF0000"/>
                </a:solidFill>
                <a:latin typeface="Calibri"/>
                <a:cs typeface="Calibri"/>
              </a:rPr>
              <a:t>0</a:t>
            </a:r>
            <a:r>
              <a:rPr dirty="0" sz="2400" spc="-5">
                <a:solidFill>
                  <a:srgbClr val="006FC0"/>
                </a:solidFill>
                <a:latin typeface="黑体"/>
                <a:cs typeface="黑体"/>
              </a:rPr>
              <a:t>：主设备发出</a:t>
            </a:r>
            <a:r>
              <a:rPr dirty="0" sz="2400" spc="-10">
                <a:solidFill>
                  <a:srgbClr val="006FC0"/>
                </a:solidFill>
                <a:latin typeface="Calibri"/>
                <a:cs typeface="Calibri"/>
              </a:rPr>
              <a:t>A1</a:t>
            </a:r>
            <a:r>
              <a:rPr dirty="0" sz="2400" spc="-10">
                <a:solidFill>
                  <a:srgbClr val="006FC0"/>
                </a:solidFill>
                <a:latin typeface="黑体"/>
                <a:cs typeface="黑体"/>
              </a:rPr>
              <a:t>（</a:t>
            </a:r>
            <a:r>
              <a:rPr dirty="0" sz="2400">
                <a:solidFill>
                  <a:srgbClr val="006FC0"/>
                </a:solidFill>
                <a:latin typeface="黑体"/>
                <a:cs typeface="黑体"/>
              </a:rPr>
              <a:t>上升沿，地址就绪）（例如读命令</a:t>
            </a:r>
            <a:r>
              <a:rPr dirty="0" sz="2400" spc="-50">
                <a:solidFill>
                  <a:srgbClr val="006FC0"/>
                </a:solidFill>
                <a:latin typeface="黑体"/>
                <a:cs typeface="黑体"/>
              </a:rPr>
              <a:t>）</a:t>
            </a:r>
            <a:r>
              <a:rPr dirty="0" sz="2400">
                <a:solidFill>
                  <a:srgbClr val="006FC0"/>
                </a:solidFill>
                <a:latin typeface="黑体"/>
                <a:cs typeface="黑体"/>
              </a:rPr>
              <a:t>时钟周期</a:t>
            </a:r>
            <a:r>
              <a:rPr dirty="0" sz="240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r>
              <a:rPr dirty="0" sz="2400" spc="5">
                <a:solidFill>
                  <a:srgbClr val="006FC0"/>
                </a:solidFill>
                <a:latin typeface="Calibri"/>
                <a:cs typeface="Calibri"/>
              </a:rPr>
              <a:t>: </a:t>
            </a:r>
            <a:r>
              <a:rPr dirty="0" sz="2400">
                <a:solidFill>
                  <a:srgbClr val="006FC0"/>
                </a:solidFill>
                <a:latin typeface="黑体"/>
                <a:cs typeface="黑体"/>
              </a:rPr>
              <a:t>从设备看到</a:t>
            </a:r>
            <a:r>
              <a:rPr dirty="0" sz="2400" spc="-10">
                <a:solidFill>
                  <a:srgbClr val="006FC0"/>
                </a:solidFill>
                <a:latin typeface="Calibri"/>
                <a:cs typeface="Calibri"/>
              </a:rPr>
              <a:t>A1</a:t>
            </a:r>
            <a:r>
              <a:rPr dirty="0" sz="2400" spc="-10">
                <a:solidFill>
                  <a:srgbClr val="006FC0"/>
                </a:solidFill>
                <a:latin typeface="黑体"/>
                <a:cs typeface="黑体"/>
              </a:rPr>
              <a:t>（</a:t>
            </a:r>
            <a:r>
              <a:rPr dirty="0" sz="2400">
                <a:solidFill>
                  <a:srgbClr val="006FC0"/>
                </a:solidFill>
                <a:latin typeface="黑体"/>
                <a:cs typeface="黑体"/>
              </a:rPr>
              <a:t>准备响应，识别地址，准备数据</a:t>
            </a:r>
            <a:r>
              <a:rPr dirty="0" sz="2400" spc="-50">
                <a:solidFill>
                  <a:srgbClr val="006FC0"/>
                </a:solidFill>
                <a:latin typeface="黑体"/>
                <a:cs typeface="黑体"/>
              </a:rPr>
              <a:t>）</a:t>
            </a:r>
            <a:endParaRPr sz="2400">
              <a:latin typeface="黑体"/>
              <a:cs typeface="黑体"/>
            </a:endParaRPr>
          </a:p>
          <a:p>
            <a:pPr marL="120014">
              <a:lnSpc>
                <a:spcPct val="100000"/>
              </a:lnSpc>
              <a:spcBef>
                <a:spcPts val="1440"/>
              </a:spcBef>
            </a:pPr>
            <a:r>
              <a:rPr dirty="0" sz="2400">
                <a:solidFill>
                  <a:srgbClr val="006FC0"/>
                </a:solidFill>
                <a:latin typeface="黑体"/>
                <a:cs typeface="黑体"/>
              </a:rPr>
              <a:t>时钟周期</a:t>
            </a:r>
            <a:r>
              <a:rPr dirty="0" sz="2400" spc="-10">
                <a:solidFill>
                  <a:srgbClr val="006FC0"/>
                </a:solidFill>
                <a:latin typeface="Calibri"/>
                <a:cs typeface="Calibri"/>
              </a:rPr>
              <a:t>2</a:t>
            </a:r>
            <a:r>
              <a:rPr dirty="0" sz="2400" spc="-5">
                <a:solidFill>
                  <a:srgbClr val="006FC0"/>
                </a:solidFill>
                <a:latin typeface="黑体"/>
                <a:cs typeface="黑体"/>
              </a:rPr>
              <a:t>：从设备发出</a:t>
            </a:r>
            <a:r>
              <a:rPr dirty="0" sz="2400" spc="-10">
                <a:solidFill>
                  <a:srgbClr val="006FC0"/>
                </a:solidFill>
                <a:latin typeface="Calibri"/>
                <a:cs typeface="Calibri"/>
              </a:rPr>
              <a:t>A2</a:t>
            </a:r>
            <a:r>
              <a:rPr dirty="0" sz="2400" spc="-10">
                <a:solidFill>
                  <a:srgbClr val="006FC0"/>
                </a:solidFill>
                <a:latin typeface="黑体"/>
                <a:cs typeface="黑体"/>
              </a:rPr>
              <a:t>（</a:t>
            </a:r>
            <a:r>
              <a:rPr dirty="0" sz="2400">
                <a:solidFill>
                  <a:srgbClr val="006FC0"/>
                </a:solidFill>
                <a:latin typeface="黑体"/>
                <a:cs typeface="黑体"/>
              </a:rPr>
              <a:t>地址就绪</a:t>
            </a:r>
            <a:r>
              <a:rPr dirty="0" sz="2400" spc="-50">
                <a:solidFill>
                  <a:srgbClr val="006FC0"/>
                </a:solidFill>
                <a:latin typeface="黑体"/>
                <a:cs typeface="黑体"/>
              </a:rPr>
              <a:t>）</a:t>
            </a:r>
            <a:endParaRPr sz="2400">
              <a:latin typeface="黑体"/>
              <a:cs typeface="黑体"/>
            </a:endParaRPr>
          </a:p>
          <a:p>
            <a:pPr marL="120014">
              <a:lnSpc>
                <a:spcPct val="100000"/>
              </a:lnSpc>
              <a:spcBef>
                <a:spcPts val="1440"/>
              </a:spcBef>
            </a:pPr>
            <a:r>
              <a:rPr dirty="0" sz="2400">
                <a:solidFill>
                  <a:srgbClr val="006FC0"/>
                </a:solidFill>
                <a:latin typeface="Calibri"/>
                <a:cs typeface="Calibri"/>
              </a:rPr>
              <a:t>// </a:t>
            </a:r>
            <a:r>
              <a:rPr dirty="0" sz="2400" spc="-5">
                <a:solidFill>
                  <a:srgbClr val="006FC0"/>
                </a:solidFill>
                <a:latin typeface="黑体"/>
                <a:cs typeface="黑体"/>
              </a:rPr>
              <a:t>注意：</a:t>
            </a:r>
            <a:r>
              <a:rPr dirty="0" sz="2400" spc="-10">
                <a:solidFill>
                  <a:srgbClr val="006FC0"/>
                </a:solidFill>
                <a:latin typeface="Calibri"/>
                <a:cs typeface="Calibri"/>
              </a:rPr>
              <a:t>A1</a:t>
            </a:r>
            <a:r>
              <a:rPr dirty="0" sz="2400">
                <a:solidFill>
                  <a:srgbClr val="006FC0"/>
                </a:solidFill>
                <a:latin typeface="黑体"/>
                <a:cs typeface="黑体"/>
              </a:rPr>
              <a:t>和</a:t>
            </a:r>
            <a:r>
              <a:rPr dirty="0" sz="2400" spc="-10">
                <a:solidFill>
                  <a:srgbClr val="006FC0"/>
                </a:solidFill>
                <a:latin typeface="Calibri"/>
                <a:cs typeface="Calibri"/>
              </a:rPr>
              <a:t>A2</a:t>
            </a:r>
            <a:r>
              <a:rPr dirty="0" sz="2400" spc="-10">
                <a:solidFill>
                  <a:srgbClr val="006FC0"/>
                </a:solidFill>
                <a:latin typeface="黑体"/>
                <a:cs typeface="黑体"/>
              </a:rPr>
              <a:t>在不同周期！</a:t>
            </a:r>
            <a:endParaRPr sz="2400">
              <a:latin typeface="黑体"/>
              <a:cs typeface="黑体"/>
            </a:endParaRPr>
          </a:p>
          <a:p>
            <a:pPr marL="120014">
              <a:lnSpc>
                <a:spcPct val="100000"/>
              </a:lnSpc>
              <a:spcBef>
                <a:spcPts val="1440"/>
              </a:spcBef>
            </a:pPr>
            <a:r>
              <a:rPr dirty="0" sz="2400" spc="-5">
                <a:solidFill>
                  <a:srgbClr val="006FC0"/>
                </a:solidFill>
                <a:latin typeface="Calibri"/>
                <a:cs typeface="Calibri"/>
              </a:rPr>
              <a:t>// </a:t>
            </a:r>
            <a:r>
              <a:rPr dirty="0" sz="2400">
                <a:solidFill>
                  <a:srgbClr val="006FC0"/>
                </a:solidFill>
                <a:latin typeface="黑体"/>
                <a:cs typeface="黑体"/>
              </a:rPr>
              <a:t>它们同步（都在时钟边沿采样），</a:t>
            </a:r>
            <a:r>
              <a:rPr dirty="0" sz="2400" spc="-15">
                <a:solidFill>
                  <a:srgbClr val="006FC0"/>
                </a:solidFill>
                <a:latin typeface="黑体"/>
                <a:cs typeface="黑体"/>
              </a:rPr>
              <a:t>但不同时</a:t>
            </a:r>
            <a:endParaRPr sz="2400">
              <a:latin typeface="黑体"/>
              <a:cs typeface="黑体"/>
            </a:endParaRPr>
          </a:p>
          <a:p>
            <a:pPr marL="12700">
              <a:lnSpc>
                <a:spcPct val="100000"/>
              </a:lnSpc>
              <a:spcBef>
                <a:spcPts val="3050"/>
              </a:spcBef>
            </a:pPr>
            <a:r>
              <a:rPr dirty="0" sz="2400">
                <a:solidFill>
                  <a:srgbClr val="FF0000"/>
                </a:solidFill>
                <a:latin typeface="黑体"/>
                <a:cs typeface="黑体"/>
              </a:rPr>
              <a:t>时钟边沿采样</a:t>
            </a:r>
            <a:r>
              <a:rPr dirty="0" sz="2400">
                <a:solidFill>
                  <a:srgbClr val="001F5F"/>
                </a:solidFill>
                <a:latin typeface="黑体"/>
                <a:cs typeface="黑体"/>
              </a:rPr>
              <a:t>：主设备在时钟周期</a:t>
            </a:r>
            <a:r>
              <a:rPr dirty="0" sz="2400" spc="-10">
                <a:solidFill>
                  <a:srgbClr val="001F5F"/>
                </a:solidFill>
                <a:latin typeface="Calibri"/>
                <a:cs typeface="Calibri"/>
              </a:rPr>
              <a:t>0</a:t>
            </a:r>
            <a:r>
              <a:rPr dirty="0" sz="2400">
                <a:solidFill>
                  <a:srgbClr val="001F5F"/>
                </a:solidFill>
                <a:latin typeface="黑体"/>
                <a:cs typeface="黑体"/>
              </a:rPr>
              <a:t>的时刻</a:t>
            </a:r>
            <a:r>
              <a:rPr dirty="0" sz="2400" spc="-10">
                <a:solidFill>
                  <a:srgbClr val="001F5F"/>
                </a:solidFill>
                <a:latin typeface="Calibri"/>
                <a:cs typeface="Calibri"/>
              </a:rPr>
              <a:t>0</a:t>
            </a:r>
            <a:r>
              <a:rPr dirty="0" sz="2400">
                <a:solidFill>
                  <a:srgbClr val="001F5F"/>
                </a:solidFill>
                <a:latin typeface="黑体"/>
                <a:cs typeface="黑体"/>
              </a:rPr>
              <a:t>的边沿</a:t>
            </a:r>
            <a:r>
              <a:rPr dirty="0" sz="2400" spc="-20">
                <a:solidFill>
                  <a:srgbClr val="001F5F"/>
                </a:solidFill>
                <a:latin typeface="Calibri"/>
                <a:cs typeface="Calibri"/>
              </a:rPr>
              <a:t>"</a:t>
            </a:r>
            <a:r>
              <a:rPr dirty="0" sz="2400">
                <a:solidFill>
                  <a:srgbClr val="001F5F"/>
                </a:solidFill>
                <a:latin typeface="黑体"/>
                <a:cs typeface="黑体"/>
              </a:rPr>
              <a:t>决定</a:t>
            </a:r>
            <a:r>
              <a:rPr dirty="0" sz="2400" spc="-20">
                <a:solidFill>
                  <a:srgbClr val="001F5F"/>
                </a:solidFill>
                <a:latin typeface="Calibri"/>
                <a:cs typeface="Calibri"/>
              </a:rPr>
              <a:t>"</a:t>
            </a:r>
            <a:r>
              <a:rPr dirty="0" sz="2400">
                <a:solidFill>
                  <a:srgbClr val="001F5F"/>
                </a:solidFill>
                <a:latin typeface="黑体"/>
                <a:cs typeface="黑体"/>
              </a:rPr>
              <a:t>发出</a:t>
            </a:r>
            <a:r>
              <a:rPr dirty="0" sz="2400" spc="-25">
                <a:solidFill>
                  <a:srgbClr val="001F5F"/>
                </a:solidFill>
                <a:latin typeface="Calibri"/>
                <a:cs typeface="Calibri"/>
              </a:rPr>
              <a:t>A1</a:t>
            </a:r>
            <a:endParaRPr sz="2400">
              <a:latin typeface="Calibri"/>
              <a:cs typeface="Calibri"/>
            </a:endParaRPr>
          </a:p>
          <a:p>
            <a:pPr marL="2108200">
              <a:lnSpc>
                <a:spcPct val="100000"/>
              </a:lnSpc>
              <a:spcBef>
                <a:spcPts val="1440"/>
              </a:spcBef>
            </a:pPr>
            <a:r>
              <a:rPr dirty="0" sz="2400">
                <a:solidFill>
                  <a:srgbClr val="40458B"/>
                </a:solidFill>
                <a:latin typeface="黑体"/>
                <a:cs typeface="黑体"/>
              </a:rPr>
              <a:t>从设备在时时钟周期</a:t>
            </a:r>
            <a:r>
              <a:rPr dirty="0" sz="2400" spc="-25">
                <a:solidFill>
                  <a:srgbClr val="40458B"/>
                </a:solidFill>
                <a:latin typeface="Tahoma"/>
                <a:cs typeface="Tahoma"/>
              </a:rPr>
              <a:t>1</a:t>
            </a:r>
            <a:r>
              <a:rPr dirty="0" sz="2400">
                <a:solidFill>
                  <a:srgbClr val="40458B"/>
                </a:solidFill>
                <a:latin typeface="黑体"/>
                <a:cs typeface="黑体"/>
              </a:rPr>
              <a:t>的刻</a:t>
            </a:r>
            <a:r>
              <a:rPr dirty="0" sz="2400" spc="-25">
                <a:solidFill>
                  <a:srgbClr val="40458B"/>
                </a:solidFill>
                <a:latin typeface="Tahoma"/>
                <a:cs typeface="Tahoma"/>
              </a:rPr>
              <a:t>1</a:t>
            </a:r>
            <a:r>
              <a:rPr dirty="0" sz="2400">
                <a:solidFill>
                  <a:srgbClr val="40458B"/>
                </a:solidFill>
                <a:latin typeface="黑体"/>
                <a:cs typeface="黑体"/>
              </a:rPr>
              <a:t>的边沿</a:t>
            </a:r>
            <a:r>
              <a:rPr dirty="0" sz="2400" spc="-10">
                <a:solidFill>
                  <a:srgbClr val="40458B"/>
                </a:solidFill>
                <a:latin typeface="Tahoma"/>
                <a:cs typeface="Tahoma"/>
              </a:rPr>
              <a:t>"</a:t>
            </a:r>
            <a:r>
              <a:rPr dirty="0" sz="2400">
                <a:solidFill>
                  <a:srgbClr val="40458B"/>
                </a:solidFill>
                <a:latin typeface="黑体"/>
                <a:cs typeface="黑体"/>
              </a:rPr>
              <a:t>看到</a:t>
            </a:r>
            <a:r>
              <a:rPr dirty="0" sz="2400" spc="-10">
                <a:solidFill>
                  <a:srgbClr val="40458B"/>
                </a:solidFill>
                <a:latin typeface="Tahoma"/>
                <a:cs typeface="Tahoma"/>
              </a:rPr>
              <a:t>"A1</a:t>
            </a:r>
            <a:r>
              <a:rPr dirty="0" sz="2400" spc="-10">
                <a:solidFill>
                  <a:srgbClr val="40458B"/>
                </a:solidFill>
                <a:latin typeface="黑体"/>
                <a:cs typeface="黑体"/>
              </a:rPr>
              <a:t>（</a:t>
            </a:r>
            <a:r>
              <a:rPr dirty="0" sz="2400">
                <a:solidFill>
                  <a:srgbClr val="40458B"/>
                </a:solidFill>
                <a:latin typeface="黑体"/>
                <a:cs typeface="黑体"/>
              </a:rPr>
              <a:t>采样</a:t>
            </a:r>
            <a:r>
              <a:rPr dirty="0" sz="2400" spc="-50">
                <a:solidFill>
                  <a:srgbClr val="40458B"/>
                </a:solidFill>
                <a:latin typeface="黑体"/>
                <a:cs typeface="黑体"/>
              </a:rPr>
              <a:t>）</a:t>
            </a:r>
            <a:endParaRPr sz="24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53605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34809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15" b="1">
                <a:solidFill>
                  <a:srgbClr val="40458B"/>
                </a:solidFill>
                <a:latin typeface="宋体"/>
                <a:cs typeface="宋体"/>
              </a:rPr>
              <a:t>56/81</a:t>
            </a:r>
            <a:endParaRPr baseline="1736" sz="2400">
              <a:latin typeface="宋体"/>
              <a:cs typeface="宋体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1555750" y="549275"/>
            <a:ext cx="7588250" cy="0"/>
          </a:xfrm>
          <a:custGeom>
            <a:avLst/>
            <a:gdLst/>
            <a:ahLst/>
            <a:cxnLst/>
            <a:rect l="l" t="t" r="r" b="b"/>
            <a:pathLst>
              <a:path w="7588250" h="0">
                <a:moveTo>
                  <a:pt x="0" y="0"/>
                </a:moveTo>
                <a:lnTo>
                  <a:pt x="7588250" y="0"/>
                </a:lnTo>
              </a:path>
            </a:pathLst>
          </a:custGeom>
          <a:ln w="38100">
            <a:solidFill>
              <a:srgbClr val="2C44A3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119062" y="188976"/>
            <a:ext cx="1437005" cy="274955"/>
            <a:chOff x="119062" y="188976"/>
            <a:chExt cx="1437005" cy="274955"/>
          </a:xfrm>
        </p:grpSpPr>
        <p:sp>
          <p:nvSpPr>
            <p:cNvPr id="5" name="object 5" descr=""/>
            <p:cNvSpPr/>
            <p:nvPr/>
          </p:nvSpPr>
          <p:spPr>
            <a:xfrm>
              <a:off x="119062" y="188976"/>
              <a:ext cx="499745" cy="274955"/>
            </a:xfrm>
            <a:custGeom>
              <a:avLst/>
              <a:gdLst/>
              <a:ahLst/>
              <a:cxnLst/>
              <a:rect l="l" t="t" r="r" b="b"/>
              <a:pathLst>
                <a:path w="499745" h="274955">
                  <a:moveTo>
                    <a:pt x="119837" y="0"/>
                  </a:moveTo>
                  <a:lnTo>
                    <a:pt x="4993" y="41528"/>
                  </a:lnTo>
                  <a:lnTo>
                    <a:pt x="264655" y="135508"/>
                  </a:lnTo>
                  <a:lnTo>
                    <a:pt x="0" y="231266"/>
                  </a:lnTo>
                  <a:lnTo>
                    <a:pt x="119837" y="274574"/>
                  </a:lnTo>
                  <a:lnTo>
                    <a:pt x="499338" y="137287"/>
                  </a:lnTo>
                  <a:lnTo>
                    <a:pt x="119837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85546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9621" y="0"/>
                  </a:moveTo>
                  <a:lnTo>
                    <a:pt x="4991" y="41528"/>
                  </a:lnTo>
                  <a:lnTo>
                    <a:pt x="264147" y="135508"/>
                  </a:lnTo>
                  <a:lnTo>
                    <a:pt x="0" y="231266"/>
                  </a:lnTo>
                  <a:lnTo>
                    <a:pt x="119621" y="274574"/>
                  </a:lnTo>
                  <a:lnTo>
                    <a:pt x="497141" y="137287"/>
                  </a:lnTo>
                  <a:lnTo>
                    <a:pt x="119621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058608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8363" y="0"/>
                  </a:moveTo>
                  <a:lnTo>
                    <a:pt x="4978" y="41528"/>
                  </a:lnTo>
                  <a:lnTo>
                    <a:pt x="264096" y="135508"/>
                  </a:lnTo>
                  <a:lnTo>
                    <a:pt x="0" y="231266"/>
                  </a:lnTo>
                  <a:lnTo>
                    <a:pt x="118363" y="274574"/>
                  </a:lnTo>
                  <a:lnTo>
                    <a:pt x="497141" y="137287"/>
                  </a:lnTo>
                  <a:lnTo>
                    <a:pt x="118363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06854" y="66547"/>
            <a:ext cx="17399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065" algn="l"/>
                <a:tab pos="1345565" algn="l"/>
              </a:tabLst>
            </a:pPr>
            <a:r>
              <a:rPr dirty="0" u="none" spc="-25"/>
              <a:t>8.4</a:t>
            </a:r>
            <a:r>
              <a:rPr dirty="0" u="none"/>
              <a:t>	</a:t>
            </a:r>
            <a:r>
              <a:rPr dirty="0" u="none" spc="-50"/>
              <a:t>总</a:t>
            </a:r>
            <a:r>
              <a:rPr dirty="0" u="none"/>
              <a:t>	</a:t>
            </a:r>
            <a:r>
              <a:rPr dirty="0" u="none" spc="-50"/>
              <a:t>线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220167" y="1031818"/>
            <a:ext cx="8654415" cy="5711190"/>
          </a:xfrm>
          <a:prstGeom prst="rect">
            <a:avLst/>
          </a:prstGeom>
        </p:spPr>
        <p:txBody>
          <a:bodyPr wrap="square" lIns="0" tIns="1638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90"/>
              </a:spcBef>
            </a:pPr>
            <a:r>
              <a:rPr dirty="0" sz="2400" spc="-25">
                <a:solidFill>
                  <a:srgbClr val="E14B04"/>
                </a:solidFill>
                <a:latin typeface="Tahoma"/>
                <a:cs typeface="Tahoma"/>
              </a:rPr>
              <a:t>1</a:t>
            </a:r>
            <a:r>
              <a:rPr dirty="0" sz="2400" spc="-65">
                <a:solidFill>
                  <a:srgbClr val="E14B04"/>
                </a:solidFill>
                <a:latin typeface="黑体"/>
                <a:cs typeface="黑体"/>
              </a:rPr>
              <a:t>、同步总线 ：</a:t>
            </a:r>
            <a:r>
              <a:rPr dirty="0" sz="2000" spc="-20">
                <a:solidFill>
                  <a:srgbClr val="006FC0"/>
                </a:solidFill>
                <a:latin typeface="黑体"/>
                <a:cs typeface="黑体"/>
              </a:rPr>
              <a:t>统一时钟控制、固定周期操作、时钟边沿触发</a:t>
            </a:r>
            <a:endParaRPr sz="2000">
              <a:latin typeface="黑体"/>
              <a:cs typeface="黑体"/>
            </a:endParaRPr>
          </a:p>
          <a:p>
            <a:pPr marL="1099185" marR="5080" indent="-457834">
              <a:lnSpc>
                <a:spcPct val="120100"/>
              </a:lnSpc>
              <a:spcBef>
                <a:spcPts val="560"/>
              </a:spcBef>
              <a:buSzPct val="88636"/>
              <a:buFont typeface="Wingdings"/>
              <a:buChar char=""/>
              <a:tabLst>
                <a:tab pos="1099185" algn="l"/>
              </a:tabLst>
            </a:pP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同步总线的控制线中包含一个时钟，总线上所有设备的所有的</a:t>
            </a:r>
            <a:r>
              <a:rPr dirty="0" sz="2200" spc="-50">
                <a:solidFill>
                  <a:srgbClr val="40458B"/>
                </a:solidFill>
                <a:latin typeface="黑体"/>
                <a:cs typeface="黑体"/>
              </a:rPr>
              <a:t>通信操作都以该时钟为基准。 每个操作在特定周期内完成。</a:t>
            </a:r>
            <a:endParaRPr sz="2200">
              <a:latin typeface="黑体"/>
              <a:cs typeface="黑体"/>
            </a:endParaRPr>
          </a:p>
          <a:p>
            <a:pPr marL="1099185" indent="-457200">
              <a:lnSpc>
                <a:spcPct val="100000"/>
              </a:lnSpc>
              <a:spcBef>
                <a:spcPts val="1055"/>
              </a:spcBef>
              <a:buClr>
                <a:srgbClr val="40458B"/>
              </a:buClr>
              <a:buSzPct val="88636"/>
              <a:buFont typeface="Wingdings"/>
              <a:buChar char=""/>
              <a:tabLst>
                <a:tab pos="1099185" algn="l"/>
              </a:tabLst>
            </a:pPr>
            <a:r>
              <a:rPr dirty="0" sz="2200" spc="-20">
                <a:solidFill>
                  <a:srgbClr val="D50092"/>
                </a:solidFill>
                <a:latin typeface="黑体"/>
                <a:cs typeface="黑体"/>
              </a:rPr>
              <a:t>优点：</a:t>
            </a: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速度快、成本低。</a:t>
            </a:r>
            <a:endParaRPr sz="2200">
              <a:latin typeface="黑体"/>
              <a:cs typeface="黑体"/>
            </a:endParaRPr>
          </a:p>
          <a:p>
            <a:pPr marL="1099185" indent="-457200">
              <a:lnSpc>
                <a:spcPct val="100000"/>
              </a:lnSpc>
              <a:spcBef>
                <a:spcPts val="1055"/>
              </a:spcBef>
              <a:buClr>
                <a:srgbClr val="40458B"/>
              </a:buClr>
              <a:buSzPct val="88636"/>
              <a:buFont typeface="Wingdings"/>
              <a:buChar char=""/>
              <a:tabLst>
                <a:tab pos="1099185" algn="l"/>
              </a:tabLst>
            </a:pPr>
            <a:r>
              <a:rPr dirty="0" sz="2200" spc="-35">
                <a:solidFill>
                  <a:srgbClr val="D50092"/>
                </a:solidFill>
                <a:latin typeface="黑体"/>
                <a:cs typeface="黑体"/>
              </a:rPr>
              <a:t>缺点</a:t>
            </a:r>
            <a:endParaRPr sz="2200">
              <a:latin typeface="黑体"/>
              <a:cs typeface="黑体"/>
            </a:endParaRPr>
          </a:p>
          <a:p>
            <a:pPr algn="just" lvl="1" marL="1129665" marR="99060" indent="-361315">
              <a:lnSpc>
                <a:spcPct val="120000"/>
              </a:lnSpc>
              <a:spcBef>
                <a:spcPts val="515"/>
              </a:spcBef>
              <a:buClr>
                <a:srgbClr val="4668F5"/>
              </a:buClr>
              <a:buSzPct val="60000"/>
              <a:buFont typeface="Wingdings"/>
              <a:buChar char=""/>
              <a:tabLst>
                <a:tab pos="1129665" algn="l"/>
              </a:tabLst>
            </a:pPr>
            <a:r>
              <a:rPr dirty="0" sz="2000" spc="-15" b="1">
                <a:solidFill>
                  <a:srgbClr val="FF5CFF"/>
                </a:solidFill>
                <a:latin typeface="宋体"/>
                <a:cs typeface="宋体"/>
              </a:rPr>
              <a:t>由于时钟通过长距离传输后会扭曲</a:t>
            </a:r>
            <a:r>
              <a:rPr dirty="0" sz="2000" spc="-20" b="1">
                <a:solidFill>
                  <a:srgbClr val="FF5CFF"/>
                </a:solidFill>
                <a:latin typeface="宋体"/>
                <a:cs typeface="宋体"/>
              </a:rPr>
              <a:t>（</a:t>
            </a:r>
            <a:r>
              <a:rPr dirty="0" sz="2000" spc="-25" b="1">
                <a:solidFill>
                  <a:srgbClr val="FF5CFF"/>
                </a:solidFill>
                <a:latin typeface="宋体"/>
                <a:cs typeface="宋体"/>
              </a:rPr>
              <a:t>例如时钟信号到达各个运算单</a:t>
            </a:r>
            <a:r>
              <a:rPr dirty="0" sz="2000" spc="-10" b="1">
                <a:solidFill>
                  <a:srgbClr val="FF5CFF"/>
                </a:solidFill>
                <a:latin typeface="宋体"/>
                <a:cs typeface="宋体"/>
              </a:rPr>
              <a:t>元的时间不一），</a:t>
            </a:r>
            <a:r>
              <a:rPr dirty="0" sz="2000" spc="-25" b="1">
                <a:solidFill>
                  <a:srgbClr val="FF5CFF"/>
                </a:solidFill>
                <a:latin typeface="宋体"/>
                <a:cs typeface="宋体"/>
              </a:rPr>
              <a:t>因而同步总线不能用于长距离的连接。特别是对</a:t>
            </a:r>
            <a:r>
              <a:rPr dirty="0" sz="2000" spc="-20" b="1">
                <a:solidFill>
                  <a:srgbClr val="FF5CFF"/>
                </a:solidFill>
                <a:latin typeface="宋体"/>
                <a:cs typeface="宋体"/>
              </a:rPr>
              <a:t>于高速同步总线来说，更是如此。</a:t>
            </a:r>
            <a:endParaRPr sz="2000">
              <a:latin typeface="宋体"/>
              <a:cs typeface="宋体"/>
            </a:endParaRPr>
          </a:p>
          <a:p>
            <a:pPr algn="just" lvl="1" marL="1129030" indent="-360680">
              <a:lnSpc>
                <a:spcPct val="100000"/>
              </a:lnSpc>
              <a:spcBef>
                <a:spcPts val="960"/>
              </a:spcBef>
              <a:buClr>
                <a:srgbClr val="4668F5"/>
              </a:buClr>
              <a:buSzPct val="60000"/>
              <a:buFont typeface="Wingdings"/>
              <a:buChar char=""/>
              <a:tabLst>
                <a:tab pos="1129030" algn="l"/>
              </a:tabLst>
            </a:pPr>
            <a:r>
              <a:rPr dirty="0" sz="2000" spc="-30" b="1">
                <a:solidFill>
                  <a:srgbClr val="FF5CFF"/>
                </a:solidFill>
                <a:latin typeface="宋体"/>
                <a:cs typeface="宋体"/>
              </a:rPr>
              <a:t>总线上的所有设备都必须以同样的时钟频率工作。</a:t>
            </a:r>
            <a:endParaRPr sz="2000">
              <a:latin typeface="宋体"/>
              <a:cs typeface="宋体"/>
            </a:endParaRPr>
          </a:p>
          <a:p>
            <a:pPr algn="just" lvl="1" marL="1129030" indent="-360680">
              <a:lnSpc>
                <a:spcPct val="100000"/>
              </a:lnSpc>
              <a:spcBef>
                <a:spcPts val="965"/>
              </a:spcBef>
              <a:buClr>
                <a:srgbClr val="4668F5"/>
              </a:buClr>
              <a:buSzPct val="60000"/>
              <a:buFont typeface="Wingdings"/>
              <a:buChar char=""/>
              <a:tabLst>
                <a:tab pos="1129030" algn="l"/>
              </a:tabLst>
            </a:pPr>
            <a:r>
              <a:rPr dirty="0" sz="2000" spc="-10">
                <a:solidFill>
                  <a:srgbClr val="FF5CFF"/>
                </a:solidFill>
                <a:latin typeface="宋体"/>
                <a:cs typeface="宋体"/>
              </a:rPr>
              <a:t>受最慢设备限制</a:t>
            </a:r>
            <a:endParaRPr sz="2000">
              <a:latin typeface="宋体"/>
              <a:cs typeface="宋体"/>
            </a:endParaRPr>
          </a:p>
          <a:p>
            <a:pPr marL="1099185" indent="-457200">
              <a:lnSpc>
                <a:spcPct val="100000"/>
              </a:lnSpc>
              <a:spcBef>
                <a:spcPts val="1019"/>
              </a:spcBef>
              <a:buSzPct val="88636"/>
              <a:buFont typeface="Wingdings"/>
              <a:buChar char=""/>
              <a:tabLst>
                <a:tab pos="1099185" algn="l"/>
              </a:tabLst>
            </a:pPr>
            <a:r>
              <a:rPr dirty="0" sz="2200" spc="-80">
                <a:solidFill>
                  <a:srgbClr val="40458B"/>
                </a:solidFill>
                <a:latin typeface="黑体"/>
                <a:cs typeface="黑体"/>
              </a:rPr>
              <a:t>适用场景： </a:t>
            </a:r>
            <a:r>
              <a:rPr dirty="0" sz="2200" spc="-25">
                <a:solidFill>
                  <a:srgbClr val="9933FF"/>
                </a:solidFill>
                <a:latin typeface="Times New Roman"/>
                <a:cs typeface="Times New Roman"/>
              </a:rPr>
              <a:t>CPU</a:t>
            </a:r>
            <a:r>
              <a:rPr dirty="0" sz="2200" spc="-25">
                <a:solidFill>
                  <a:srgbClr val="40458B"/>
                </a:solidFill>
                <a:latin typeface="Times New Roman"/>
                <a:cs typeface="Times New Roman"/>
              </a:rPr>
              <a:t>-</a:t>
            </a:r>
            <a:r>
              <a:rPr dirty="0" sz="2200" spc="-55">
                <a:solidFill>
                  <a:srgbClr val="40458B"/>
                </a:solidFill>
                <a:latin typeface="黑体"/>
                <a:cs typeface="黑体"/>
              </a:rPr>
              <a:t>存储器总线通常是采用同步总线、 </a:t>
            </a:r>
            <a:r>
              <a:rPr dirty="0" sz="2200">
                <a:solidFill>
                  <a:srgbClr val="40458B"/>
                </a:solidFill>
                <a:latin typeface="Tahoma"/>
                <a:cs typeface="Tahoma"/>
              </a:rPr>
              <a:t>DDR</a:t>
            </a: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内存</a:t>
            </a:r>
            <a:endParaRPr sz="2200">
              <a:latin typeface="黑体"/>
              <a:cs typeface="黑体"/>
            </a:endParaRPr>
          </a:p>
          <a:p>
            <a:pPr marL="1099185">
              <a:lnSpc>
                <a:spcPct val="100000"/>
              </a:lnSpc>
              <a:spcBef>
                <a:spcPts val="530"/>
              </a:spcBef>
            </a:pP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控制器接口</a:t>
            </a:r>
            <a:endParaRPr sz="2200">
              <a:latin typeface="黑体"/>
              <a:cs typeface="黑体"/>
            </a:endParaRPr>
          </a:p>
          <a:p>
            <a:pPr algn="just" marL="1098550" indent="-456565">
              <a:lnSpc>
                <a:spcPct val="100000"/>
              </a:lnSpc>
              <a:spcBef>
                <a:spcPts val="1060"/>
              </a:spcBef>
              <a:buSzPct val="88636"/>
              <a:buFont typeface="Wingdings"/>
              <a:buChar char=""/>
              <a:tabLst>
                <a:tab pos="1098550" algn="l"/>
              </a:tabLst>
            </a:pPr>
            <a:r>
              <a:rPr dirty="0" sz="22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。</a:t>
            </a:r>
            <a:endParaRPr sz="22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53605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34809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15" b="1">
                <a:solidFill>
                  <a:srgbClr val="40458B"/>
                </a:solidFill>
                <a:latin typeface="宋体"/>
                <a:cs typeface="宋体"/>
              </a:rPr>
              <a:t>57/81</a:t>
            </a:r>
            <a:endParaRPr baseline="1736" sz="2400">
              <a:latin typeface="宋体"/>
              <a:cs typeface="宋体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93444" y="1482039"/>
            <a:ext cx="3624579" cy="422909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280410" algn="l"/>
              </a:tabLst>
            </a:pPr>
            <a:r>
              <a:rPr dirty="0" u="none" sz="2600" spc="-10">
                <a:solidFill>
                  <a:srgbClr val="000000"/>
                </a:solidFill>
                <a:latin typeface="微软雅黑"/>
                <a:cs typeface="微软雅黑"/>
              </a:rPr>
              <a:t>下面说法正确的是</a:t>
            </a:r>
            <a:r>
              <a:rPr dirty="0" u="none" sz="2600" spc="-50">
                <a:solidFill>
                  <a:srgbClr val="000000"/>
                </a:solidFill>
                <a:latin typeface="微软雅黑"/>
                <a:cs typeface="微软雅黑"/>
              </a:rPr>
              <a:t>（</a:t>
            </a:r>
            <a:r>
              <a:rPr dirty="0" u="none" sz="2600">
                <a:solidFill>
                  <a:srgbClr val="000000"/>
                </a:solidFill>
                <a:latin typeface="微软雅黑"/>
                <a:cs typeface="微软雅黑"/>
              </a:rPr>
              <a:t>	</a:t>
            </a:r>
            <a:r>
              <a:rPr dirty="0" u="none" sz="2600" spc="-50">
                <a:solidFill>
                  <a:srgbClr val="000000"/>
                </a:solidFill>
                <a:latin typeface="微软雅黑"/>
                <a:cs typeface="微软雅黑"/>
              </a:rPr>
              <a:t>）</a:t>
            </a:r>
            <a:endParaRPr sz="2600">
              <a:latin typeface="微软雅黑"/>
              <a:cs typeface="微软雅黑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907794" y="2912745"/>
            <a:ext cx="61214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40458B"/>
                </a:solidFill>
                <a:latin typeface="黑体"/>
                <a:cs typeface="黑体"/>
              </a:rPr>
              <a:t>同步总线上，地址和数据在同一时钟周期传输</a:t>
            </a:r>
            <a:endParaRPr sz="2400">
              <a:latin typeface="黑体"/>
              <a:cs typeface="黑体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907794" y="3587242"/>
            <a:ext cx="621601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9398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40458B"/>
                </a:solidFill>
                <a:latin typeface="黑体"/>
                <a:cs typeface="黑体"/>
              </a:rPr>
              <a:t>同步总线上，地址在一个周期传输，数据在后</a:t>
            </a:r>
            <a:r>
              <a:rPr dirty="0" sz="2400" spc="-10">
                <a:solidFill>
                  <a:srgbClr val="40458B"/>
                </a:solidFill>
                <a:latin typeface="黑体"/>
                <a:cs typeface="黑体"/>
              </a:rPr>
              <a:t>续周期传输</a:t>
            </a:r>
            <a:endParaRPr sz="2400">
              <a:latin typeface="黑体"/>
              <a:cs typeface="黑体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907794" y="4627626"/>
            <a:ext cx="398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40458B"/>
                </a:solidFill>
                <a:latin typeface="黑体"/>
                <a:cs typeface="黑体"/>
              </a:rPr>
              <a:t>同步意味着所有信号同时变化</a:t>
            </a:r>
            <a:endParaRPr sz="2400">
              <a:latin typeface="黑体"/>
              <a:cs typeface="黑体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907794" y="5484977"/>
            <a:ext cx="3378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40458B"/>
                </a:solidFill>
                <a:latin typeface="黑体"/>
                <a:cs typeface="黑体"/>
              </a:rPr>
              <a:t>同步总线不需要考虑时序</a:t>
            </a:r>
            <a:endParaRPr sz="2400">
              <a:latin typeface="黑体"/>
              <a:cs typeface="黑体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1108075" y="2843276"/>
            <a:ext cx="527050" cy="527050"/>
            <a:chOff x="1108075" y="2843276"/>
            <a:chExt cx="527050" cy="527050"/>
          </a:xfrm>
        </p:grpSpPr>
        <p:sp>
          <p:nvSpPr>
            <p:cNvPr id="10" name="object 10" descr=""/>
            <p:cNvSpPr/>
            <p:nvPr/>
          </p:nvSpPr>
          <p:spPr>
            <a:xfrm>
              <a:off x="1114425" y="284962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57175" y="0"/>
                  </a:moveTo>
                  <a:lnTo>
                    <a:pt x="210946" y="4140"/>
                  </a:lnTo>
                  <a:lnTo>
                    <a:pt x="167437" y="16080"/>
                  </a:lnTo>
                  <a:lnTo>
                    <a:pt x="127372" y="35094"/>
                  </a:lnTo>
                  <a:lnTo>
                    <a:pt x="91479" y="60458"/>
                  </a:lnTo>
                  <a:lnTo>
                    <a:pt x="60483" y="91447"/>
                  </a:lnTo>
                  <a:lnTo>
                    <a:pt x="35111" y="127338"/>
                  </a:lnTo>
                  <a:lnTo>
                    <a:pt x="16089" y="167406"/>
                  </a:lnTo>
                  <a:lnTo>
                    <a:pt x="4143" y="210926"/>
                  </a:lnTo>
                  <a:lnTo>
                    <a:pt x="0" y="257175"/>
                  </a:lnTo>
                  <a:lnTo>
                    <a:pt x="4143" y="303389"/>
                  </a:lnTo>
                  <a:lnTo>
                    <a:pt x="16089" y="346892"/>
                  </a:lnTo>
                  <a:lnTo>
                    <a:pt x="35111" y="386954"/>
                  </a:lnTo>
                  <a:lnTo>
                    <a:pt x="60483" y="422849"/>
                  </a:lnTo>
                  <a:lnTo>
                    <a:pt x="91479" y="453849"/>
                  </a:lnTo>
                  <a:lnTo>
                    <a:pt x="127372" y="479227"/>
                  </a:lnTo>
                  <a:lnTo>
                    <a:pt x="167437" y="498254"/>
                  </a:lnTo>
                  <a:lnTo>
                    <a:pt x="210946" y="510204"/>
                  </a:lnTo>
                  <a:lnTo>
                    <a:pt x="257175" y="514350"/>
                  </a:lnTo>
                  <a:lnTo>
                    <a:pt x="303389" y="510204"/>
                  </a:lnTo>
                  <a:lnTo>
                    <a:pt x="346892" y="498254"/>
                  </a:lnTo>
                  <a:lnTo>
                    <a:pt x="386954" y="479227"/>
                  </a:lnTo>
                  <a:lnTo>
                    <a:pt x="422849" y="453849"/>
                  </a:lnTo>
                  <a:lnTo>
                    <a:pt x="453849" y="422849"/>
                  </a:lnTo>
                  <a:lnTo>
                    <a:pt x="479227" y="386954"/>
                  </a:lnTo>
                  <a:lnTo>
                    <a:pt x="498254" y="346892"/>
                  </a:lnTo>
                  <a:lnTo>
                    <a:pt x="510204" y="303389"/>
                  </a:lnTo>
                  <a:lnTo>
                    <a:pt x="514350" y="257175"/>
                  </a:lnTo>
                  <a:lnTo>
                    <a:pt x="510204" y="210926"/>
                  </a:lnTo>
                  <a:lnTo>
                    <a:pt x="498254" y="167406"/>
                  </a:lnTo>
                  <a:lnTo>
                    <a:pt x="479227" y="127338"/>
                  </a:lnTo>
                  <a:lnTo>
                    <a:pt x="453849" y="91447"/>
                  </a:lnTo>
                  <a:lnTo>
                    <a:pt x="422849" y="60458"/>
                  </a:lnTo>
                  <a:lnTo>
                    <a:pt x="386954" y="35094"/>
                  </a:lnTo>
                  <a:lnTo>
                    <a:pt x="346892" y="16080"/>
                  </a:lnTo>
                  <a:lnTo>
                    <a:pt x="303389" y="4140"/>
                  </a:lnTo>
                  <a:lnTo>
                    <a:pt x="257175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114425" y="284962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257175"/>
                  </a:moveTo>
                  <a:lnTo>
                    <a:pt x="4143" y="210926"/>
                  </a:lnTo>
                  <a:lnTo>
                    <a:pt x="16089" y="167406"/>
                  </a:lnTo>
                  <a:lnTo>
                    <a:pt x="35111" y="127338"/>
                  </a:lnTo>
                  <a:lnTo>
                    <a:pt x="60483" y="91447"/>
                  </a:lnTo>
                  <a:lnTo>
                    <a:pt x="91479" y="60458"/>
                  </a:lnTo>
                  <a:lnTo>
                    <a:pt x="127372" y="35094"/>
                  </a:lnTo>
                  <a:lnTo>
                    <a:pt x="167437" y="16080"/>
                  </a:lnTo>
                  <a:lnTo>
                    <a:pt x="210946" y="4140"/>
                  </a:lnTo>
                  <a:lnTo>
                    <a:pt x="257175" y="0"/>
                  </a:lnTo>
                  <a:lnTo>
                    <a:pt x="303389" y="4140"/>
                  </a:lnTo>
                  <a:lnTo>
                    <a:pt x="346892" y="16080"/>
                  </a:lnTo>
                  <a:lnTo>
                    <a:pt x="386954" y="35094"/>
                  </a:lnTo>
                  <a:lnTo>
                    <a:pt x="422849" y="60458"/>
                  </a:lnTo>
                  <a:lnTo>
                    <a:pt x="453849" y="91447"/>
                  </a:lnTo>
                  <a:lnTo>
                    <a:pt x="479227" y="127338"/>
                  </a:lnTo>
                  <a:lnTo>
                    <a:pt x="498254" y="167406"/>
                  </a:lnTo>
                  <a:lnTo>
                    <a:pt x="510204" y="210926"/>
                  </a:lnTo>
                  <a:lnTo>
                    <a:pt x="514350" y="257175"/>
                  </a:lnTo>
                  <a:lnTo>
                    <a:pt x="510204" y="303389"/>
                  </a:lnTo>
                  <a:lnTo>
                    <a:pt x="498254" y="346892"/>
                  </a:lnTo>
                  <a:lnTo>
                    <a:pt x="479227" y="386954"/>
                  </a:lnTo>
                  <a:lnTo>
                    <a:pt x="453849" y="422849"/>
                  </a:lnTo>
                  <a:lnTo>
                    <a:pt x="422849" y="453849"/>
                  </a:lnTo>
                  <a:lnTo>
                    <a:pt x="386954" y="479227"/>
                  </a:lnTo>
                  <a:lnTo>
                    <a:pt x="346892" y="498254"/>
                  </a:lnTo>
                  <a:lnTo>
                    <a:pt x="303389" y="510204"/>
                  </a:lnTo>
                  <a:lnTo>
                    <a:pt x="257175" y="514350"/>
                  </a:lnTo>
                  <a:lnTo>
                    <a:pt x="210946" y="510204"/>
                  </a:lnTo>
                  <a:lnTo>
                    <a:pt x="167437" y="498254"/>
                  </a:lnTo>
                  <a:lnTo>
                    <a:pt x="127372" y="479227"/>
                  </a:lnTo>
                  <a:lnTo>
                    <a:pt x="91479" y="453849"/>
                  </a:lnTo>
                  <a:lnTo>
                    <a:pt x="60483" y="422849"/>
                  </a:lnTo>
                  <a:lnTo>
                    <a:pt x="35111" y="386954"/>
                  </a:lnTo>
                  <a:lnTo>
                    <a:pt x="16089" y="346892"/>
                  </a:lnTo>
                  <a:lnTo>
                    <a:pt x="4143" y="303389"/>
                  </a:lnTo>
                  <a:lnTo>
                    <a:pt x="0" y="2571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1287907" y="2965195"/>
            <a:ext cx="16827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solidFill>
                  <a:srgbClr val="FFFFFF"/>
                </a:solidFill>
                <a:latin typeface="微软雅黑"/>
                <a:cs typeface="微软雅黑"/>
              </a:rPr>
              <a:t>A</a:t>
            </a:r>
            <a:endParaRPr sz="1600">
              <a:latin typeface="微软雅黑"/>
              <a:cs typeface="微软雅黑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1101725" y="3694176"/>
            <a:ext cx="539750" cy="539750"/>
            <a:chOff x="1101725" y="3694176"/>
            <a:chExt cx="539750" cy="539750"/>
          </a:xfrm>
        </p:grpSpPr>
        <p:sp>
          <p:nvSpPr>
            <p:cNvPr id="14" name="object 14" descr=""/>
            <p:cNvSpPr/>
            <p:nvPr/>
          </p:nvSpPr>
          <p:spPr>
            <a:xfrm>
              <a:off x="1114425" y="370687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57175" y="0"/>
                  </a:moveTo>
                  <a:lnTo>
                    <a:pt x="210946" y="4140"/>
                  </a:lnTo>
                  <a:lnTo>
                    <a:pt x="167437" y="16080"/>
                  </a:lnTo>
                  <a:lnTo>
                    <a:pt x="127372" y="35094"/>
                  </a:lnTo>
                  <a:lnTo>
                    <a:pt x="91479" y="60458"/>
                  </a:lnTo>
                  <a:lnTo>
                    <a:pt x="60483" y="91447"/>
                  </a:lnTo>
                  <a:lnTo>
                    <a:pt x="35111" y="127338"/>
                  </a:lnTo>
                  <a:lnTo>
                    <a:pt x="16089" y="167406"/>
                  </a:lnTo>
                  <a:lnTo>
                    <a:pt x="4143" y="210926"/>
                  </a:lnTo>
                  <a:lnTo>
                    <a:pt x="0" y="257175"/>
                  </a:lnTo>
                  <a:lnTo>
                    <a:pt x="4143" y="303389"/>
                  </a:lnTo>
                  <a:lnTo>
                    <a:pt x="16089" y="346892"/>
                  </a:lnTo>
                  <a:lnTo>
                    <a:pt x="35111" y="386954"/>
                  </a:lnTo>
                  <a:lnTo>
                    <a:pt x="60483" y="422849"/>
                  </a:lnTo>
                  <a:lnTo>
                    <a:pt x="91479" y="453849"/>
                  </a:lnTo>
                  <a:lnTo>
                    <a:pt x="127372" y="479227"/>
                  </a:lnTo>
                  <a:lnTo>
                    <a:pt x="167437" y="498254"/>
                  </a:lnTo>
                  <a:lnTo>
                    <a:pt x="210946" y="510204"/>
                  </a:lnTo>
                  <a:lnTo>
                    <a:pt x="257175" y="514350"/>
                  </a:lnTo>
                  <a:lnTo>
                    <a:pt x="303389" y="510204"/>
                  </a:lnTo>
                  <a:lnTo>
                    <a:pt x="346892" y="498254"/>
                  </a:lnTo>
                  <a:lnTo>
                    <a:pt x="386954" y="479227"/>
                  </a:lnTo>
                  <a:lnTo>
                    <a:pt x="422849" y="453849"/>
                  </a:lnTo>
                  <a:lnTo>
                    <a:pt x="453849" y="422849"/>
                  </a:lnTo>
                  <a:lnTo>
                    <a:pt x="479227" y="386954"/>
                  </a:lnTo>
                  <a:lnTo>
                    <a:pt x="498254" y="346892"/>
                  </a:lnTo>
                  <a:lnTo>
                    <a:pt x="510204" y="303389"/>
                  </a:lnTo>
                  <a:lnTo>
                    <a:pt x="514350" y="257175"/>
                  </a:lnTo>
                  <a:lnTo>
                    <a:pt x="510204" y="210926"/>
                  </a:lnTo>
                  <a:lnTo>
                    <a:pt x="498254" y="167406"/>
                  </a:lnTo>
                  <a:lnTo>
                    <a:pt x="479227" y="127338"/>
                  </a:lnTo>
                  <a:lnTo>
                    <a:pt x="453849" y="91447"/>
                  </a:lnTo>
                  <a:lnTo>
                    <a:pt x="422849" y="60458"/>
                  </a:lnTo>
                  <a:lnTo>
                    <a:pt x="386954" y="35094"/>
                  </a:lnTo>
                  <a:lnTo>
                    <a:pt x="346892" y="16080"/>
                  </a:lnTo>
                  <a:lnTo>
                    <a:pt x="303389" y="4140"/>
                  </a:lnTo>
                  <a:lnTo>
                    <a:pt x="257175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114425" y="370687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257175"/>
                  </a:moveTo>
                  <a:lnTo>
                    <a:pt x="4143" y="210926"/>
                  </a:lnTo>
                  <a:lnTo>
                    <a:pt x="16089" y="167406"/>
                  </a:lnTo>
                  <a:lnTo>
                    <a:pt x="35111" y="127338"/>
                  </a:lnTo>
                  <a:lnTo>
                    <a:pt x="60483" y="91447"/>
                  </a:lnTo>
                  <a:lnTo>
                    <a:pt x="91479" y="60458"/>
                  </a:lnTo>
                  <a:lnTo>
                    <a:pt x="127372" y="35094"/>
                  </a:lnTo>
                  <a:lnTo>
                    <a:pt x="167437" y="16080"/>
                  </a:lnTo>
                  <a:lnTo>
                    <a:pt x="210946" y="4140"/>
                  </a:lnTo>
                  <a:lnTo>
                    <a:pt x="257175" y="0"/>
                  </a:lnTo>
                  <a:lnTo>
                    <a:pt x="303389" y="4140"/>
                  </a:lnTo>
                  <a:lnTo>
                    <a:pt x="346892" y="16080"/>
                  </a:lnTo>
                  <a:lnTo>
                    <a:pt x="386954" y="35094"/>
                  </a:lnTo>
                  <a:lnTo>
                    <a:pt x="422849" y="60458"/>
                  </a:lnTo>
                  <a:lnTo>
                    <a:pt x="453849" y="91447"/>
                  </a:lnTo>
                  <a:lnTo>
                    <a:pt x="479227" y="127338"/>
                  </a:lnTo>
                  <a:lnTo>
                    <a:pt x="498254" y="167406"/>
                  </a:lnTo>
                  <a:lnTo>
                    <a:pt x="510204" y="210926"/>
                  </a:lnTo>
                  <a:lnTo>
                    <a:pt x="514350" y="257175"/>
                  </a:lnTo>
                  <a:lnTo>
                    <a:pt x="510204" y="303389"/>
                  </a:lnTo>
                  <a:lnTo>
                    <a:pt x="498254" y="346892"/>
                  </a:lnTo>
                  <a:lnTo>
                    <a:pt x="479227" y="386954"/>
                  </a:lnTo>
                  <a:lnTo>
                    <a:pt x="453849" y="422849"/>
                  </a:lnTo>
                  <a:lnTo>
                    <a:pt x="422849" y="453849"/>
                  </a:lnTo>
                  <a:lnTo>
                    <a:pt x="386954" y="479227"/>
                  </a:lnTo>
                  <a:lnTo>
                    <a:pt x="346892" y="498254"/>
                  </a:lnTo>
                  <a:lnTo>
                    <a:pt x="303389" y="510204"/>
                  </a:lnTo>
                  <a:lnTo>
                    <a:pt x="257175" y="514350"/>
                  </a:lnTo>
                  <a:lnTo>
                    <a:pt x="210946" y="510204"/>
                  </a:lnTo>
                  <a:lnTo>
                    <a:pt x="167437" y="498254"/>
                  </a:lnTo>
                  <a:lnTo>
                    <a:pt x="127372" y="479227"/>
                  </a:lnTo>
                  <a:lnTo>
                    <a:pt x="91479" y="453849"/>
                  </a:lnTo>
                  <a:lnTo>
                    <a:pt x="60483" y="422849"/>
                  </a:lnTo>
                  <a:lnTo>
                    <a:pt x="35111" y="386954"/>
                  </a:lnTo>
                  <a:lnTo>
                    <a:pt x="16089" y="346892"/>
                  </a:lnTo>
                  <a:lnTo>
                    <a:pt x="4143" y="303389"/>
                  </a:lnTo>
                  <a:lnTo>
                    <a:pt x="0" y="257175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1295527" y="3822572"/>
            <a:ext cx="1530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solidFill>
                  <a:srgbClr val="FFFFFF"/>
                </a:solidFill>
                <a:latin typeface="微软雅黑"/>
                <a:cs typeface="微软雅黑"/>
              </a:rPr>
              <a:t>B</a:t>
            </a:r>
            <a:endParaRPr sz="1600">
              <a:latin typeface="微软雅黑"/>
              <a:cs typeface="微软雅黑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1108075" y="4557776"/>
            <a:ext cx="527050" cy="527050"/>
            <a:chOff x="1108075" y="4557776"/>
            <a:chExt cx="527050" cy="527050"/>
          </a:xfrm>
        </p:grpSpPr>
        <p:sp>
          <p:nvSpPr>
            <p:cNvPr id="18" name="object 18" descr=""/>
            <p:cNvSpPr/>
            <p:nvPr/>
          </p:nvSpPr>
          <p:spPr>
            <a:xfrm>
              <a:off x="1114425" y="456412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57175" y="0"/>
                  </a:moveTo>
                  <a:lnTo>
                    <a:pt x="210946" y="4140"/>
                  </a:lnTo>
                  <a:lnTo>
                    <a:pt x="167437" y="16080"/>
                  </a:lnTo>
                  <a:lnTo>
                    <a:pt x="127372" y="35094"/>
                  </a:lnTo>
                  <a:lnTo>
                    <a:pt x="91479" y="60458"/>
                  </a:lnTo>
                  <a:lnTo>
                    <a:pt x="60483" y="91447"/>
                  </a:lnTo>
                  <a:lnTo>
                    <a:pt x="35111" y="127338"/>
                  </a:lnTo>
                  <a:lnTo>
                    <a:pt x="16089" y="167406"/>
                  </a:lnTo>
                  <a:lnTo>
                    <a:pt x="4143" y="210926"/>
                  </a:lnTo>
                  <a:lnTo>
                    <a:pt x="0" y="257175"/>
                  </a:lnTo>
                  <a:lnTo>
                    <a:pt x="4143" y="303389"/>
                  </a:lnTo>
                  <a:lnTo>
                    <a:pt x="16089" y="346892"/>
                  </a:lnTo>
                  <a:lnTo>
                    <a:pt x="35111" y="386954"/>
                  </a:lnTo>
                  <a:lnTo>
                    <a:pt x="60483" y="422849"/>
                  </a:lnTo>
                  <a:lnTo>
                    <a:pt x="91479" y="453849"/>
                  </a:lnTo>
                  <a:lnTo>
                    <a:pt x="127372" y="479227"/>
                  </a:lnTo>
                  <a:lnTo>
                    <a:pt x="167437" y="498254"/>
                  </a:lnTo>
                  <a:lnTo>
                    <a:pt x="210946" y="510204"/>
                  </a:lnTo>
                  <a:lnTo>
                    <a:pt x="257175" y="514350"/>
                  </a:lnTo>
                  <a:lnTo>
                    <a:pt x="303389" y="510204"/>
                  </a:lnTo>
                  <a:lnTo>
                    <a:pt x="346892" y="498254"/>
                  </a:lnTo>
                  <a:lnTo>
                    <a:pt x="386954" y="479227"/>
                  </a:lnTo>
                  <a:lnTo>
                    <a:pt x="422849" y="453849"/>
                  </a:lnTo>
                  <a:lnTo>
                    <a:pt x="453849" y="422849"/>
                  </a:lnTo>
                  <a:lnTo>
                    <a:pt x="479227" y="386954"/>
                  </a:lnTo>
                  <a:lnTo>
                    <a:pt x="498254" y="346892"/>
                  </a:lnTo>
                  <a:lnTo>
                    <a:pt x="510204" y="303389"/>
                  </a:lnTo>
                  <a:lnTo>
                    <a:pt x="514350" y="257175"/>
                  </a:lnTo>
                  <a:lnTo>
                    <a:pt x="510204" y="210926"/>
                  </a:lnTo>
                  <a:lnTo>
                    <a:pt x="498254" y="167406"/>
                  </a:lnTo>
                  <a:lnTo>
                    <a:pt x="479227" y="127338"/>
                  </a:lnTo>
                  <a:lnTo>
                    <a:pt x="453849" y="91447"/>
                  </a:lnTo>
                  <a:lnTo>
                    <a:pt x="422849" y="60458"/>
                  </a:lnTo>
                  <a:lnTo>
                    <a:pt x="386954" y="35094"/>
                  </a:lnTo>
                  <a:lnTo>
                    <a:pt x="346892" y="16080"/>
                  </a:lnTo>
                  <a:lnTo>
                    <a:pt x="303389" y="4140"/>
                  </a:lnTo>
                  <a:lnTo>
                    <a:pt x="257175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114425" y="456412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257175"/>
                  </a:moveTo>
                  <a:lnTo>
                    <a:pt x="4143" y="210926"/>
                  </a:lnTo>
                  <a:lnTo>
                    <a:pt x="16089" y="167406"/>
                  </a:lnTo>
                  <a:lnTo>
                    <a:pt x="35111" y="127338"/>
                  </a:lnTo>
                  <a:lnTo>
                    <a:pt x="60483" y="91447"/>
                  </a:lnTo>
                  <a:lnTo>
                    <a:pt x="91479" y="60458"/>
                  </a:lnTo>
                  <a:lnTo>
                    <a:pt x="127372" y="35094"/>
                  </a:lnTo>
                  <a:lnTo>
                    <a:pt x="167437" y="16080"/>
                  </a:lnTo>
                  <a:lnTo>
                    <a:pt x="210946" y="4140"/>
                  </a:lnTo>
                  <a:lnTo>
                    <a:pt x="257175" y="0"/>
                  </a:lnTo>
                  <a:lnTo>
                    <a:pt x="303389" y="4140"/>
                  </a:lnTo>
                  <a:lnTo>
                    <a:pt x="346892" y="16080"/>
                  </a:lnTo>
                  <a:lnTo>
                    <a:pt x="386954" y="35094"/>
                  </a:lnTo>
                  <a:lnTo>
                    <a:pt x="422849" y="60458"/>
                  </a:lnTo>
                  <a:lnTo>
                    <a:pt x="453849" y="91447"/>
                  </a:lnTo>
                  <a:lnTo>
                    <a:pt x="479227" y="127338"/>
                  </a:lnTo>
                  <a:lnTo>
                    <a:pt x="498254" y="167406"/>
                  </a:lnTo>
                  <a:lnTo>
                    <a:pt x="510204" y="210926"/>
                  </a:lnTo>
                  <a:lnTo>
                    <a:pt x="514350" y="257175"/>
                  </a:lnTo>
                  <a:lnTo>
                    <a:pt x="510204" y="303389"/>
                  </a:lnTo>
                  <a:lnTo>
                    <a:pt x="498254" y="346892"/>
                  </a:lnTo>
                  <a:lnTo>
                    <a:pt x="479227" y="386954"/>
                  </a:lnTo>
                  <a:lnTo>
                    <a:pt x="453849" y="422849"/>
                  </a:lnTo>
                  <a:lnTo>
                    <a:pt x="422849" y="453849"/>
                  </a:lnTo>
                  <a:lnTo>
                    <a:pt x="386954" y="479227"/>
                  </a:lnTo>
                  <a:lnTo>
                    <a:pt x="346892" y="498254"/>
                  </a:lnTo>
                  <a:lnTo>
                    <a:pt x="303389" y="510204"/>
                  </a:lnTo>
                  <a:lnTo>
                    <a:pt x="257175" y="514350"/>
                  </a:lnTo>
                  <a:lnTo>
                    <a:pt x="210946" y="510204"/>
                  </a:lnTo>
                  <a:lnTo>
                    <a:pt x="167437" y="498254"/>
                  </a:lnTo>
                  <a:lnTo>
                    <a:pt x="127372" y="479227"/>
                  </a:lnTo>
                  <a:lnTo>
                    <a:pt x="91479" y="453849"/>
                  </a:lnTo>
                  <a:lnTo>
                    <a:pt x="60483" y="422849"/>
                  </a:lnTo>
                  <a:lnTo>
                    <a:pt x="35111" y="386954"/>
                  </a:lnTo>
                  <a:lnTo>
                    <a:pt x="16089" y="346892"/>
                  </a:lnTo>
                  <a:lnTo>
                    <a:pt x="4143" y="303389"/>
                  </a:lnTo>
                  <a:lnTo>
                    <a:pt x="0" y="2571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1290955" y="4679645"/>
            <a:ext cx="16129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solidFill>
                  <a:srgbClr val="FFFFFF"/>
                </a:solidFill>
                <a:latin typeface="微软雅黑"/>
                <a:cs typeface="微软雅黑"/>
              </a:rPr>
              <a:t>C</a:t>
            </a:r>
            <a:endParaRPr sz="1600">
              <a:latin typeface="微软雅黑"/>
              <a:cs typeface="微软雅黑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1108075" y="5415026"/>
            <a:ext cx="527050" cy="527050"/>
            <a:chOff x="1108075" y="5415026"/>
            <a:chExt cx="527050" cy="527050"/>
          </a:xfrm>
        </p:grpSpPr>
        <p:sp>
          <p:nvSpPr>
            <p:cNvPr id="22" name="object 22" descr=""/>
            <p:cNvSpPr/>
            <p:nvPr/>
          </p:nvSpPr>
          <p:spPr>
            <a:xfrm>
              <a:off x="1114425" y="542137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57175" y="0"/>
                  </a:moveTo>
                  <a:lnTo>
                    <a:pt x="210946" y="4140"/>
                  </a:lnTo>
                  <a:lnTo>
                    <a:pt x="167437" y="16079"/>
                  </a:lnTo>
                  <a:lnTo>
                    <a:pt x="127372" y="35091"/>
                  </a:lnTo>
                  <a:lnTo>
                    <a:pt x="91479" y="60452"/>
                  </a:lnTo>
                  <a:lnTo>
                    <a:pt x="60483" y="91436"/>
                  </a:lnTo>
                  <a:lnTo>
                    <a:pt x="35111" y="127319"/>
                  </a:lnTo>
                  <a:lnTo>
                    <a:pt x="16089" y="167376"/>
                  </a:lnTo>
                  <a:lnTo>
                    <a:pt x="4143" y="210882"/>
                  </a:lnTo>
                  <a:lnTo>
                    <a:pt x="0" y="257111"/>
                  </a:lnTo>
                  <a:lnTo>
                    <a:pt x="4143" y="303339"/>
                  </a:lnTo>
                  <a:lnTo>
                    <a:pt x="16089" y="346849"/>
                  </a:lnTo>
                  <a:lnTo>
                    <a:pt x="35111" y="386913"/>
                  </a:lnTo>
                  <a:lnTo>
                    <a:pt x="60483" y="422807"/>
                  </a:lnTo>
                  <a:lnTo>
                    <a:pt x="91479" y="453803"/>
                  </a:lnTo>
                  <a:lnTo>
                    <a:pt x="127372" y="479175"/>
                  </a:lnTo>
                  <a:lnTo>
                    <a:pt x="167437" y="498197"/>
                  </a:lnTo>
                  <a:lnTo>
                    <a:pt x="210946" y="510143"/>
                  </a:lnTo>
                  <a:lnTo>
                    <a:pt x="257175" y="514286"/>
                  </a:lnTo>
                  <a:lnTo>
                    <a:pt x="303389" y="510143"/>
                  </a:lnTo>
                  <a:lnTo>
                    <a:pt x="346892" y="498197"/>
                  </a:lnTo>
                  <a:lnTo>
                    <a:pt x="386954" y="479175"/>
                  </a:lnTo>
                  <a:lnTo>
                    <a:pt x="422849" y="453803"/>
                  </a:lnTo>
                  <a:lnTo>
                    <a:pt x="453849" y="422807"/>
                  </a:lnTo>
                  <a:lnTo>
                    <a:pt x="479227" y="386913"/>
                  </a:lnTo>
                  <a:lnTo>
                    <a:pt x="498254" y="346849"/>
                  </a:lnTo>
                  <a:lnTo>
                    <a:pt x="510204" y="303339"/>
                  </a:lnTo>
                  <a:lnTo>
                    <a:pt x="514350" y="257111"/>
                  </a:lnTo>
                  <a:lnTo>
                    <a:pt x="510204" y="210882"/>
                  </a:lnTo>
                  <a:lnTo>
                    <a:pt x="498254" y="167376"/>
                  </a:lnTo>
                  <a:lnTo>
                    <a:pt x="479227" y="127319"/>
                  </a:lnTo>
                  <a:lnTo>
                    <a:pt x="453849" y="91436"/>
                  </a:lnTo>
                  <a:lnTo>
                    <a:pt x="422849" y="60452"/>
                  </a:lnTo>
                  <a:lnTo>
                    <a:pt x="386954" y="35091"/>
                  </a:lnTo>
                  <a:lnTo>
                    <a:pt x="346892" y="16079"/>
                  </a:lnTo>
                  <a:lnTo>
                    <a:pt x="303389" y="4140"/>
                  </a:lnTo>
                  <a:lnTo>
                    <a:pt x="257175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114425" y="542137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257111"/>
                  </a:moveTo>
                  <a:lnTo>
                    <a:pt x="4143" y="210882"/>
                  </a:lnTo>
                  <a:lnTo>
                    <a:pt x="16089" y="167376"/>
                  </a:lnTo>
                  <a:lnTo>
                    <a:pt x="35111" y="127319"/>
                  </a:lnTo>
                  <a:lnTo>
                    <a:pt x="60483" y="91436"/>
                  </a:lnTo>
                  <a:lnTo>
                    <a:pt x="91479" y="60452"/>
                  </a:lnTo>
                  <a:lnTo>
                    <a:pt x="127372" y="35091"/>
                  </a:lnTo>
                  <a:lnTo>
                    <a:pt x="167437" y="16079"/>
                  </a:lnTo>
                  <a:lnTo>
                    <a:pt x="210946" y="4140"/>
                  </a:lnTo>
                  <a:lnTo>
                    <a:pt x="257175" y="0"/>
                  </a:lnTo>
                  <a:lnTo>
                    <a:pt x="303389" y="4140"/>
                  </a:lnTo>
                  <a:lnTo>
                    <a:pt x="346892" y="16079"/>
                  </a:lnTo>
                  <a:lnTo>
                    <a:pt x="386954" y="35091"/>
                  </a:lnTo>
                  <a:lnTo>
                    <a:pt x="422849" y="60452"/>
                  </a:lnTo>
                  <a:lnTo>
                    <a:pt x="453849" y="91436"/>
                  </a:lnTo>
                  <a:lnTo>
                    <a:pt x="479227" y="127319"/>
                  </a:lnTo>
                  <a:lnTo>
                    <a:pt x="498254" y="167376"/>
                  </a:lnTo>
                  <a:lnTo>
                    <a:pt x="510204" y="210882"/>
                  </a:lnTo>
                  <a:lnTo>
                    <a:pt x="514350" y="257111"/>
                  </a:lnTo>
                  <a:lnTo>
                    <a:pt x="510204" y="303339"/>
                  </a:lnTo>
                  <a:lnTo>
                    <a:pt x="498254" y="346849"/>
                  </a:lnTo>
                  <a:lnTo>
                    <a:pt x="479227" y="386913"/>
                  </a:lnTo>
                  <a:lnTo>
                    <a:pt x="453849" y="422807"/>
                  </a:lnTo>
                  <a:lnTo>
                    <a:pt x="422849" y="453803"/>
                  </a:lnTo>
                  <a:lnTo>
                    <a:pt x="386954" y="479175"/>
                  </a:lnTo>
                  <a:lnTo>
                    <a:pt x="346892" y="498197"/>
                  </a:lnTo>
                  <a:lnTo>
                    <a:pt x="303389" y="510143"/>
                  </a:lnTo>
                  <a:lnTo>
                    <a:pt x="257175" y="514286"/>
                  </a:lnTo>
                  <a:lnTo>
                    <a:pt x="210946" y="510143"/>
                  </a:lnTo>
                  <a:lnTo>
                    <a:pt x="167437" y="498197"/>
                  </a:lnTo>
                  <a:lnTo>
                    <a:pt x="127372" y="479175"/>
                  </a:lnTo>
                  <a:lnTo>
                    <a:pt x="91479" y="453803"/>
                  </a:lnTo>
                  <a:lnTo>
                    <a:pt x="60483" y="422807"/>
                  </a:lnTo>
                  <a:lnTo>
                    <a:pt x="35111" y="386913"/>
                  </a:lnTo>
                  <a:lnTo>
                    <a:pt x="16089" y="346849"/>
                  </a:lnTo>
                  <a:lnTo>
                    <a:pt x="4143" y="303339"/>
                  </a:lnTo>
                  <a:lnTo>
                    <a:pt x="0" y="257111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1281811" y="5537708"/>
            <a:ext cx="18034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solidFill>
                  <a:srgbClr val="FFFFFF"/>
                </a:solidFill>
                <a:latin typeface="微软雅黑"/>
                <a:cs typeface="微软雅黑"/>
              </a:rPr>
              <a:t>D</a:t>
            </a:r>
            <a:endParaRPr sz="1600">
              <a:latin typeface="微软雅黑"/>
              <a:cs typeface="微软雅黑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6472301" y="5800725"/>
            <a:ext cx="1581150" cy="449580"/>
            <a:chOff x="6472301" y="5800725"/>
            <a:chExt cx="1581150" cy="449580"/>
          </a:xfrm>
        </p:grpSpPr>
        <p:sp>
          <p:nvSpPr>
            <p:cNvPr id="26" name="object 26" descr=""/>
            <p:cNvSpPr/>
            <p:nvPr/>
          </p:nvSpPr>
          <p:spPr>
            <a:xfrm>
              <a:off x="6491351" y="5819775"/>
              <a:ext cx="1543050" cy="411480"/>
            </a:xfrm>
            <a:custGeom>
              <a:avLst/>
              <a:gdLst/>
              <a:ahLst/>
              <a:cxnLst/>
              <a:rect l="l" t="t" r="r" b="b"/>
              <a:pathLst>
                <a:path w="1543050" h="411479">
                  <a:moveTo>
                    <a:pt x="1474470" y="0"/>
                  </a:moveTo>
                  <a:lnTo>
                    <a:pt x="68452" y="0"/>
                  </a:lnTo>
                  <a:lnTo>
                    <a:pt x="41790" y="5385"/>
                  </a:lnTo>
                  <a:lnTo>
                    <a:pt x="20034" y="20072"/>
                  </a:lnTo>
                  <a:lnTo>
                    <a:pt x="5373" y="41855"/>
                  </a:lnTo>
                  <a:lnTo>
                    <a:pt x="0" y="68529"/>
                  </a:lnTo>
                  <a:lnTo>
                    <a:pt x="0" y="342633"/>
                  </a:lnTo>
                  <a:lnTo>
                    <a:pt x="5373" y="369307"/>
                  </a:lnTo>
                  <a:lnTo>
                    <a:pt x="20034" y="391090"/>
                  </a:lnTo>
                  <a:lnTo>
                    <a:pt x="41790" y="405776"/>
                  </a:lnTo>
                  <a:lnTo>
                    <a:pt x="68452" y="411162"/>
                  </a:lnTo>
                  <a:lnTo>
                    <a:pt x="1474470" y="411162"/>
                  </a:lnTo>
                  <a:lnTo>
                    <a:pt x="1501151" y="405776"/>
                  </a:lnTo>
                  <a:lnTo>
                    <a:pt x="1522952" y="391090"/>
                  </a:lnTo>
                  <a:lnTo>
                    <a:pt x="1537656" y="369307"/>
                  </a:lnTo>
                  <a:lnTo>
                    <a:pt x="1543050" y="342633"/>
                  </a:lnTo>
                  <a:lnTo>
                    <a:pt x="1543050" y="68529"/>
                  </a:lnTo>
                  <a:lnTo>
                    <a:pt x="1537656" y="41855"/>
                  </a:lnTo>
                  <a:lnTo>
                    <a:pt x="1522952" y="20072"/>
                  </a:lnTo>
                  <a:lnTo>
                    <a:pt x="1501151" y="5385"/>
                  </a:lnTo>
                  <a:lnTo>
                    <a:pt x="1474470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6491351" y="5819775"/>
              <a:ext cx="1543050" cy="411480"/>
            </a:xfrm>
            <a:custGeom>
              <a:avLst/>
              <a:gdLst/>
              <a:ahLst/>
              <a:cxnLst/>
              <a:rect l="l" t="t" r="r" b="b"/>
              <a:pathLst>
                <a:path w="1543050" h="411479">
                  <a:moveTo>
                    <a:pt x="0" y="68529"/>
                  </a:moveTo>
                  <a:lnTo>
                    <a:pt x="5373" y="41855"/>
                  </a:lnTo>
                  <a:lnTo>
                    <a:pt x="20034" y="20072"/>
                  </a:lnTo>
                  <a:lnTo>
                    <a:pt x="41790" y="5385"/>
                  </a:lnTo>
                  <a:lnTo>
                    <a:pt x="68452" y="0"/>
                  </a:lnTo>
                  <a:lnTo>
                    <a:pt x="1474470" y="0"/>
                  </a:lnTo>
                  <a:lnTo>
                    <a:pt x="1501151" y="5385"/>
                  </a:lnTo>
                  <a:lnTo>
                    <a:pt x="1522952" y="20072"/>
                  </a:lnTo>
                  <a:lnTo>
                    <a:pt x="1537656" y="41855"/>
                  </a:lnTo>
                  <a:lnTo>
                    <a:pt x="1543050" y="68529"/>
                  </a:lnTo>
                  <a:lnTo>
                    <a:pt x="1543050" y="342633"/>
                  </a:lnTo>
                  <a:lnTo>
                    <a:pt x="1537656" y="369307"/>
                  </a:lnTo>
                  <a:lnTo>
                    <a:pt x="1522952" y="391090"/>
                  </a:lnTo>
                  <a:lnTo>
                    <a:pt x="1501151" y="405776"/>
                  </a:lnTo>
                  <a:lnTo>
                    <a:pt x="1474470" y="411162"/>
                  </a:lnTo>
                  <a:lnTo>
                    <a:pt x="68452" y="411162"/>
                  </a:lnTo>
                  <a:lnTo>
                    <a:pt x="41790" y="405776"/>
                  </a:lnTo>
                  <a:lnTo>
                    <a:pt x="20034" y="391090"/>
                  </a:lnTo>
                  <a:lnTo>
                    <a:pt x="5373" y="369307"/>
                  </a:lnTo>
                  <a:lnTo>
                    <a:pt x="0" y="342633"/>
                  </a:lnTo>
                  <a:lnTo>
                    <a:pt x="0" y="68529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7048881" y="5884570"/>
            <a:ext cx="43116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40">
                <a:solidFill>
                  <a:srgbClr val="FFFFFF"/>
                </a:solidFill>
                <a:latin typeface="微软雅黑"/>
                <a:cs typeface="微软雅黑"/>
              </a:rPr>
              <a:t>提交</a:t>
            </a:r>
            <a:endParaRPr sz="1600">
              <a:latin typeface="微软雅黑"/>
              <a:cs typeface="微软雅黑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30" name="object 30" descr=""/>
            <p:cNvSpPr/>
            <p:nvPr/>
          </p:nvSpPr>
          <p:spPr>
            <a:xfrm>
              <a:off x="190500" y="0"/>
              <a:ext cx="8953500" cy="635000"/>
            </a:xfrm>
            <a:custGeom>
              <a:avLst/>
              <a:gdLst/>
              <a:ahLst/>
              <a:cxnLst/>
              <a:rect l="l" t="t" r="r" b="b"/>
              <a:pathLst>
                <a:path w="8953500" h="635000">
                  <a:moveTo>
                    <a:pt x="0" y="635000"/>
                  </a:moveTo>
                  <a:lnTo>
                    <a:pt x="8953500" y="635000"/>
                  </a:lnTo>
                  <a:lnTo>
                    <a:pt x="8953500" y="0"/>
                  </a:lnTo>
                  <a:lnTo>
                    <a:pt x="0" y="0"/>
                  </a:lnTo>
                  <a:lnTo>
                    <a:pt x="0" y="635000"/>
                  </a:lnTo>
                  <a:close/>
                </a:path>
              </a:pathLst>
            </a:custGeom>
            <a:solidFill>
              <a:srgbClr val="F6F7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0" y="0"/>
              <a:ext cx="190500" cy="635000"/>
            </a:xfrm>
            <a:custGeom>
              <a:avLst/>
              <a:gdLst/>
              <a:ahLst/>
              <a:cxnLst/>
              <a:rect l="l" t="t" r="r" b="b"/>
              <a:pathLst>
                <a:path w="190500" h="635000">
                  <a:moveTo>
                    <a:pt x="190500" y="0"/>
                  </a:moveTo>
                  <a:lnTo>
                    <a:pt x="0" y="0"/>
                  </a:lnTo>
                  <a:lnTo>
                    <a:pt x="0" y="635000"/>
                  </a:lnTo>
                  <a:lnTo>
                    <a:pt x="190500" y="635000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629EF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 descr=""/>
          <p:cNvSpPr txBox="1"/>
          <p:nvPr/>
        </p:nvSpPr>
        <p:spPr>
          <a:xfrm>
            <a:off x="332943" y="93090"/>
            <a:ext cx="1017905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spc="-20">
                <a:latin typeface="微软雅黑"/>
                <a:cs typeface="微软雅黑"/>
              </a:rPr>
              <a:t>单选题</a:t>
            </a:r>
            <a:endParaRPr sz="2600">
              <a:latin typeface="微软雅黑"/>
              <a:cs typeface="微软雅黑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1604899" y="187578"/>
            <a:ext cx="429259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808080"/>
                </a:solidFill>
                <a:latin typeface="微软雅黑"/>
                <a:cs typeface="微软雅黑"/>
              </a:rPr>
              <a:t>1</a:t>
            </a:r>
            <a:r>
              <a:rPr dirty="0" sz="2000" spc="-50">
                <a:solidFill>
                  <a:srgbClr val="808080"/>
                </a:solidFill>
                <a:latin typeface="微软雅黑"/>
                <a:cs typeface="微软雅黑"/>
              </a:rPr>
              <a:t>分</a:t>
            </a:r>
            <a:endParaRPr sz="2000">
              <a:latin typeface="微软雅黑"/>
              <a:cs typeface="微软雅黑"/>
            </a:endParaRPr>
          </a:p>
        </p:txBody>
      </p:sp>
      <p:pic>
        <p:nvPicPr>
          <p:cNvPr id="34" name="object 3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53605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34809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15" b="1">
                <a:solidFill>
                  <a:srgbClr val="40458B"/>
                </a:solidFill>
                <a:latin typeface="宋体"/>
                <a:cs typeface="宋体"/>
              </a:rPr>
              <a:t>58/81</a:t>
            </a:r>
            <a:endParaRPr baseline="1736" sz="2400">
              <a:latin typeface="宋体"/>
              <a:cs typeface="宋体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93444" y="1284224"/>
            <a:ext cx="6964045" cy="8191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u="none" sz="2600" spc="-20">
                <a:solidFill>
                  <a:srgbClr val="000000"/>
                </a:solidFill>
                <a:latin typeface="微软雅黑"/>
                <a:cs typeface="微软雅黑"/>
              </a:rPr>
              <a:t>在同步总线中，总线时钟频率必须按总线上最慢</a:t>
            </a:r>
            <a:r>
              <a:rPr dirty="0" u="none" sz="2600" spc="-15">
                <a:solidFill>
                  <a:srgbClr val="000000"/>
                </a:solidFill>
                <a:latin typeface="微软雅黑"/>
                <a:cs typeface="微软雅黑"/>
              </a:rPr>
              <a:t>设备的速度来确定。</a:t>
            </a:r>
            <a:endParaRPr sz="2600">
              <a:latin typeface="微软雅黑"/>
              <a:cs typeface="微软雅黑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907794" y="2883788"/>
            <a:ext cx="356235" cy="4222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00" spc="-50">
                <a:latin typeface="微软雅黑"/>
                <a:cs typeface="微软雅黑"/>
              </a:rPr>
              <a:t>对</a:t>
            </a:r>
            <a:endParaRPr sz="2600">
              <a:latin typeface="微软雅黑"/>
              <a:cs typeface="微软雅黑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907794" y="3741165"/>
            <a:ext cx="356235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spc="-50">
                <a:latin typeface="微软雅黑"/>
                <a:cs typeface="微软雅黑"/>
              </a:rPr>
              <a:t>错</a:t>
            </a:r>
            <a:endParaRPr sz="2600">
              <a:latin typeface="微软雅黑"/>
              <a:cs typeface="微软雅黑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1101725" y="2836926"/>
            <a:ext cx="539750" cy="539750"/>
            <a:chOff x="1101725" y="2836926"/>
            <a:chExt cx="539750" cy="539750"/>
          </a:xfrm>
        </p:grpSpPr>
        <p:sp>
          <p:nvSpPr>
            <p:cNvPr id="8" name="object 8" descr=""/>
            <p:cNvSpPr/>
            <p:nvPr/>
          </p:nvSpPr>
          <p:spPr>
            <a:xfrm>
              <a:off x="1114425" y="284962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57175" y="0"/>
                  </a:moveTo>
                  <a:lnTo>
                    <a:pt x="210946" y="4140"/>
                  </a:lnTo>
                  <a:lnTo>
                    <a:pt x="167437" y="16080"/>
                  </a:lnTo>
                  <a:lnTo>
                    <a:pt x="127372" y="35094"/>
                  </a:lnTo>
                  <a:lnTo>
                    <a:pt x="91479" y="60458"/>
                  </a:lnTo>
                  <a:lnTo>
                    <a:pt x="60483" y="91447"/>
                  </a:lnTo>
                  <a:lnTo>
                    <a:pt x="35111" y="127338"/>
                  </a:lnTo>
                  <a:lnTo>
                    <a:pt x="16089" y="167406"/>
                  </a:lnTo>
                  <a:lnTo>
                    <a:pt x="4143" y="210926"/>
                  </a:lnTo>
                  <a:lnTo>
                    <a:pt x="0" y="257175"/>
                  </a:lnTo>
                  <a:lnTo>
                    <a:pt x="4143" y="303389"/>
                  </a:lnTo>
                  <a:lnTo>
                    <a:pt x="16089" y="346892"/>
                  </a:lnTo>
                  <a:lnTo>
                    <a:pt x="35111" y="386954"/>
                  </a:lnTo>
                  <a:lnTo>
                    <a:pt x="60483" y="422849"/>
                  </a:lnTo>
                  <a:lnTo>
                    <a:pt x="91479" y="453849"/>
                  </a:lnTo>
                  <a:lnTo>
                    <a:pt x="127372" y="479227"/>
                  </a:lnTo>
                  <a:lnTo>
                    <a:pt x="167437" y="498254"/>
                  </a:lnTo>
                  <a:lnTo>
                    <a:pt x="210946" y="510204"/>
                  </a:lnTo>
                  <a:lnTo>
                    <a:pt x="257175" y="514350"/>
                  </a:lnTo>
                  <a:lnTo>
                    <a:pt x="303389" y="510204"/>
                  </a:lnTo>
                  <a:lnTo>
                    <a:pt x="346892" y="498254"/>
                  </a:lnTo>
                  <a:lnTo>
                    <a:pt x="386954" y="479227"/>
                  </a:lnTo>
                  <a:lnTo>
                    <a:pt x="422849" y="453849"/>
                  </a:lnTo>
                  <a:lnTo>
                    <a:pt x="453849" y="422849"/>
                  </a:lnTo>
                  <a:lnTo>
                    <a:pt x="479227" y="386954"/>
                  </a:lnTo>
                  <a:lnTo>
                    <a:pt x="498254" y="346892"/>
                  </a:lnTo>
                  <a:lnTo>
                    <a:pt x="510204" y="303389"/>
                  </a:lnTo>
                  <a:lnTo>
                    <a:pt x="514350" y="257175"/>
                  </a:lnTo>
                  <a:lnTo>
                    <a:pt x="510204" y="210926"/>
                  </a:lnTo>
                  <a:lnTo>
                    <a:pt x="498254" y="167406"/>
                  </a:lnTo>
                  <a:lnTo>
                    <a:pt x="479227" y="127338"/>
                  </a:lnTo>
                  <a:lnTo>
                    <a:pt x="453849" y="91447"/>
                  </a:lnTo>
                  <a:lnTo>
                    <a:pt x="422849" y="60458"/>
                  </a:lnTo>
                  <a:lnTo>
                    <a:pt x="386954" y="35094"/>
                  </a:lnTo>
                  <a:lnTo>
                    <a:pt x="346892" y="16080"/>
                  </a:lnTo>
                  <a:lnTo>
                    <a:pt x="303389" y="4140"/>
                  </a:lnTo>
                  <a:lnTo>
                    <a:pt x="257175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114425" y="284962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257175"/>
                  </a:moveTo>
                  <a:lnTo>
                    <a:pt x="4143" y="210926"/>
                  </a:lnTo>
                  <a:lnTo>
                    <a:pt x="16089" y="167406"/>
                  </a:lnTo>
                  <a:lnTo>
                    <a:pt x="35111" y="127338"/>
                  </a:lnTo>
                  <a:lnTo>
                    <a:pt x="60483" y="91447"/>
                  </a:lnTo>
                  <a:lnTo>
                    <a:pt x="91479" y="60458"/>
                  </a:lnTo>
                  <a:lnTo>
                    <a:pt x="127372" y="35094"/>
                  </a:lnTo>
                  <a:lnTo>
                    <a:pt x="167437" y="16080"/>
                  </a:lnTo>
                  <a:lnTo>
                    <a:pt x="210946" y="4140"/>
                  </a:lnTo>
                  <a:lnTo>
                    <a:pt x="257175" y="0"/>
                  </a:lnTo>
                  <a:lnTo>
                    <a:pt x="303389" y="4140"/>
                  </a:lnTo>
                  <a:lnTo>
                    <a:pt x="346892" y="16080"/>
                  </a:lnTo>
                  <a:lnTo>
                    <a:pt x="386954" y="35094"/>
                  </a:lnTo>
                  <a:lnTo>
                    <a:pt x="422849" y="60458"/>
                  </a:lnTo>
                  <a:lnTo>
                    <a:pt x="453849" y="91447"/>
                  </a:lnTo>
                  <a:lnTo>
                    <a:pt x="479227" y="127338"/>
                  </a:lnTo>
                  <a:lnTo>
                    <a:pt x="498254" y="167406"/>
                  </a:lnTo>
                  <a:lnTo>
                    <a:pt x="510204" y="210926"/>
                  </a:lnTo>
                  <a:lnTo>
                    <a:pt x="514350" y="257175"/>
                  </a:lnTo>
                  <a:lnTo>
                    <a:pt x="510204" y="303389"/>
                  </a:lnTo>
                  <a:lnTo>
                    <a:pt x="498254" y="346892"/>
                  </a:lnTo>
                  <a:lnTo>
                    <a:pt x="479227" y="386954"/>
                  </a:lnTo>
                  <a:lnTo>
                    <a:pt x="453849" y="422849"/>
                  </a:lnTo>
                  <a:lnTo>
                    <a:pt x="422849" y="453849"/>
                  </a:lnTo>
                  <a:lnTo>
                    <a:pt x="386954" y="479227"/>
                  </a:lnTo>
                  <a:lnTo>
                    <a:pt x="346892" y="498254"/>
                  </a:lnTo>
                  <a:lnTo>
                    <a:pt x="303389" y="510204"/>
                  </a:lnTo>
                  <a:lnTo>
                    <a:pt x="257175" y="514350"/>
                  </a:lnTo>
                  <a:lnTo>
                    <a:pt x="210946" y="510204"/>
                  </a:lnTo>
                  <a:lnTo>
                    <a:pt x="167437" y="498254"/>
                  </a:lnTo>
                  <a:lnTo>
                    <a:pt x="127372" y="479227"/>
                  </a:lnTo>
                  <a:lnTo>
                    <a:pt x="91479" y="453849"/>
                  </a:lnTo>
                  <a:lnTo>
                    <a:pt x="60483" y="422849"/>
                  </a:lnTo>
                  <a:lnTo>
                    <a:pt x="35111" y="386954"/>
                  </a:lnTo>
                  <a:lnTo>
                    <a:pt x="16089" y="346892"/>
                  </a:lnTo>
                  <a:lnTo>
                    <a:pt x="4143" y="303389"/>
                  </a:lnTo>
                  <a:lnTo>
                    <a:pt x="0" y="257175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1287907" y="2965195"/>
            <a:ext cx="16827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solidFill>
                  <a:srgbClr val="FFFFFF"/>
                </a:solidFill>
                <a:latin typeface="微软雅黑"/>
                <a:cs typeface="微软雅黑"/>
              </a:rPr>
              <a:t>A</a:t>
            </a:r>
            <a:endParaRPr sz="1600">
              <a:latin typeface="微软雅黑"/>
              <a:cs typeface="微软雅黑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1108075" y="3700526"/>
            <a:ext cx="527050" cy="527050"/>
            <a:chOff x="1108075" y="3700526"/>
            <a:chExt cx="527050" cy="527050"/>
          </a:xfrm>
        </p:grpSpPr>
        <p:sp>
          <p:nvSpPr>
            <p:cNvPr id="12" name="object 12" descr=""/>
            <p:cNvSpPr/>
            <p:nvPr/>
          </p:nvSpPr>
          <p:spPr>
            <a:xfrm>
              <a:off x="1114425" y="370687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57175" y="0"/>
                  </a:moveTo>
                  <a:lnTo>
                    <a:pt x="210946" y="4140"/>
                  </a:lnTo>
                  <a:lnTo>
                    <a:pt x="167437" y="16080"/>
                  </a:lnTo>
                  <a:lnTo>
                    <a:pt x="127372" y="35094"/>
                  </a:lnTo>
                  <a:lnTo>
                    <a:pt x="91479" y="60458"/>
                  </a:lnTo>
                  <a:lnTo>
                    <a:pt x="60483" y="91447"/>
                  </a:lnTo>
                  <a:lnTo>
                    <a:pt x="35111" y="127338"/>
                  </a:lnTo>
                  <a:lnTo>
                    <a:pt x="16089" y="167406"/>
                  </a:lnTo>
                  <a:lnTo>
                    <a:pt x="4143" y="210926"/>
                  </a:lnTo>
                  <a:lnTo>
                    <a:pt x="0" y="257175"/>
                  </a:lnTo>
                  <a:lnTo>
                    <a:pt x="4143" y="303389"/>
                  </a:lnTo>
                  <a:lnTo>
                    <a:pt x="16089" y="346892"/>
                  </a:lnTo>
                  <a:lnTo>
                    <a:pt x="35111" y="386954"/>
                  </a:lnTo>
                  <a:lnTo>
                    <a:pt x="60483" y="422849"/>
                  </a:lnTo>
                  <a:lnTo>
                    <a:pt x="91479" y="453849"/>
                  </a:lnTo>
                  <a:lnTo>
                    <a:pt x="127372" y="479227"/>
                  </a:lnTo>
                  <a:lnTo>
                    <a:pt x="167437" y="498254"/>
                  </a:lnTo>
                  <a:lnTo>
                    <a:pt x="210946" y="510204"/>
                  </a:lnTo>
                  <a:lnTo>
                    <a:pt x="257175" y="514350"/>
                  </a:lnTo>
                  <a:lnTo>
                    <a:pt x="303389" y="510204"/>
                  </a:lnTo>
                  <a:lnTo>
                    <a:pt x="346892" y="498254"/>
                  </a:lnTo>
                  <a:lnTo>
                    <a:pt x="386954" y="479227"/>
                  </a:lnTo>
                  <a:lnTo>
                    <a:pt x="422849" y="453849"/>
                  </a:lnTo>
                  <a:lnTo>
                    <a:pt x="453849" y="422849"/>
                  </a:lnTo>
                  <a:lnTo>
                    <a:pt x="479227" y="386954"/>
                  </a:lnTo>
                  <a:lnTo>
                    <a:pt x="498254" y="346892"/>
                  </a:lnTo>
                  <a:lnTo>
                    <a:pt x="510204" y="303389"/>
                  </a:lnTo>
                  <a:lnTo>
                    <a:pt x="514350" y="257175"/>
                  </a:lnTo>
                  <a:lnTo>
                    <a:pt x="510204" y="210926"/>
                  </a:lnTo>
                  <a:lnTo>
                    <a:pt x="498254" y="167406"/>
                  </a:lnTo>
                  <a:lnTo>
                    <a:pt x="479227" y="127338"/>
                  </a:lnTo>
                  <a:lnTo>
                    <a:pt x="453849" y="91447"/>
                  </a:lnTo>
                  <a:lnTo>
                    <a:pt x="422849" y="60458"/>
                  </a:lnTo>
                  <a:lnTo>
                    <a:pt x="386954" y="35094"/>
                  </a:lnTo>
                  <a:lnTo>
                    <a:pt x="346892" y="16080"/>
                  </a:lnTo>
                  <a:lnTo>
                    <a:pt x="303389" y="4140"/>
                  </a:lnTo>
                  <a:lnTo>
                    <a:pt x="257175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114425" y="370687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257175"/>
                  </a:moveTo>
                  <a:lnTo>
                    <a:pt x="4143" y="210926"/>
                  </a:lnTo>
                  <a:lnTo>
                    <a:pt x="16089" y="167406"/>
                  </a:lnTo>
                  <a:lnTo>
                    <a:pt x="35111" y="127338"/>
                  </a:lnTo>
                  <a:lnTo>
                    <a:pt x="60483" y="91447"/>
                  </a:lnTo>
                  <a:lnTo>
                    <a:pt x="91479" y="60458"/>
                  </a:lnTo>
                  <a:lnTo>
                    <a:pt x="127372" y="35094"/>
                  </a:lnTo>
                  <a:lnTo>
                    <a:pt x="167437" y="16080"/>
                  </a:lnTo>
                  <a:lnTo>
                    <a:pt x="210946" y="4140"/>
                  </a:lnTo>
                  <a:lnTo>
                    <a:pt x="257175" y="0"/>
                  </a:lnTo>
                  <a:lnTo>
                    <a:pt x="303389" y="4140"/>
                  </a:lnTo>
                  <a:lnTo>
                    <a:pt x="346892" y="16080"/>
                  </a:lnTo>
                  <a:lnTo>
                    <a:pt x="386954" y="35094"/>
                  </a:lnTo>
                  <a:lnTo>
                    <a:pt x="422849" y="60458"/>
                  </a:lnTo>
                  <a:lnTo>
                    <a:pt x="453849" y="91447"/>
                  </a:lnTo>
                  <a:lnTo>
                    <a:pt x="479227" y="127338"/>
                  </a:lnTo>
                  <a:lnTo>
                    <a:pt x="498254" y="167406"/>
                  </a:lnTo>
                  <a:lnTo>
                    <a:pt x="510204" y="210926"/>
                  </a:lnTo>
                  <a:lnTo>
                    <a:pt x="514350" y="257175"/>
                  </a:lnTo>
                  <a:lnTo>
                    <a:pt x="510204" y="303389"/>
                  </a:lnTo>
                  <a:lnTo>
                    <a:pt x="498254" y="346892"/>
                  </a:lnTo>
                  <a:lnTo>
                    <a:pt x="479227" y="386954"/>
                  </a:lnTo>
                  <a:lnTo>
                    <a:pt x="453849" y="422849"/>
                  </a:lnTo>
                  <a:lnTo>
                    <a:pt x="422849" y="453849"/>
                  </a:lnTo>
                  <a:lnTo>
                    <a:pt x="386954" y="479227"/>
                  </a:lnTo>
                  <a:lnTo>
                    <a:pt x="346892" y="498254"/>
                  </a:lnTo>
                  <a:lnTo>
                    <a:pt x="303389" y="510204"/>
                  </a:lnTo>
                  <a:lnTo>
                    <a:pt x="257175" y="514350"/>
                  </a:lnTo>
                  <a:lnTo>
                    <a:pt x="210946" y="510204"/>
                  </a:lnTo>
                  <a:lnTo>
                    <a:pt x="167437" y="498254"/>
                  </a:lnTo>
                  <a:lnTo>
                    <a:pt x="127372" y="479227"/>
                  </a:lnTo>
                  <a:lnTo>
                    <a:pt x="91479" y="453849"/>
                  </a:lnTo>
                  <a:lnTo>
                    <a:pt x="60483" y="422849"/>
                  </a:lnTo>
                  <a:lnTo>
                    <a:pt x="35111" y="386954"/>
                  </a:lnTo>
                  <a:lnTo>
                    <a:pt x="16089" y="346892"/>
                  </a:lnTo>
                  <a:lnTo>
                    <a:pt x="4143" y="303389"/>
                  </a:lnTo>
                  <a:lnTo>
                    <a:pt x="0" y="2571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1295527" y="3822572"/>
            <a:ext cx="1530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solidFill>
                  <a:srgbClr val="FFFFFF"/>
                </a:solidFill>
                <a:latin typeface="微软雅黑"/>
                <a:cs typeface="微软雅黑"/>
              </a:rPr>
              <a:t>B</a:t>
            </a:r>
            <a:endParaRPr sz="1600">
              <a:latin typeface="微软雅黑"/>
              <a:cs typeface="微软雅黑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6137275" y="4922901"/>
            <a:ext cx="1581150" cy="449580"/>
            <a:chOff x="6137275" y="4922901"/>
            <a:chExt cx="1581150" cy="449580"/>
          </a:xfrm>
        </p:grpSpPr>
        <p:sp>
          <p:nvSpPr>
            <p:cNvPr id="16" name="object 16" descr=""/>
            <p:cNvSpPr/>
            <p:nvPr/>
          </p:nvSpPr>
          <p:spPr>
            <a:xfrm>
              <a:off x="6156325" y="4941951"/>
              <a:ext cx="1543050" cy="411480"/>
            </a:xfrm>
            <a:custGeom>
              <a:avLst/>
              <a:gdLst/>
              <a:ahLst/>
              <a:cxnLst/>
              <a:rect l="l" t="t" r="r" b="b"/>
              <a:pathLst>
                <a:path w="1543050" h="411479">
                  <a:moveTo>
                    <a:pt x="1474470" y="0"/>
                  </a:moveTo>
                  <a:lnTo>
                    <a:pt x="68579" y="0"/>
                  </a:lnTo>
                  <a:lnTo>
                    <a:pt x="41898" y="5373"/>
                  </a:lnTo>
                  <a:lnTo>
                    <a:pt x="20097" y="20034"/>
                  </a:lnTo>
                  <a:lnTo>
                    <a:pt x="5393" y="41790"/>
                  </a:lnTo>
                  <a:lnTo>
                    <a:pt x="0" y="68453"/>
                  </a:lnTo>
                  <a:lnTo>
                    <a:pt x="0" y="342519"/>
                  </a:lnTo>
                  <a:lnTo>
                    <a:pt x="5393" y="369200"/>
                  </a:lnTo>
                  <a:lnTo>
                    <a:pt x="20097" y="391001"/>
                  </a:lnTo>
                  <a:lnTo>
                    <a:pt x="41898" y="405705"/>
                  </a:lnTo>
                  <a:lnTo>
                    <a:pt x="68579" y="411099"/>
                  </a:lnTo>
                  <a:lnTo>
                    <a:pt x="1474470" y="411099"/>
                  </a:lnTo>
                  <a:lnTo>
                    <a:pt x="1501151" y="405705"/>
                  </a:lnTo>
                  <a:lnTo>
                    <a:pt x="1522952" y="391001"/>
                  </a:lnTo>
                  <a:lnTo>
                    <a:pt x="1537656" y="369200"/>
                  </a:lnTo>
                  <a:lnTo>
                    <a:pt x="1543050" y="342519"/>
                  </a:lnTo>
                  <a:lnTo>
                    <a:pt x="1543050" y="68453"/>
                  </a:lnTo>
                  <a:lnTo>
                    <a:pt x="1537656" y="41790"/>
                  </a:lnTo>
                  <a:lnTo>
                    <a:pt x="1522952" y="20034"/>
                  </a:lnTo>
                  <a:lnTo>
                    <a:pt x="1501151" y="5373"/>
                  </a:lnTo>
                  <a:lnTo>
                    <a:pt x="1474470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6156325" y="4941951"/>
              <a:ext cx="1543050" cy="411480"/>
            </a:xfrm>
            <a:custGeom>
              <a:avLst/>
              <a:gdLst/>
              <a:ahLst/>
              <a:cxnLst/>
              <a:rect l="l" t="t" r="r" b="b"/>
              <a:pathLst>
                <a:path w="1543050" h="411479">
                  <a:moveTo>
                    <a:pt x="0" y="68453"/>
                  </a:moveTo>
                  <a:lnTo>
                    <a:pt x="5393" y="41790"/>
                  </a:lnTo>
                  <a:lnTo>
                    <a:pt x="20097" y="20034"/>
                  </a:lnTo>
                  <a:lnTo>
                    <a:pt x="41898" y="5373"/>
                  </a:lnTo>
                  <a:lnTo>
                    <a:pt x="68579" y="0"/>
                  </a:lnTo>
                  <a:lnTo>
                    <a:pt x="1474470" y="0"/>
                  </a:lnTo>
                  <a:lnTo>
                    <a:pt x="1501151" y="5373"/>
                  </a:lnTo>
                  <a:lnTo>
                    <a:pt x="1522952" y="20034"/>
                  </a:lnTo>
                  <a:lnTo>
                    <a:pt x="1537656" y="41790"/>
                  </a:lnTo>
                  <a:lnTo>
                    <a:pt x="1543050" y="68453"/>
                  </a:lnTo>
                  <a:lnTo>
                    <a:pt x="1543050" y="342519"/>
                  </a:lnTo>
                  <a:lnTo>
                    <a:pt x="1537656" y="369200"/>
                  </a:lnTo>
                  <a:lnTo>
                    <a:pt x="1522952" y="391001"/>
                  </a:lnTo>
                  <a:lnTo>
                    <a:pt x="1501151" y="405705"/>
                  </a:lnTo>
                  <a:lnTo>
                    <a:pt x="1474470" y="411099"/>
                  </a:lnTo>
                  <a:lnTo>
                    <a:pt x="68579" y="411099"/>
                  </a:lnTo>
                  <a:lnTo>
                    <a:pt x="41898" y="405705"/>
                  </a:lnTo>
                  <a:lnTo>
                    <a:pt x="20097" y="391001"/>
                  </a:lnTo>
                  <a:lnTo>
                    <a:pt x="5393" y="369200"/>
                  </a:lnTo>
                  <a:lnTo>
                    <a:pt x="0" y="342519"/>
                  </a:lnTo>
                  <a:lnTo>
                    <a:pt x="0" y="6845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6713981" y="5006466"/>
            <a:ext cx="43116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40">
                <a:solidFill>
                  <a:srgbClr val="FFFFFF"/>
                </a:solidFill>
                <a:latin typeface="微软雅黑"/>
                <a:cs typeface="微软雅黑"/>
              </a:rPr>
              <a:t>提交</a:t>
            </a:r>
            <a:endParaRPr sz="1600">
              <a:latin typeface="微软雅黑"/>
              <a:cs typeface="微软雅黑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20" name="object 20" descr=""/>
            <p:cNvSpPr/>
            <p:nvPr/>
          </p:nvSpPr>
          <p:spPr>
            <a:xfrm>
              <a:off x="190500" y="0"/>
              <a:ext cx="8953500" cy="635000"/>
            </a:xfrm>
            <a:custGeom>
              <a:avLst/>
              <a:gdLst/>
              <a:ahLst/>
              <a:cxnLst/>
              <a:rect l="l" t="t" r="r" b="b"/>
              <a:pathLst>
                <a:path w="8953500" h="635000">
                  <a:moveTo>
                    <a:pt x="0" y="635000"/>
                  </a:moveTo>
                  <a:lnTo>
                    <a:pt x="8953500" y="635000"/>
                  </a:lnTo>
                  <a:lnTo>
                    <a:pt x="8953500" y="0"/>
                  </a:lnTo>
                  <a:lnTo>
                    <a:pt x="0" y="0"/>
                  </a:lnTo>
                  <a:lnTo>
                    <a:pt x="0" y="635000"/>
                  </a:lnTo>
                  <a:close/>
                </a:path>
              </a:pathLst>
            </a:custGeom>
            <a:solidFill>
              <a:srgbClr val="F6F7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0" y="0"/>
              <a:ext cx="190500" cy="635000"/>
            </a:xfrm>
            <a:custGeom>
              <a:avLst/>
              <a:gdLst/>
              <a:ahLst/>
              <a:cxnLst/>
              <a:rect l="l" t="t" r="r" b="b"/>
              <a:pathLst>
                <a:path w="190500" h="635000">
                  <a:moveTo>
                    <a:pt x="190500" y="0"/>
                  </a:moveTo>
                  <a:lnTo>
                    <a:pt x="0" y="0"/>
                  </a:lnTo>
                  <a:lnTo>
                    <a:pt x="0" y="635000"/>
                  </a:lnTo>
                  <a:lnTo>
                    <a:pt x="190500" y="635000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629EF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332943" y="93090"/>
            <a:ext cx="1017905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spc="-20">
                <a:latin typeface="微软雅黑"/>
                <a:cs typeface="微软雅黑"/>
              </a:rPr>
              <a:t>单选题</a:t>
            </a:r>
            <a:endParaRPr sz="2600">
              <a:latin typeface="微软雅黑"/>
              <a:cs typeface="微软雅黑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1604899" y="187578"/>
            <a:ext cx="429259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808080"/>
                </a:solidFill>
                <a:latin typeface="微软雅黑"/>
                <a:cs typeface="微软雅黑"/>
              </a:rPr>
              <a:t>1</a:t>
            </a:r>
            <a:r>
              <a:rPr dirty="0" sz="2000" spc="-50">
                <a:solidFill>
                  <a:srgbClr val="808080"/>
                </a:solidFill>
                <a:latin typeface="微软雅黑"/>
                <a:cs typeface="微软雅黑"/>
              </a:rPr>
              <a:t>分</a:t>
            </a:r>
            <a:endParaRPr sz="2000">
              <a:latin typeface="微软雅黑"/>
              <a:cs typeface="微软雅黑"/>
            </a:endParaRPr>
          </a:p>
        </p:txBody>
      </p:sp>
      <p:pic>
        <p:nvPicPr>
          <p:cNvPr id="24" name="object 2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53605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34809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15" b="1">
                <a:solidFill>
                  <a:srgbClr val="40458B"/>
                </a:solidFill>
                <a:latin typeface="宋体"/>
                <a:cs typeface="宋体"/>
              </a:rPr>
              <a:t>59/81</a:t>
            </a:r>
            <a:endParaRPr baseline="1736" sz="2400">
              <a:latin typeface="宋体"/>
              <a:cs typeface="宋体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1555750" y="549275"/>
            <a:ext cx="7588250" cy="0"/>
          </a:xfrm>
          <a:custGeom>
            <a:avLst/>
            <a:gdLst/>
            <a:ahLst/>
            <a:cxnLst/>
            <a:rect l="l" t="t" r="r" b="b"/>
            <a:pathLst>
              <a:path w="7588250" h="0">
                <a:moveTo>
                  <a:pt x="0" y="0"/>
                </a:moveTo>
                <a:lnTo>
                  <a:pt x="7588250" y="0"/>
                </a:lnTo>
              </a:path>
            </a:pathLst>
          </a:custGeom>
          <a:ln w="38100">
            <a:solidFill>
              <a:srgbClr val="2C44A3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119062" y="188976"/>
            <a:ext cx="1437005" cy="274955"/>
            <a:chOff x="119062" y="188976"/>
            <a:chExt cx="1437005" cy="274955"/>
          </a:xfrm>
        </p:grpSpPr>
        <p:sp>
          <p:nvSpPr>
            <p:cNvPr id="5" name="object 5" descr=""/>
            <p:cNvSpPr/>
            <p:nvPr/>
          </p:nvSpPr>
          <p:spPr>
            <a:xfrm>
              <a:off x="119062" y="188976"/>
              <a:ext cx="499745" cy="274955"/>
            </a:xfrm>
            <a:custGeom>
              <a:avLst/>
              <a:gdLst/>
              <a:ahLst/>
              <a:cxnLst/>
              <a:rect l="l" t="t" r="r" b="b"/>
              <a:pathLst>
                <a:path w="499745" h="274955">
                  <a:moveTo>
                    <a:pt x="119837" y="0"/>
                  </a:moveTo>
                  <a:lnTo>
                    <a:pt x="4993" y="41528"/>
                  </a:lnTo>
                  <a:lnTo>
                    <a:pt x="264655" y="135508"/>
                  </a:lnTo>
                  <a:lnTo>
                    <a:pt x="0" y="231266"/>
                  </a:lnTo>
                  <a:lnTo>
                    <a:pt x="119837" y="274574"/>
                  </a:lnTo>
                  <a:lnTo>
                    <a:pt x="499338" y="137287"/>
                  </a:lnTo>
                  <a:lnTo>
                    <a:pt x="119837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85546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9621" y="0"/>
                  </a:moveTo>
                  <a:lnTo>
                    <a:pt x="4991" y="41528"/>
                  </a:lnTo>
                  <a:lnTo>
                    <a:pt x="264147" y="135508"/>
                  </a:lnTo>
                  <a:lnTo>
                    <a:pt x="0" y="231266"/>
                  </a:lnTo>
                  <a:lnTo>
                    <a:pt x="119621" y="274574"/>
                  </a:lnTo>
                  <a:lnTo>
                    <a:pt x="497141" y="137287"/>
                  </a:lnTo>
                  <a:lnTo>
                    <a:pt x="119621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058608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8363" y="0"/>
                  </a:moveTo>
                  <a:lnTo>
                    <a:pt x="4978" y="41528"/>
                  </a:lnTo>
                  <a:lnTo>
                    <a:pt x="264096" y="135508"/>
                  </a:lnTo>
                  <a:lnTo>
                    <a:pt x="0" y="231266"/>
                  </a:lnTo>
                  <a:lnTo>
                    <a:pt x="118363" y="274574"/>
                  </a:lnTo>
                  <a:lnTo>
                    <a:pt x="497141" y="137287"/>
                  </a:lnTo>
                  <a:lnTo>
                    <a:pt x="118363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368676" y="39751"/>
            <a:ext cx="174053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46200" algn="l"/>
              </a:tabLst>
            </a:pPr>
            <a:r>
              <a:rPr dirty="0" u="none"/>
              <a:t>8.4</a:t>
            </a:r>
            <a:r>
              <a:rPr dirty="0" u="none" spc="-5"/>
              <a:t> </a:t>
            </a:r>
            <a:r>
              <a:rPr dirty="0" u="none" spc="-50"/>
              <a:t>总</a:t>
            </a:r>
            <a:r>
              <a:rPr dirty="0" u="none"/>
              <a:t>	</a:t>
            </a:r>
            <a:r>
              <a:rPr dirty="0" u="none" spc="-50"/>
              <a:t>线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258267" y="670332"/>
            <a:ext cx="8880475" cy="5631180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dirty="0" sz="2400" spc="-25">
                <a:solidFill>
                  <a:srgbClr val="E14B04"/>
                </a:solidFill>
                <a:latin typeface="Tahoma"/>
                <a:cs typeface="Tahoma"/>
              </a:rPr>
              <a:t>2</a:t>
            </a:r>
            <a:r>
              <a:rPr dirty="0" sz="2400" spc="-10">
                <a:solidFill>
                  <a:srgbClr val="E14B04"/>
                </a:solidFill>
                <a:latin typeface="黑体"/>
                <a:cs typeface="黑体"/>
              </a:rPr>
              <a:t>、异步总线：</a:t>
            </a:r>
            <a:r>
              <a:rPr dirty="0" sz="2000" spc="-20">
                <a:solidFill>
                  <a:srgbClr val="E14B04"/>
                </a:solidFill>
                <a:latin typeface="黑体"/>
                <a:cs typeface="黑体"/>
              </a:rPr>
              <a:t>使用握手协议控制数据传输，无全局时钟，操作由事件触发。</a:t>
            </a:r>
            <a:endParaRPr sz="2000">
              <a:latin typeface="黑体"/>
              <a:cs typeface="黑体"/>
            </a:endParaRPr>
          </a:p>
          <a:p>
            <a:pPr marL="1099185" indent="-457200">
              <a:lnSpc>
                <a:spcPct val="100000"/>
              </a:lnSpc>
              <a:spcBef>
                <a:spcPts val="1090"/>
              </a:spcBef>
              <a:buSzPct val="88636"/>
              <a:buFont typeface="Wingdings"/>
              <a:buChar char=""/>
              <a:tabLst>
                <a:tab pos="1099185" algn="l"/>
              </a:tabLst>
            </a:pP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没有统一的参考时钟，每个设备都有各自的定时方法。</a:t>
            </a:r>
            <a:endParaRPr sz="2200">
              <a:latin typeface="黑体"/>
              <a:cs typeface="黑体"/>
            </a:endParaRPr>
          </a:p>
          <a:p>
            <a:pPr marL="1099185" indent="-457200">
              <a:lnSpc>
                <a:spcPct val="100000"/>
              </a:lnSpc>
              <a:spcBef>
                <a:spcPts val="1055"/>
              </a:spcBef>
              <a:buSzPct val="88636"/>
              <a:buFont typeface="Wingdings"/>
              <a:buChar char=""/>
              <a:tabLst>
                <a:tab pos="1099185" algn="l"/>
              </a:tabLst>
            </a:pP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采用握手协议。</a:t>
            </a:r>
            <a:endParaRPr sz="2200">
              <a:latin typeface="黑体"/>
              <a:cs typeface="黑体"/>
            </a:endParaRPr>
          </a:p>
          <a:p>
            <a:pPr marL="1099185" indent="-457200">
              <a:lnSpc>
                <a:spcPct val="100000"/>
              </a:lnSpc>
              <a:spcBef>
                <a:spcPts val="1055"/>
              </a:spcBef>
              <a:buSzPct val="88636"/>
              <a:buFont typeface="Wingdings"/>
              <a:buChar char=""/>
              <a:tabLst>
                <a:tab pos="1099185" algn="l"/>
              </a:tabLst>
            </a:pP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不存在时钟扭曲和同步的问题，传输距离可以比较长。</a:t>
            </a:r>
            <a:endParaRPr sz="2200">
              <a:latin typeface="黑体"/>
              <a:cs typeface="黑体"/>
            </a:endParaRPr>
          </a:p>
          <a:p>
            <a:pPr marL="1099185" indent="-457200">
              <a:lnSpc>
                <a:spcPct val="100000"/>
              </a:lnSpc>
              <a:spcBef>
                <a:spcPts val="1060"/>
              </a:spcBef>
              <a:buSzPct val="88636"/>
              <a:buFont typeface="Wingdings"/>
              <a:buChar char=""/>
              <a:tabLst>
                <a:tab pos="1099185" algn="l"/>
              </a:tabLst>
            </a:pPr>
            <a:r>
              <a:rPr dirty="0" sz="2200" spc="-20">
                <a:solidFill>
                  <a:srgbClr val="40458B"/>
                </a:solidFill>
                <a:latin typeface="黑体"/>
                <a:cs typeface="黑体"/>
              </a:rPr>
              <a:t>很多</a:t>
            </a:r>
            <a:r>
              <a:rPr dirty="0" sz="2200" spc="-10">
                <a:solidFill>
                  <a:srgbClr val="9933FF"/>
                </a:solidFill>
                <a:latin typeface="Times New Roman"/>
                <a:cs typeface="Times New Roman"/>
              </a:rPr>
              <a:t>I/O</a:t>
            </a: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总线都采用异步总线。</a:t>
            </a:r>
            <a:endParaRPr sz="2200">
              <a:latin typeface="黑体"/>
              <a:cs typeface="黑体"/>
            </a:endParaRPr>
          </a:p>
          <a:p>
            <a:pPr marL="1099185" indent="-457200">
              <a:lnSpc>
                <a:spcPct val="100000"/>
              </a:lnSpc>
              <a:spcBef>
                <a:spcPts val="1055"/>
              </a:spcBef>
              <a:buSzPct val="88636"/>
              <a:buFont typeface="Wingdings"/>
              <a:buChar char=""/>
              <a:tabLst>
                <a:tab pos="1099185" algn="l"/>
              </a:tabLst>
            </a:pP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同步总线通常比异步总线快。</a:t>
            </a:r>
            <a:endParaRPr sz="2200">
              <a:latin typeface="黑体"/>
              <a:cs typeface="黑体"/>
            </a:endParaRPr>
          </a:p>
          <a:p>
            <a:pPr marL="1099185" indent="-457200">
              <a:lnSpc>
                <a:spcPct val="100000"/>
              </a:lnSpc>
              <a:spcBef>
                <a:spcPts val="1055"/>
              </a:spcBef>
              <a:buSzPct val="88636"/>
              <a:buFont typeface="Wingdings"/>
              <a:buChar char=""/>
              <a:tabLst>
                <a:tab pos="1099185" algn="l"/>
              </a:tabLst>
            </a:pPr>
            <a:r>
              <a:rPr dirty="0" sz="2200" spc="-40">
                <a:solidFill>
                  <a:srgbClr val="40458B"/>
                </a:solidFill>
                <a:latin typeface="黑体"/>
                <a:cs typeface="黑体"/>
              </a:rPr>
              <a:t>优缺点</a:t>
            </a:r>
            <a:endParaRPr sz="2200">
              <a:latin typeface="黑体"/>
              <a:cs typeface="黑体"/>
            </a:endParaRPr>
          </a:p>
          <a:p>
            <a:pPr lvl="1" marL="1673860" indent="-457200">
              <a:lnSpc>
                <a:spcPct val="100000"/>
              </a:lnSpc>
              <a:spcBef>
                <a:spcPts val="930"/>
              </a:spcBef>
              <a:buClr>
                <a:srgbClr val="006600"/>
              </a:buClr>
              <a:buSzPct val="63888"/>
              <a:buFont typeface="Wingdings"/>
              <a:buChar char=""/>
              <a:tabLst>
                <a:tab pos="1673860" algn="l"/>
              </a:tabLst>
            </a:pPr>
            <a:r>
              <a:rPr dirty="0" sz="1800" spc="-10" b="1">
                <a:solidFill>
                  <a:srgbClr val="006FC0"/>
                </a:solidFill>
                <a:latin typeface="宋体"/>
                <a:cs typeface="宋体"/>
              </a:rPr>
              <a:t>速度自适应（快设备快响应）；</a:t>
            </a:r>
            <a:r>
              <a:rPr dirty="0" sz="1800" spc="-5">
                <a:solidFill>
                  <a:srgbClr val="006FC0"/>
                </a:solidFill>
                <a:latin typeface="宋体"/>
                <a:cs typeface="宋体"/>
              </a:rPr>
              <a:t>适合长距离和不同速度设备等</a:t>
            </a:r>
            <a:endParaRPr sz="1800">
              <a:latin typeface="宋体"/>
              <a:cs typeface="宋体"/>
            </a:endParaRPr>
          </a:p>
          <a:p>
            <a:pPr lvl="1" marL="1673860" indent="-457200">
              <a:lnSpc>
                <a:spcPct val="100000"/>
              </a:lnSpc>
              <a:spcBef>
                <a:spcPts val="865"/>
              </a:spcBef>
              <a:buClr>
                <a:srgbClr val="006600"/>
              </a:buClr>
              <a:buSzPct val="63888"/>
              <a:buFont typeface="Wingdings"/>
              <a:buChar char=""/>
              <a:tabLst>
                <a:tab pos="1673860" algn="l"/>
              </a:tabLst>
            </a:pPr>
            <a:r>
              <a:rPr dirty="0" sz="1800" spc="-10" b="1">
                <a:solidFill>
                  <a:srgbClr val="006FC0"/>
                </a:solidFill>
                <a:latin typeface="宋体"/>
                <a:cs typeface="宋体"/>
              </a:rPr>
              <a:t>设计复杂，需要处理各种时序冒险；</a:t>
            </a:r>
            <a:r>
              <a:rPr dirty="0" sz="1800" spc="-10">
                <a:solidFill>
                  <a:srgbClr val="006FC0"/>
                </a:solidFill>
                <a:latin typeface="宋体"/>
                <a:cs typeface="宋体"/>
              </a:rPr>
              <a:t>性能不可预测等</a:t>
            </a:r>
            <a:endParaRPr sz="1800">
              <a:latin typeface="宋体"/>
              <a:cs typeface="宋体"/>
            </a:endParaRPr>
          </a:p>
          <a:p>
            <a:pPr lvl="1" marL="1673860" marR="632460" indent="-457834">
              <a:lnSpc>
                <a:spcPct val="120100"/>
              </a:lnSpc>
              <a:spcBef>
                <a:spcPts val="430"/>
              </a:spcBef>
              <a:buClr>
                <a:srgbClr val="006600"/>
              </a:buClr>
              <a:buSzPct val="63888"/>
              <a:buFont typeface="Wingdings"/>
              <a:buChar char=""/>
              <a:tabLst>
                <a:tab pos="1673860" algn="l"/>
              </a:tabLst>
            </a:pPr>
            <a:r>
              <a:rPr dirty="0" sz="1800" spc="-10" b="1">
                <a:solidFill>
                  <a:srgbClr val="006FC0"/>
                </a:solidFill>
                <a:latin typeface="宋体"/>
                <a:cs typeface="宋体"/>
              </a:rPr>
              <a:t>应用场景：早期计算机系统总线（如</a:t>
            </a:r>
            <a:r>
              <a:rPr dirty="0" sz="1800" spc="-25" b="1">
                <a:solidFill>
                  <a:srgbClr val="006FC0"/>
                </a:solidFill>
                <a:latin typeface="Tahoma"/>
                <a:cs typeface="Tahoma"/>
              </a:rPr>
              <a:t>VME</a:t>
            </a:r>
            <a:r>
              <a:rPr dirty="0" sz="1800" spc="-25" b="1">
                <a:solidFill>
                  <a:srgbClr val="006FC0"/>
                </a:solidFill>
                <a:latin typeface="宋体"/>
                <a:cs typeface="宋体"/>
              </a:rPr>
              <a:t>）</a:t>
            </a:r>
            <a:r>
              <a:rPr dirty="0" sz="1800" spc="-10" b="1">
                <a:solidFill>
                  <a:srgbClr val="006FC0"/>
                </a:solidFill>
                <a:latin typeface="宋体"/>
                <a:cs typeface="宋体"/>
              </a:rPr>
              <a:t>、</a:t>
            </a:r>
            <a:r>
              <a:rPr dirty="0" sz="1800">
                <a:solidFill>
                  <a:srgbClr val="006FC0"/>
                </a:solidFill>
                <a:latin typeface="宋体"/>
                <a:cs typeface="宋体"/>
              </a:rPr>
              <a:t>外设接口（如</a:t>
            </a:r>
            <a:r>
              <a:rPr dirty="0" sz="1800" spc="-20">
                <a:solidFill>
                  <a:srgbClr val="006FC0"/>
                </a:solidFill>
                <a:latin typeface="Tahoma"/>
                <a:cs typeface="Tahoma"/>
              </a:rPr>
              <a:t>IEEE- </a:t>
            </a:r>
            <a:r>
              <a:rPr dirty="0" sz="1800" spc="-10">
                <a:solidFill>
                  <a:srgbClr val="006FC0"/>
                </a:solidFill>
                <a:latin typeface="Tahoma"/>
                <a:cs typeface="Tahoma"/>
              </a:rPr>
              <a:t>488</a:t>
            </a:r>
            <a:r>
              <a:rPr dirty="0" sz="1800" spc="-10">
                <a:solidFill>
                  <a:srgbClr val="006FC0"/>
                </a:solidFill>
                <a:latin typeface="宋体"/>
                <a:cs typeface="宋体"/>
              </a:rPr>
              <a:t>）</a:t>
            </a:r>
            <a:r>
              <a:rPr dirty="0" sz="1800" spc="-50">
                <a:solidFill>
                  <a:srgbClr val="006FC0"/>
                </a:solidFill>
                <a:latin typeface="宋体"/>
                <a:cs typeface="宋体"/>
              </a:rPr>
              <a:t>等</a:t>
            </a:r>
            <a:endParaRPr sz="1800">
              <a:latin typeface="宋体"/>
              <a:cs typeface="宋体"/>
            </a:endParaRPr>
          </a:p>
          <a:p>
            <a:pPr algn="ctr" marL="496570">
              <a:lnSpc>
                <a:spcPts val="2370"/>
              </a:lnSpc>
              <a:spcBef>
                <a:spcPts val="1370"/>
              </a:spcBef>
            </a:pPr>
            <a:r>
              <a:rPr dirty="0" sz="2000" spc="-25">
                <a:solidFill>
                  <a:srgbClr val="40458B"/>
                </a:solidFill>
                <a:latin typeface="黑体"/>
                <a:cs typeface="黑体"/>
              </a:rPr>
              <a:t>异步总线以空间换时间，以复杂度</a:t>
            </a:r>
            <a:endParaRPr sz="2000">
              <a:latin typeface="黑体"/>
              <a:cs typeface="黑体"/>
            </a:endParaRPr>
          </a:p>
          <a:p>
            <a:pPr algn="ctr" marR="1372235">
              <a:lnSpc>
                <a:spcPts val="2370"/>
              </a:lnSpc>
            </a:pPr>
            <a:r>
              <a:rPr dirty="0" sz="2000" spc="-15">
                <a:solidFill>
                  <a:srgbClr val="40458B"/>
                </a:solidFill>
                <a:latin typeface="黑体"/>
                <a:cs typeface="黑体"/>
              </a:rPr>
              <a:t>换灵活性</a:t>
            </a:r>
            <a:endParaRPr sz="20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53605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34809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15" b="1">
                <a:solidFill>
                  <a:srgbClr val="40458B"/>
                </a:solidFill>
                <a:latin typeface="宋体"/>
                <a:cs typeface="宋体"/>
              </a:rPr>
              <a:t>60/81</a:t>
            </a:r>
            <a:endParaRPr baseline="1736" sz="2400">
              <a:latin typeface="宋体"/>
              <a:cs typeface="宋体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1555750" y="549275"/>
            <a:ext cx="7588250" cy="0"/>
          </a:xfrm>
          <a:custGeom>
            <a:avLst/>
            <a:gdLst/>
            <a:ahLst/>
            <a:cxnLst/>
            <a:rect l="l" t="t" r="r" b="b"/>
            <a:pathLst>
              <a:path w="7588250" h="0">
                <a:moveTo>
                  <a:pt x="0" y="0"/>
                </a:moveTo>
                <a:lnTo>
                  <a:pt x="7588250" y="0"/>
                </a:lnTo>
              </a:path>
            </a:pathLst>
          </a:custGeom>
          <a:ln w="38100">
            <a:solidFill>
              <a:srgbClr val="2C44A3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119062" y="188976"/>
            <a:ext cx="1437005" cy="274955"/>
            <a:chOff x="119062" y="188976"/>
            <a:chExt cx="1437005" cy="274955"/>
          </a:xfrm>
        </p:grpSpPr>
        <p:sp>
          <p:nvSpPr>
            <p:cNvPr id="5" name="object 5" descr=""/>
            <p:cNvSpPr/>
            <p:nvPr/>
          </p:nvSpPr>
          <p:spPr>
            <a:xfrm>
              <a:off x="119062" y="188976"/>
              <a:ext cx="499745" cy="274955"/>
            </a:xfrm>
            <a:custGeom>
              <a:avLst/>
              <a:gdLst/>
              <a:ahLst/>
              <a:cxnLst/>
              <a:rect l="l" t="t" r="r" b="b"/>
              <a:pathLst>
                <a:path w="499745" h="274955">
                  <a:moveTo>
                    <a:pt x="119837" y="0"/>
                  </a:moveTo>
                  <a:lnTo>
                    <a:pt x="4993" y="41528"/>
                  </a:lnTo>
                  <a:lnTo>
                    <a:pt x="264655" y="135508"/>
                  </a:lnTo>
                  <a:lnTo>
                    <a:pt x="0" y="231266"/>
                  </a:lnTo>
                  <a:lnTo>
                    <a:pt x="119837" y="274574"/>
                  </a:lnTo>
                  <a:lnTo>
                    <a:pt x="499338" y="137287"/>
                  </a:lnTo>
                  <a:lnTo>
                    <a:pt x="119837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85546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9621" y="0"/>
                  </a:moveTo>
                  <a:lnTo>
                    <a:pt x="4991" y="41528"/>
                  </a:lnTo>
                  <a:lnTo>
                    <a:pt x="264147" y="135508"/>
                  </a:lnTo>
                  <a:lnTo>
                    <a:pt x="0" y="231266"/>
                  </a:lnTo>
                  <a:lnTo>
                    <a:pt x="119621" y="274574"/>
                  </a:lnTo>
                  <a:lnTo>
                    <a:pt x="497141" y="137287"/>
                  </a:lnTo>
                  <a:lnTo>
                    <a:pt x="119621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058608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8363" y="0"/>
                  </a:moveTo>
                  <a:lnTo>
                    <a:pt x="4978" y="41528"/>
                  </a:lnTo>
                  <a:lnTo>
                    <a:pt x="264096" y="135508"/>
                  </a:lnTo>
                  <a:lnTo>
                    <a:pt x="0" y="231266"/>
                  </a:lnTo>
                  <a:lnTo>
                    <a:pt x="118363" y="274574"/>
                  </a:lnTo>
                  <a:lnTo>
                    <a:pt x="497141" y="137287"/>
                  </a:lnTo>
                  <a:lnTo>
                    <a:pt x="118363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368676" y="39751"/>
            <a:ext cx="174053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46200" algn="l"/>
              </a:tabLst>
            </a:pPr>
            <a:r>
              <a:rPr dirty="0" u="none"/>
              <a:t>8.4</a:t>
            </a:r>
            <a:r>
              <a:rPr dirty="0" u="none" spc="-5"/>
              <a:t> </a:t>
            </a:r>
            <a:r>
              <a:rPr dirty="0" u="none" spc="-50"/>
              <a:t>总</a:t>
            </a:r>
            <a:r>
              <a:rPr dirty="0" u="none"/>
              <a:t>	</a:t>
            </a:r>
            <a:r>
              <a:rPr dirty="0" u="none" spc="-50"/>
              <a:t>线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258267" y="670332"/>
            <a:ext cx="8564245" cy="3163570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dirty="0" sz="2400" spc="-20">
                <a:solidFill>
                  <a:srgbClr val="E14B04"/>
                </a:solidFill>
                <a:latin typeface="黑体"/>
                <a:cs typeface="黑体"/>
              </a:rPr>
              <a:t>现代总线使用情况</a:t>
            </a:r>
            <a:endParaRPr sz="2400">
              <a:latin typeface="黑体"/>
              <a:cs typeface="黑体"/>
            </a:endParaRPr>
          </a:p>
          <a:p>
            <a:pPr algn="just" marL="1098550" indent="-456565">
              <a:lnSpc>
                <a:spcPct val="100000"/>
              </a:lnSpc>
              <a:spcBef>
                <a:spcPts val="1090"/>
              </a:spcBef>
              <a:buSzPct val="88636"/>
              <a:buFont typeface="Wingdings"/>
              <a:buChar char=""/>
              <a:tabLst>
                <a:tab pos="1098550" algn="l"/>
              </a:tabLst>
            </a:pP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局部同步，全局异步</a:t>
            </a:r>
            <a:endParaRPr sz="2200">
              <a:latin typeface="黑体"/>
              <a:cs typeface="黑体"/>
            </a:endParaRPr>
          </a:p>
          <a:p>
            <a:pPr algn="just" marL="1097915" marR="5080" indent="-456565">
              <a:lnSpc>
                <a:spcPct val="120000"/>
              </a:lnSpc>
              <a:spcBef>
                <a:spcPts val="525"/>
              </a:spcBef>
              <a:buClr>
                <a:srgbClr val="40458B"/>
              </a:buClr>
              <a:buSzPct val="88636"/>
              <a:buFont typeface="Wingdings"/>
              <a:buChar char=""/>
              <a:tabLst>
                <a:tab pos="1099185" algn="l"/>
              </a:tabLst>
            </a:pPr>
            <a:r>
              <a:rPr dirty="0" sz="2200" spc="-20">
                <a:solidFill>
                  <a:srgbClr val="FF0000"/>
                </a:solidFill>
                <a:latin typeface="黑体"/>
                <a:cs typeface="黑体"/>
              </a:rPr>
              <a:t>同步总线</a:t>
            </a: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：代表总线</a:t>
            </a:r>
            <a:r>
              <a:rPr dirty="0" sz="2200" spc="-25">
                <a:solidFill>
                  <a:srgbClr val="40458B"/>
                </a:solidFill>
                <a:latin typeface="Tahoma"/>
                <a:cs typeface="Tahoma"/>
              </a:rPr>
              <a:t>PCIe</a:t>
            </a:r>
            <a:r>
              <a:rPr dirty="0" sz="2200" spc="-25">
                <a:solidFill>
                  <a:srgbClr val="40458B"/>
                </a:solidFill>
                <a:latin typeface="黑体"/>
                <a:cs typeface="黑体"/>
              </a:rPr>
              <a:t>，例如</a:t>
            </a:r>
            <a:r>
              <a:rPr dirty="0" sz="2200" spc="-20">
                <a:solidFill>
                  <a:srgbClr val="40458B"/>
                </a:solidFill>
                <a:latin typeface="Tahoma"/>
                <a:cs typeface="Tahoma"/>
              </a:rPr>
              <a:t>CPU</a:t>
            </a:r>
            <a:r>
              <a:rPr dirty="0" sz="2200" spc="-25">
                <a:solidFill>
                  <a:srgbClr val="40458B"/>
                </a:solidFill>
                <a:latin typeface="黑体"/>
                <a:cs typeface="黑体"/>
              </a:rPr>
              <a:t>与显卡、</a:t>
            </a:r>
            <a:r>
              <a:rPr dirty="0" sz="2200" spc="-20">
                <a:solidFill>
                  <a:srgbClr val="40458B"/>
                </a:solidFill>
                <a:latin typeface="Tahoma"/>
                <a:cs typeface="Tahoma"/>
              </a:rPr>
              <a:t>SSD</a:t>
            </a: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、网卡等高</a:t>
            </a: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速外设的连接；代表总线：</a:t>
            </a:r>
            <a:r>
              <a:rPr dirty="0" sz="2200" b="1">
                <a:solidFill>
                  <a:srgbClr val="40458B"/>
                </a:solidFill>
                <a:latin typeface="Tahoma"/>
                <a:cs typeface="Tahoma"/>
              </a:rPr>
              <a:t>DDR </a:t>
            </a:r>
            <a:r>
              <a:rPr dirty="0" sz="2200" spc="-5" b="1">
                <a:solidFill>
                  <a:srgbClr val="40458B"/>
                </a:solidFill>
                <a:latin typeface="黑体"/>
                <a:cs typeface="黑体"/>
              </a:rPr>
              <a:t>内存总线，</a:t>
            </a:r>
            <a:r>
              <a:rPr dirty="0" sz="2200" spc="-20">
                <a:solidFill>
                  <a:srgbClr val="40458B"/>
                </a:solidFill>
                <a:latin typeface="Tahoma"/>
                <a:cs typeface="Tahoma"/>
              </a:rPr>
              <a:t>CPU</a:t>
            </a: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与内存之间</a:t>
            </a: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sz="2200" spc="-40">
                <a:solidFill>
                  <a:srgbClr val="40458B"/>
                </a:solidFill>
                <a:latin typeface="黑体"/>
                <a:cs typeface="黑体"/>
              </a:rPr>
              <a:t>的连接</a:t>
            </a:r>
            <a:endParaRPr sz="2200">
              <a:latin typeface="黑体"/>
              <a:cs typeface="黑体"/>
            </a:endParaRPr>
          </a:p>
          <a:p>
            <a:pPr algn="just" marL="1098550" indent="-456565">
              <a:lnSpc>
                <a:spcPct val="100000"/>
              </a:lnSpc>
              <a:spcBef>
                <a:spcPts val="1060"/>
              </a:spcBef>
              <a:buSzPct val="88636"/>
              <a:buFont typeface="Wingdings"/>
              <a:buChar char=""/>
              <a:tabLst>
                <a:tab pos="1098550" algn="l"/>
              </a:tabLst>
            </a:pPr>
            <a:r>
              <a:rPr dirty="0" sz="2200" spc="-20">
                <a:solidFill>
                  <a:srgbClr val="40458B"/>
                </a:solidFill>
                <a:latin typeface="黑体"/>
                <a:cs typeface="黑体"/>
              </a:rPr>
              <a:t>异步总线：</a:t>
            </a:r>
            <a:r>
              <a:rPr dirty="0" sz="2200" spc="-20" b="1">
                <a:solidFill>
                  <a:srgbClr val="40458B"/>
                </a:solidFill>
                <a:latin typeface="Tahoma"/>
                <a:cs typeface="Tahoma"/>
              </a:rPr>
              <a:t>I²C</a:t>
            </a:r>
            <a:r>
              <a:rPr dirty="0" sz="2200" spc="-20" b="1">
                <a:solidFill>
                  <a:srgbClr val="40458B"/>
                </a:solidFill>
                <a:latin typeface="黑体"/>
                <a:cs typeface="黑体"/>
              </a:rPr>
              <a:t>、</a:t>
            </a:r>
            <a:r>
              <a:rPr dirty="0" sz="2200" spc="-20" b="1">
                <a:solidFill>
                  <a:srgbClr val="40458B"/>
                </a:solidFill>
                <a:latin typeface="Tahoma"/>
                <a:cs typeface="Tahoma"/>
              </a:rPr>
              <a:t>SPI</a:t>
            </a:r>
            <a:r>
              <a:rPr dirty="0" sz="2200" spc="-20" b="1">
                <a:solidFill>
                  <a:srgbClr val="40458B"/>
                </a:solidFill>
                <a:latin typeface="黑体"/>
                <a:cs typeface="黑体"/>
              </a:rPr>
              <a:t>，</a:t>
            </a: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连接嵌入式系统</a:t>
            </a:r>
            <a:r>
              <a:rPr dirty="0" sz="2200">
                <a:solidFill>
                  <a:srgbClr val="40458B"/>
                </a:solidFill>
                <a:latin typeface="Tahoma"/>
                <a:cs typeface="Tahoma"/>
              </a:rPr>
              <a:t>/</a:t>
            </a: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主板上的传感器、</a:t>
            </a:r>
            <a:endParaRPr sz="2200">
              <a:latin typeface="黑体"/>
              <a:cs typeface="黑体"/>
            </a:endParaRPr>
          </a:p>
          <a:p>
            <a:pPr marL="1099185">
              <a:lnSpc>
                <a:spcPct val="100000"/>
              </a:lnSpc>
              <a:spcBef>
                <a:spcPts val="525"/>
              </a:spcBef>
            </a:pPr>
            <a:r>
              <a:rPr dirty="0" sz="2200" spc="-20">
                <a:solidFill>
                  <a:srgbClr val="40458B"/>
                </a:solidFill>
                <a:latin typeface="Tahoma"/>
                <a:cs typeface="Tahoma"/>
              </a:rPr>
              <a:t>EEPROM</a:t>
            </a: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等低速芯片</a:t>
            </a:r>
            <a:endParaRPr sz="22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53605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34809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15" b="1">
                <a:solidFill>
                  <a:srgbClr val="40458B"/>
                </a:solidFill>
                <a:latin typeface="宋体"/>
                <a:cs typeface="宋体"/>
              </a:rPr>
              <a:t>61/81</a:t>
            </a:r>
            <a:endParaRPr baseline="1736" sz="2400">
              <a:latin typeface="宋体"/>
              <a:cs typeface="宋体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93444" y="1503375"/>
            <a:ext cx="551180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5">
                <a:solidFill>
                  <a:srgbClr val="40458B"/>
                </a:solidFill>
                <a:latin typeface="黑体"/>
                <a:cs typeface="黑体"/>
              </a:rPr>
              <a:t>以下哪种场景最适合采用异步总线设计？</a:t>
            </a:r>
            <a:endParaRPr sz="2400">
              <a:latin typeface="黑体"/>
              <a:cs typeface="黑体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907794" y="2988056"/>
            <a:ext cx="384810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微软雅黑"/>
                <a:cs typeface="微软雅黑"/>
              </a:rPr>
              <a:t>CPU</a:t>
            </a:r>
            <a:r>
              <a:rPr dirty="0" sz="2000" spc="-15">
                <a:latin typeface="微软雅黑"/>
                <a:cs typeface="微软雅黑"/>
              </a:rPr>
              <a:t>与一级缓存之间的超高速连接</a:t>
            </a:r>
            <a:endParaRPr sz="2000">
              <a:latin typeface="微软雅黑"/>
              <a:cs typeface="微软雅黑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1108075" y="2843276"/>
            <a:ext cx="527050" cy="527050"/>
            <a:chOff x="1108075" y="2843276"/>
            <a:chExt cx="527050" cy="527050"/>
          </a:xfrm>
        </p:grpSpPr>
        <p:sp>
          <p:nvSpPr>
            <p:cNvPr id="7" name="object 7" descr=""/>
            <p:cNvSpPr/>
            <p:nvPr/>
          </p:nvSpPr>
          <p:spPr>
            <a:xfrm>
              <a:off x="1114425" y="284962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57175" y="0"/>
                  </a:moveTo>
                  <a:lnTo>
                    <a:pt x="210946" y="4140"/>
                  </a:lnTo>
                  <a:lnTo>
                    <a:pt x="167437" y="16080"/>
                  </a:lnTo>
                  <a:lnTo>
                    <a:pt x="127372" y="35094"/>
                  </a:lnTo>
                  <a:lnTo>
                    <a:pt x="91479" y="60458"/>
                  </a:lnTo>
                  <a:lnTo>
                    <a:pt x="60483" y="91447"/>
                  </a:lnTo>
                  <a:lnTo>
                    <a:pt x="35111" y="127338"/>
                  </a:lnTo>
                  <a:lnTo>
                    <a:pt x="16089" y="167406"/>
                  </a:lnTo>
                  <a:lnTo>
                    <a:pt x="4143" y="210926"/>
                  </a:lnTo>
                  <a:lnTo>
                    <a:pt x="0" y="257175"/>
                  </a:lnTo>
                  <a:lnTo>
                    <a:pt x="4143" y="303389"/>
                  </a:lnTo>
                  <a:lnTo>
                    <a:pt x="16089" y="346892"/>
                  </a:lnTo>
                  <a:lnTo>
                    <a:pt x="35111" y="386954"/>
                  </a:lnTo>
                  <a:lnTo>
                    <a:pt x="60483" y="422849"/>
                  </a:lnTo>
                  <a:lnTo>
                    <a:pt x="91479" y="453849"/>
                  </a:lnTo>
                  <a:lnTo>
                    <a:pt x="127372" y="479227"/>
                  </a:lnTo>
                  <a:lnTo>
                    <a:pt x="167437" y="498254"/>
                  </a:lnTo>
                  <a:lnTo>
                    <a:pt x="210946" y="510204"/>
                  </a:lnTo>
                  <a:lnTo>
                    <a:pt x="257175" y="514350"/>
                  </a:lnTo>
                  <a:lnTo>
                    <a:pt x="303389" y="510204"/>
                  </a:lnTo>
                  <a:lnTo>
                    <a:pt x="346892" y="498254"/>
                  </a:lnTo>
                  <a:lnTo>
                    <a:pt x="386954" y="479227"/>
                  </a:lnTo>
                  <a:lnTo>
                    <a:pt x="422849" y="453849"/>
                  </a:lnTo>
                  <a:lnTo>
                    <a:pt x="453849" y="422849"/>
                  </a:lnTo>
                  <a:lnTo>
                    <a:pt x="479227" y="386954"/>
                  </a:lnTo>
                  <a:lnTo>
                    <a:pt x="498254" y="346892"/>
                  </a:lnTo>
                  <a:lnTo>
                    <a:pt x="510204" y="303389"/>
                  </a:lnTo>
                  <a:lnTo>
                    <a:pt x="514350" y="257175"/>
                  </a:lnTo>
                  <a:lnTo>
                    <a:pt x="510204" y="210926"/>
                  </a:lnTo>
                  <a:lnTo>
                    <a:pt x="498254" y="167406"/>
                  </a:lnTo>
                  <a:lnTo>
                    <a:pt x="479227" y="127338"/>
                  </a:lnTo>
                  <a:lnTo>
                    <a:pt x="453849" y="91447"/>
                  </a:lnTo>
                  <a:lnTo>
                    <a:pt x="422849" y="60458"/>
                  </a:lnTo>
                  <a:lnTo>
                    <a:pt x="386954" y="35094"/>
                  </a:lnTo>
                  <a:lnTo>
                    <a:pt x="346892" y="16080"/>
                  </a:lnTo>
                  <a:lnTo>
                    <a:pt x="303389" y="4140"/>
                  </a:lnTo>
                  <a:lnTo>
                    <a:pt x="257175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114425" y="284962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257175"/>
                  </a:moveTo>
                  <a:lnTo>
                    <a:pt x="4143" y="210926"/>
                  </a:lnTo>
                  <a:lnTo>
                    <a:pt x="16089" y="167406"/>
                  </a:lnTo>
                  <a:lnTo>
                    <a:pt x="35111" y="127338"/>
                  </a:lnTo>
                  <a:lnTo>
                    <a:pt x="60483" y="91447"/>
                  </a:lnTo>
                  <a:lnTo>
                    <a:pt x="91479" y="60458"/>
                  </a:lnTo>
                  <a:lnTo>
                    <a:pt x="127372" y="35094"/>
                  </a:lnTo>
                  <a:lnTo>
                    <a:pt x="167437" y="16080"/>
                  </a:lnTo>
                  <a:lnTo>
                    <a:pt x="210946" y="4140"/>
                  </a:lnTo>
                  <a:lnTo>
                    <a:pt x="257175" y="0"/>
                  </a:lnTo>
                  <a:lnTo>
                    <a:pt x="303389" y="4140"/>
                  </a:lnTo>
                  <a:lnTo>
                    <a:pt x="346892" y="16080"/>
                  </a:lnTo>
                  <a:lnTo>
                    <a:pt x="386954" y="35094"/>
                  </a:lnTo>
                  <a:lnTo>
                    <a:pt x="422849" y="60458"/>
                  </a:lnTo>
                  <a:lnTo>
                    <a:pt x="453849" y="91447"/>
                  </a:lnTo>
                  <a:lnTo>
                    <a:pt x="479227" y="127338"/>
                  </a:lnTo>
                  <a:lnTo>
                    <a:pt x="498254" y="167406"/>
                  </a:lnTo>
                  <a:lnTo>
                    <a:pt x="510204" y="210926"/>
                  </a:lnTo>
                  <a:lnTo>
                    <a:pt x="514350" y="257175"/>
                  </a:lnTo>
                  <a:lnTo>
                    <a:pt x="510204" y="303389"/>
                  </a:lnTo>
                  <a:lnTo>
                    <a:pt x="498254" y="346892"/>
                  </a:lnTo>
                  <a:lnTo>
                    <a:pt x="479227" y="386954"/>
                  </a:lnTo>
                  <a:lnTo>
                    <a:pt x="453849" y="422849"/>
                  </a:lnTo>
                  <a:lnTo>
                    <a:pt x="422849" y="453849"/>
                  </a:lnTo>
                  <a:lnTo>
                    <a:pt x="386954" y="479227"/>
                  </a:lnTo>
                  <a:lnTo>
                    <a:pt x="346892" y="498254"/>
                  </a:lnTo>
                  <a:lnTo>
                    <a:pt x="303389" y="510204"/>
                  </a:lnTo>
                  <a:lnTo>
                    <a:pt x="257175" y="514350"/>
                  </a:lnTo>
                  <a:lnTo>
                    <a:pt x="210946" y="510204"/>
                  </a:lnTo>
                  <a:lnTo>
                    <a:pt x="167437" y="498254"/>
                  </a:lnTo>
                  <a:lnTo>
                    <a:pt x="127372" y="479227"/>
                  </a:lnTo>
                  <a:lnTo>
                    <a:pt x="91479" y="453849"/>
                  </a:lnTo>
                  <a:lnTo>
                    <a:pt x="60483" y="422849"/>
                  </a:lnTo>
                  <a:lnTo>
                    <a:pt x="35111" y="386954"/>
                  </a:lnTo>
                  <a:lnTo>
                    <a:pt x="16089" y="346892"/>
                  </a:lnTo>
                  <a:lnTo>
                    <a:pt x="4143" y="303389"/>
                  </a:lnTo>
                  <a:lnTo>
                    <a:pt x="0" y="2571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1269238" y="2931668"/>
            <a:ext cx="20447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50">
                <a:solidFill>
                  <a:srgbClr val="FFFFFF"/>
                </a:solidFill>
                <a:latin typeface="微软雅黑"/>
                <a:cs typeface="微软雅黑"/>
              </a:rPr>
              <a:t>A</a:t>
            </a:r>
            <a:endParaRPr sz="2000">
              <a:latin typeface="微软雅黑"/>
              <a:cs typeface="微软雅黑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1108075" y="3700526"/>
            <a:ext cx="527050" cy="527050"/>
            <a:chOff x="1108075" y="3700526"/>
            <a:chExt cx="527050" cy="527050"/>
          </a:xfrm>
        </p:grpSpPr>
        <p:sp>
          <p:nvSpPr>
            <p:cNvPr id="11" name="object 11" descr=""/>
            <p:cNvSpPr/>
            <p:nvPr/>
          </p:nvSpPr>
          <p:spPr>
            <a:xfrm>
              <a:off x="1114425" y="370687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57175" y="0"/>
                  </a:moveTo>
                  <a:lnTo>
                    <a:pt x="210946" y="4140"/>
                  </a:lnTo>
                  <a:lnTo>
                    <a:pt x="167437" y="16080"/>
                  </a:lnTo>
                  <a:lnTo>
                    <a:pt x="127372" y="35094"/>
                  </a:lnTo>
                  <a:lnTo>
                    <a:pt x="91479" y="60458"/>
                  </a:lnTo>
                  <a:lnTo>
                    <a:pt x="60483" y="91447"/>
                  </a:lnTo>
                  <a:lnTo>
                    <a:pt x="35111" y="127338"/>
                  </a:lnTo>
                  <a:lnTo>
                    <a:pt x="16089" y="167406"/>
                  </a:lnTo>
                  <a:lnTo>
                    <a:pt x="4143" y="210926"/>
                  </a:lnTo>
                  <a:lnTo>
                    <a:pt x="0" y="257175"/>
                  </a:lnTo>
                  <a:lnTo>
                    <a:pt x="4143" y="303389"/>
                  </a:lnTo>
                  <a:lnTo>
                    <a:pt x="16089" y="346892"/>
                  </a:lnTo>
                  <a:lnTo>
                    <a:pt x="35111" y="386954"/>
                  </a:lnTo>
                  <a:lnTo>
                    <a:pt x="60483" y="422849"/>
                  </a:lnTo>
                  <a:lnTo>
                    <a:pt x="91479" y="453849"/>
                  </a:lnTo>
                  <a:lnTo>
                    <a:pt x="127372" y="479227"/>
                  </a:lnTo>
                  <a:lnTo>
                    <a:pt x="167437" y="498254"/>
                  </a:lnTo>
                  <a:lnTo>
                    <a:pt x="210946" y="510204"/>
                  </a:lnTo>
                  <a:lnTo>
                    <a:pt x="257175" y="514350"/>
                  </a:lnTo>
                  <a:lnTo>
                    <a:pt x="303389" y="510204"/>
                  </a:lnTo>
                  <a:lnTo>
                    <a:pt x="346892" y="498254"/>
                  </a:lnTo>
                  <a:lnTo>
                    <a:pt x="386954" y="479227"/>
                  </a:lnTo>
                  <a:lnTo>
                    <a:pt x="422849" y="453849"/>
                  </a:lnTo>
                  <a:lnTo>
                    <a:pt x="453849" y="422849"/>
                  </a:lnTo>
                  <a:lnTo>
                    <a:pt x="479227" y="386954"/>
                  </a:lnTo>
                  <a:lnTo>
                    <a:pt x="498254" y="346892"/>
                  </a:lnTo>
                  <a:lnTo>
                    <a:pt x="510204" y="303389"/>
                  </a:lnTo>
                  <a:lnTo>
                    <a:pt x="514350" y="257175"/>
                  </a:lnTo>
                  <a:lnTo>
                    <a:pt x="510204" y="210926"/>
                  </a:lnTo>
                  <a:lnTo>
                    <a:pt x="498254" y="167406"/>
                  </a:lnTo>
                  <a:lnTo>
                    <a:pt x="479227" y="127338"/>
                  </a:lnTo>
                  <a:lnTo>
                    <a:pt x="453849" y="91447"/>
                  </a:lnTo>
                  <a:lnTo>
                    <a:pt x="422849" y="60458"/>
                  </a:lnTo>
                  <a:lnTo>
                    <a:pt x="386954" y="35094"/>
                  </a:lnTo>
                  <a:lnTo>
                    <a:pt x="346892" y="16080"/>
                  </a:lnTo>
                  <a:lnTo>
                    <a:pt x="303389" y="4140"/>
                  </a:lnTo>
                  <a:lnTo>
                    <a:pt x="257175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114425" y="370687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257175"/>
                  </a:moveTo>
                  <a:lnTo>
                    <a:pt x="4143" y="210926"/>
                  </a:lnTo>
                  <a:lnTo>
                    <a:pt x="16089" y="167406"/>
                  </a:lnTo>
                  <a:lnTo>
                    <a:pt x="35111" y="127338"/>
                  </a:lnTo>
                  <a:lnTo>
                    <a:pt x="60483" y="91447"/>
                  </a:lnTo>
                  <a:lnTo>
                    <a:pt x="91479" y="60458"/>
                  </a:lnTo>
                  <a:lnTo>
                    <a:pt x="127372" y="35094"/>
                  </a:lnTo>
                  <a:lnTo>
                    <a:pt x="167437" y="16080"/>
                  </a:lnTo>
                  <a:lnTo>
                    <a:pt x="210946" y="4140"/>
                  </a:lnTo>
                  <a:lnTo>
                    <a:pt x="257175" y="0"/>
                  </a:lnTo>
                  <a:lnTo>
                    <a:pt x="303389" y="4140"/>
                  </a:lnTo>
                  <a:lnTo>
                    <a:pt x="346892" y="16080"/>
                  </a:lnTo>
                  <a:lnTo>
                    <a:pt x="386954" y="35094"/>
                  </a:lnTo>
                  <a:lnTo>
                    <a:pt x="422849" y="60458"/>
                  </a:lnTo>
                  <a:lnTo>
                    <a:pt x="453849" y="91447"/>
                  </a:lnTo>
                  <a:lnTo>
                    <a:pt x="479227" y="127338"/>
                  </a:lnTo>
                  <a:lnTo>
                    <a:pt x="498254" y="167406"/>
                  </a:lnTo>
                  <a:lnTo>
                    <a:pt x="510204" y="210926"/>
                  </a:lnTo>
                  <a:lnTo>
                    <a:pt x="514350" y="257175"/>
                  </a:lnTo>
                  <a:lnTo>
                    <a:pt x="510204" y="303389"/>
                  </a:lnTo>
                  <a:lnTo>
                    <a:pt x="498254" y="346892"/>
                  </a:lnTo>
                  <a:lnTo>
                    <a:pt x="479227" y="386954"/>
                  </a:lnTo>
                  <a:lnTo>
                    <a:pt x="453849" y="422849"/>
                  </a:lnTo>
                  <a:lnTo>
                    <a:pt x="422849" y="453849"/>
                  </a:lnTo>
                  <a:lnTo>
                    <a:pt x="386954" y="479227"/>
                  </a:lnTo>
                  <a:lnTo>
                    <a:pt x="346892" y="498254"/>
                  </a:lnTo>
                  <a:lnTo>
                    <a:pt x="303389" y="510204"/>
                  </a:lnTo>
                  <a:lnTo>
                    <a:pt x="257175" y="514350"/>
                  </a:lnTo>
                  <a:lnTo>
                    <a:pt x="210946" y="510204"/>
                  </a:lnTo>
                  <a:lnTo>
                    <a:pt x="167437" y="498254"/>
                  </a:lnTo>
                  <a:lnTo>
                    <a:pt x="127372" y="479227"/>
                  </a:lnTo>
                  <a:lnTo>
                    <a:pt x="91479" y="453849"/>
                  </a:lnTo>
                  <a:lnTo>
                    <a:pt x="60483" y="422849"/>
                  </a:lnTo>
                  <a:lnTo>
                    <a:pt x="35111" y="386954"/>
                  </a:lnTo>
                  <a:lnTo>
                    <a:pt x="16089" y="346892"/>
                  </a:lnTo>
                  <a:lnTo>
                    <a:pt x="4143" y="303389"/>
                  </a:lnTo>
                  <a:lnTo>
                    <a:pt x="0" y="2571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" name="object 13" descr=""/>
          <p:cNvGrpSpPr/>
          <p:nvPr/>
        </p:nvGrpSpPr>
        <p:grpSpPr>
          <a:xfrm>
            <a:off x="1101725" y="4551426"/>
            <a:ext cx="539750" cy="539750"/>
            <a:chOff x="1101725" y="4551426"/>
            <a:chExt cx="539750" cy="539750"/>
          </a:xfrm>
        </p:grpSpPr>
        <p:sp>
          <p:nvSpPr>
            <p:cNvPr id="14" name="object 14" descr=""/>
            <p:cNvSpPr/>
            <p:nvPr/>
          </p:nvSpPr>
          <p:spPr>
            <a:xfrm>
              <a:off x="1114425" y="456412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57175" y="0"/>
                  </a:moveTo>
                  <a:lnTo>
                    <a:pt x="210946" y="4140"/>
                  </a:lnTo>
                  <a:lnTo>
                    <a:pt x="167437" y="16080"/>
                  </a:lnTo>
                  <a:lnTo>
                    <a:pt x="127372" y="35094"/>
                  </a:lnTo>
                  <a:lnTo>
                    <a:pt x="91479" y="60458"/>
                  </a:lnTo>
                  <a:lnTo>
                    <a:pt x="60483" y="91447"/>
                  </a:lnTo>
                  <a:lnTo>
                    <a:pt x="35111" y="127338"/>
                  </a:lnTo>
                  <a:lnTo>
                    <a:pt x="16089" y="167406"/>
                  </a:lnTo>
                  <a:lnTo>
                    <a:pt x="4143" y="210926"/>
                  </a:lnTo>
                  <a:lnTo>
                    <a:pt x="0" y="257175"/>
                  </a:lnTo>
                  <a:lnTo>
                    <a:pt x="4143" y="303389"/>
                  </a:lnTo>
                  <a:lnTo>
                    <a:pt x="16089" y="346892"/>
                  </a:lnTo>
                  <a:lnTo>
                    <a:pt x="35111" y="386954"/>
                  </a:lnTo>
                  <a:lnTo>
                    <a:pt x="60483" y="422849"/>
                  </a:lnTo>
                  <a:lnTo>
                    <a:pt x="91479" y="453849"/>
                  </a:lnTo>
                  <a:lnTo>
                    <a:pt x="127372" y="479227"/>
                  </a:lnTo>
                  <a:lnTo>
                    <a:pt x="167437" y="498254"/>
                  </a:lnTo>
                  <a:lnTo>
                    <a:pt x="210946" y="510204"/>
                  </a:lnTo>
                  <a:lnTo>
                    <a:pt x="257175" y="514350"/>
                  </a:lnTo>
                  <a:lnTo>
                    <a:pt x="303389" y="510204"/>
                  </a:lnTo>
                  <a:lnTo>
                    <a:pt x="346892" y="498254"/>
                  </a:lnTo>
                  <a:lnTo>
                    <a:pt x="386954" y="479227"/>
                  </a:lnTo>
                  <a:lnTo>
                    <a:pt x="422849" y="453849"/>
                  </a:lnTo>
                  <a:lnTo>
                    <a:pt x="453849" y="422849"/>
                  </a:lnTo>
                  <a:lnTo>
                    <a:pt x="479227" y="386954"/>
                  </a:lnTo>
                  <a:lnTo>
                    <a:pt x="498254" y="346892"/>
                  </a:lnTo>
                  <a:lnTo>
                    <a:pt x="510204" y="303389"/>
                  </a:lnTo>
                  <a:lnTo>
                    <a:pt x="514350" y="257175"/>
                  </a:lnTo>
                  <a:lnTo>
                    <a:pt x="510204" y="210926"/>
                  </a:lnTo>
                  <a:lnTo>
                    <a:pt x="498254" y="167406"/>
                  </a:lnTo>
                  <a:lnTo>
                    <a:pt x="479227" y="127338"/>
                  </a:lnTo>
                  <a:lnTo>
                    <a:pt x="453849" y="91447"/>
                  </a:lnTo>
                  <a:lnTo>
                    <a:pt x="422849" y="60458"/>
                  </a:lnTo>
                  <a:lnTo>
                    <a:pt x="386954" y="35094"/>
                  </a:lnTo>
                  <a:lnTo>
                    <a:pt x="346892" y="16080"/>
                  </a:lnTo>
                  <a:lnTo>
                    <a:pt x="303389" y="4140"/>
                  </a:lnTo>
                  <a:lnTo>
                    <a:pt x="257175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114425" y="456412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257175"/>
                  </a:moveTo>
                  <a:lnTo>
                    <a:pt x="4143" y="210926"/>
                  </a:lnTo>
                  <a:lnTo>
                    <a:pt x="16089" y="167406"/>
                  </a:lnTo>
                  <a:lnTo>
                    <a:pt x="35111" y="127338"/>
                  </a:lnTo>
                  <a:lnTo>
                    <a:pt x="60483" y="91447"/>
                  </a:lnTo>
                  <a:lnTo>
                    <a:pt x="91479" y="60458"/>
                  </a:lnTo>
                  <a:lnTo>
                    <a:pt x="127372" y="35094"/>
                  </a:lnTo>
                  <a:lnTo>
                    <a:pt x="167437" y="16080"/>
                  </a:lnTo>
                  <a:lnTo>
                    <a:pt x="210946" y="4140"/>
                  </a:lnTo>
                  <a:lnTo>
                    <a:pt x="257175" y="0"/>
                  </a:lnTo>
                  <a:lnTo>
                    <a:pt x="303389" y="4140"/>
                  </a:lnTo>
                  <a:lnTo>
                    <a:pt x="346892" y="16080"/>
                  </a:lnTo>
                  <a:lnTo>
                    <a:pt x="386954" y="35094"/>
                  </a:lnTo>
                  <a:lnTo>
                    <a:pt x="422849" y="60458"/>
                  </a:lnTo>
                  <a:lnTo>
                    <a:pt x="453849" y="91447"/>
                  </a:lnTo>
                  <a:lnTo>
                    <a:pt x="479227" y="127338"/>
                  </a:lnTo>
                  <a:lnTo>
                    <a:pt x="498254" y="167406"/>
                  </a:lnTo>
                  <a:lnTo>
                    <a:pt x="510204" y="210926"/>
                  </a:lnTo>
                  <a:lnTo>
                    <a:pt x="514350" y="257175"/>
                  </a:lnTo>
                  <a:lnTo>
                    <a:pt x="510204" y="303389"/>
                  </a:lnTo>
                  <a:lnTo>
                    <a:pt x="498254" y="346892"/>
                  </a:lnTo>
                  <a:lnTo>
                    <a:pt x="479227" y="386954"/>
                  </a:lnTo>
                  <a:lnTo>
                    <a:pt x="453849" y="422849"/>
                  </a:lnTo>
                  <a:lnTo>
                    <a:pt x="422849" y="453849"/>
                  </a:lnTo>
                  <a:lnTo>
                    <a:pt x="386954" y="479227"/>
                  </a:lnTo>
                  <a:lnTo>
                    <a:pt x="346892" y="498254"/>
                  </a:lnTo>
                  <a:lnTo>
                    <a:pt x="303389" y="510204"/>
                  </a:lnTo>
                  <a:lnTo>
                    <a:pt x="257175" y="514350"/>
                  </a:lnTo>
                  <a:lnTo>
                    <a:pt x="210946" y="510204"/>
                  </a:lnTo>
                  <a:lnTo>
                    <a:pt x="167437" y="498254"/>
                  </a:lnTo>
                  <a:lnTo>
                    <a:pt x="127372" y="479227"/>
                  </a:lnTo>
                  <a:lnTo>
                    <a:pt x="91479" y="453849"/>
                  </a:lnTo>
                  <a:lnTo>
                    <a:pt x="60483" y="422849"/>
                  </a:lnTo>
                  <a:lnTo>
                    <a:pt x="35111" y="386954"/>
                  </a:lnTo>
                  <a:lnTo>
                    <a:pt x="16089" y="346892"/>
                  </a:lnTo>
                  <a:lnTo>
                    <a:pt x="4143" y="303389"/>
                  </a:lnTo>
                  <a:lnTo>
                    <a:pt x="0" y="257175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" name="object 16" descr=""/>
          <p:cNvGrpSpPr/>
          <p:nvPr/>
        </p:nvGrpSpPr>
        <p:grpSpPr>
          <a:xfrm>
            <a:off x="1108075" y="5415026"/>
            <a:ext cx="527050" cy="527050"/>
            <a:chOff x="1108075" y="5415026"/>
            <a:chExt cx="527050" cy="527050"/>
          </a:xfrm>
        </p:grpSpPr>
        <p:sp>
          <p:nvSpPr>
            <p:cNvPr id="17" name="object 17" descr=""/>
            <p:cNvSpPr/>
            <p:nvPr/>
          </p:nvSpPr>
          <p:spPr>
            <a:xfrm>
              <a:off x="1114425" y="542137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57175" y="0"/>
                  </a:moveTo>
                  <a:lnTo>
                    <a:pt x="210946" y="4140"/>
                  </a:lnTo>
                  <a:lnTo>
                    <a:pt x="167437" y="16079"/>
                  </a:lnTo>
                  <a:lnTo>
                    <a:pt x="127372" y="35091"/>
                  </a:lnTo>
                  <a:lnTo>
                    <a:pt x="91479" y="60452"/>
                  </a:lnTo>
                  <a:lnTo>
                    <a:pt x="60483" y="91436"/>
                  </a:lnTo>
                  <a:lnTo>
                    <a:pt x="35111" y="127319"/>
                  </a:lnTo>
                  <a:lnTo>
                    <a:pt x="16089" y="167376"/>
                  </a:lnTo>
                  <a:lnTo>
                    <a:pt x="4143" y="210882"/>
                  </a:lnTo>
                  <a:lnTo>
                    <a:pt x="0" y="257111"/>
                  </a:lnTo>
                  <a:lnTo>
                    <a:pt x="4143" y="303339"/>
                  </a:lnTo>
                  <a:lnTo>
                    <a:pt x="16089" y="346849"/>
                  </a:lnTo>
                  <a:lnTo>
                    <a:pt x="35111" y="386913"/>
                  </a:lnTo>
                  <a:lnTo>
                    <a:pt x="60483" y="422807"/>
                  </a:lnTo>
                  <a:lnTo>
                    <a:pt x="91479" y="453803"/>
                  </a:lnTo>
                  <a:lnTo>
                    <a:pt x="127372" y="479175"/>
                  </a:lnTo>
                  <a:lnTo>
                    <a:pt x="167437" y="498197"/>
                  </a:lnTo>
                  <a:lnTo>
                    <a:pt x="210946" y="510143"/>
                  </a:lnTo>
                  <a:lnTo>
                    <a:pt x="257175" y="514286"/>
                  </a:lnTo>
                  <a:lnTo>
                    <a:pt x="303389" y="510143"/>
                  </a:lnTo>
                  <a:lnTo>
                    <a:pt x="346892" y="498197"/>
                  </a:lnTo>
                  <a:lnTo>
                    <a:pt x="386954" y="479175"/>
                  </a:lnTo>
                  <a:lnTo>
                    <a:pt x="422849" y="453803"/>
                  </a:lnTo>
                  <a:lnTo>
                    <a:pt x="453849" y="422807"/>
                  </a:lnTo>
                  <a:lnTo>
                    <a:pt x="479227" y="386913"/>
                  </a:lnTo>
                  <a:lnTo>
                    <a:pt x="498254" y="346849"/>
                  </a:lnTo>
                  <a:lnTo>
                    <a:pt x="510204" y="303339"/>
                  </a:lnTo>
                  <a:lnTo>
                    <a:pt x="514350" y="257111"/>
                  </a:lnTo>
                  <a:lnTo>
                    <a:pt x="510204" y="210882"/>
                  </a:lnTo>
                  <a:lnTo>
                    <a:pt x="498254" y="167376"/>
                  </a:lnTo>
                  <a:lnTo>
                    <a:pt x="479227" y="127319"/>
                  </a:lnTo>
                  <a:lnTo>
                    <a:pt x="453849" y="91436"/>
                  </a:lnTo>
                  <a:lnTo>
                    <a:pt x="422849" y="60452"/>
                  </a:lnTo>
                  <a:lnTo>
                    <a:pt x="386954" y="35091"/>
                  </a:lnTo>
                  <a:lnTo>
                    <a:pt x="346892" y="16079"/>
                  </a:lnTo>
                  <a:lnTo>
                    <a:pt x="303389" y="4140"/>
                  </a:lnTo>
                  <a:lnTo>
                    <a:pt x="257175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114425" y="542137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257111"/>
                  </a:moveTo>
                  <a:lnTo>
                    <a:pt x="4143" y="210882"/>
                  </a:lnTo>
                  <a:lnTo>
                    <a:pt x="16089" y="167376"/>
                  </a:lnTo>
                  <a:lnTo>
                    <a:pt x="35111" y="127319"/>
                  </a:lnTo>
                  <a:lnTo>
                    <a:pt x="60483" y="91436"/>
                  </a:lnTo>
                  <a:lnTo>
                    <a:pt x="91479" y="60452"/>
                  </a:lnTo>
                  <a:lnTo>
                    <a:pt x="127372" y="35091"/>
                  </a:lnTo>
                  <a:lnTo>
                    <a:pt x="167437" y="16079"/>
                  </a:lnTo>
                  <a:lnTo>
                    <a:pt x="210946" y="4140"/>
                  </a:lnTo>
                  <a:lnTo>
                    <a:pt x="257175" y="0"/>
                  </a:lnTo>
                  <a:lnTo>
                    <a:pt x="303389" y="4140"/>
                  </a:lnTo>
                  <a:lnTo>
                    <a:pt x="346892" y="16079"/>
                  </a:lnTo>
                  <a:lnTo>
                    <a:pt x="386954" y="35091"/>
                  </a:lnTo>
                  <a:lnTo>
                    <a:pt x="422849" y="60452"/>
                  </a:lnTo>
                  <a:lnTo>
                    <a:pt x="453849" y="91436"/>
                  </a:lnTo>
                  <a:lnTo>
                    <a:pt x="479227" y="127319"/>
                  </a:lnTo>
                  <a:lnTo>
                    <a:pt x="498254" y="167376"/>
                  </a:lnTo>
                  <a:lnTo>
                    <a:pt x="510204" y="210882"/>
                  </a:lnTo>
                  <a:lnTo>
                    <a:pt x="514350" y="257111"/>
                  </a:lnTo>
                  <a:lnTo>
                    <a:pt x="510204" y="303339"/>
                  </a:lnTo>
                  <a:lnTo>
                    <a:pt x="498254" y="346849"/>
                  </a:lnTo>
                  <a:lnTo>
                    <a:pt x="479227" y="386913"/>
                  </a:lnTo>
                  <a:lnTo>
                    <a:pt x="453849" y="422807"/>
                  </a:lnTo>
                  <a:lnTo>
                    <a:pt x="422849" y="453803"/>
                  </a:lnTo>
                  <a:lnTo>
                    <a:pt x="386954" y="479175"/>
                  </a:lnTo>
                  <a:lnTo>
                    <a:pt x="346892" y="498197"/>
                  </a:lnTo>
                  <a:lnTo>
                    <a:pt x="303389" y="510143"/>
                  </a:lnTo>
                  <a:lnTo>
                    <a:pt x="257175" y="514286"/>
                  </a:lnTo>
                  <a:lnTo>
                    <a:pt x="210946" y="510143"/>
                  </a:lnTo>
                  <a:lnTo>
                    <a:pt x="167437" y="498197"/>
                  </a:lnTo>
                  <a:lnTo>
                    <a:pt x="127372" y="479175"/>
                  </a:lnTo>
                  <a:lnTo>
                    <a:pt x="91479" y="453803"/>
                  </a:lnTo>
                  <a:lnTo>
                    <a:pt x="60483" y="422807"/>
                  </a:lnTo>
                  <a:lnTo>
                    <a:pt x="35111" y="386913"/>
                  </a:lnTo>
                  <a:lnTo>
                    <a:pt x="16089" y="346849"/>
                  </a:lnTo>
                  <a:lnTo>
                    <a:pt x="4143" y="303339"/>
                  </a:lnTo>
                  <a:lnTo>
                    <a:pt x="0" y="257111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1262252" y="3789934"/>
            <a:ext cx="4366260" cy="20459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32790" indent="-704215">
              <a:lnSpc>
                <a:spcPct val="100000"/>
              </a:lnSpc>
              <a:spcBef>
                <a:spcPts val="100"/>
              </a:spcBef>
              <a:buClr>
                <a:srgbClr val="FFFFFF"/>
              </a:buClr>
              <a:buAutoNum type="alphaUcPeriod" startAt="2"/>
              <a:tabLst>
                <a:tab pos="732790" algn="l"/>
              </a:tabLst>
            </a:pPr>
            <a:r>
              <a:rPr dirty="0" sz="2000" spc="-10">
                <a:latin typeface="微软雅黑"/>
                <a:cs typeface="微软雅黑"/>
              </a:rPr>
              <a:t>DDR</a:t>
            </a:r>
            <a:r>
              <a:rPr dirty="0" sz="2000" spc="-15">
                <a:latin typeface="微软雅黑"/>
                <a:cs typeface="微软雅黑"/>
              </a:rPr>
              <a:t>内存接口</a:t>
            </a:r>
            <a:endParaRPr sz="20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919"/>
              </a:spcBef>
              <a:buClr>
                <a:srgbClr val="FFFFFF"/>
              </a:buClr>
              <a:buFont typeface="΢"/>
              <a:buAutoNum type="alphaUcPeriod" startAt="2"/>
            </a:pPr>
            <a:endParaRPr sz="2000">
              <a:latin typeface="微软雅黑"/>
              <a:cs typeface="微软雅黑"/>
            </a:endParaRPr>
          </a:p>
          <a:p>
            <a:pPr marL="657860" indent="-633730">
              <a:lnSpc>
                <a:spcPct val="100000"/>
              </a:lnSpc>
              <a:spcBef>
                <a:spcPts val="5"/>
              </a:spcBef>
              <a:buClr>
                <a:srgbClr val="FFFFFF"/>
              </a:buClr>
              <a:buAutoNum type="alphaUcPeriod" startAt="2"/>
              <a:tabLst>
                <a:tab pos="657860" algn="l"/>
              </a:tabLst>
            </a:pPr>
            <a:r>
              <a:rPr dirty="0" sz="2000" spc="-5">
                <a:latin typeface="微软雅黑"/>
                <a:cs typeface="微软雅黑"/>
              </a:rPr>
              <a:t>连接速度差异很大的各种</a:t>
            </a:r>
            <a:r>
              <a:rPr dirty="0" sz="2000" spc="-10">
                <a:latin typeface="微软雅黑"/>
                <a:cs typeface="微软雅黑"/>
              </a:rPr>
              <a:t>I/O</a:t>
            </a:r>
            <a:r>
              <a:rPr dirty="0" sz="2000" spc="-35">
                <a:latin typeface="微软雅黑"/>
                <a:cs typeface="微软雅黑"/>
              </a:rPr>
              <a:t>设备</a:t>
            </a:r>
            <a:endParaRPr sz="20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915"/>
              </a:spcBef>
              <a:buClr>
                <a:srgbClr val="FFFFFF"/>
              </a:buClr>
              <a:buFont typeface="΢"/>
              <a:buAutoNum type="alphaUcPeriod" startAt="2"/>
            </a:pPr>
            <a:endParaRPr sz="2000">
              <a:latin typeface="微软雅黑"/>
              <a:cs typeface="微软雅黑"/>
            </a:endParaRPr>
          </a:p>
          <a:p>
            <a:pPr marL="657860" indent="-645160">
              <a:lnSpc>
                <a:spcPct val="100000"/>
              </a:lnSpc>
              <a:buClr>
                <a:srgbClr val="FFFFFF"/>
              </a:buClr>
              <a:buAutoNum type="alphaUcPeriod" startAt="2"/>
              <a:tabLst>
                <a:tab pos="657860" algn="l"/>
              </a:tabLst>
            </a:pPr>
            <a:r>
              <a:rPr dirty="0" sz="2000" spc="-10">
                <a:latin typeface="微软雅黑"/>
                <a:cs typeface="微软雅黑"/>
              </a:rPr>
              <a:t>GPU核心与显存之间的连接</a:t>
            </a:r>
            <a:endParaRPr sz="2000">
              <a:latin typeface="微软雅黑"/>
              <a:cs typeface="微软雅黑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6281801" y="5997575"/>
            <a:ext cx="1581150" cy="450850"/>
            <a:chOff x="6281801" y="5997575"/>
            <a:chExt cx="1581150" cy="450850"/>
          </a:xfrm>
        </p:grpSpPr>
        <p:sp>
          <p:nvSpPr>
            <p:cNvPr id="21" name="object 21" descr=""/>
            <p:cNvSpPr/>
            <p:nvPr/>
          </p:nvSpPr>
          <p:spPr>
            <a:xfrm>
              <a:off x="6300851" y="6016625"/>
              <a:ext cx="1543050" cy="412750"/>
            </a:xfrm>
            <a:custGeom>
              <a:avLst/>
              <a:gdLst/>
              <a:ahLst/>
              <a:cxnLst/>
              <a:rect l="l" t="t" r="r" b="b"/>
              <a:pathLst>
                <a:path w="1543050" h="412750">
                  <a:moveTo>
                    <a:pt x="1474216" y="0"/>
                  </a:moveTo>
                  <a:lnTo>
                    <a:pt x="68707" y="0"/>
                  </a:lnTo>
                  <a:lnTo>
                    <a:pt x="41951" y="5405"/>
                  </a:lnTo>
                  <a:lnTo>
                    <a:pt x="20113" y="20148"/>
                  </a:lnTo>
                  <a:lnTo>
                    <a:pt x="5395" y="42015"/>
                  </a:lnTo>
                  <a:lnTo>
                    <a:pt x="0" y="68795"/>
                  </a:lnTo>
                  <a:lnTo>
                    <a:pt x="0" y="343954"/>
                  </a:lnTo>
                  <a:lnTo>
                    <a:pt x="5395" y="370734"/>
                  </a:lnTo>
                  <a:lnTo>
                    <a:pt x="20113" y="392601"/>
                  </a:lnTo>
                  <a:lnTo>
                    <a:pt x="41951" y="407344"/>
                  </a:lnTo>
                  <a:lnTo>
                    <a:pt x="68707" y="412750"/>
                  </a:lnTo>
                  <a:lnTo>
                    <a:pt x="1474216" y="412750"/>
                  </a:lnTo>
                  <a:lnTo>
                    <a:pt x="1500991" y="407344"/>
                  </a:lnTo>
                  <a:lnTo>
                    <a:pt x="1522872" y="392601"/>
                  </a:lnTo>
                  <a:lnTo>
                    <a:pt x="1537634" y="370734"/>
                  </a:lnTo>
                  <a:lnTo>
                    <a:pt x="1543050" y="343954"/>
                  </a:lnTo>
                  <a:lnTo>
                    <a:pt x="1543050" y="68795"/>
                  </a:lnTo>
                  <a:lnTo>
                    <a:pt x="1537634" y="42015"/>
                  </a:lnTo>
                  <a:lnTo>
                    <a:pt x="1522872" y="20148"/>
                  </a:lnTo>
                  <a:lnTo>
                    <a:pt x="1500991" y="5405"/>
                  </a:lnTo>
                  <a:lnTo>
                    <a:pt x="1474216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6300851" y="6016625"/>
              <a:ext cx="1543050" cy="412750"/>
            </a:xfrm>
            <a:custGeom>
              <a:avLst/>
              <a:gdLst/>
              <a:ahLst/>
              <a:cxnLst/>
              <a:rect l="l" t="t" r="r" b="b"/>
              <a:pathLst>
                <a:path w="1543050" h="412750">
                  <a:moveTo>
                    <a:pt x="0" y="68795"/>
                  </a:moveTo>
                  <a:lnTo>
                    <a:pt x="5395" y="42015"/>
                  </a:lnTo>
                  <a:lnTo>
                    <a:pt x="20113" y="20148"/>
                  </a:lnTo>
                  <a:lnTo>
                    <a:pt x="41951" y="5405"/>
                  </a:lnTo>
                  <a:lnTo>
                    <a:pt x="68707" y="0"/>
                  </a:lnTo>
                  <a:lnTo>
                    <a:pt x="1474216" y="0"/>
                  </a:lnTo>
                  <a:lnTo>
                    <a:pt x="1500991" y="5405"/>
                  </a:lnTo>
                  <a:lnTo>
                    <a:pt x="1522872" y="20148"/>
                  </a:lnTo>
                  <a:lnTo>
                    <a:pt x="1537634" y="42015"/>
                  </a:lnTo>
                  <a:lnTo>
                    <a:pt x="1543050" y="68795"/>
                  </a:lnTo>
                  <a:lnTo>
                    <a:pt x="1543050" y="343954"/>
                  </a:lnTo>
                  <a:lnTo>
                    <a:pt x="1537634" y="370734"/>
                  </a:lnTo>
                  <a:lnTo>
                    <a:pt x="1522872" y="392601"/>
                  </a:lnTo>
                  <a:lnTo>
                    <a:pt x="1500991" y="407344"/>
                  </a:lnTo>
                  <a:lnTo>
                    <a:pt x="1474216" y="412750"/>
                  </a:lnTo>
                  <a:lnTo>
                    <a:pt x="68707" y="412750"/>
                  </a:lnTo>
                  <a:lnTo>
                    <a:pt x="41951" y="407344"/>
                  </a:lnTo>
                  <a:lnTo>
                    <a:pt x="20113" y="392601"/>
                  </a:lnTo>
                  <a:lnTo>
                    <a:pt x="5395" y="370734"/>
                  </a:lnTo>
                  <a:lnTo>
                    <a:pt x="0" y="343954"/>
                  </a:lnTo>
                  <a:lnTo>
                    <a:pt x="0" y="68795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6858381" y="6081776"/>
            <a:ext cx="43116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40">
                <a:solidFill>
                  <a:srgbClr val="FFFFFF"/>
                </a:solidFill>
                <a:latin typeface="微软雅黑"/>
                <a:cs typeface="微软雅黑"/>
              </a:rPr>
              <a:t>提交</a:t>
            </a:r>
            <a:endParaRPr sz="1600">
              <a:latin typeface="微软雅黑"/>
              <a:cs typeface="微软雅黑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25" name="object 25" descr=""/>
            <p:cNvSpPr/>
            <p:nvPr/>
          </p:nvSpPr>
          <p:spPr>
            <a:xfrm>
              <a:off x="190500" y="0"/>
              <a:ext cx="8953500" cy="635000"/>
            </a:xfrm>
            <a:custGeom>
              <a:avLst/>
              <a:gdLst/>
              <a:ahLst/>
              <a:cxnLst/>
              <a:rect l="l" t="t" r="r" b="b"/>
              <a:pathLst>
                <a:path w="8953500" h="635000">
                  <a:moveTo>
                    <a:pt x="0" y="635000"/>
                  </a:moveTo>
                  <a:lnTo>
                    <a:pt x="8953500" y="635000"/>
                  </a:lnTo>
                  <a:lnTo>
                    <a:pt x="8953500" y="0"/>
                  </a:lnTo>
                  <a:lnTo>
                    <a:pt x="0" y="0"/>
                  </a:lnTo>
                  <a:lnTo>
                    <a:pt x="0" y="635000"/>
                  </a:lnTo>
                  <a:close/>
                </a:path>
              </a:pathLst>
            </a:custGeom>
            <a:solidFill>
              <a:srgbClr val="F6F7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0" y="0"/>
              <a:ext cx="190500" cy="635000"/>
            </a:xfrm>
            <a:custGeom>
              <a:avLst/>
              <a:gdLst/>
              <a:ahLst/>
              <a:cxnLst/>
              <a:rect l="l" t="t" r="r" b="b"/>
              <a:pathLst>
                <a:path w="190500" h="635000">
                  <a:moveTo>
                    <a:pt x="190500" y="0"/>
                  </a:moveTo>
                  <a:lnTo>
                    <a:pt x="0" y="0"/>
                  </a:lnTo>
                  <a:lnTo>
                    <a:pt x="0" y="635000"/>
                  </a:lnTo>
                  <a:lnTo>
                    <a:pt x="190500" y="635000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629EF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332943" y="93090"/>
            <a:ext cx="1017905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spc="-20">
                <a:latin typeface="微软雅黑"/>
                <a:cs typeface="微软雅黑"/>
              </a:rPr>
              <a:t>单选题</a:t>
            </a:r>
            <a:endParaRPr sz="2600">
              <a:latin typeface="微软雅黑"/>
              <a:cs typeface="微软雅黑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1604899" y="187578"/>
            <a:ext cx="429259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808080"/>
                </a:solidFill>
                <a:latin typeface="微软雅黑"/>
                <a:cs typeface="微软雅黑"/>
              </a:rPr>
              <a:t>1</a:t>
            </a:r>
            <a:r>
              <a:rPr dirty="0" sz="2000" spc="-50">
                <a:solidFill>
                  <a:srgbClr val="808080"/>
                </a:solidFill>
                <a:latin typeface="微软雅黑"/>
                <a:cs typeface="微软雅黑"/>
              </a:rPr>
              <a:t>分</a:t>
            </a:r>
            <a:endParaRPr sz="2000">
              <a:latin typeface="微软雅黑"/>
              <a:cs typeface="微软雅黑"/>
            </a:endParaRPr>
          </a:p>
        </p:txBody>
      </p:sp>
      <p:pic>
        <p:nvPicPr>
          <p:cNvPr id="29" name="object 2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53605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34809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15" b="1">
                <a:solidFill>
                  <a:srgbClr val="40458B"/>
                </a:solidFill>
                <a:latin typeface="宋体"/>
                <a:cs typeface="宋体"/>
              </a:rPr>
              <a:t>62/81</a:t>
            </a:r>
            <a:endParaRPr baseline="1736" sz="2400">
              <a:latin typeface="宋体"/>
              <a:cs typeface="宋体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93444" y="1337564"/>
            <a:ext cx="7071359" cy="740410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marL="12700" marR="5080">
              <a:lnSpc>
                <a:spcPts val="2750"/>
              </a:lnSpc>
              <a:spcBef>
                <a:spcPts val="300"/>
              </a:spcBef>
            </a:pPr>
            <a:r>
              <a:rPr dirty="0" sz="2400" spc="-20" b="1">
                <a:solidFill>
                  <a:srgbClr val="40458B"/>
                </a:solidFill>
                <a:latin typeface="黑体"/>
                <a:cs typeface="黑体"/>
              </a:rPr>
              <a:t>在长距离通信中（如计算机网络），</a:t>
            </a:r>
            <a:r>
              <a:rPr dirty="0" sz="2400" spc="-25" b="1">
                <a:solidFill>
                  <a:srgbClr val="40458B"/>
                </a:solidFill>
                <a:latin typeface="黑体"/>
                <a:cs typeface="黑体"/>
              </a:rPr>
              <a:t>更倾向于采用类似哪种总线的思想？为什么？</a:t>
            </a:r>
            <a:r>
              <a:rPr dirty="0" sz="2400" b="1">
                <a:solidFill>
                  <a:srgbClr val="40458B"/>
                </a:solidFill>
                <a:latin typeface="黑体"/>
                <a:cs typeface="黑体"/>
              </a:rPr>
              <a:t>（</a:t>
            </a:r>
            <a:r>
              <a:rPr dirty="0" sz="2400" spc="229" b="1">
                <a:solidFill>
                  <a:srgbClr val="40458B"/>
                </a:solidFill>
                <a:latin typeface="黑体"/>
                <a:cs typeface="黑体"/>
              </a:rPr>
              <a:t> </a:t>
            </a:r>
            <a:r>
              <a:rPr dirty="0" sz="2400" spc="-50" b="1">
                <a:solidFill>
                  <a:srgbClr val="40458B"/>
                </a:solidFill>
                <a:latin typeface="黑体"/>
                <a:cs typeface="黑体"/>
              </a:rPr>
              <a:t>）</a:t>
            </a:r>
            <a:endParaRPr sz="2400">
              <a:latin typeface="黑体"/>
              <a:cs typeface="黑体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002282" y="2905125"/>
            <a:ext cx="5207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40458B"/>
                </a:solidFill>
                <a:latin typeface="黑体"/>
                <a:cs typeface="黑体"/>
              </a:rPr>
              <a:t>同步总线，因为时序简单，延迟可预测</a:t>
            </a:r>
            <a:endParaRPr sz="2400">
              <a:latin typeface="黑体"/>
              <a:cs typeface="黑体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907794" y="3596385"/>
            <a:ext cx="6121400" cy="1239520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marL="12700" marR="5080">
              <a:lnSpc>
                <a:spcPts val="2750"/>
              </a:lnSpc>
              <a:spcBef>
                <a:spcPts val="300"/>
              </a:spcBef>
            </a:pPr>
            <a:r>
              <a:rPr dirty="0" sz="2400" spc="-5">
                <a:solidFill>
                  <a:srgbClr val="40458B"/>
                </a:solidFill>
                <a:latin typeface="黑体"/>
                <a:cs typeface="黑体"/>
              </a:rPr>
              <a:t>异步总线，因为可以避免时钟偏移问题，适应</a:t>
            </a:r>
            <a:r>
              <a:rPr dirty="0" sz="2400" spc="-10">
                <a:solidFill>
                  <a:srgbClr val="40458B"/>
                </a:solidFill>
                <a:latin typeface="黑体"/>
                <a:cs typeface="黑体"/>
              </a:rPr>
              <a:t>不同的传输延迟</a:t>
            </a:r>
            <a:endParaRPr sz="2400">
              <a:latin typeface="黑体"/>
              <a:cs typeface="黑体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dirty="0" sz="2400" spc="-5">
                <a:solidFill>
                  <a:srgbClr val="40458B"/>
                </a:solidFill>
                <a:latin typeface="黑体"/>
                <a:cs typeface="黑体"/>
              </a:rPr>
              <a:t>同步总线，因为传输速率更高</a:t>
            </a:r>
            <a:endParaRPr sz="2400">
              <a:latin typeface="黑体"/>
              <a:cs typeface="黑体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002282" y="5477357"/>
            <a:ext cx="5207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40458B"/>
                </a:solidFill>
                <a:latin typeface="黑体"/>
                <a:cs typeface="黑体"/>
              </a:rPr>
              <a:t>异步总线，因为需要的控制信号线更少</a:t>
            </a:r>
            <a:endParaRPr sz="2400">
              <a:latin typeface="黑体"/>
              <a:cs typeface="黑体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1108075" y="2843276"/>
            <a:ext cx="527050" cy="527050"/>
            <a:chOff x="1108075" y="2843276"/>
            <a:chExt cx="527050" cy="527050"/>
          </a:xfrm>
        </p:grpSpPr>
        <p:sp>
          <p:nvSpPr>
            <p:cNvPr id="9" name="object 9" descr=""/>
            <p:cNvSpPr/>
            <p:nvPr/>
          </p:nvSpPr>
          <p:spPr>
            <a:xfrm>
              <a:off x="1114425" y="284962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57175" y="0"/>
                  </a:moveTo>
                  <a:lnTo>
                    <a:pt x="210946" y="4140"/>
                  </a:lnTo>
                  <a:lnTo>
                    <a:pt x="167437" y="16080"/>
                  </a:lnTo>
                  <a:lnTo>
                    <a:pt x="127372" y="35094"/>
                  </a:lnTo>
                  <a:lnTo>
                    <a:pt x="91479" y="60458"/>
                  </a:lnTo>
                  <a:lnTo>
                    <a:pt x="60483" y="91447"/>
                  </a:lnTo>
                  <a:lnTo>
                    <a:pt x="35111" y="127338"/>
                  </a:lnTo>
                  <a:lnTo>
                    <a:pt x="16089" y="167406"/>
                  </a:lnTo>
                  <a:lnTo>
                    <a:pt x="4143" y="210926"/>
                  </a:lnTo>
                  <a:lnTo>
                    <a:pt x="0" y="257175"/>
                  </a:lnTo>
                  <a:lnTo>
                    <a:pt x="4143" y="303389"/>
                  </a:lnTo>
                  <a:lnTo>
                    <a:pt x="16089" y="346892"/>
                  </a:lnTo>
                  <a:lnTo>
                    <a:pt x="35111" y="386954"/>
                  </a:lnTo>
                  <a:lnTo>
                    <a:pt x="60483" y="422849"/>
                  </a:lnTo>
                  <a:lnTo>
                    <a:pt x="91479" y="453849"/>
                  </a:lnTo>
                  <a:lnTo>
                    <a:pt x="127372" y="479227"/>
                  </a:lnTo>
                  <a:lnTo>
                    <a:pt x="167437" y="498254"/>
                  </a:lnTo>
                  <a:lnTo>
                    <a:pt x="210946" y="510204"/>
                  </a:lnTo>
                  <a:lnTo>
                    <a:pt x="257175" y="514350"/>
                  </a:lnTo>
                  <a:lnTo>
                    <a:pt x="303389" y="510204"/>
                  </a:lnTo>
                  <a:lnTo>
                    <a:pt x="346892" y="498254"/>
                  </a:lnTo>
                  <a:lnTo>
                    <a:pt x="386954" y="479227"/>
                  </a:lnTo>
                  <a:lnTo>
                    <a:pt x="422849" y="453849"/>
                  </a:lnTo>
                  <a:lnTo>
                    <a:pt x="453849" y="422849"/>
                  </a:lnTo>
                  <a:lnTo>
                    <a:pt x="479227" y="386954"/>
                  </a:lnTo>
                  <a:lnTo>
                    <a:pt x="498254" y="346892"/>
                  </a:lnTo>
                  <a:lnTo>
                    <a:pt x="510204" y="303389"/>
                  </a:lnTo>
                  <a:lnTo>
                    <a:pt x="514350" y="257175"/>
                  </a:lnTo>
                  <a:lnTo>
                    <a:pt x="510204" y="210926"/>
                  </a:lnTo>
                  <a:lnTo>
                    <a:pt x="498254" y="167406"/>
                  </a:lnTo>
                  <a:lnTo>
                    <a:pt x="479227" y="127338"/>
                  </a:lnTo>
                  <a:lnTo>
                    <a:pt x="453849" y="91447"/>
                  </a:lnTo>
                  <a:lnTo>
                    <a:pt x="422849" y="60458"/>
                  </a:lnTo>
                  <a:lnTo>
                    <a:pt x="386954" y="35094"/>
                  </a:lnTo>
                  <a:lnTo>
                    <a:pt x="346892" y="16080"/>
                  </a:lnTo>
                  <a:lnTo>
                    <a:pt x="303389" y="4140"/>
                  </a:lnTo>
                  <a:lnTo>
                    <a:pt x="257175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114425" y="284962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257175"/>
                  </a:moveTo>
                  <a:lnTo>
                    <a:pt x="4143" y="210926"/>
                  </a:lnTo>
                  <a:lnTo>
                    <a:pt x="16089" y="167406"/>
                  </a:lnTo>
                  <a:lnTo>
                    <a:pt x="35111" y="127338"/>
                  </a:lnTo>
                  <a:lnTo>
                    <a:pt x="60483" y="91447"/>
                  </a:lnTo>
                  <a:lnTo>
                    <a:pt x="91479" y="60458"/>
                  </a:lnTo>
                  <a:lnTo>
                    <a:pt x="127372" y="35094"/>
                  </a:lnTo>
                  <a:lnTo>
                    <a:pt x="167437" y="16080"/>
                  </a:lnTo>
                  <a:lnTo>
                    <a:pt x="210946" y="4140"/>
                  </a:lnTo>
                  <a:lnTo>
                    <a:pt x="257175" y="0"/>
                  </a:lnTo>
                  <a:lnTo>
                    <a:pt x="303389" y="4140"/>
                  </a:lnTo>
                  <a:lnTo>
                    <a:pt x="346892" y="16080"/>
                  </a:lnTo>
                  <a:lnTo>
                    <a:pt x="386954" y="35094"/>
                  </a:lnTo>
                  <a:lnTo>
                    <a:pt x="422849" y="60458"/>
                  </a:lnTo>
                  <a:lnTo>
                    <a:pt x="453849" y="91447"/>
                  </a:lnTo>
                  <a:lnTo>
                    <a:pt x="479227" y="127338"/>
                  </a:lnTo>
                  <a:lnTo>
                    <a:pt x="498254" y="167406"/>
                  </a:lnTo>
                  <a:lnTo>
                    <a:pt x="510204" y="210926"/>
                  </a:lnTo>
                  <a:lnTo>
                    <a:pt x="514350" y="257175"/>
                  </a:lnTo>
                  <a:lnTo>
                    <a:pt x="510204" y="303389"/>
                  </a:lnTo>
                  <a:lnTo>
                    <a:pt x="498254" y="346892"/>
                  </a:lnTo>
                  <a:lnTo>
                    <a:pt x="479227" y="386954"/>
                  </a:lnTo>
                  <a:lnTo>
                    <a:pt x="453849" y="422849"/>
                  </a:lnTo>
                  <a:lnTo>
                    <a:pt x="422849" y="453849"/>
                  </a:lnTo>
                  <a:lnTo>
                    <a:pt x="386954" y="479227"/>
                  </a:lnTo>
                  <a:lnTo>
                    <a:pt x="346892" y="498254"/>
                  </a:lnTo>
                  <a:lnTo>
                    <a:pt x="303389" y="510204"/>
                  </a:lnTo>
                  <a:lnTo>
                    <a:pt x="257175" y="514350"/>
                  </a:lnTo>
                  <a:lnTo>
                    <a:pt x="210946" y="510204"/>
                  </a:lnTo>
                  <a:lnTo>
                    <a:pt x="167437" y="498254"/>
                  </a:lnTo>
                  <a:lnTo>
                    <a:pt x="127372" y="479227"/>
                  </a:lnTo>
                  <a:lnTo>
                    <a:pt x="91479" y="453849"/>
                  </a:lnTo>
                  <a:lnTo>
                    <a:pt x="60483" y="422849"/>
                  </a:lnTo>
                  <a:lnTo>
                    <a:pt x="35111" y="386954"/>
                  </a:lnTo>
                  <a:lnTo>
                    <a:pt x="16089" y="346892"/>
                  </a:lnTo>
                  <a:lnTo>
                    <a:pt x="4143" y="303389"/>
                  </a:lnTo>
                  <a:lnTo>
                    <a:pt x="0" y="2571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1287907" y="2965195"/>
            <a:ext cx="16827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solidFill>
                  <a:srgbClr val="FFFFFF"/>
                </a:solidFill>
                <a:latin typeface="微软雅黑"/>
                <a:cs typeface="微软雅黑"/>
              </a:rPr>
              <a:t>A</a:t>
            </a:r>
            <a:endParaRPr sz="1600">
              <a:latin typeface="微软雅黑"/>
              <a:cs typeface="微软雅黑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1101725" y="3694176"/>
            <a:ext cx="539750" cy="539750"/>
            <a:chOff x="1101725" y="3694176"/>
            <a:chExt cx="539750" cy="539750"/>
          </a:xfrm>
        </p:grpSpPr>
        <p:sp>
          <p:nvSpPr>
            <p:cNvPr id="13" name="object 13" descr=""/>
            <p:cNvSpPr/>
            <p:nvPr/>
          </p:nvSpPr>
          <p:spPr>
            <a:xfrm>
              <a:off x="1114425" y="370687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57175" y="0"/>
                  </a:moveTo>
                  <a:lnTo>
                    <a:pt x="210946" y="4140"/>
                  </a:lnTo>
                  <a:lnTo>
                    <a:pt x="167437" y="16080"/>
                  </a:lnTo>
                  <a:lnTo>
                    <a:pt x="127372" y="35094"/>
                  </a:lnTo>
                  <a:lnTo>
                    <a:pt x="91479" y="60458"/>
                  </a:lnTo>
                  <a:lnTo>
                    <a:pt x="60483" y="91447"/>
                  </a:lnTo>
                  <a:lnTo>
                    <a:pt x="35111" y="127338"/>
                  </a:lnTo>
                  <a:lnTo>
                    <a:pt x="16089" y="167406"/>
                  </a:lnTo>
                  <a:lnTo>
                    <a:pt x="4143" y="210926"/>
                  </a:lnTo>
                  <a:lnTo>
                    <a:pt x="0" y="257175"/>
                  </a:lnTo>
                  <a:lnTo>
                    <a:pt x="4143" y="303389"/>
                  </a:lnTo>
                  <a:lnTo>
                    <a:pt x="16089" y="346892"/>
                  </a:lnTo>
                  <a:lnTo>
                    <a:pt x="35111" y="386954"/>
                  </a:lnTo>
                  <a:lnTo>
                    <a:pt x="60483" y="422849"/>
                  </a:lnTo>
                  <a:lnTo>
                    <a:pt x="91479" y="453849"/>
                  </a:lnTo>
                  <a:lnTo>
                    <a:pt x="127372" y="479227"/>
                  </a:lnTo>
                  <a:lnTo>
                    <a:pt x="167437" y="498254"/>
                  </a:lnTo>
                  <a:lnTo>
                    <a:pt x="210946" y="510204"/>
                  </a:lnTo>
                  <a:lnTo>
                    <a:pt x="257175" y="514350"/>
                  </a:lnTo>
                  <a:lnTo>
                    <a:pt x="303389" y="510204"/>
                  </a:lnTo>
                  <a:lnTo>
                    <a:pt x="346892" y="498254"/>
                  </a:lnTo>
                  <a:lnTo>
                    <a:pt x="386954" y="479227"/>
                  </a:lnTo>
                  <a:lnTo>
                    <a:pt x="422849" y="453849"/>
                  </a:lnTo>
                  <a:lnTo>
                    <a:pt x="453849" y="422849"/>
                  </a:lnTo>
                  <a:lnTo>
                    <a:pt x="479227" y="386954"/>
                  </a:lnTo>
                  <a:lnTo>
                    <a:pt x="498254" y="346892"/>
                  </a:lnTo>
                  <a:lnTo>
                    <a:pt x="510204" y="303389"/>
                  </a:lnTo>
                  <a:lnTo>
                    <a:pt x="514350" y="257175"/>
                  </a:lnTo>
                  <a:lnTo>
                    <a:pt x="510204" y="210926"/>
                  </a:lnTo>
                  <a:lnTo>
                    <a:pt x="498254" y="167406"/>
                  </a:lnTo>
                  <a:lnTo>
                    <a:pt x="479227" y="127338"/>
                  </a:lnTo>
                  <a:lnTo>
                    <a:pt x="453849" y="91447"/>
                  </a:lnTo>
                  <a:lnTo>
                    <a:pt x="422849" y="60458"/>
                  </a:lnTo>
                  <a:lnTo>
                    <a:pt x="386954" y="35094"/>
                  </a:lnTo>
                  <a:lnTo>
                    <a:pt x="346892" y="16080"/>
                  </a:lnTo>
                  <a:lnTo>
                    <a:pt x="303389" y="4140"/>
                  </a:lnTo>
                  <a:lnTo>
                    <a:pt x="257175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114425" y="370687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257175"/>
                  </a:moveTo>
                  <a:lnTo>
                    <a:pt x="4143" y="210926"/>
                  </a:lnTo>
                  <a:lnTo>
                    <a:pt x="16089" y="167406"/>
                  </a:lnTo>
                  <a:lnTo>
                    <a:pt x="35111" y="127338"/>
                  </a:lnTo>
                  <a:lnTo>
                    <a:pt x="60483" y="91447"/>
                  </a:lnTo>
                  <a:lnTo>
                    <a:pt x="91479" y="60458"/>
                  </a:lnTo>
                  <a:lnTo>
                    <a:pt x="127372" y="35094"/>
                  </a:lnTo>
                  <a:lnTo>
                    <a:pt x="167437" y="16080"/>
                  </a:lnTo>
                  <a:lnTo>
                    <a:pt x="210946" y="4140"/>
                  </a:lnTo>
                  <a:lnTo>
                    <a:pt x="257175" y="0"/>
                  </a:lnTo>
                  <a:lnTo>
                    <a:pt x="303389" y="4140"/>
                  </a:lnTo>
                  <a:lnTo>
                    <a:pt x="346892" y="16080"/>
                  </a:lnTo>
                  <a:lnTo>
                    <a:pt x="386954" y="35094"/>
                  </a:lnTo>
                  <a:lnTo>
                    <a:pt x="422849" y="60458"/>
                  </a:lnTo>
                  <a:lnTo>
                    <a:pt x="453849" y="91447"/>
                  </a:lnTo>
                  <a:lnTo>
                    <a:pt x="479227" y="127338"/>
                  </a:lnTo>
                  <a:lnTo>
                    <a:pt x="498254" y="167406"/>
                  </a:lnTo>
                  <a:lnTo>
                    <a:pt x="510204" y="210926"/>
                  </a:lnTo>
                  <a:lnTo>
                    <a:pt x="514350" y="257175"/>
                  </a:lnTo>
                  <a:lnTo>
                    <a:pt x="510204" y="303389"/>
                  </a:lnTo>
                  <a:lnTo>
                    <a:pt x="498254" y="346892"/>
                  </a:lnTo>
                  <a:lnTo>
                    <a:pt x="479227" y="386954"/>
                  </a:lnTo>
                  <a:lnTo>
                    <a:pt x="453849" y="422849"/>
                  </a:lnTo>
                  <a:lnTo>
                    <a:pt x="422849" y="453849"/>
                  </a:lnTo>
                  <a:lnTo>
                    <a:pt x="386954" y="479227"/>
                  </a:lnTo>
                  <a:lnTo>
                    <a:pt x="346892" y="498254"/>
                  </a:lnTo>
                  <a:lnTo>
                    <a:pt x="303389" y="510204"/>
                  </a:lnTo>
                  <a:lnTo>
                    <a:pt x="257175" y="514350"/>
                  </a:lnTo>
                  <a:lnTo>
                    <a:pt x="210946" y="510204"/>
                  </a:lnTo>
                  <a:lnTo>
                    <a:pt x="167437" y="498254"/>
                  </a:lnTo>
                  <a:lnTo>
                    <a:pt x="127372" y="479227"/>
                  </a:lnTo>
                  <a:lnTo>
                    <a:pt x="91479" y="453849"/>
                  </a:lnTo>
                  <a:lnTo>
                    <a:pt x="60483" y="422849"/>
                  </a:lnTo>
                  <a:lnTo>
                    <a:pt x="35111" y="386954"/>
                  </a:lnTo>
                  <a:lnTo>
                    <a:pt x="16089" y="346892"/>
                  </a:lnTo>
                  <a:lnTo>
                    <a:pt x="4143" y="303389"/>
                  </a:lnTo>
                  <a:lnTo>
                    <a:pt x="0" y="257175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1295527" y="3822572"/>
            <a:ext cx="1530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solidFill>
                  <a:srgbClr val="FFFFFF"/>
                </a:solidFill>
                <a:latin typeface="微软雅黑"/>
                <a:cs typeface="微软雅黑"/>
              </a:rPr>
              <a:t>B</a:t>
            </a:r>
            <a:endParaRPr sz="1600">
              <a:latin typeface="微软雅黑"/>
              <a:cs typeface="微软雅黑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1108075" y="4557776"/>
            <a:ext cx="527050" cy="527050"/>
            <a:chOff x="1108075" y="4557776"/>
            <a:chExt cx="527050" cy="527050"/>
          </a:xfrm>
        </p:grpSpPr>
        <p:sp>
          <p:nvSpPr>
            <p:cNvPr id="17" name="object 17" descr=""/>
            <p:cNvSpPr/>
            <p:nvPr/>
          </p:nvSpPr>
          <p:spPr>
            <a:xfrm>
              <a:off x="1114425" y="456412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57175" y="0"/>
                  </a:moveTo>
                  <a:lnTo>
                    <a:pt x="210946" y="4140"/>
                  </a:lnTo>
                  <a:lnTo>
                    <a:pt x="167437" y="16080"/>
                  </a:lnTo>
                  <a:lnTo>
                    <a:pt x="127372" y="35094"/>
                  </a:lnTo>
                  <a:lnTo>
                    <a:pt x="91479" y="60458"/>
                  </a:lnTo>
                  <a:lnTo>
                    <a:pt x="60483" y="91447"/>
                  </a:lnTo>
                  <a:lnTo>
                    <a:pt x="35111" y="127338"/>
                  </a:lnTo>
                  <a:lnTo>
                    <a:pt x="16089" y="167406"/>
                  </a:lnTo>
                  <a:lnTo>
                    <a:pt x="4143" y="210926"/>
                  </a:lnTo>
                  <a:lnTo>
                    <a:pt x="0" y="257175"/>
                  </a:lnTo>
                  <a:lnTo>
                    <a:pt x="4143" y="303389"/>
                  </a:lnTo>
                  <a:lnTo>
                    <a:pt x="16089" y="346892"/>
                  </a:lnTo>
                  <a:lnTo>
                    <a:pt x="35111" y="386954"/>
                  </a:lnTo>
                  <a:lnTo>
                    <a:pt x="60483" y="422849"/>
                  </a:lnTo>
                  <a:lnTo>
                    <a:pt x="91479" y="453849"/>
                  </a:lnTo>
                  <a:lnTo>
                    <a:pt x="127372" y="479227"/>
                  </a:lnTo>
                  <a:lnTo>
                    <a:pt x="167437" y="498254"/>
                  </a:lnTo>
                  <a:lnTo>
                    <a:pt x="210946" y="510204"/>
                  </a:lnTo>
                  <a:lnTo>
                    <a:pt x="257175" y="514350"/>
                  </a:lnTo>
                  <a:lnTo>
                    <a:pt x="303389" y="510204"/>
                  </a:lnTo>
                  <a:lnTo>
                    <a:pt x="346892" y="498254"/>
                  </a:lnTo>
                  <a:lnTo>
                    <a:pt x="386954" y="479227"/>
                  </a:lnTo>
                  <a:lnTo>
                    <a:pt x="422849" y="453849"/>
                  </a:lnTo>
                  <a:lnTo>
                    <a:pt x="453849" y="422849"/>
                  </a:lnTo>
                  <a:lnTo>
                    <a:pt x="479227" y="386954"/>
                  </a:lnTo>
                  <a:lnTo>
                    <a:pt x="498254" y="346892"/>
                  </a:lnTo>
                  <a:lnTo>
                    <a:pt x="510204" y="303389"/>
                  </a:lnTo>
                  <a:lnTo>
                    <a:pt x="514350" y="257175"/>
                  </a:lnTo>
                  <a:lnTo>
                    <a:pt x="510204" y="210926"/>
                  </a:lnTo>
                  <a:lnTo>
                    <a:pt x="498254" y="167406"/>
                  </a:lnTo>
                  <a:lnTo>
                    <a:pt x="479227" y="127338"/>
                  </a:lnTo>
                  <a:lnTo>
                    <a:pt x="453849" y="91447"/>
                  </a:lnTo>
                  <a:lnTo>
                    <a:pt x="422849" y="60458"/>
                  </a:lnTo>
                  <a:lnTo>
                    <a:pt x="386954" y="35094"/>
                  </a:lnTo>
                  <a:lnTo>
                    <a:pt x="346892" y="16080"/>
                  </a:lnTo>
                  <a:lnTo>
                    <a:pt x="303389" y="4140"/>
                  </a:lnTo>
                  <a:lnTo>
                    <a:pt x="257175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114425" y="456412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257175"/>
                  </a:moveTo>
                  <a:lnTo>
                    <a:pt x="4143" y="210926"/>
                  </a:lnTo>
                  <a:lnTo>
                    <a:pt x="16089" y="167406"/>
                  </a:lnTo>
                  <a:lnTo>
                    <a:pt x="35111" y="127338"/>
                  </a:lnTo>
                  <a:lnTo>
                    <a:pt x="60483" y="91447"/>
                  </a:lnTo>
                  <a:lnTo>
                    <a:pt x="91479" y="60458"/>
                  </a:lnTo>
                  <a:lnTo>
                    <a:pt x="127372" y="35094"/>
                  </a:lnTo>
                  <a:lnTo>
                    <a:pt x="167437" y="16080"/>
                  </a:lnTo>
                  <a:lnTo>
                    <a:pt x="210946" y="4140"/>
                  </a:lnTo>
                  <a:lnTo>
                    <a:pt x="257175" y="0"/>
                  </a:lnTo>
                  <a:lnTo>
                    <a:pt x="303389" y="4140"/>
                  </a:lnTo>
                  <a:lnTo>
                    <a:pt x="346892" y="16080"/>
                  </a:lnTo>
                  <a:lnTo>
                    <a:pt x="386954" y="35094"/>
                  </a:lnTo>
                  <a:lnTo>
                    <a:pt x="422849" y="60458"/>
                  </a:lnTo>
                  <a:lnTo>
                    <a:pt x="453849" y="91447"/>
                  </a:lnTo>
                  <a:lnTo>
                    <a:pt x="479227" y="127338"/>
                  </a:lnTo>
                  <a:lnTo>
                    <a:pt x="498254" y="167406"/>
                  </a:lnTo>
                  <a:lnTo>
                    <a:pt x="510204" y="210926"/>
                  </a:lnTo>
                  <a:lnTo>
                    <a:pt x="514350" y="257175"/>
                  </a:lnTo>
                  <a:lnTo>
                    <a:pt x="510204" y="303389"/>
                  </a:lnTo>
                  <a:lnTo>
                    <a:pt x="498254" y="346892"/>
                  </a:lnTo>
                  <a:lnTo>
                    <a:pt x="479227" y="386954"/>
                  </a:lnTo>
                  <a:lnTo>
                    <a:pt x="453849" y="422849"/>
                  </a:lnTo>
                  <a:lnTo>
                    <a:pt x="422849" y="453849"/>
                  </a:lnTo>
                  <a:lnTo>
                    <a:pt x="386954" y="479227"/>
                  </a:lnTo>
                  <a:lnTo>
                    <a:pt x="346892" y="498254"/>
                  </a:lnTo>
                  <a:lnTo>
                    <a:pt x="303389" y="510204"/>
                  </a:lnTo>
                  <a:lnTo>
                    <a:pt x="257175" y="514350"/>
                  </a:lnTo>
                  <a:lnTo>
                    <a:pt x="210946" y="510204"/>
                  </a:lnTo>
                  <a:lnTo>
                    <a:pt x="167437" y="498254"/>
                  </a:lnTo>
                  <a:lnTo>
                    <a:pt x="127372" y="479227"/>
                  </a:lnTo>
                  <a:lnTo>
                    <a:pt x="91479" y="453849"/>
                  </a:lnTo>
                  <a:lnTo>
                    <a:pt x="60483" y="422849"/>
                  </a:lnTo>
                  <a:lnTo>
                    <a:pt x="35111" y="386954"/>
                  </a:lnTo>
                  <a:lnTo>
                    <a:pt x="16089" y="346892"/>
                  </a:lnTo>
                  <a:lnTo>
                    <a:pt x="4143" y="303389"/>
                  </a:lnTo>
                  <a:lnTo>
                    <a:pt x="0" y="2571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1290955" y="4679645"/>
            <a:ext cx="16129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solidFill>
                  <a:srgbClr val="FFFFFF"/>
                </a:solidFill>
                <a:latin typeface="微软雅黑"/>
                <a:cs typeface="微软雅黑"/>
              </a:rPr>
              <a:t>C</a:t>
            </a:r>
            <a:endParaRPr sz="1600">
              <a:latin typeface="微软雅黑"/>
              <a:cs typeface="微软雅黑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1108075" y="5415026"/>
            <a:ext cx="527050" cy="527050"/>
            <a:chOff x="1108075" y="5415026"/>
            <a:chExt cx="527050" cy="527050"/>
          </a:xfrm>
        </p:grpSpPr>
        <p:sp>
          <p:nvSpPr>
            <p:cNvPr id="21" name="object 21" descr=""/>
            <p:cNvSpPr/>
            <p:nvPr/>
          </p:nvSpPr>
          <p:spPr>
            <a:xfrm>
              <a:off x="1114425" y="542137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57175" y="0"/>
                  </a:moveTo>
                  <a:lnTo>
                    <a:pt x="210946" y="4140"/>
                  </a:lnTo>
                  <a:lnTo>
                    <a:pt x="167437" y="16079"/>
                  </a:lnTo>
                  <a:lnTo>
                    <a:pt x="127372" y="35091"/>
                  </a:lnTo>
                  <a:lnTo>
                    <a:pt x="91479" y="60452"/>
                  </a:lnTo>
                  <a:lnTo>
                    <a:pt x="60483" y="91436"/>
                  </a:lnTo>
                  <a:lnTo>
                    <a:pt x="35111" y="127319"/>
                  </a:lnTo>
                  <a:lnTo>
                    <a:pt x="16089" y="167376"/>
                  </a:lnTo>
                  <a:lnTo>
                    <a:pt x="4143" y="210882"/>
                  </a:lnTo>
                  <a:lnTo>
                    <a:pt x="0" y="257111"/>
                  </a:lnTo>
                  <a:lnTo>
                    <a:pt x="4143" y="303339"/>
                  </a:lnTo>
                  <a:lnTo>
                    <a:pt x="16089" y="346849"/>
                  </a:lnTo>
                  <a:lnTo>
                    <a:pt x="35111" y="386913"/>
                  </a:lnTo>
                  <a:lnTo>
                    <a:pt x="60483" y="422807"/>
                  </a:lnTo>
                  <a:lnTo>
                    <a:pt x="91479" y="453803"/>
                  </a:lnTo>
                  <a:lnTo>
                    <a:pt x="127372" y="479175"/>
                  </a:lnTo>
                  <a:lnTo>
                    <a:pt x="167437" y="498197"/>
                  </a:lnTo>
                  <a:lnTo>
                    <a:pt x="210946" y="510143"/>
                  </a:lnTo>
                  <a:lnTo>
                    <a:pt x="257175" y="514286"/>
                  </a:lnTo>
                  <a:lnTo>
                    <a:pt x="303389" y="510143"/>
                  </a:lnTo>
                  <a:lnTo>
                    <a:pt x="346892" y="498197"/>
                  </a:lnTo>
                  <a:lnTo>
                    <a:pt x="386954" y="479175"/>
                  </a:lnTo>
                  <a:lnTo>
                    <a:pt x="422849" y="453803"/>
                  </a:lnTo>
                  <a:lnTo>
                    <a:pt x="453849" y="422807"/>
                  </a:lnTo>
                  <a:lnTo>
                    <a:pt x="479227" y="386913"/>
                  </a:lnTo>
                  <a:lnTo>
                    <a:pt x="498254" y="346849"/>
                  </a:lnTo>
                  <a:lnTo>
                    <a:pt x="510204" y="303339"/>
                  </a:lnTo>
                  <a:lnTo>
                    <a:pt x="514350" y="257111"/>
                  </a:lnTo>
                  <a:lnTo>
                    <a:pt x="510204" y="210882"/>
                  </a:lnTo>
                  <a:lnTo>
                    <a:pt x="498254" y="167376"/>
                  </a:lnTo>
                  <a:lnTo>
                    <a:pt x="479227" y="127319"/>
                  </a:lnTo>
                  <a:lnTo>
                    <a:pt x="453849" y="91436"/>
                  </a:lnTo>
                  <a:lnTo>
                    <a:pt x="422849" y="60452"/>
                  </a:lnTo>
                  <a:lnTo>
                    <a:pt x="386954" y="35091"/>
                  </a:lnTo>
                  <a:lnTo>
                    <a:pt x="346892" y="16079"/>
                  </a:lnTo>
                  <a:lnTo>
                    <a:pt x="303389" y="4140"/>
                  </a:lnTo>
                  <a:lnTo>
                    <a:pt x="257175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114425" y="542137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257111"/>
                  </a:moveTo>
                  <a:lnTo>
                    <a:pt x="4143" y="210882"/>
                  </a:lnTo>
                  <a:lnTo>
                    <a:pt x="16089" y="167376"/>
                  </a:lnTo>
                  <a:lnTo>
                    <a:pt x="35111" y="127319"/>
                  </a:lnTo>
                  <a:lnTo>
                    <a:pt x="60483" y="91436"/>
                  </a:lnTo>
                  <a:lnTo>
                    <a:pt x="91479" y="60452"/>
                  </a:lnTo>
                  <a:lnTo>
                    <a:pt x="127372" y="35091"/>
                  </a:lnTo>
                  <a:lnTo>
                    <a:pt x="167437" y="16079"/>
                  </a:lnTo>
                  <a:lnTo>
                    <a:pt x="210946" y="4140"/>
                  </a:lnTo>
                  <a:lnTo>
                    <a:pt x="257175" y="0"/>
                  </a:lnTo>
                  <a:lnTo>
                    <a:pt x="303389" y="4140"/>
                  </a:lnTo>
                  <a:lnTo>
                    <a:pt x="346892" y="16079"/>
                  </a:lnTo>
                  <a:lnTo>
                    <a:pt x="386954" y="35091"/>
                  </a:lnTo>
                  <a:lnTo>
                    <a:pt x="422849" y="60452"/>
                  </a:lnTo>
                  <a:lnTo>
                    <a:pt x="453849" y="91436"/>
                  </a:lnTo>
                  <a:lnTo>
                    <a:pt x="479227" y="127319"/>
                  </a:lnTo>
                  <a:lnTo>
                    <a:pt x="498254" y="167376"/>
                  </a:lnTo>
                  <a:lnTo>
                    <a:pt x="510204" y="210882"/>
                  </a:lnTo>
                  <a:lnTo>
                    <a:pt x="514350" y="257111"/>
                  </a:lnTo>
                  <a:lnTo>
                    <a:pt x="510204" y="303339"/>
                  </a:lnTo>
                  <a:lnTo>
                    <a:pt x="498254" y="346849"/>
                  </a:lnTo>
                  <a:lnTo>
                    <a:pt x="479227" y="386913"/>
                  </a:lnTo>
                  <a:lnTo>
                    <a:pt x="453849" y="422807"/>
                  </a:lnTo>
                  <a:lnTo>
                    <a:pt x="422849" y="453803"/>
                  </a:lnTo>
                  <a:lnTo>
                    <a:pt x="386954" y="479175"/>
                  </a:lnTo>
                  <a:lnTo>
                    <a:pt x="346892" y="498197"/>
                  </a:lnTo>
                  <a:lnTo>
                    <a:pt x="303389" y="510143"/>
                  </a:lnTo>
                  <a:lnTo>
                    <a:pt x="257175" y="514286"/>
                  </a:lnTo>
                  <a:lnTo>
                    <a:pt x="210946" y="510143"/>
                  </a:lnTo>
                  <a:lnTo>
                    <a:pt x="167437" y="498197"/>
                  </a:lnTo>
                  <a:lnTo>
                    <a:pt x="127372" y="479175"/>
                  </a:lnTo>
                  <a:lnTo>
                    <a:pt x="91479" y="453803"/>
                  </a:lnTo>
                  <a:lnTo>
                    <a:pt x="60483" y="422807"/>
                  </a:lnTo>
                  <a:lnTo>
                    <a:pt x="35111" y="386913"/>
                  </a:lnTo>
                  <a:lnTo>
                    <a:pt x="16089" y="346849"/>
                  </a:lnTo>
                  <a:lnTo>
                    <a:pt x="4143" y="303339"/>
                  </a:lnTo>
                  <a:lnTo>
                    <a:pt x="0" y="257111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1281811" y="5537708"/>
            <a:ext cx="18034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solidFill>
                  <a:srgbClr val="FFFFFF"/>
                </a:solidFill>
                <a:latin typeface="微软雅黑"/>
                <a:cs typeface="微软雅黑"/>
              </a:rPr>
              <a:t>D</a:t>
            </a:r>
            <a:endParaRPr sz="1600">
              <a:latin typeface="微软雅黑"/>
              <a:cs typeface="微软雅黑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6804025" y="5916612"/>
            <a:ext cx="1581150" cy="450850"/>
            <a:chOff x="6804025" y="5916612"/>
            <a:chExt cx="1581150" cy="450850"/>
          </a:xfrm>
        </p:grpSpPr>
        <p:sp>
          <p:nvSpPr>
            <p:cNvPr id="25" name="object 25" descr=""/>
            <p:cNvSpPr/>
            <p:nvPr/>
          </p:nvSpPr>
          <p:spPr>
            <a:xfrm>
              <a:off x="6823075" y="5935662"/>
              <a:ext cx="1543050" cy="412750"/>
            </a:xfrm>
            <a:custGeom>
              <a:avLst/>
              <a:gdLst/>
              <a:ahLst/>
              <a:cxnLst/>
              <a:rect l="l" t="t" r="r" b="b"/>
              <a:pathLst>
                <a:path w="1543050" h="412750">
                  <a:moveTo>
                    <a:pt x="1474216" y="0"/>
                  </a:moveTo>
                  <a:lnTo>
                    <a:pt x="68833" y="0"/>
                  </a:lnTo>
                  <a:lnTo>
                    <a:pt x="42058" y="5405"/>
                  </a:lnTo>
                  <a:lnTo>
                    <a:pt x="20177" y="20148"/>
                  </a:lnTo>
                  <a:lnTo>
                    <a:pt x="5415" y="42015"/>
                  </a:lnTo>
                  <a:lnTo>
                    <a:pt x="0" y="68795"/>
                  </a:lnTo>
                  <a:lnTo>
                    <a:pt x="0" y="343954"/>
                  </a:lnTo>
                  <a:lnTo>
                    <a:pt x="5415" y="370734"/>
                  </a:lnTo>
                  <a:lnTo>
                    <a:pt x="20177" y="392601"/>
                  </a:lnTo>
                  <a:lnTo>
                    <a:pt x="42058" y="407344"/>
                  </a:lnTo>
                  <a:lnTo>
                    <a:pt x="68833" y="412750"/>
                  </a:lnTo>
                  <a:lnTo>
                    <a:pt x="1474216" y="412750"/>
                  </a:lnTo>
                  <a:lnTo>
                    <a:pt x="1500991" y="407344"/>
                  </a:lnTo>
                  <a:lnTo>
                    <a:pt x="1522872" y="392601"/>
                  </a:lnTo>
                  <a:lnTo>
                    <a:pt x="1537634" y="370734"/>
                  </a:lnTo>
                  <a:lnTo>
                    <a:pt x="1543050" y="343954"/>
                  </a:lnTo>
                  <a:lnTo>
                    <a:pt x="1543050" y="68795"/>
                  </a:lnTo>
                  <a:lnTo>
                    <a:pt x="1537634" y="42015"/>
                  </a:lnTo>
                  <a:lnTo>
                    <a:pt x="1522872" y="20148"/>
                  </a:lnTo>
                  <a:lnTo>
                    <a:pt x="1500991" y="5405"/>
                  </a:lnTo>
                  <a:lnTo>
                    <a:pt x="1474216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6823075" y="5935662"/>
              <a:ext cx="1543050" cy="412750"/>
            </a:xfrm>
            <a:custGeom>
              <a:avLst/>
              <a:gdLst/>
              <a:ahLst/>
              <a:cxnLst/>
              <a:rect l="l" t="t" r="r" b="b"/>
              <a:pathLst>
                <a:path w="1543050" h="412750">
                  <a:moveTo>
                    <a:pt x="0" y="68795"/>
                  </a:moveTo>
                  <a:lnTo>
                    <a:pt x="5415" y="42015"/>
                  </a:lnTo>
                  <a:lnTo>
                    <a:pt x="20177" y="20148"/>
                  </a:lnTo>
                  <a:lnTo>
                    <a:pt x="42058" y="5405"/>
                  </a:lnTo>
                  <a:lnTo>
                    <a:pt x="68833" y="0"/>
                  </a:lnTo>
                  <a:lnTo>
                    <a:pt x="1474216" y="0"/>
                  </a:lnTo>
                  <a:lnTo>
                    <a:pt x="1500991" y="5405"/>
                  </a:lnTo>
                  <a:lnTo>
                    <a:pt x="1522872" y="20148"/>
                  </a:lnTo>
                  <a:lnTo>
                    <a:pt x="1537634" y="42015"/>
                  </a:lnTo>
                  <a:lnTo>
                    <a:pt x="1543050" y="68795"/>
                  </a:lnTo>
                  <a:lnTo>
                    <a:pt x="1543050" y="343954"/>
                  </a:lnTo>
                  <a:lnTo>
                    <a:pt x="1537634" y="370734"/>
                  </a:lnTo>
                  <a:lnTo>
                    <a:pt x="1522872" y="392601"/>
                  </a:lnTo>
                  <a:lnTo>
                    <a:pt x="1500991" y="407344"/>
                  </a:lnTo>
                  <a:lnTo>
                    <a:pt x="1474216" y="412750"/>
                  </a:lnTo>
                  <a:lnTo>
                    <a:pt x="68833" y="412750"/>
                  </a:lnTo>
                  <a:lnTo>
                    <a:pt x="42058" y="407344"/>
                  </a:lnTo>
                  <a:lnTo>
                    <a:pt x="20177" y="392601"/>
                  </a:lnTo>
                  <a:lnTo>
                    <a:pt x="5415" y="370734"/>
                  </a:lnTo>
                  <a:lnTo>
                    <a:pt x="0" y="343954"/>
                  </a:lnTo>
                  <a:lnTo>
                    <a:pt x="0" y="68795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7380858" y="6001308"/>
            <a:ext cx="43116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40">
                <a:solidFill>
                  <a:srgbClr val="FFFFFF"/>
                </a:solidFill>
                <a:latin typeface="微软雅黑"/>
                <a:cs typeface="微软雅黑"/>
              </a:rPr>
              <a:t>提交</a:t>
            </a:r>
            <a:endParaRPr sz="1600">
              <a:latin typeface="微软雅黑"/>
              <a:cs typeface="微软雅黑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29" name="object 29" descr=""/>
            <p:cNvSpPr/>
            <p:nvPr/>
          </p:nvSpPr>
          <p:spPr>
            <a:xfrm>
              <a:off x="190500" y="0"/>
              <a:ext cx="8953500" cy="635000"/>
            </a:xfrm>
            <a:custGeom>
              <a:avLst/>
              <a:gdLst/>
              <a:ahLst/>
              <a:cxnLst/>
              <a:rect l="l" t="t" r="r" b="b"/>
              <a:pathLst>
                <a:path w="8953500" h="635000">
                  <a:moveTo>
                    <a:pt x="0" y="635000"/>
                  </a:moveTo>
                  <a:lnTo>
                    <a:pt x="8953500" y="635000"/>
                  </a:lnTo>
                  <a:lnTo>
                    <a:pt x="8953500" y="0"/>
                  </a:lnTo>
                  <a:lnTo>
                    <a:pt x="0" y="0"/>
                  </a:lnTo>
                  <a:lnTo>
                    <a:pt x="0" y="635000"/>
                  </a:lnTo>
                  <a:close/>
                </a:path>
              </a:pathLst>
            </a:custGeom>
            <a:solidFill>
              <a:srgbClr val="F6F7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0" y="0"/>
              <a:ext cx="190500" cy="635000"/>
            </a:xfrm>
            <a:custGeom>
              <a:avLst/>
              <a:gdLst/>
              <a:ahLst/>
              <a:cxnLst/>
              <a:rect l="l" t="t" r="r" b="b"/>
              <a:pathLst>
                <a:path w="190500" h="635000">
                  <a:moveTo>
                    <a:pt x="190500" y="0"/>
                  </a:moveTo>
                  <a:lnTo>
                    <a:pt x="0" y="0"/>
                  </a:lnTo>
                  <a:lnTo>
                    <a:pt x="0" y="635000"/>
                  </a:lnTo>
                  <a:lnTo>
                    <a:pt x="190500" y="635000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629EF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/>
          <p:nvPr/>
        </p:nvSpPr>
        <p:spPr>
          <a:xfrm>
            <a:off x="332943" y="93090"/>
            <a:ext cx="1017905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spc="-20">
                <a:latin typeface="微软雅黑"/>
                <a:cs typeface="微软雅黑"/>
              </a:rPr>
              <a:t>单选题</a:t>
            </a:r>
            <a:endParaRPr sz="2600">
              <a:latin typeface="微软雅黑"/>
              <a:cs typeface="微软雅黑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1604899" y="187578"/>
            <a:ext cx="429259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808080"/>
                </a:solidFill>
                <a:latin typeface="微软雅黑"/>
                <a:cs typeface="微软雅黑"/>
              </a:rPr>
              <a:t>1</a:t>
            </a:r>
            <a:r>
              <a:rPr dirty="0" sz="2000" spc="-50">
                <a:solidFill>
                  <a:srgbClr val="808080"/>
                </a:solidFill>
                <a:latin typeface="微软雅黑"/>
                <a:cs typeface="微软雅黑"/>
              </a:rPr>
              <a:t>分</a:t>
            </a:r>
            <a:endParaRPr sz="2000">
              <a:latin typeface="微软雅黑"/>
              <a:cs typeface="微软雅黑"/>
            </a:endParaRPr>
          </a:p>
        </p:txBody>
      </p:sp>
      <p:pic>
        <p:nvPicPr>
          <p:cNvPr id="33" name="object 3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53605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34809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15" b="1">
                <a:solidFill>
                  <a:srgbClr val="40458B"/>
                </a:solidFill>
                <a:latin typeface="宋体"/>
                <a:cs typeface="宋体"/>
              </a:rPr>
              <a:t>63/81</a:t>
            </a:r>
            <a:endParaRPr baseline="1736" sz="2400">
              <a:latin typeface="宋体"/>
              <a:cs typeface="宋体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1555750" y="549275"/>
            <a:ext cx="7588250" cy="0"/>
          </a:xfrm>
          <a:custGeom>
            <a:avLst/>
            <a:gdLst/>
            <a:ahLst/>
            <a:cxnLst/>
            <a:rect l="l" t="t" r="r" b="b"/>
            <a:pathLst>
              <a:path w="7588250" h="0">
                <a:moveTo>
                  <a:pt x="0" y="0"/>
                </a:moveTo>
                <a:lnTo>
                  <a:pt x="7588250" y="0"/>
                </a:lnTo>
              </a:path>
            </a:pathLst>
          </a:custGeom>
          <a:ln w="38100">
            <a:solidFill>
              <a:srgbClr val="2C44A3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119062" y="188976"/>
            <a:ext cx="1437005" cy="274955"/>
            <a:chOff x="119062" y="188976"/>
            <a:chExt cx="1437005" cy="274955"/>
          </a:xfrm>
        </p:grpSpPr>
        <p:sp>
          <p:nvSpPr>
            <p:cNvPr id="5" name="object 5" descr=""/>
            <p:cNvSpPr/>
            <p:nvPr/>
          </p:nvSpPr>
          <p:spPr>
            <a:xfrm>
              <a:off x="119062" y="188976"/>
              <a:ext cx="499745" cy="274955"/>
            </a:xfrm>
            <a:custGeom>
              <a:avLst/>
              <a:gdLst/>
              <a:ahLst/>
              <a:cxnLst/>
              <a:rect l="l" t="t" r="r" b="b"/>
              <a:pathLst>
                <a:path w="499745" h="274955">
                  <a:moveTo>
                    <a:pt x="119837" y="0"/>
                  </a:moveTo>
                  <a:lnTo>
                    <a:pt x="4993" y="41528"/>
                  </a:lnTo>
                  <a:lnTo>
                    <a:pt x="264655" y="135508"/>
                  </a:lnTo>
                  <a:lnTo>
                    <a:pt x="0" y="231266"/>
                  </a:lnTo>
                  <a:lnTo>
                    <a:pt x="119837" y="274574"/>
                  </a:lnTo>
                  <a:lnTo>
                    <a:pt x="499338" y="137287"/>
                  </a:lnTo>
                  <a:lnTo>
                    <a:pt x="119837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85546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9621" y="0"/>
                  </a:moveTo>
                  <a:lnTo>
                    <a:pt x="4991" y="41528"/>
                  </a:lnTo>
                  <a:lnTo>
                    <a:pt x="264147" y="135508"/>
                  </a:lnTo>
                  <a:lnTo>
                    <a:pt x="0" y="231266"/>
                  </a:lnTo>
                  <a:lnTo>
                    <a:pt x="119621" y="274574"/>
                  </a:lnTo>
                  <a:lnTo>
                    <a:pt x="497141" y="137287"/>
                  </a:lnTo>
                  <a:lnTo>
                    <a:pt x="119621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058608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8363" y="0"/>
                  </a:moveTo>
                  <a:lnTo>
                    <a:pt x="4978" y="41528"/>
                  </a:lnTo>
                  <a:lnTo>
                    <a:pt x="264096" y="135508"/>
                  </a:lnTo>
                  <a:lnTo>
                    <a:pt x="0" y="231266"/>
                  </a:lnTo>
                  <a:lnTo>
                    <a:pt x="118363" y="274574"/>
                  </a:lnTo>
                  <a:lnTo>
                    <a:pt x="497141" y="137287"/>
                  </a:lnTo>
                  <a:lnTo>
                    <a:pt x="118363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78227" y="1651"/>
            <a:ext cx="174053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46200" algn="l"/>
              </a:tabLst>
            </a:pPr>
            <a:r>
              <a:rPr dirty="0" u="none"/>
              <a:t>8.4 </a:t>
            </a:r>
            <a:r>
              <a:rPr dirty="0" u="none" spc="-50"/>
              <a:t>总</a:t>
            </a:r>
            <a:r>
              <a:rPr dirty="0" u="none"/>
              <a:t>	</a:t>
            </a:r>
            <a:r>
              <a:rPr dirty="0" u="none" spc="-50"/>
              <a:t>线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113792" y="749934"/>
            <a:ext cx="8255634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</a:tabLst>
            </a:pPr>
            <a:r>
              <a:rPr dirty="0" sz="2400" spc="-25">
                <a:solidFill>
                  <a:srgbClr val="40458B"/>
                </a:solidFill>
                <a:latin typeface="黑体"/>
                <a:cs typeface="黑体"/>
              </a:rPr>
              <a:t>1.</a:t>
            </a:r>
            <a:r>
              <a:rPr dirty="0" sz="24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sz="2400">
                <a:solidFill>
                  <a:srgbClr val="FF0000"/>
                </a:solidFill>
                <a:latin typeface="黑体"/>
                <a:cs typeface="黑体"/>
              </a:rPr>
              <a:t>I/O总线标准</a:t>
            </a:r>
            <a:r>
              <a:rPr dirty="0" sz="2400">
                <a:solidFill>
                  <a:srgbClr val="E14B04"/>
                </a:solidFill>
                <a:latin typeface="黑体"/>
                <a:cs typeface="黑体"/>
              </a:rPr>
              <a:t>：</a:t>
            </a:r>
            <a:r>
              <a:rPr dirty="0" sz="2400" spc="-5">
                <a:solidFill>
                  <a:srgbClr val="40458B"/>
                </a:solidFill>
                <a:latin typeface="黑体"/>
                <a:cs typeface="黑体"/>
              </a:rPr>
              <a:t>定义如何将设备与计算机进行连接的文档。</a:t>
            </a:r>
            <a:endParaRPr sz="2400">
              <a:latin typeface="黑体"/>
              <a:cs typeface="黑体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13792" y="1261998"/>
            <a:ext cx="42957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</a:tabLst>
            </a:pPr>
            <a:r>
              <a:rPr dirty="0" sz="2400" spc="-25">
                <a:solidFill>
                  <a:srgbClr val="40458B"/>
                </a:solidFill>
                <a:latin typeface="黑体"/>
                <a:cs typeface="黑体"/>
              </a:rPr>
              <a:t>2.</a:t>
            </a:r>
            <a:r>
              <a:rPr dirty="0" sz="24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sz="2400">
                <a:solidFill>
                  <a:srgbClr val="E14B04"/>
                </a:solidFill>
                <a:latin typeface="黑体"/>
                <a:cs typeface="黑体"/>
              </a:rPr>
              <a:t>常见I/O</a:t>
            </a:r>
            <a:r>
              <a:rPr dirty="0" sz="2400" spc="-10">
                <a:solidFill>
                  <a:srgbClr val="E14B04"/>
                </a:solidFill>
                <a:latin typeface="黑体"/>
                <a:cs typeface="黑体"/>
              </a:rPr>
              <a:t>总线的一些典型特征</a:t>
            </a:r>
            <a:endParaRPr sz="2400">
              <a:latin typeface="黑体"/>
              <a:cs typeface="黑体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299328" y="166243"/>
            <a:ext cx="3331210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>
                <a:solidFill>
                  <a:srgbClr val="0000CC"/>
                </a:solidFill>
                <a:latin typeface="黑体"/>
                <a:cs typeface="黑体"/>
              </a:rPr>
              <a:t>8.4.2</a:t>
            </a:r>
            <a:r>
              <a:rPr dirty="0" sz="2600" spc="-15">
                <a:solidFill>
                  <a:srgbClr val="0000CC"/>
                </a:solidFill>
                <a:latin typeface="黑体"/>
                <a:cs typeface="黑体"/>
              </a:rPr>
              <a:t> 总线标准和实例</a:t>
            </a:r>
            <a:endParaRPr sz="2600">
              <a:latin typeface="黑体"/>
              <a:cs typeface="黑体"/>
            </a:endParaRPr>
          </a:p>
        </p:txBody>
      </p:sp>
      <p:graphicFrame>
        <p:nvGraphicFramePr>
          <p:cNvPr id="13" name="object 13" descr=""/>
          <p:cNvGraphicFramePr>
            <a:graphicFrameLocks noGrp="1"/>
          </p:cNvGraphicFramePr>
          <p:nvPr/>
        </p:nvGraphicFramePr>
        <p:xfrm>
          <a:off x="476250" y="1614487"/>
          <a:ext cx="8762365" cy="48279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4539"/>
                <a:gridCol w="2232025"/>
                <a:gridCol w="1871345"/>
                <a:gridCol w="1007745"/>
                <a:gridCol w="1512570"/>
              </a:tblGrid>
              <a:tr h="504825"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28575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2000" b="1">
                          <a:solidFill>
                            <a:srgbClr val="E14B04"/>
                          </a:solidFill>
                          <a:latin typeface="宋体"/>
                          <a:cs typeface="宋体"/>
                        </a:rPr>
                        <a:t>IDE</a:t>
                      </a:r>
                      <a:r>
                        <a:rPr dirty="0" sz="2000" spc="-40" b="1">
                          <a:solidFill>
                            <a:srgbClr val="E14B04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2000" b="1">
                          <a:solidFill>
                            <a:srgbClr val="E14B04"/>
                          </a:solidFill>
                          <a:latin typeface="宋体"/>
                          <a:cs typeface="宋体"/>
                        </a:rPr>
                        <a:t>/</a:t>
                      </a:r>
                      <a:r>
                        <a:rPr dirty="0" sz="2000" spc="-20" b="1">
                          <a:solidFill>
                            <a:srgbClr val="E14B04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2000" b="1">
                          <a:solidFill>
                            <a:srgbClr val="E14B04"/>
                          </a:solidFill>
                          <a:latin typeface="宋体"/>
                          <a:cs typeface="宋体"/>
                        </a:rPr>
                        <a:t>Ultra</a:t>
                      </a:r>
                      <a:r>
                        <a:rPr dirty="0" sz="2000" spc="-45" b="1">
                          <a:solidFill>
                            <a:srgbClr val="E14B04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2000" spc="-25" b="1">
                          <a:solidFill>
                            <a:srgbClr val="E14B04"/>
                          </a:solidFill>
                          <a:latin typeface="宋体"/>
                          <a:cs typeface="宋体"/>
                        </a:rPr>
                        <a:t>ATA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43180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28575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2000" spc="-20" b="1">
                          <a:solidFill>
                            <a:srgbClr val="E14B04"/>
                          </a:solidFill>
                          <a:latin typeface="宋体"/>
                          <a:cs typeface="宋体"/>
                        </a:rPr>
                        <a:t>SCSI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43180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28575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2000" spc="-25" b="1">
                          <a:solidFill>
                            <a:srgbClr val="E14B04"/>
                          </a:solidFill>
                          <a:latin typeface="宋体"/>
                          <a:cs typeface="宋体"/>
                        </a:rPr>
                        <a:t>PCI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43180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28575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2000" spc="-10" b="1">
                          <a:solidFill>
                            <a:srgbClr val="E14B04"/>
                          </a:solidFill>
                          <a:latin typeface="宋体"/>
                          <a:cs typeface="宋体"/>
                        </a:rPr>
                        <a:t>PCI-</a:t>
                      </a:r>
                      <a:r>
                        <a:rPr dirty="0" sz="2000" spc="-50" b="1">
                          <a:solidFill>
                            <a:srgbClr val="E14B04"/>
                          </a:solidFill>
                          <a:latin typeface="宋体"/>
                          <a:cs typeface="宋体"/>
                        </a:rPr>
                        <a:t>X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43180">
                    <a:lnL w="12700">
                      <a:solidFill>
                        <a:srgbClr val="40458B"/>
                      </a:solidFill>
                      <a:prstDash val="solid"/>
                    </a:lnL>
                    <a:lnR w="28575">
                      <a:solidFill>
                        <a:srgbClr val="40458B"/>
                      </a:solidFill>
                      <a:prstDash val="solid"/>
                    </a:lnR>
                    <a:lnT w="28575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</a:tr>
              <a:tr h="526415">
                <a:tc>
                  <a:txBody>
                    <a:bodyPr/>
                    <a:lstStyle/>
                    <a:p>
                      <a:pPr algn="ctr" marR="1333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000" spc="-10" b="1">
                          <a:solidFill>
                            <a:srgbClr val="008000"/>
                          </a:solidFill>
                          <a:latin typeface="宋体"/>
                          <a:cs typeface="宋体"/>
                        </a:rPr>
                        <a:t>数据宽度</a:t>
                      </a:r>
                      <a:r>
                        <a:rPr dirty="0" sz="2000" spc="-25" b="1">
                          <a:solidFill>
                            <a:srgbClr val="008000"/>
                          </a:solidFill>
                          <a:latin typeface="宋体"/>
                          <a:cs typeface="宋体"/>
                        </a:rPr>
                        <a:t>（b）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6675">
                    <a:lnL w="28575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2000" spc="-25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16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43815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2000" spc="-2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8/16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43815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2000" spc="-1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32/64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43815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2000" spc="-1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32/64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43815">
                    <a:lnL w="12700">
                      <a:solidFill>
                        <a:srgbClr val="40458B"/>
                      </a:solidFill>
                      <a:prstDash val="solid"/>
                    </a:lnL>
                    <a:lnR w="28575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</a:tr>
              <a:tr h="1706245"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  <a:spcBef>
                          <a:spcPts val="1585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algn="ctr" marR="12065">
                        <a:lnSpc>
                          <a:spcPct val="100000"/>
                        </a:lnSpc>
                      </a:pPr>
                      <a:r>
                        <a:rPr dirty="0" sz="2000" spc="-15" b="1">
                          <a:solidFill>
                            <a:srgbClr val="008000"/>
                          </a:solidFill>
                          <a:latin typeface="宋体"/>
                          <a:cs typeface="宋体"/>
                        </a:rPr>
                        <a:t>时钟频率</a:t>
                      </a:r>
                      <a:r>
                        <a:rPr dirty="0" sz="2000" spc="-10" b="1">
                          <a:solidFill>
                            <a:srgbClr val="008000"/>
                          </a:solidFill>
                          <a:latin typeface="宋体"/>
                          <a:cs typeface="宋体"/>
                        </a:rPr>
                        <a:t>（MHz）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201295">
                    <a:lnL w="28575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2000" spc="-1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最高</a:t>
                      </a:r>
                      <a:r>
                        <a:rPr dirty="0" sz="2000" spc="-25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100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0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8600" marR="220979" indent="63500">
                        <a:lnSpc>
                          <a:spcPts val="2640"/>
                        </a:lnSpc>
                        <a:spcBef>
                          <a:spcPts val="75"/>
                        </a:spcBef>
                      </a:pPr>
                      <a:r>
                        <a:rPr dirty="0" sz="2000" spc="-1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10（Fast） 20（Ultra）</a:t>
                      </a:r>
                      <a:endParaRPr sz="2000">
                        <a:latin typeface="宋体"/>
                        <a:cs typeface="宋体"/>
                      </a:endParaRPr>
                    </a:p>
                    <a:p>
                      <a:pPr algn="just" marL="99060" marR="92710" indent="65405">
                        <a:lnSpc>
                          <a:spcPts val="2640"/>
                        </a:lnSpc>
                        <a:spcBef>
                          <a:spcPts val="5"/>
                        </a:spcBef>
                      </a:pPr>
                      <a:r>
                        <a:rPr dirty="0" sz="2000" spc="-1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40（Ultra2） 80（Ultra3） 160（Ultra4）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9525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algn="ctr" marL="2540">
                        <a:lnSpc>
                          <a:spcPct val="100000"/>
                        </a:lnSpc>
                      </a:pPr>
                      <a:r>
                        <a:rPr dirty="0" sz="2000" spc="-1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33/66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0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2000" spc="-1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66/100/133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0">
                    <a:lnL w="12700">
                      <a:solidFill>
                        <a:srgbClr val="40458B"/>
                      </a:solidFill>
                      <a:prstDash val="solid"/>
                    </a:lnL>
                    <a:lnR w="28575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</a:tr>
              <a:tr h="527050">
                <a:tc>
                  <a:txBody>
                    <a:bodyPr/>
                    <a:lstStyle/>
                    <a:p>
                      <a:pPr algn="ctr" marR="1206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000" spc="-20" b="1">
                          <a:solidFill>
                            <a:srgbClr val="008000"/>
                          </a:solidFill>
                          <a:latin typeface="宋体"/>
                          <a:cs typeface="宋体"/>
                        </a:rPr>
                        <a:t>总线主设备数量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6675">
                    <a:lnL w="28575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000" spc="-1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1</a:t>
                      </a:r>
                      <a:r>
                        <a:rPr dirty="0" sz="2000" spc="-5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个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6675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000" spc="-3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多个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6675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000" spc="-3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多个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6675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000" spc="-3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多个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6675">
                    <a:lnL w="12700">
                      <a:solidFill>
                        <a:srgbClr val="40458B"/>
                      </a:solidFill>
                      <a:prstDash val="solid"/>
                    </a:lnL>
                    <a:lnR w="28575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</a:tr>
              <a:tr h="6089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2000" spc="-10" b="1">
                          <a:solidFill>
                            <a:srgbClr val="008000"/>
                          </a:solidFill>
                          <a:latin typeface="宋体"/>
                          <a:cs typeface="宋体"/>
                        </a:rPr>
                        <a:t>峰值带宽（MBps）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7310">
                    <a:lnL w="28575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30"/>
                        </a:spcBef>
                      </a:pPr>
                      <a:r>
                        <a:rPr dirty="0" sz="2000" spc="-25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200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181610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430"/>
                        </a:spcBef>
                      </a:pPr>
                      <a:r>
                        <a:rPr dirty="0" sz="2000" spc="-25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320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181610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1430"/>
                        </a:spcBef>
                      </a:pPr>
                      <a:r>
                        <a:rPr dirty="0" sz="2000" spc="-25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533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181610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1430"/>
                        </a:spcBef>
                      </a:pPr>
                      <a:r>
                        <a:rPr dirty="0" sz="2000" spc="-2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1066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181610">
                    <a:lnL w="12700">
                      <a:solidFill>
                        <a:srgbClr val="40458B"/>
                      </a:solidFill>
                      <a:prstDash val="solid"/>
                    </a:lnL>
                    <a:lnR w="28575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</a:tr>
              <a:tr h="475615">
                <a:tc>
                  <a:txBody>
                    <a:bodyPr/>
                    <a:lstStyle/>
                    <a:p>
                      <a:pPr algn="ctr" marR="1206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2000" spc="-20" b="1">
                          <a:solidFill>
                            <a:srgbClr val="008000"/>
                          </a:solidFill>
                          <a:latin typeface="宋体"/>
                          <a:cs typeface="宋体"/>
                        </a:rPr>
                        <a:t>同步方式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7310">
                    <a:lnL w="28575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2000" spc="-3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异步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2000" spc="-3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异步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2000" spc="-3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同步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2000" spc="-3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同步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40458B"/>
                      </a:solidFill>
                      <a:prstDash val="solid"/>
                    </a:lnL>
                    <a:lnR w="28575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</a:tr>
              <a:tr h="478790">
                <a:tc>
                  <a:txBody>
                    <a:bodyPr/>
                    <a:lstStyle/>
                    <a:p>
                      <a:pPr algn="ctr" marR="1206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2000" spc="-30" b="1">
                          <a:solidFill>
                            <a:srgbClr val="008000"/>
                          </a:solidFill>
                          <a:latin typeface="宋体"/>
                          <a:cs typeface="宋体"/>
                        </a:rPr>
                        <a:t>标准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7310">
                    <a:lnL w="28575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28575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2000" spc="-5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无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28575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200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ANSI</a:t>
                      </a:r>
                      <a:r>
                        <a:rPr dirty="0" sz="2000" spc="-45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2000" spc="-1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X3.131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28575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2000" spc="-5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无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28575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2000" spc="-5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无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40458B"/>
                      </a:solidFill>
                      <a:prstDash val="solid"/>
                    </a:lnL>
                    <a:lnR w="28575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28575">
                      <a:solidFill>
                        <a:srgbClr val="40458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4" name="object 14" descr=""/>
          <p:cNvSpPr txBox="1"/>
          <p:nvPr/>
        </p:nvSpPr>
        <p:spPr>
          <a:xfrm>
            <a:off x="5357876" y="1294587"/>
            <a:ext cx="246126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5" b="1">
                <a:latin typeface="宋体"/>
                <a:cs typeface="宋体"/>
              </a:rPr>
              <a:t>几种常用并行</a:t>
            </a:r>
            <a:r>
              <a:rPr dirty="0" sz="2000" b="1">
                <a:latin typeface="宋体"/>
                <a:cs typeface="宋体"/>
              </a:rPr>
              <a:t>I/O</a:t>
            </a:r>
            <a:r>
              <a:rPr dirty="0" sz="2000" spc="-35" b="1">
                <a:latin typeface="宋体"/>
                <a:cs typeface="宋体"/>
              </a:rPr>
              <a:t>总线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53605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34809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15" b="1">
                <a:solidFill>
                  <a:srgbClr val="40458B"/>
                </a:solidFill>
                <a:latin typeface="宋体"/>
                <a:cs typeface="宋体"/>
              </a:rPr>
              <a:t>64/81</a:t>
            </a:r>
            <a:endParaRPr baseline="1736" sz="2400">
              <a:latin typeface="宋体"/>
              <a:cs typeface="宋体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1555750" y="549275"/>
            <a:ext cx="7588250" cy="0"/>
          </a:xfrm>
          <a:custGeom>
            <a:avLst/>
            <a:gdLst/>
            <a:ahLst/>
            <a:cxnLst/>
            <a:rect l="l" t="t" r="r" b="b"/>
            <a:pathLst>
              <a:path w="7588250" h="0">
                <a:moveTo>
                  <a:pt x="0" y="0"/>
                </a:moveTo>
                <a:lnTo>
                  <a:pt x="7588250" y="0"/>
                </a:lnTo>
              </a:path>
            </a:pathLst>
          </a:custGeom>
          <a:ln w="38100">
            <a:solidFill>
              <a:srgbClr val="2C44A3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119062" y="188976"/>
            <a:ext cx="1437005" cy="274955"/>
            <a:chOff x="119062" y="188976"/>
            <a:chExt cx="1437005" cy="274955"/>
          </a:xfrm>
        </p:grpSpPr>
        <p:sp>
          <p:nvSpPr>
            <p:cNvPr id="5" name="object 5" descr=""/>
            <p:cNvSpPr/>
            <p:nvPr/>
          </p:nvSpPr>
          <p:spPr>
            <a:xfrm>
              <a:off x="119062" y="188976"/>
              <a:ext cx="499745" cy="274955"/>
            </a:xfrm>
            <a:custGeom>
              <a:avLst/>
              <a:gdLst/>
              <a:ahLst/>
              <a:cxnLst/>
              <a:rect l="l" t="t" r="r" b="b"/>
              <a:pathLst>
                <a:path w="499745" h="274955">
                  <a:moveTo>
                    <a:pt x="119837" y="0"/>
                  </a:moveTo>
                  <a:lnTo>
                    <a:pt x="4993" y="41528"/>
                  </a:lnTo>
                  <a:lnTo>
                    <a:pt x="264655" y="135508"/>
                  </a:lnTo>
                  <a:lnTo>
                    <a:pt x="0" y="231266"/>
                  </a:lnTo>
                  <a:lnTo>
                    <a:pt x="119837" y="274574"/>
                  </a:lnTo>
                  <a:lnTo>
                    <a:pt x="499338" y="137287"/>
                  </a:lnTo>
                  <a:lnTo>
                    <a:pt x="119837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85546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9621" y="0"/>
                  </a:moveTo>
                  <a:lnTo>
                    <a:pt x="4991" y="41528"/>
                  </a:lnTo>
                  <a:lnTo>
                    <a:pt x="264147" y="135508"/>
                  </a:lnTo>
                  <a:lnTo>
                    <a:pt x="0" y="231266"/>
                  </a:lnTo>
                  <a:lnTo>
                    <a:pt x="119621" y="274574"/>
                  </a:lnTo>
                  <a:lnTo>
                    <a:pt x="497141" y="137287"/>
                  </a:lnTo>
                  <a:lnTo>
                    <a:pt x="119621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058608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8363" y="0"/>
                  </a:moveTo>
                  <a:lnTo>
                    <a:pt x="4978" y="41528"/>
                  </a:lnTo>
                  <a:lnTo>
                    <a:pt x="264096" y="135508"/>
                  </a:lnTo>
                  <a:lnTo>
                    <a:pt x="0" y="231266"/>
                  </a:lnTo>
                  <a:lnTo>
                    <a:pt x="118363" y="274574"/>
                  </a:lnTo>
                  <a:lnTo>
                    <a:pt x="497141" y="137287"/>
                  </a:lnTo>
                  <a:lnTo>
                    <a:pt x="118363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575053" y="66547"/>
            <a:ext cx="17399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065" algn="l"/>
                <a:tab pos="1345565" algn="l"/>
              </a:tabLst>
            </a:pPr>
            <a:r>
              <a:rPr dirty="0" u="none" spc="-25"/>
              <a:t>8.4</a:t>
            </a:r>
            <a:r>
              <a:rPr dirty="0" u="none"/>
              <a:t>	</a:t>
            </a:r>
            <a:r>
              <a:rPr dirty="0" u="none" spc="-50"/>
              <a:t>总</a:t>
            </a:r>
            <a:r>
              <a:rPr dirty="0" u="none"/>
              <a:t>	</a:t>
            </a:r>
            <a:r>
              <a:rPr dirty="0" u="none" spc="-50"/>
              <a:t>线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1266571" y="1394587"/>
            <a:ext cx="667702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0" b="1">
                <a:latin typeface="宋体"/>
                <a:cs typeface="宋体"/>
              </a:rPr>
              <a:t>在嵌入式系统中使用较多的</a:t>
            </a:r>
            <a:r>
              <a:rPr dirty="0" sz="2000" spc="-15" b="1">
                <a:latin typeface="宋体"/>
                <a:cs typeface="宋体"/>
              </a:rPr>
              <a:t>4</a:t>
            </a:r>
            <a:r>
              <a:rPr dirty="0" sz="2000" spc="-20" b="1">
                <a:latin typeface="宋体"/>
                <a:cs typeface="宋体"/>
              </a:rPr>
              <a:t>种串行I/O</a:t>
            </a:r>
            <a:r>
              <a:rPr dirty="0" sz="2000" spc="-25" b="1">
                <a:latin typeface="宋体"/>
                <a:cs typeface="宋体"/>
              </a:rPr>
              <a:t>总线的一些典型特征</a:t>
            </a:r>
            <a:endParaRPr sz="2000">
              <a:latin typeface="宋体"/>
              <a:cs typeface="宋体"/>
            </a:endParaRPr>
          </a:p>
        </p:txBody>
      </p:sp>
      <p:graphicFrame>
        <p:nvGraphicFramePr>
          <p:cNvPr id="11" name="object 11" descr=""/>
          <p:cNvGraphicFramePr>
            <a:graphicFrameLocks noGrp="1"/>
          </p:cNvGraphicFramePr>
          <p:nvPr/>
        </p:nvGraphicFramePr>
        <p:xfrm>
          <a:off x="671512" y="2046287"/>
          <a:ext cx="7877175" cy="38906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17775"/>
                <a:gridCol w="1297304"/>
                <a:gridCol w="1008379"/>
                <a:gridCol w="2159634"/>
                <a:gridCol w="791209"/>
              </a:tblGrid>
              <a:tr h="4870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28575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2000" spc="-25" b="1">
                          <a:solidFill>
                            <a:srgbClr val="E14B04"/>
                          </a:solidFill>
                          <a:latin typeface="宋体"/>
                          <a:cs typeface="宋体"/>
                        </a:rPr>
                        <a:t>I</a:t>
                      </a:r>
                      <a:r>
                        <a:rPr dirty="0" baseline="25641" sz="1950" spc="-37" b="1">
                          <a:solidFill>
                            <a:srgbClr val="E14B04"/>
                          </a:solidFill>
                          <a:latin typeface="宋体"/>
                          <a:cs typeface="宋体"/>
                        </a:rPr>
                        <a:t>2</a:t>
                      </a:r>
                      <a:r>
                        <a:rPr dirty="0" sz="2000" spc="-25" b="1">
                          <a:solidFill>
                            <a:srgbClr val="E14B04"/>
                          </a:solidFill>
                          <a:latin typeface="宋体"/>
                          <a:cs typeface="宋体"/>
                        </a:rPr>
                        <a:t>C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6040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28575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2000" spc="-10" b="1">
                          <a:solidFill>
                            <a:srgbClr val="E14B04"/>
                          </a:solidFill>
                          <a:latin typeface="宋体"/>
                          <a:cs typeface="宋体"/>
                        </a:rPr>
                        <a:t>1-</a:t>
                      </a:r>
                      <a:r>
                        <a:rPr dirty="0" sz="2000" spc="-20" b="1">
                          <a:solidFill>
                            <a:srgbClr val="E14B04"/>
                          </a:solidFill>
                          <a:latin typeface="宋体"/>
                          <a:cs typeface="宋体"/>
                        </a:rPr>
                        <a:t>wire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6040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28575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2000" spc="-10" b="1">
                          <a:solidFill>
                            <a:srgbClr val="E14B04"/>
                          </a:solidFill>
                          <a:latin typeface="宋体"/>
                          <a:cs typeface="宋体"/>
                        </a:rPr>
                        <a:t>RS-</a:t>
                      </a:r>
                      <a:r>
                        <a:rPr dirty="0" sz="2000" spc="-25" b="1">
                          <a:solidFill>
                            <a:srgbClr val="E14B04"/>
                          </a:solidFill>
                          <a:latin typeface="宋体"/>
                          <a:cs typeface="宋体"/>
                        </a:rPr>
                        <a:t>232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6040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28575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2000" spc="-25" b="1">
                          <a:solidFill>
                            <a:srgbClr val="E14B04"/>
                          </a:solidFill>
                          <a:latin typeface="宋体"/>
                          <a:cs typeface="宋体"/>
                        </a:rPr>
                        <a:t>SPI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6040">
                    <a:lnL w="12700">
                      <a:solidFill>
                        <a:srgbClr val="40458B"/>
                      </a:solidFill>
                      <a:prstDash val="solid"/>
                    </a:lnL>
                    <a:lnR w="28575">
                      <a:solidFill>
                        <a:srgbClr val="40458B"/>
                      </a:solidFill>
                      <a:prstDash val="solid"/>
                    </a:lnR>
                    <a:lnT w="28575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</a:tr>
              <a:tr h="4870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000" spc="-10" b="1">
                          <a:solidFill>
                            <a:srgbClr val="008000"/>
                          </a:solidFill>
                          <a:latin typeface="宋体"/>
                          <a:cs typeface="宋体"/>
                        </a:rPr>
                        <a:t>数据宽度</a:t>
                      </a:r>
                      <a:r>
                        <a:rPr dirty="0" sz="2000" spc="-25" b="1">
                          <a:solidFill>
                            <a:srgbClr val="008000"/>
                          </a:solidFill>
                          <a:latin typeface="宋体"/>
                          <a:cs typeface="宋体"/>
                        </a:rPr>
                        <a:t>（b）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6675">
                    <a:lnL w="28575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000" spc="-5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1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6675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000" spc="-5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1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6675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000" spc="-5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2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6675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000" spc="-5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1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6675">
                    <a:lnL w="12700">
                      <a:solidFill>
                        <a:srgbClr val="40458B"/>
                      </a:solidFill>
                      <a:prstDash val="solid"/>
                    </a:lnL>
                    <a:lnR w="28575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000" spc="-20" b="1">
                          <a:solidFill>
                            <a:srgbClr val="008000"/>
                          </a:solidFill>
                          <a:latin typeface="宋体"/>
                          <a:cs typeface="宋体"/>
                        </a:rPr>
                        <a:t>信号线数量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6675">
                    <a:lnL w="28575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000" spc="-5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2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6675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000" spc="-5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1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6675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000" spc="-2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9/25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6675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000" spc="-5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3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6675">
                    <a:lnL w="12700">
                      <a:solidFill>
                        <a:srgbClr val="40458B"/>
                      </a:solidFill>
                      <a:prstDash val="solid"/>
                    </a:lnL>
                    <a:lnR w="28575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000" spc="-10" b="1">
                          <a:solidFill>
                            <a:srgbClr val="008000"/>
                          </a:solidFill>
                          <a:latin typeface="宋体"/>
                          <a:cs typeface="宋体"/>
                        </a:rPr>
                        <a:t>时钟频率（MHz）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6675">
                    <a:lnL w="28575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000" spc="-1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0.4～10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6675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000" spc="-3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异步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6675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000" spc="-1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0.04</a:t>
                      </a:r>
                      <a:r>
                        <a:rPr dirty="0" sz="2000" spc="-25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或异步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6675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000" spc="-3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异步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6675">
                    <a:lnL w="12700">
                      <a:solidFill>
                        <a:srgbClr val="40458B"/>
                      </a:solidFill>
                      <a:prstDash val="solid"/>
                    </a:lnL>
                    <a:lnR w="28575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</a:tr>
              <a:tr h="4870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000" spc="-20" b="1">
                          <a:solidFill>
                            <a:srgbClr val="008000"/>
                          </a:solidFill>
                          <a:latin typeface="宋体"/>
                          <a:cs typeface="宋体"/>
                        </a:rPr>
                        <a:t>总线主设备数量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6675">
                    <a:lnL w="28575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000" spc="-3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多个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6675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000" spc="-3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多个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6675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000" spc="-3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多个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6675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000" spc="-3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多个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6675">
                    <a:lnL w="12700">
                      <a:solidFill>
                        <a:srgbClr val="40458B"/>
                      </a:solidFill>
                      <a:prstDash val="solid"/>
                    </a:lnL>
                    <a:lnR w="28575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</a:tr>
              <a:tr h="4870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000" spc="-10" b="1">
                          <a:solidFill>
                            <a:srgbClr val="008000"/>
                          </a:solidFill>
                          <a:latin typeface="宋体"/>
                          <a:cs typeface="宋体"/>
                        </a:rPr>
                        <a:t>峰值带宽（Mbps）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6675">
                    <a:lnL w="28575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000" spc="-1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0.4～3.4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6675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000" spc="-1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0.014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6675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000" spc="-1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0.192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6675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000" spc="-5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1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6675">
                    <a:lnL w="12700">
                      <a:solidFill>
                        <a:srgbClr val="40458B"/>
                      </a:solidFill>
                      <a:prstDash val="solid"/>
                    </a:lnL>
                    <a:lnR w="28575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2000" spc="-20" b="1">
                          <a:solidFill>
                            <a:srgbClr val="008000"/>
                          </a:solidFill>
                          <a:latin typeface="宋体"/>
                          <a:cs typeface="宋体"/>
                        </a:rPr>
                        <a:t>同步方式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7310">
                    <a:lnL w="28575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2000" spc="-3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异步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7310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2000" spc="-3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异步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7310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2000" spc="-3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异步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7310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2000" spc="-3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异步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7310">
                    <a:lnL w="12700">
                      <a:solidFill>
                        <a:srgbClr val="40458B"/>
                      </a:solidFill>
                      <a:prstDash val="solid"/>
                    </a:lnL>
                    <a:lnR w="28575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</a:tr>
              <a:tr h="4870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2000" spc="-30" b="1">
                          <a:solidFill>
                            <a:srgbClr val="008000"/>
                          </a:solidFill>
                          <a:latin typeface="宋体"/>
                          <a:cs typeface="宋体"/>
                        </a:rPr>
                        <a:t>标准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7310">
                    <a:lnL w="28575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28575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2000" spc="-5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无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7310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28575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2000" spc="-5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无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7310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28575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200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EIA,</a:t>
                      </a:r>
                      <a:r>
                        <a:rPr dirty="0" sz="2000" spc="-25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2000" spc="-1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ITU-</a:t>
                      </a:r>
                      <a:r>
                        <a:rPr dirty="0" sz="200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T</a:t>
                      </a:r>
                      <a:r>
                        <a:rPr dirty="0" sz="2000" spc="-25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2000" spc="-2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V.21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7310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28575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2000" spc="-5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无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7310">
                    <a:lnL w="12700">
                      <a:solidFill>
                        <a:srgbClr val="40458B"/>
                      </a:solidFill>
                      <a:prstDash val="solid"/>
                    </a:lnL>
                    <a:lnR w="28575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28575">
                      <a:solidFill>
                        <a:srgbClr val="40458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53605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34809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15" b="1">
                <a:solidFill>
                  <a:srgbClr val="40458B"/>
                </a:solidFill>
                <a:latin typeface="宋体"/>
                <a:cs typeface="宋体"/>
              </a:rPr>
              <a:t>65/81</a:t>
            </a:r>
            <a:endParaRPr baseline="1736" sz="2400">
              <a:latin typeface="宋体"/>
              <a:cs typeface="宋体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1555750" y="549275"/>
            <a:ext cx="7588250" cy="0"/>
          </a:xfrm>
          <a:custGeom>
            <a:avLst/>
            <a:gdLst/>
            <a:ahLst/>
            <a:cxnLst/>
            <a:rect l="l" t="t" r="r" b="b"/>
            <a:pathLst>
              <a:path w="7588250" h="0">
                <a:moveTo>
                  <a:pt x="0" y="0"/>
                </a:moveTo>
                <a:lnTo>
                  <a:pt x="7588250" y="0"/>
                </a:lnTo>
              </a:path>
            </a:pathLst>
          </a:custGeom>
          <a:ln w="38100">
            <a:solidFill>
              <a:srgbClr val="2C44A3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119062" y="188976"/>
            <a:ext cx="1437005" cy="274955"/>
            <a:chOff x="119062" y="188976"/>
            <a:chExt cx="1437005" cy="274955"/>
          </a:xfrm>
        </p:grpSpPr>
        <p:sp>
          <p:nvSpPr>
            <p:cNvPr id="5" name="object 5" descr=""/>
            <p:cNvSpPr/>
            <p:nvPr/>
          </p:nvSpPr>
          <p:spPr>
            <a:xfrm>
              <a:off x="119062" y="188976"/>
              <a:ext cx="499745" cy="274955"/>
            </a:xfrm>
            <a:custGeom>
              <a:avLst/>
              <a:gdLst/>
              <a:ahLst/>
              <a:cxnLst/>
              <a:rect l="l" t="t" r="r" b="b"/>
              <a:pathLst>
                <a:path w="499745" h="274955">
                  <a:moveTo>
                    <a:pt x="119837" y="0"/>
                  </a:moveTo>
                  <a:lnTo>
                    <a:pt x="4993" y="41528"/>
                  </a:lnTo>
                  <a:lnTo>
                    <a:pt x="264655" y="135508"/>
                  </a:lnTo>
                  <a:lnTo>
                    <a:pt x="0" y="231266"/>
                  </a:lnTo>
                  <a:lnTo>
                    <a:pt x="119837" y="274574"/>
                  </a:lnTo>
                  <a:lnTo>
                    <a:pt x="499338" y="137287"/>
                  </a:lnTo>
                  <a:lnTo>
                    <a:pt x="119837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85546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9621" y="0"/>
                  </a:moveTo>
                  <a:lnTo>
                    <a:pt x="4991" y="41528"/>
                  </a:lnTo>
                  <a:lnTo>
                    <a:pt x="264147" y="135508"/>
                  </a:lnTo>
                  <a:lnTo>
                    <a:pt x="0" y="231266"/>
                  </a:lnTo>
                  <a:lnTo>
                    <a:pt x="119621" y="274574"/>
                  </a:lnTo>
                  <a:lnTo>
                    <a:pt x="497141" y="137287"/>
                  </a:lnTo>
                  <a:lnTo>
                    <a:pt x="119621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058608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8363" y="0"/>
                  </a:moveTo>
                  <a:lnTo>
                    <a:pt x="4978" y="41528"/>
                  </a:lnTo>
                  <a:lnTo>
                    <a:pt x="264096" y="135508"/>
                  </a:lnTo>
                  <a:lnTo>
                    <a:pt x="0" y="231266"/>
                  </a:lnTo>
                  <a:lnTo>
                    <a:pt x="118363" y="274574"/>
                  </a:lnTo>
                  <a:lnTo>
                    <a:pt x="497141" y="137287"/>
                  </a:lnTo>
                  <a:lnTo>
                    <a:pt x="118363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78227" y="-6350"/>
            <a:ext cx="174053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46200" algn="l"/>
              </a:tabLst>
            </a:pPr>
            <a:r>
              <a:rPr dirty="0" u="none"/>
              <a:t>8.4 </a:t>
            </a:r>
            <a:r>
              <a:rPr dirty="0" u="none" spc="-50"/>
              <a:t>总</a:t>
            </a:r>
            <a:r>
              <a:rPr dirty="0" u="none"/>
              <a:t>	</a:t>
            </a:r>
            <a:r>
              <a:rPr dirty="0" u="none" spc="-50"/>
              <a:t>线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2203195" y="1466214"/>
            <a:ext cx="488823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0" b="1">
                <a:latin typeface="宋体"/>
                <a:cs typeface="宋体"/>
              </a:rPr>
              <a:t>在服务器系统中使用的CPU</a:t>
            </a:r>
            <a:r>
              <a:rPr dirty="0" sz="2000" spc="-25" b="1">
                <a:latin typeface="宋体"/>
                <a:cs typeface="宋体"/>
              </a:rPr>
              <a:t>-存储器互连系统</a:t>
            </a:r>
            <a:endParaRPr sz="2000">
              <a:latin typeface="宋体"/>
              <a:cs typeface="宋体"/>
            </a:endParaRPr>
          </a:p>
        </p:txBody>
      </p:sp>
      <p:graphicFrame>
        <p:nvGraphicFramePr>
          <p:cNvPr id="11" name="object 11" descr=""/>
          <p:cNvGraphicFramePr>
            <a:graphicFrameLocks noGrp="1"/>
          </p:cNvGraphicFramePr>
          <p:nvPr/>
        </p:nvGraphicFramePr>
        <p:xfrm>
          <a:off x="165100" y="1997138"/>
          <a:ext cx="8890635" cy="40195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68650"/>
                <a:gridCol w="2087245"/>
                <a:gridCol w="1331595"/>
                <a:gridCol w="2196465"/>
              </a:tblGrid>
              <a:tr h="8223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28575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0" marR="202565" indent="-321945">
                        <a:lnSpc>
                          <a:spcPct val="120000"/>
                        </a:lnSpc>
                        <a:spcBef>
                          <a:spcPts val="40"/>
                        </a:spcBef>
                      </a:pPr>
                      <a:r>
                        <a:rPr dirty="0" sz="2000" b="1">
                          <a:solidFill>
                            <a:srgbClr val="E14B04"/>
                          </a:solidFill>
                          <a:latin typeface="宋体"/>
                          <a:cs typeface="宋体"/>
                        </a:rPr>
                        <a:t>HP</a:t>
                      </a:r>
                      <a:r>
                        <a:rPr dirty="0" sz="2000" spc="-15" b="1">
                          <a:solidFill>
                            <a:srgbClr val="E14B04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2000" spc="-10" b="1">
                          <a:solidFill>
                            <a:srgbClr val="E14B04"/>
                          </a:solidFill>
                          <a:latin typeface="宋体"/>
                          <a:cs typeface="宋体"/>
                        </a:rPr>
                        <a:t>HyperPlane Crossbar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5080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28575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2000" b="1">
                          <a:solidFill>
                            <a:srgbClr val="E14B04"/>
                          </a:solidFill>
                          <a:latin typeface="宋体"/>
                          <a:cs typeface="宋体"/>
                        </a:rPr>
                        <a:t>IBM</a:t>
                      </a:r>
                      <a:r>
                        <a:rPr dirty="0" sz="2000" spc="-40" b="1">
                          <a:solidFill>
                            <a:srgbClr val="E14B04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2000" spc="-25" b="1">
                          <a:solidFill>
                            <a:srgbClr val="E14B04"/>
                          </a:solidFill>
                          <a:latin typeface="宋体"/>
                          <a:cs typeface="宋体"/>
                        </a:rPr>
                        <a:t>SP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6040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28575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9010" marR="188595" indent="-772795">
                        <a:lnSpc>
                          <a:spcPct val="120000"/>
                        </a:lnSpc>
                        <a:spcBef>
                          <a:spcPts val="40"/>
                        </a:spcBef>
                      </a:pPr>
                      <a:r>
                        <a:rPr dirty="0" sz="2000" b="1">
                          <a:solidFill>
                            <a:srgbClr val="E14B04"/>
                          </a:solidFill>
                          <a:latin typeface="宋体"/>
                          <a:cs typeface="宋体"/>
                        </a:rPr>
                        <a:t>SUN</a:t>
                      </a:r>
                      <a:r>
                        <a:rPr dirty="0" sz="2000" spc="-40" b="1">
                          <a:solidFill>
                            <a:srgbClr val="E14B04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2000" spc="-10" b="1">
                          <a:solidFill>
                            <a:srgbClr val="E14B04"/>
                          </a:solidFill>
                          <a:latin typeface="宋体"/>
                          <a:cs typeface="宋体"/>
                        </a:rPr>
                        <a:t>Gigaplane- </a:t>
                      </a:r>
                      <a:r>
                        <a:rPr dirty="0" sz="2000" spc="-25" b="1">
                          <a:solidFill>
                            <a:srgbClr val="E14B04"/>
                          </a:solidFill>
                          <a:latin typeface="宋体"/>
                          <a:cs typeface="宋体"/>
                        </a:rPr>
                        <a:t>XB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5080">
                    <a:lnL w="12700">
                      <a:solidFill>
                        <a:srgbClr val="40458B"/>
                      </a:solidFill>
                      <a:prstDash val="solid"/>
                    </a:lnL>
                    <a:lnR w="28575">
                      <a:solidFill>
                        <a:srgbClr val="40458B"/>
                      </a:solidFill>
                      <a:prstDash val="solid"/>
                    </a:lnR>
                    <a:lnT w="28575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000" spc="-10" b="1">
                          <a:solidFill>
                            <a:srgbClr val="008000"/>
                          </a:solidFill>
                          <a:latin typeface="宋体"/>
                          <a:cs typeface="宋体"/>
                        </a:rPr>
                        <a:t>数据宽度</a:t>
                      </a:r>
                      <a:r>
                        <a:rPr dirty="0" sz="2000" spc="-25" b="1">
                          <a:solidFill>
                            <a:srgbClr val="008000"/>
                          </a:solidFill>
                          <a:latin typeface="宋体"/>
                          <a:cs typeface="宋体"/>
                        </a:rPr>
                        <a:t>（b）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6675">
                    <a:lnL w="28575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000" spc="-25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64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6675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000" spc="-25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128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6675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000" spc="-25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128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6675">
                    <a:lnL w="12700">
                      <a:solidFill>
                        <a:srgbClr val="40458B"/>
                      </a:solidFill>
                      <a:prstDash val="solid"/>
                    </a:lnL>
                    <a:lnR w="28575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000" spc="-10" b="1">
                          <a:solidFill>
                            <a:srgbClr val="008000"/>
                          </a:solidFill>
                          <a:latin typeface="宋体"/>
                          <a:cs typeface="宋体"/>
                        </a:rPr>
                        <a:t>时钟频率（MHz）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6675">
                    <a:lnL w="28575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000" spc="-25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120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6675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000" spc="-25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111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6675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000" spc="-2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83.3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6675">
                    <a:lnL w="12700">
                      <a:solidFill>
                        <a:srgbClr val="40458B"/>
                      </a:solidFill>
                      <a:prstDash val="solid"/>
                    </a:lnL>
                    <a:lnR w="28575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000" spc="-20" b="1">
                          <a:solidFill>
                            <a:srgbClr val="008000"/>
                          </a:solidFill>
                          <a:latin typeface="宋体"/>
                          <a:cs typeface="宋体"/>
                        </a:rPr>
                        <a:t>总线的主设备数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6675">
                    <a:lnL w="28575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000" spc="-3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多个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6675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000" spc="-3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多个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6675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000" spc="-3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多个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6675">
                    <a:lnL w="12700">
                      <a:solidFill>
                        <a:srgbClr val="40458B"/>
                      </a:solidFill>
                      <a:prstDash val="solid"/>
                    </a:lnL>
                    <a:lnR w="28575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000" spc="-10" b="1">
                          <a:solidFill>
                            <a:srgbClr val="008000"/>
                          </a:solidFill>
                          <a:latin typeface="宋体"/>
                          <a:cs typeface="宋体"/>
                        </a:rPr>
                        <a:t>每端口峰值带宽（MBps）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6675">
                    <a:lnL w="28575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000" spc="-25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960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6675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000" spc="-2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1700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6675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000" spc="-2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1300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6675">
                    <a:lnL w="12700">
                      <a:solidFill>
                        <a:srgbClr val="40458B"/>
                      </a:solidFill>
                      <a:prstDash val="solid"/>
                    </a:lnL>
                    <a:lnR w="28575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000" spc="-10" b="1">
                          <a:solidFill>
                            <a:srgbClr val="008000"/>
                          </a:solidFill>
                          <a:latin typeface="宋体"/>
                          <a:cs typeface="宋体"/>
                        </a:rPr>
                        <a:t>总峰值带宽（MBps）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6675">
                    <a:lnL w="28575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000" spc="-2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7680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6675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000" spc="-1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14200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6675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000" spc="-1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10667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6675">
                    <a:lnL w="12700">
                      <a:solidFill>
                        <a:srgbClr val="40458B"/>
                      </a:solidFill>
                      <a:prstDash val="solid"/>
                    </a:lnL>
                    <a:lnR w="28575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000" spc="-25" b="1">
                          <a:solidFill>
                            <a:srgbClr val="008000"/>
                          </a:solidFill>
                          <a:latin typeface="宋体"/>
                          <a:cs typeface="宋体"/>
                        </a:rPr>
                        <a:t>同步方式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6675">
                    <a:lnL w="28575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000" spc="-35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同步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6675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000" spc="-35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同步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6675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000" spc="-35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同步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6675">
                    <a:lnL w="12700">
                      <a:solidFill>
                        <a:srgbClr val="40458B"/>
                      </a:solidFill>
                      <a:prstDash val="solid"/>
                    </a:lnL>
                    <a:lnR w="28575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12700">
                      <a:solidFill>
                        <a:srgbClr val="40458B"/>
                      </a:solidFill>
                      <a:prstDash val="solid"/>
                    </a:lnB>
                  </a:tcPr>
                </a:tc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2000" spc="-30" b="1">
                          <a:solidFill>
                            <a:srgbClr val="008000"/>
                          </a:solidFill>
                          <a:latin typeface="宋体"/>
                          <a:cs typeface="宋体"/>
                        </a:rPr>
                        <a:t>标准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7310">
                    <a:lnL w="28575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28575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2000" spc="-5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无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7310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28575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2000" spc="-5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无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7310">
                    <a:lnL w="12700">
                      <a:solidFill>
                        <a:srgbClr val="40458B"/>
                      </a:solidFill>
                      <a:prstDash val="solid"/>
                    </a:lnL>
                    <a:lnR w="12700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28575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2000" spc="-50" b="1">
                          <a:solidFill>
                            <a:srgbClr val="40458B"/>
                          </a:solidFill>
                          <a:latin typeface="宋体"/>
                          <a:cs typeface="宋体"/>
                        </a:rPr>
                        <a:t>无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7310">
                    <a:lnL w="12700">
                      <a:solidFill>
                        <a:srgbClr val="40458B"/>
                      </a:solidFill>
                      <a:prstDash val="solid"/>
                    </a:lnL>
                    <a:lnR w="28575">
                      <a:solidFill>
                        <a:srgbClr val="40458B"/>
                      </a:solidFill>
                      <a:prstDash val="solid"/>
                    </a:lnR>
                    <a:lnT w="12700">
                      <a:solidFill>
                        <a:srgbClr val="40458B"/>
                      </a:solidFill>
                      <a:prstDash val="solid"/>
                    </a:lnT>
                    <a:lnB w="28575">
                      <a:solidFill>
                        <a:srgbClr val="40458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53605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34809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15" b="1">
                <a:solidFill>
                  <a:srgbClr val="40458B"/>
                </a:solidFill>
                <a:latin typeface="宋体"/>
                <a:cs typeface="宋体"/>
              </a:rPr>
              <a:t>66/81</a:t>
            </a:r>
            <a:endParaRPr baseline="1736" sz="2400">
              <a:latin typeface="宋体"/>
              <a:cs typeface="宋体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1555750" y="549275"/>
            <a:ext cx="7588250" cy="0"/>
          </a:xfrm>
          <a:custGeom>
            <a:avLst/>
            <a:gdLst/>
            <a:ahLst/>
            <a:cxnLst/>
            <a:rect l="l" t="t" r="r" b="b"/>
            <a:pathLst>
              <a:path w="7588250" h="0">
                <a:moveTo>
                  <a:pt x="0" y="0"/>
                </a:moveTo>
                <a:lnTo>
                  <a:pt x="7588250" y="0"/>
                </a:lnTo>
              </a:path>
            </a:pathLst>
          </a:custGeom>
          <a:ln w="38100">
            <a:solidFill>
              <a:srgbClr val="2C44A3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119062" y="188976"/>
            <a:ext cx="1437005" cy="274955"/>
            <a:chOff x="119062" y="188976"/>
            <a:chExt cx="1437005" cy="274955"/>
          </a:xfrm>
        </p:grpSpPr>
        <p:sp>
          <p:nvSpPr>
            <p:cNvPr id="5" name="object 5" descr=""/>
            <p:cNvSpPr/>
            <p:nvPr/>
          </p:nvSpPr>
          <p:spPr>
            <a:xfrm>
              <a:off x="119062" y="188976"/>
              <a:ext cx="499745" cy="274955"/>
            </a:xfrm>
            <a:custGeom>
              <a:avLst/>
              <a:gdLst/>
              <a:ahLst/>
              <a:cxnLst/>
              <a:rect l="l" t="t" r="r" b="b"/>
              <a:pathLst>
                <a:path w="499745" h="274955">
                  <a:moveTo>
                    <a:pt x="119837" y="0"/>
                  </a:moveTo>
                  <a:lnTo>
                    <a:pt x="4993" y="41528"/>
                  </a:lnTo>
                  <a:lnTo>
                    <a:pt x="264655" y="135508"/>
                  </a:lnTo>
                  <a:lnTo>
                    <a:pt x="0" y="231266"/>
                  </a:lnTo>
                  <a:lnTo>
                    <a:pt x="119837" y="274574"/>
                  </a:lnTo>
                  <a:lnTo>
                    <a:pt x="499338" y="137287"/>
                  </a:lnTo>
                  <a:lnTo>
                    <a:pt x="119837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85546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9621" y="0"/>
                  </a:moveTo>
                  <a:lnTo>
                    <a:pt x="4991" y="41528"/>
                  </a:lnTo>
                  <a:lnTo>
                    <a:pt x="264147" y="135508"/>
                  </a:lnTo>
                  <a:lnTo>
                    <a:pt x="0" y="231266"/>
                  </a:lnTo>
                  <a:lnTo>
                    <a:pt x="119621" y="274574"/>
                  </a:lnTo>
                  <a:lnTo>
                    <a:pt x="497141" y="137287"/>
                  </a:lnTo>
                  <a:lnTo>
                    <a:pt x="119621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058608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8363" y="0"/>
                  </a:moveTo>
                  <a:lnTo>
                    <a:pt x="4978" y="41528"/>
                  </a:lnTo>
                  <a:lnTo>
                    <a:pt x="264096" y="135508"/>
                  </a:lnTo>
                  <a:lnTo>
                    <a:pt x="0" y="231266"/>
                  </a:lnTo>
                  <a:lnTo>
                    <a:pt x="118363" y="274574"/>
                  </a:lnTo>
                  <a:lnTo>
                    <a:pt x="497141" y="137287"/>
                  </a:lnTo>
                  <a:lnTo>
                    <a:pt x="118363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78227" y="93726"/>
            <a:ext cx="174053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46200" algn="l"/>
              </a:tabLst>
            </a:pPr>
            <a:r>
              <a:rPr dirty="0" u="none"/>
              <a:t>8.4 </a:t>
            </a:r>
            <a:r>
              <a:rPr dirty="0" u="none" spc="-50"/>
              <a:t>总</a:t>
            </a:r>
            <a:r>
              <a:rPr dirty="0" u="none"/>
              <a:t>	</a:t>
            </a:r>
            <a:r>
              <a:rPr dirty="0" u="none" spc="-50"/>
              <a:t>线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78739" y="825443"/>
            <a:ext cx="8618220" cy="3766185"/>
          </a:xfrm>
          <a:prstGeom prst="rect">
            <a:avLst/>
          </a:prstGeom>
        </p:spPr>
        <p:txBody>
          <a:bodyPr wrap="square" lIns="0" tIns="163830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290"/>
              </a:spcBef>
              <a:buClr>
                <a:srgbClr val="40458B"/>
              </a:buClr>
              <a:buAutoNum type="arabicPeriod"/>
              <a:tabLst>
                <a:tab pos="469265" algn="l"/>
              </a:tabLst>
            </a:pPr>
            <a:r>
              <a:rPr dirty="0" sz="2400">
                <a:solidFill>
                  <a:srgbClr val="E14B04"/>
                </a:solidFill>
                <a:latin typeface="黑体"/>
                <a:cs typeface="黑体"/>
              </a:rPr>
              <a:t>I/O</a:t>
            </a:r>
            <a:r>
              <a:rPr dirty="0" sz="2400" spc="-5">
                <a:solidFill>
                  <a:srgbClr val="E14B04"/>
                </a:solidFill>
                <a:latin typeface="黑体"/>
                <a:cs typeface="黑体"/>
              </a:rPr>
              <a:t>总线的物理连接方式有两种选择：</a:t>
            </a:r>
            <a:endParaRPr sz="2400">
              <a:latin typeface="黑体"/>
              <a:cs typeface="黑体"/>
            </a:endParaRPr>
          </a:p>
          <a:p>
            <a:pPr lvl="1" marL="1099185" indent="-457200">
              <a:lnSpc>
                <a:spcPct val="100000"/>
              </a:lnSpc>
              <a:spcBef>
                <a:spcPts val="1090"/>
              </a:spcBef>
              <a:buSzPct val="88636"/>
              <a:buFont typeface="Wingdings"/>
              <a:buChar char=""/>
              <a:tabLst>
                <a:tab pos="1099185" algn="l"/>
              </a:tabLst>
            </a:pP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连接到存储器上</a:t>
            </a:r>
            <a:endParaRPr sz="2200">
              <a:latin typeface="黑体"/>
              <a:cs typeface="黑体"/>
            </a:endParaRPr>
          </a:p>
          <a:p>
            <a:pPr marL="962025">
              <a:lnSpc>
                <a:spcPct val="100000"/>
              </a:lnSpc>
              <a:spcBef>
                <a:spcPts val="990"/>
              </a:spcBef>
            </a:pPr>
            <a:r>
              <a:rPr dirty="0" sz="2000" spc="-25" b="1">
                <a:solidFill>
                  <a:srgbClr val="FF5CFF"/>
                </a:solidFill>
                <a:latin typeface="宋体"/>
                <a:cs typeface="宋体"/>
              </a:rPr>
              <a:t>更常见</a:t>
            </a:r>
            <a:endParaRPr sz="2000">
              <a:latin typeface="宋体"/>
              <a:cs typeface="宋体"/>
            </a:endParaRPr>
          </a:p>
          <a:p>
            <a:pPr lvl="1" marL="1099185" indent="-457200">
              <a:lnSpc>
                <a:spcPct val="100000"/>
              </a:lnSpc>
              <a:spcBef>
                <a:spcPts val="1030"/>
              </a:spcBef>
              <a:buSzPct val="88636"/>
              <a:buFont typeface="Wingdings"/>
              <a:buChar char=""/>
              <a:tabLst>
                <a:tab pos="1099185" algn="l"/>
              </a:tabLst>
            </a:pP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连接到</a:t>
            </a:r>
            <a:r>
              <a:rPr dirty="0" sz="2200" spc="-20">
                <a:solidFill>
                  <a:srgbClr val="9933FF"/>
                </a:solidFill>
                <a:latin typeface="黑体"/>
                <a:cs typeface="黑体"/>
              </a:rPr>
              <a:t>Cache</a:t>
            </a:r>
            <a:r>
              <a:rPr dirty="0" sz="2200" spc="-50">
                <a:solidFill>
                  <a:srgbClr val="40458B"/>
                </a:solidFill>
                <a:latin typeface="黑体"/>
                <a:cs typeface="黑体"/>
              </a:rPr>
              <a:t>上</a:t>
            </a:r>
            <a:endParaRPr sz="2200">
              <a:latin typeface="黑体"/>
              <a:cs typeface="黑体"/>
            </a:endParaRPr>
          </a:p>
          <a:p>
            <a:pPr marL="641985" marR="5080">
              <a:lnSpc>
                <a:spcPct val="120000"/>
              </a:lnSpc>
              <a:spcBef>
                <a:spcPts val="525"/>
              </a:spcBef>
              <a:tabLst>
                <a:tab pos="4695190" algn="l"/>
              </a:tabLst>
            </a:pPr>
            <a:r>
              <a:rPr dirty="0" sz="2200" spc="-20">
                <a:solidFill>
                  <a:srgbClr val="40458B"/>
                </a:solidFill>
                <a:latin typeface="黑体"/>
                <a:cs typeface="黑体"/>
              </a:rPr>
              <a:t>这</a:t>
            </a: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两种</a:t>
            </a:r>
            <a:r>
              <a:rPr dirty="0" sz="2200" spc="-10">
                <a:solidFill>
                  <a:srgbClr val="40458B"/>
                </a:solidFill>
                <a:latin typeface="黑体"/>
                <a:cs typeface="黑体"/>
              </a:rPr>
              <a:t>方</a:t>
            </a: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式</a:t>
            </a:r>
            <a:r>
              <a:rPr dirty="0" sz="2200" spc="-10">
                <a:solidFill>
                  <a:srgbClr val="40458B"/>
                </a:solidFill>
                <a:latin typeface="黑体"/>
                <a:cs typeface="黑体"/>
              </a:rPr>
              <a:t>的</a:t>
            </a: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本质</a:t>
            </a:r>
            <a:r>
              <a:rPr dirty="0" sz="2200" spc="-10">
                <a:solidFill>
                  <a:srgbClr val="40458B"/>
                </a:solidFill>
                <a:latin typeface="黑体"/>
                <a:cs typeface="黑体"/>
              </a:rPr>
              <a:t>区</a:t>
            </a: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别</a:t>
            </a:r>
            <a:r>
              <a:rPr dirty="0" sz="2200" spc="-10">
                <a:solidFill>
                  <a:srgbClr val="40458B"/>
                </a:solidFill>
                <a:latin typeface="黑体"/>
                <a:cs typeface="黑体"/>
              </a:rPr>
              <a:t>在</a:t>
            </a:r>
            <a:r>
              <a:rPr dirty="0" sz="2200">
                <a:solidFill>
                  <a:srgbClr val="40458B"/>
                </a:solidFill>
                <a:latin typeface="黑体"/>
                <a:cs typeface="黑体"/>
              </a:rPr>
              <a:t>于</a:t>
            </a:r>
            <a:r>
              <a:rPr dirty="0" sz="2200" spc="30">
                <a:solidFill>
                  <a:srgbClr val="40458B"/>
                </a:solidFill>
                <a:latin typeface="黑体"/>
                <a:cs typeface="黑体"/>
              </a:rPr>
              <a:t> </a:t>
            </a:r>
            <a:r>
              <a:rPr dirty="0" sz="2200" spc="-25">
                <a:solidFill>
                  <a:srgbClr val="40458B"/>
                </a:solidFill>
                <a:latin typeface="黑体"/>
                <a:cs typeface="黑体"/>
              </a:rPr>
              <a:t>I/O</a:t>
            </a:r>
            <a:r>
              <a:rPr dirty="0" sz="22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设</a:t>
            </a:r>
            <a:r>
              <a:rPr dirty="0" sz="2200" spc="-25">
                <a:solidFill>
                  <a:srgbClr val="40458B"/>
                </a:solidFill>
                <a:latin typeface="黑体"/>
                <a:cs typeface="黑体"/>
              </a:rPr>
              <a:t>备</a:t>
            </a: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与主</a:t>
            </a:r>
            <a:r>
              <a:rPr dirty="0" sz="2200" spc="-25">
                <a:solidFill>
                  <a:srgbClr val="40458B"/>
                </a:solidFill>
                <a:latin typeface="黑体"/>
                <a:cs typeface="黑体"/>
              </a:rPr>
              <a:t>存</a:t>
            </a: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的</a:t>
            </a:r>
            <a:r>
              <a:rPr dirty="0" sz="2200" spc="-25">
                <a:solidFill>
                  <a:srgbClr val="40458B"/>
                </a:solidFill>
                <a:latin typeface="黑体"/>
                <a:cs typeface="黑体"/>
              </a:rPr>
              <a:t>通</a:t>
            </a: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信路</a:t>
            </a:r>
            <a:r>
              <a:rPr dirty="0" sz="2200" spc="-25">
                <a:solidFill>
                  <a:srgbClr val="40458B"/>
                </a:solidFill>
                <a:latin typeface="黑体"/>
                <a:cs typeface="黑体"/>
              </a:rPr>
              <a:t>径</a:t>
            </a: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，</a:t>
            </a:r>
            <a:r>
              <a:rPr dirty="0" sz="2200" spc="-25">
                <a:solidFill>
                  <a:srgbClr val="40458B"/>
                </a:solidFill>
                <a:latin typeface="黑体"/>
                <a:cs typeface="黑体"/>
              </a:rPr>
              <a:t>它</a:t>
            </a: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决</a:t>
            </a:r>
            <a:r>
              <a:rPr dirty="0" sz="2200" spc="-50">
                <a:solidFill>
                  <a:srgbClr val="40458B"/>
                </a:solidFill>
                <a:latin typeface="黑体"/>
                <a:cs typeface="黑体"/>
              </a:rPr>
              <a:t>定</a:t>
            </a:r>
            <a:r>
              <a:rPr dirty="0" sz="2200">
                <a:solidFill>
                  <a:srgbClr val="40458B"/>
                </a:solidFill>
                <a:latin typeface="黑体"/>
                <a:cs typeface="黑体"/>
              </a:rPr>
              <a:t>了</a:t>
            </a:r>
            <a:r>
              <a:rPr dirty="0" sz="2200" spc="-5">
                <a:solidFill>
                  <a:srgbClr val="40458B"/>
                </a:solidFill>
                <a:latin typeface="黑体"/>
                <a:cs typeface="黑体"/>
              </a:rPr>
              <a:t> </a:t>
            </a:r>
            <a:r>
              <a:rPr dirty="0" sz="2200">
                <a:solidFill>
                  <a:srgbClr val="40458B"/>
                </a:solidFill>
                <a:latin typeface="黑体"/>
                <a:cs typeface="黑体"/>
              </a:rPr>
              <a:t>I/O</a:t>
            </a:r>
            <a:r>
              <a:rPr dirty="0" sz="2200" spc="-20">
                <a:solidFill>
                  <a:srgbClr val="40458B"/>
                </a:solidFill>
                <a:latin typeface="黑体"/>
                <a:cs typeface="黑体"/>
              </a:rPr>
              <a:t> </a:t>
            </a: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数据</a:t>
            </a:r>
            <a:r>
              <a:rPr dirty="0" sz="2200" spc="-25">
                <a:solidFill>
                  <a:srgbClr val="40458B"/>
                </a:solidFill>
                <a:latin typeface="黑体"/>
                <a:cs typeface="黑体"/>
              </a:rPr>
              <a:t>传</a:t>
            </a: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输是</a:t>
            </a:r>
            <a:r>
              <a:rPr dirty="0" sz="2200" spc="-25">
                <a:solidFill>
                  <a:srgbClr val="40458B"/>
                </a:solidFill>
                <a:latin typeface="黑体"/>
                <a:cs typeface="黑体"/>
              </a:rPr>
              <a:t>否</a:t>
            </a: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需</a:t>
            </a:r>
            <a:r>
              <a:rPr dirty="0" sz="2200" spc="-25">
                <a:solidFill>
                  <a:srgbClr val="40458B"/>
                </a:solidFill>
                <a:latin typeface="黑体"/>
                <a:cs typeface="黑体"/>
              </a:rPr>
              <a:t>要</a:t>
            </a: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经</a:t>
            </a:r>
            <a:r>
              <a:rPr dirty="0" sz="2200">
                <a:solidFill>
                  <a:srgbClr val="40458B"/>
                </a:solidFill>
                <a:latin typeface="黑体"/>
                <a:cs typeface="黑体"/>
              </a:rPr>
              <a:t>过 CPU</a:t>
            </a: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 </a:t>
            </a:r>
            <a:r>
              <a:rPr dirty="0" sz="2200">
                <a:solidFill>
                  <a:srgbClr val="40458B"/>
                </a:solidFill>
                <a:latin typeface="黑体"/>
                <a:cs typeface="黑体"/>
              </a:rPr>
              <a:t>和 Cache</a:t>
            </a:r>
            <a:r>
              <a:rPr dirty="0" sz="2200" spc="-20">
                <a:solidFill>
                  <a:srgbClr val="40458B"/>
                </a:solidFill>
                <a:latin typeface="黑体"/>
                <a:cs typeface="黑体"/>
              </a:rPr>
              <a:t> </a:t>
            </a: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层</a:t>
            </a:r>
            <a:r>
              <a:rPr dirty="0" sz="2200" spc="-10">
                <a:solidFill>
                  <a:srgbClr val="40458B"/>
                </a:solidFill>
                <a:latin typeface="黑体"/>
                <a:cs typeface="黑体"/>
              </a:rPr>
              <a:t>次</a:t>
            </a:r>
            <a:r>
              <a:rPr dirty="0" sz="2200" spc="-50">
                <a:solidFill>
                  <a:srgbClr val="40458B"/>
                </a:solidFill>
                <a:latin typeface="黑体"/>
                <a:cs typeface="黑体"/>
              </a:rPr>
              <a:t>。</a:t>
            </a:r>
            <a:endParaRPr sz="2200">
              <a:latin typeface="黑体"/>
              <a:cs typeface="黑体"/>
            </a:endParaRPr>
          </a:p>
          <a:p>
            <a:pPr marL="469265" indent="-456565">
              <a:lnSpc>
                <a:spcPct val="100000"/>
              </a:lnSpc>
              <a:spcBef>
                <a:spcPts val="1125"/>
              </a:spcBef>
              <a:buClr>
                <a:srgbClr val="40458B"/>
              </a:buClr>
              <a:buAutoNum type="arabicPeriod" startAt="2"/>
              <a:tabLst>
                <a:tab pos="469265" algn="l"/>
              </a:tabLst>
            </a:pPr>
            <a:r>
              <a:rPr dirty="0" sz="2400">
                <a:solidFill>
                  <a:srgbClr val="E14B04"/>
                </a:solidFill>
                <a:latin typeface="黑体"/>
                <a:cs typeface="黑体"/>
              </a:rPr>
              <a:t>I/O</a:t>
            </a:r>
            <a:r>
              <a:rPr dirty="0" sz="2400" spc="-5">
                <a:solidFill>
                  <a:srgbClr val="E14B04"/>
                </a:solidFill>
                <a:latin typeface="黑体"/>
                <a:cs typeface="黑体"/>
              </a:rPr>
              <a:t>总线连接到存储器总线上的方式</a:t>
            </a:r>
            <a:endParaRPr sz="2400">
              <a:latin typeface="黑体"/>
              <a:cs typeface="黑体"/>
            </a:endParaRPr>
          </a:p>
          <a:p>
            <a:pPr lvl="1" marL="1099185" indent="-457200">
              <a:lnSpc>
                <a:spcPct val="100000"/>
              </a:lnSpc>
              <a:spcBef>
                <a:spcPts val="1085"/>
              </a:spcBef>
              <a:buSzPct val="88636"/>
              <a:buFont typeface="Wingdings"/>
              <a:buChar char=""/>
              <a:tabLst>
                <a:tab pos="1099185" algn="l"/>
              </a:tabLst>
            </a:pP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一种典型的组织结构</a:t>
            </a:r>
            <a:endParaRPr sz="2200">
              <a:latin typeface="黑体"/>
              <a:cs typeface="黑体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332603" y="131190"/>
            <a:ext cx="2834640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>
                <a:solidFill>
                  <a:srgbClr val="0000CC"/>
                </a:solidFill>
                <a:latin typeface="黑体"/>
                <a:cs typeface="黑体"/>
              </a:rPr>
              <a:t>8.4.3</a:t>
            </a:r>
            <a:r>
              <a:rPr dirty="0" sz="2600" spc="5">
                <a:solidFill>
                  <a:srgbClr val="0000CC"/>
                </a:solidFill>
                <a:latin typeface="黑体"/>
                <a:cs typeface="黑体"/>
              </a:rPr>
              <a:t> 与</a:t>
            </a:r>
            <a:r>
              <a:rPr dirty="0" sz="2600" spc="-10">
                <a:solidFill>
                  <a:srgbClr val="0000CC"/>
                </a:solidFill>
                <a:latin typeface="黑体"/>
                <a:cs typeface="黑体"/>
              </a:rPr>
              <a:t>CPU</a:t>
            </a:r>
            <a:r>
              <a:rPr dirty="0" sz="2600" spc="-20">
                <a:solidFill>
                  <a:srgbClr val="0000CC"/>
                </a:solidFill>
                <a:latin typeface="黑体"/>
                <a:cs typeface="黑体"/>
              </a:rPr>
              <a:t>的连接</a:t>
            </a:r>
            <a:endParaRPr sz="26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68312" y="1779651"/>
            <a:ext cx="1571625" cy="323850"/>
          </a:xfrm>
          <a:prstGeom prst="rect">
            <a:avLst/>
          </a:prstGeom>
          <a:solidFill>
            <a:srgbClr val="B4F3F8"/>
          </a:solidFill>
          <a:ln w="22225">
            <a:solidFill>
              <a:srgbClr val="000000"/>
            </a:solidFill>
          </a:ln>
        </p:spPr>
        <p:txBody>
          <a:bodyPr wrap="square" lIns="0" tIns="39370" rIns="0" bIns="0" rtlCol="0" vert="horz">
            <a:spAutoFit/>
          </a:bodyPr>
          <a:lstStyle/>
          <a:p>
            <a:pPr algn="ctr" marL="16510">
              <a:lnSpc>
                <a:spcPct val="100000"/>
              </a:lnSpc>
              <a:spcBef>
                <a:spcPts val="310"/>
              </a:spcBef>
            </a:pPr>
            <a:r>
              <a:rPr dirty="0" sz="1600" spc="-25" b="1">
                <a:latin typeface="Times New Roman"/>
                <a:cs typeface="Times New Roman"/>
              </a:rPr>
              <a:t>CPU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12762" y="1074800"/>
            <a:ext cx="1482725" cy="330200"/>
          </a:xfrm>
          <a:prstGeom prst="rect">
            <a:avLst/>
          </a:prstGeom>
          <a:solidFill>
            <a:srgbClr val="B4F3F8"/>
          </a:solidFill>
          <a:ln w="22225">
            <a:solidFill>
              <a:srgbClr val="000000"/>
            </a:solidFill>
          </a:ln>
        </p:spPr>
        <p:txBody>
          <a:bodyPr wrap="square" lIns="0" tIns="38100" rIns="0" bIns="0" rtlCol="0" vert="horz">
            <a:spAutoFit/>
          </a:bodyPr>
          <a:lstStyle/>
          <a:p>
            <a:pPr marL="487045">
              <a:lnSpc>
                <a:spcPct val="100000"/>
              </a:lnSpc>
              <a:spcBef>
                <a:spcPts val="300"/>
              </a:spcBef>
            </a:pPr>
            <a:r>
              <a:rPr dirty="0" sz="1600" spc="-10" b="1">
                <a:latin typeface="Times New Roman"/>
                <a:cs typeface="Times New Roman"/>
              </a:rPr>
              <a:t>Cache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378700" y="1070038"/>
            <a:ext cx="1081405" cy="811530"/>
          </a:xfrm>
          <a:prstGeom prst="rect">
            <a:avLst/>
          </a:prstGeom>
          <a:solidFill>
            <a:srgbClr val="B4F3F8"/>
          </a:solidFill>
          <a:ln w="22225">
            <a:solidFill>
              <a:srgbClr val="000000"/>
            </a:solidFill>
          </a:ln>
        </p:spPr>
        <p:txBody>
          <a:bodyPr wrap="square" lIns="0" tIns="196215" rIns="0" bIns="0" rtlCol="0" vert="horz">
            <a:spAutoFit/>
          </a:bodyPr>
          <a:lstStyle/>
          <a:p>
            <a:pPr marL="273685">
              <a:lnSpc>
                <a:spcPct val="100000"/>
              </a:lnSpc>
              <a:spcBef>
                <a:spcPts val="1545"/>
              </a:spcBef>
            </a:pPr>
            <a:r>
              <a:rPr dirty="0" sz="2000" spc="-25" b="1">
                <a:latin typeface="微软雅黑"/>
                <a:cs typeface="微软雅黑"/>
              </a:rPr>
              <a:t>主存</a:t>
            </a:r>
            <a:endParaRPr sz="2000">
              <a:latin typeface="微软雅黑"/>
              <a:cs typeface="微软雅黑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3927538" y="5133975"/>
            <a:ext cx="1514475" cy="354330"/>
            <a:chOff x="3927538" y="5133975"/>
            <a:chExt cx="1514475" cy="354330"/>
          </a:xfrm>
        </p:grpSpPr>
        <p:sp>
          <p:nvSpPr>
            <p:cNvPr id="6" name="object 6" descr=""/>
            <p:cNvSpPr/>
            <p:nvPr/>
          </p:nvSpPr>
          <p:spPr>
            <a:xfrm>
              <a:off x="3938651" y="5145087"/>
              <a:ext cx="1492250" cy="332105"/>
            </a:xfrm>
            <a:custGeom>
              <a:avLst/>
              <a:gdLst/>
              <a:ahLst/>
              <a:cxnLst/>
              <a:rect l="l" t="t" r="r" b="b"/>
              <a:pathLst>
                <a:path w="1492250" h="332104">
                  <a:moveTo>
                    <a:pt x="1492250" y="0"/>
                  </a:moveTo>
                  <a:lnTo>
                    <a:pt x="0" y="0"/>
                  </a:lnTo>
                  <a:lnTo>
                    <a:pt x="0" y="331787"/>
                  </a:lnTo>
                  <a:lnTo>
                    <a:pt x="1492250" y="331787"/>
                  </a:lnTo>
                  <a:lnTo>
                    <a:pt x="1492250" y="0"/>
                  </a:lnTo>
                  <a:close/>
                </a:path>
              </a:pathLst>
            </a:custGeom>
            <a:solidFill>
              <a:srgbClr val="FF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938651" y="5145087"/>
              <a:ext cx="1492250" cy="332105"/>
            </a:xfrm>
            <a:custGeom>
              <a:avLst/>
              <a:gdLst/>
              <a:ahLst/>
              <a:cxnLst/>
              <a:rect l="l" t="t" r="r" b="b"/>
              <a:pathLst>
                <a:path w="1492250" h="332104">
                  <a:moveTo>
                    <a:pt x="0" y="331787"/>
                  </a:moveTo>
                  <a:lnTo>
                    <a:pt x="1492250" y="331787"/>
                  </a:lnTo>
                  <a:lnTo>
                    <a:pt x="1492250" y="0"/>
                  </a:lnTo>
                  <a:lnTo>
                    <a:pt x="0" y="0"/>
                  </a:lnTo>
                  <a:lnTo>
                    <a:pt x="0" y="331787"/>
                  </a:lnTo>
                  <a:close/>
                </a:path>
              </a:pathLst>
            </a:custGeom>
            <a:ln w="22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3949763" y="5154548"/>
            <a:ext cx="14700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62255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latin typeface="Times New Roman"/>
                <a:cs typeface="Times New Roman"/>
              </a:rPr>
              <a:t>I/O</a:t>
            </a:r>
            <a:r>
              <a:rPr dirty="0" sz="1600" spc="-75" b="1">
                <a:latin typeface="Times New Roman"/>
                <a:cs typeface="Times New Roman"/>
              </a:rPr>
              <a:t> </a:t>
            </a:r>
            <a:r>
              <a:rPr dirty="0" baseline="1736" sz="2400" spc="-52" b="1">
                <a:latin typeface="微软雅黑"/>
                <a:cs typeface="微软雅黑"/>
              </a:rPr>
              <a:t>控制器</a:t>
            </a:r>
            <a:endParaRPr baseline="1736" sz="2400">
              <a:latin typeface="微软雅黑"/>
              <a:cs typeface="微软雅黑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4114863" y="5441060"/>
            <a:ext cx="2916555" cy="812165"/>
            <a:chOff x="4114863" y="5441060"/>
            <a:chExt cx="2916555" cy="812165"/>
          </a:xfrm>
        </p:grpSpPr>
        <p:sp>
          <p:nvSpPr>
            <p:cNvPr id="10" name="object 10" descr=""/>
            <p:cNvSpPr/>
            <p:nvPr/>
          </p:nvSpPr>
          <p:spPr>
            <a:xfrm>
              <a:off x="4125976" y="5826124"/>
              <a:ext cx="2894330" cy="371475"/>
            </a:xfrm>
            <a:custGeom>
              <a:avLst/>
              <a:gdLst/>
              <a:ahLst/>
              <a:cxnLst/>
              <a:rect l="l" t="t" r="r" b="b"/>
              <a:pathLst>
                <a:path w="2894329" h="371475">
                  <a:moveTo>
                    <a:pt x="2174875" y="371475"/>
                  </a:moveTo>
                  <a:lnTo>
                    <a:pt x="2894012" y="371475"/>
                  </a:lnTo>
                  <a:lnTo>
                    <a:pt x="2894012" y="7937"/>
                  </a:lnTo>
                  <a:lnTo>
                    <a:pt x="2174875" y="7937"/>
                  </a:lnTo>
                  <a:lnTo>
                    <a:pt x="2174875" y="371475"/>
                  </a:lnTo>
                  <a:close/>
                </a:path>
                <a:path w="2894329" h="371475">
                  <a:moveTo>
                    <a:pt x="0" y="358775"/>
                  </a:moveTo>
                  <a:lnTo>
                    <a:pt x="412750" y="358775"/>
                  </a:lnTo>
                  <a:lnTo>
                    <a:pt x="412750" y="0"/>
                  </a:lnTo>
                  <a:lnTo>
                    <a:pt x="0" y="0"/>
                  </a:lnTo>
                  <a:lnTo>
                    <a:pt x="0" y="358775"/>
                  </a:lnTo>
                  <a:close/>
                </a:path>
              </a:pathLst>
            </a:custGeom>
            <a:ln w="22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125976" y="5767387"/>
              <a:ext cx="412750" cy="120650"/>
            </a:xfrm>
            <a:custGeom>
              <a:avLst/>
              <a:gdLst/>
              <a:ahLst/>
              <a:cxnLst/>
              <a:rect l="l" t="t" r="r" b="b"/>
              <a:pathLst>
                <a:path w="412750" h="120650">
                  <a:moveTo>
                    <a:pt x="206375" y="0"/>
                  </a:moveTo>
                  <a:lnTo>
                    <a:pt x="141118" y="3075"/>
                  </a:lnTo>
                  <a:lnTo>
                    <a:pt x="84463" y="11640"/>
                  </a:lnTo>
                  <a:lnTo>
                    <a:pt x="39798" y="24699"/>
                  </a:lnTo>
                  <a:lnTo>
                    <a:pt x="0" y="60325"/>
                  </a:lnTo>
                  <a:lnTo>
                    <a:pt x="10514" y="79390"/>
                  </a:lnTo>
                  <a:lnTo>
                    <a:pt x="39798" y="95950"/>
                  </a:lnTo>
                  <a:lnTo>
                    <a:pt x="84463" y="109009"/>
                  </a:lnTo>
                  <a:lnTo>
                    <a:pt x="141118" y="117574"/>
                  </a:lnTo>
                  <a:lnTo>
                    <a:pt x="206375" y="120650"/>
                  </a:lnTo>
                  <a:lnTo>
                    <a:pt x="271582" y="117574"/>
                  </a:lnTo>
                  <a:lnTo>
                    <a:pt x="328232" y="109009"/>
                  </a:lnTo>
                  <a:lnTo>
                    <a:pt x="372914" y="95950"/>
                  </a:lnTo>
                  <a:lnTo>
                    <a:pt x="402223" y="79390"/>
                  </a:lnTo>
                  <a:lnTo>
                    <a:pt x="412750" y="60325"/>
                  </a:lnTo>
                  <a:lnTo>
                    <a:pt x="402223" y="41259"/>
                  </a:lnTo>
                  <a:lnTo>
                    <a:pt x="372914" y="24699"/>
                  </a:lnTo>
                  <a:lnTo>
                    <a:pt x="328232" y="11640"/>
                  </a:lnTo>
                  <a:lnTo>
                    <a:pt x="271582" y="3075"/>
                  </a:lnTo>
                  <a:lnTo>
                    <a:pt x="2063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125976" y="5767387"/>
              <a:ext cx="412750" cy="120650"/>
            </a:xfrm>
            <a:custGeom>
              <a:avLst/>
              <a:gdLst/>
              <a:ahLst/>
              <a:cxnLst/>
              <a:rect l="l" t="t" r="r" b="b"/>
              <a:pathLst>
                <a:path w="412750" h="120650">
                  <a:moveTo>
                    <a:pt x="0" y="60325"/>
                  </a:moveTo>
                  <a:lnTo>
                    <a:pt x="39798" y="24699"/>
                  </a:lnTo>
                  <a:lnTo>
                    <a:pt x="84463" y="11640"/>
                  </a:lnTo>
                  <a:lnTo>
                    <a:pt x="141118" y="3075"/>
                  </a:lnTo>
                  <a:lnTo>
                    <a:pt x="206375" y="0"/>
                  </a:lnTo>
                  <a:lnTo>
                    <a:pt x="271582" y="3075"/>
                  </a:lnTo>
                  <a:lnTo>
                    <a:pt x="328232" y="11640"/>
                  </a:lnTo>
                  <a:lnTo>
                    <a:pt x="372914" y="24699"/>
                  </a:lnTo>
                  <a:lnTo>
                    <a:pt x="402223" y="41259"/>
                  </a:lnTo>
                  <a:lnTo>
                    <a:pt x="412750" y="60325"/>
                  </a:lnTo>
                  <a:lnTo>
                    <a:pt x="402223" y="79390"/>
                  </a:lnTo>
                  <a:lnTo>
                    <a:pt x="372914" y="95950"/>
                  </a:lnTo>
                  <a:lnTo>
                    <a:pt x="328232" y="109009"/>
                  </a:lnTo>
                  <a:lnTo>
                    <a:pt x="271582" y="117574"/>
                  </a:lnTo>
                  <a:lnTo>
                    <a:pt x="206375" y="120650"/>
                  </a:lnTo>
                  <a:lnTo>
                    <a:pt x="141118" y="117574"/>
                  </a:lnTo>
                  <a:lnTo>
                    <a:pt x="84463" y="109009"/>
                  </a:lnTo>
                  <a:lnTo>
                    <a:pt x="39798" y="95950"/>
                  </a:lnTo>
                  <a:lnTo>
                    <a:pt x="10514" y="79390"/>
                  </a:lnTo>
                  <a:lnTo>
                    <a:pt x="0" y="60325"/>
                  </a:lnTo>
                  <a:close/>
                </a:path>
              </a:pathLst>
            </a:custGeom>
            <a:ln w="22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4125976" y="6121399"/>
              <a:ext cx="412750" cy="120650"/>
            </a:xfrm>
            <a:custGeom>
              <a:avLst/>
              <a:gdLst/>
              <a:ahLst/>
              <a:cxnLst/>
              <a:rect l="l" t="t" r="r" b="b"/>
              <a:pathLst>
                <a:path w="412750" h="120650">
                  <a:moveTo>
                    <a:pt x="206375" y="0"/>
                  </a:moveTo>
                  <a:lnTo>
                    <a:pt x="141118" y="3075"/>
                  </a:lnTo>
                  <a:lnTo>
                    <a:pt x="84463" y="11640"/>
                  </a:lnTo>
                  <a:lnTo>
                    <a:pt x="39798" y="24699"/>
                  </a:lnTo>
                  <a:lnTo>
                    <a:pt x="0" y="60325"/>
                  </a:lnTo>
                  <a:lnTo>
                    <a:pt x="10514" y="79390"/>
                  </a:lnTo>
                  <a:lnTo>
                    <a:pt x="39798" y="95950"/>
                  </a:lnTo>
                  <a:lnTo>
                    <a:pt x="84463" y="109009"/>
                  </a:lnTo>
                  <a:lnTo>
                    <a:pt x="141118" y="117574"/>
                  </a:lnTo>
                  <a:lnTo>
                    <a:pt x="206375" y="120650"/>
                  </a:lnTo>
                  <a:lnTo>
                    <a:pt x="271582" y="117574"/>
                  </a:lnTo>
                  <a:lnTo>
                    <a:pt x="328232" y="109009"/>
                  </a:lnTo>
                  <a:lnTo>
                    <a:pt x="372914" y="95950"/>
                  </a:lnTo>
                  <a:lnTo>
                    <a:pt x="402223" y="79390"/>
                  </a:lnTo>
                  <a:lnTo>
                    <a:pt x="412750" y="60325"/>
                  </a:lnTo>
                  <a:lnTo>
                    <a:pt x="402223" y="41259"/>
                  </a:lnTo>
                  <a:lnTo>
                    <a:pt x="372914" y="24699"/>
                  </a:lnTo>
                  <a:lnTo>
                    <a:pt x="328232" y="11640"/>
                  </a:lnTo>
                  <a:lnTo>
                    <a:pt x="271582" y="3075"/>
                  </a:lnTo>
                  <a:lnTo>
                    <a:pt x="2063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125976" y="6121399"/>
              <a:ext cx="412750" cy="120650"/>
            </a:xfrm>
            <a:custGeom>
              <a:avLst/>
              <a:gdLst/>
              <a:ahLst/>
              <a:cxnLst/>
              <a:rect l="l" t="t" r="r" b="b"/>
              <a:pathLst>
                <a:path w="412750" h="120650">
                  <a:moveTo>
                    <a:pt x="0" y="60325"/>
                  </a:moveTo>
                  <a:lnTo>
                    <a:pt x="39798" y="24699"/>
                  </a:lnTo>
                  <a:lnTo>
                    <a:pt x="84463" y="11640"/>
                  </a:lnTo>
                  <a:lnTo>
                    <a:pt x="141118" y="3075"/>
                  </a:lnTo>
                  <a:lnTo>
                    <a:pt x="206375" y="0"/>
                  </a:lnTo>
                  <a:lnTo>
                    <a:pt x="271582" y="3075"/>
                  </a:lnTo>
                  <a:lnTo>
                    <a:pt x="328232" y="11640"/>
                  </a:lnTo>
                  <a:lnTo>
                    <a:pt x="372914" y="24699"/>
                  </a:lnTo>
                  <a:lnTo>
                    <a:pt x="402223" y="41259"/>
                  </a:lnTo>
                  <a:lnTo>
                    <a:pt x="412750" y="60325"/>
                  </a:lnTo>
                  <a:lnTo>
                    <a:pt x="402223" y="79390"/>
                  </a:lnTo>
                  <a:lnTo>
                    <a:pt x="372914" y="95950"/>
                  </a:lnTo>
                  <a:lnTo>
                    <a:pt x="328232" y="109009"/>
                  </a:lnTo>
                  <a:lnTo>
                    <a:pt x="271582" y="117574"/>
                  </a:lnTo>
                  <a:lnTo>
                    <a:pt x="206375" y="120650"/>
                  </a:lnTo>
                  <a:lnTo>
                    <a:pt x="141118" y="117574"/>
                  </a:lnTo>
                  <a:lnTo>
                    <a:pt x="84463" y="109009"/>
                  </a:lnTo>
                  <a:lnTo>
                    <a:pt x="39798" y="95950"/>
                  </a:lnTo>
                  <a:lnTo>
                    <a:pt x="10514" y="79390"/>
                  </a:lnTo>
                  <a:lnTo>
                    <a:pt x="0" y="60325"/>
                  </a:lnTo>
                  <a:close/>
                </a:path>
              </a:pathLst>
            </a:custGeom>
            <a:ln w="22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4152900" y="6072187"/>
              <a:ext cx="358775" cy="107950"/>
            </a:xfrm>
            <a:custGeom>
              <a:avLst/>
              <a:gdLst/>
              <a:ahLst/>
              <a:cxnLst/>
              <a:rect l="l" t="t" r="r" b="b"/>
              <a:pathLst>
                <a:path w="358775" h="107950">
                  <a:moveTo>
                    <a:pt x="358775" y="0"/>
                  </a:moveTo>
                  <a:lnTo>
                    <a:pt x="0" y="0"/>
                  </a:lnTo>
                  <a:lnTo>
                    <a:pt x="0" y="107950"/>
                  </a:lnTo>
                  <a:lnTo>
                    <a:pt x="358775" y="107950"/>
                  </a:lnTo>
                  <a:lnTo>
                    <a:pt x="3587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4865751" y="5826124"/>
              <a:ext cx="411480" cy="358775"/>
            </a:xfrm>
            <a:custGeom>
              <a:avLst/>
              <a:gdLst/>
              <a:ahLst/>
              <a:cxnLst/>
              <a:rect l="l" t="t" r="r" b="b"/>
              <a:pathLst>
                <a:path w="411479" h="358775">
                  <a:moveTo>
                    <a:pt x="0" y="358775"/>
                  </a:moveTo>
                  <a:lnTo>
                    <a:pt x="411162" y="358775"/>
                  </a:lnTo>
                  <a:lnTo>
                    <a:pt x="411162" y="0"/>
                  </a:lnTo>
                  <a:lnTo>
                    <a:pt x="0" y="0"/>
                  </a:lnTo>
                  <a:lnTo>
                    <a:pt x="0" y="358775"/>
                  </a:lnTo>
                  <a:close/>
                </a:path>
              </a:pathLst>
            </a:custGeom>
            <a:ln w="22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4865751" y="5767387"/>
              <a:ext cx="411480" cy="125730"/>
            </a:xfrm>
            <a:custGeom>
              <a:avLst/>
              <a:gdLst/>
              <a:ahLst/>
              <a:cxnLst/>
              <a:rect l="l" t="t" r="r" b="b"/>
              <a:pathLst>
                <a:path w="411479" h="125729">
                  <a:moveTo>
                    <a:pt x="205486" y="0"/>
                  </a:moveTo>
                  <a:lnTo>
                    <a:pt x="140516" y="3197"/>
                  </a:lnTo>
                  <a:lnTo>
                    <a:pt x="84106" y="12099"/>
                  </a:lnTo>
                  <a:lnTo>
                    <a:pt x="39632" y="25673"/>
                  </a:lnTo>
                  <a:lnTo>
                    <a:pt x="0" y="62699"/>
                  </a:lnTo>
                  <a:lnTo>
                    <a:pt x="10470" y="82521"/>
                  </a:lnTo>
                  <a:lnTo>
                    <a:pt x="39632" y="99736"/>
                  </a:lnTo>
                  <a:lnTo>
                    <a:pt x="84106" y="113311"/>
                  </a:lnTo>
                  <a:lnTo>
                    <a:pt x="140516" y="122215"/>
                  </a:lnTo>
                  <a:lnTo>
                    <a:pt x="205486" y="125412"/>
                  </a:lnTo>
                  <a:lnTo>
                    <a:pt x="270468" y="122215"/>
                  </a:lnTo>
                  <a:lnTo>
                    <a:pt x="326910" y="113311"/>
                  </a:lnTo>
                  <a:lnTo>
                    <a:pt x="371422" y="99736"/>
                  </a:lnTo>
                  <a:lnTo>
                    <a:pt x="400614" y="82521"/>
                  </a:lnTo>
                  <a:lnTo>
                    <a:pt x="411099" y="62699"/>
                  </a:lnTo>
                  <a:lnTo>
                    <a:pt x="400614" y="42884"/>
                  </a:lnTo>
                  <a:lnTo>
                    <a:pt x="371422" y="25673"/>
                  </a:lnTo>
                  <a:lnTo>
                    <a:pt x="326910" y="12099"/>
                  </a:lnTo>
                  <a:lnTo>
                    <a:pt x="270468" y="3197"/>
                  </a:lnTo>
                  <a:lnTo>
                    <a:pt x="20548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4865751" y="5767387"/>
              <a:ext cx="411480" cy="125730"/>
            </a:xfrm>
            <a:custGeom>
              <a:avLst/>
              <a:gdLst/>
              <a:ahLst/>
              <a:cxnLst/>
              <a:rect l="l" t="t" r="r" b="b"/>
              <a:pathLst>
                <a:path w="411479" h="125729">
                  <a:moveTo>
                    <a:pt x="0" y="62699"/>
                  </a:moveTo>
                  <a:lnTo>
                    <a:pt x="39632" y="25673"/>
                  </a:lnTo>
                  <a:lnTo>
                    <a:pt x="84106" y="12099"/>
                  </a:lnTo>
                  <a:lnTo>
                    <a:pt x="140516" y="3197"/>
                  </a:lnTo>
                  <a:lnTo>
                    <a:pt x="205486" y="0"/>
                  </a:lnTo>
                  <a:lnTo>
                    <a:pt x="270468" y="3197"/>
                  </a:lnTo>
                  <a:lnTo>
                    <a:pt x="326910" y="12099"/>
                  </a:lnTo>
                  <a:lnTo>
                    <a:pt x="371422" y="25673"/>
                  </a:lnTo>
                  <a:lnTo>
                    <a:pt x="400614" y="42884"/>
                  </a:lnTo>
                  <a:lnTo>
                    <a:pt x="411099" y="62699"/>
                  </a:lnTo>
                  <a:lnTo>
                    <a:pt x="400614" y="82521"/>
                  </a:lnTo>
                  <a:lnTo>
                    <a:pt x="371422" y="99736"/>
                  </a:lnTo>
                  <a:lnTo>
                    <a:pt x="326910" y="113311"/>
                  </a:lnTo>
                  <a:lnTo>
                    <a:pt x="270468" y="122215"/>
                  </a:lnTo>
                  <a:lnTo>
                    <a:pt x="205486" y="125412"/>
                  </a:lnTo>
                  <a:lnTo>
                    <a:pt x="140516" y="122215"/>
                  </a:lnTo>
                  <a:lnTo>
                    <a:pt x="84106" y="113311"/>
                  </a:lnTo>
                  <a:lnTo>
                    <a:pt x="39632" y="99736"/>
                  </a:lnTo>
                  <a:lnTo>
                    <a:pt x="10470" y="82521"/>
                  </a:lnTo>
                  <a:lnTo>
                    <a:pt x="0" y="62699"/>
                  </a:lnTo>
                  <a:close/>
                </a:path>
              </a:pathLst>
            </a:custGeom>
            <a:ln w="22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4865751" y="6121399"/>
              <a:ext cx="411480" cy="120650"/>
            </a:xfrm>
            <a:custGeom>
              <a:avLst/>
              <a:gdLst/>
              <a:ahLst/>
              <a:cxnLst/>
              <a:rect l="l" t="t" r="r" b="b"/>
              <a:pathLst>
                <a:path w="411479" h="120650">
                  <a:moveTo>
                    <a:pt x="205486" y="0"/>
                  </a:moveTo>
                  <a:lnTo>
                    <a:pt x="140516" y="3075"/>
                  </a:lnTo>
                  <a:lnTo>
                    <a:pt x="84106" y="11640"/>
                  </a:lnTo>
                  <a:lnTo>
                    <a:pt x="39632" y="24699"/>
                  </a:lnTo>
                  <a:lnTo>
                    <a:pt x="0" y="60325"/>
                  </a:lnTo>
                  <a:lnTo>
                    <a:pt x="10470" y="79390"/>
                  </a:lnTo>
                  <a:lnTo>
                    <a:pt x="39632" y="95950"/>
                  </a:lnTo>
                  <a:lnTo>
                    <a:pt x="84106" y="109009"/>
                  </a:lnTo>
                  <a:lnTo>
                    <a:pt x="140516" y="117574"/>
                  </a:lnTo>
                  <a:lnTo>
                    <a:pt x="205486" y="120650"/>
                  </a:lnTo>
                  <a:lnTo>
                    <a:pt x="270468" y="117574"/>
                  </a:lnTo>
                  <a:lnTo>
                    <a:pt x="326910" y="109009"/>
                  </a:lnTo>
                  <a:lnTo>
                    <a:pt x="371422" y="95950"/>
                  </a:lnTo>
                  <a:lnTo>
                    <a:pt x="400614" y="79390"/>
                  </a:lnTo>
                  <a:lnTo>
                    <a:pt x="411099" y="60325"/>
                  </a:lnTo>
                  <a:lnTo>
                    <a:pt x="400614" y="41259"/>
                  </a:lnTo>
                  <a:lnTo>
                    <a:pt x="371422" y="24699"/>
                  </a:lnTo>
                  <a:lnTo>
                    <a:pt x="326910" y="11640"/>
                  </a:lnTo>
                  <a:lnTo>
                    <a:pt x="270468" y="3075"/>
                  </a:lnTo>
                  <a:lnTo>
                    <a:pt x="20548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4865751" y="6121399"/>
              <a:ext cx="411480" cy="120650"/>
            </a:xfrm>
            <a:custGeom>
              <a:avLst/>
              <a:gdLst/>
              <a:ahLst/>
              <a:cxnLst/>
              <a:rect l="l" t="t" r="r" b="b"/>
              <a:pathLst>
                <a:path w="411479" h="120650">
                  <a:moveTo>
                    <a:pt x="0" y="60325"/>
                  </a:moveTo>
                  <a:lnTo>
                    <a:pt x="39632" y="24699"/>
                  </a:lnTo>
                  <a:lnTo>
                    <a:pt x="84106" y="11640"/>
                  </a:lnTo>
                  <a:lnTo>
                    <a:pt x="140516" y="3075"/>
                  </a:lnTo>
                  <a:lnTo>
                    <a:pt x="205486" y="0"/>
                  </a:lnTo>
                  <a:lnTo>
                    <a:pt x="270468" y="3075"/>
                  </a:lnTo>
                  <a:lnTo>
                    <a:pt x="326910" y="11640"/>
                  </a:lnTo>
                  <a:lnTo>
                    <a:pt x="371422" y="24699"/>
                  </a:lnTo>
                  <a:lnTo>
                    <a:pt x="400614" y="41259"/>
                  </a:lnTo>
                  <a:lnTo>
                    <a:pt x="411099" y="60325"/>
                  </a:lnTo>
                  <a:lnTo>
                    <a:pt x="400614" y="79390"/>
                  </a:lnTo>
                  <a:lnTo>
                    <a:pt x="371422" y="95950"/>
                  </a:lnTo>
                  <a:lnTo>
                    <a:pt x="326910" y="109009"/>
                  </a:lnTo>
                  <a:lnTo>
                    <a:pt x="270468" y="117574"/>
                  </a:lnTo>
                  <a:lnTo>
                    <a:pt x="205486" y="120650"/>
                  </a:lnTo>
                  <a:lnTo>
                    <a:pt x="140516" y="117574"/>
                  </a:lnTo>
                  <a:lnTo>
                    <a:pt x="84106" y="109009"/>
                  </a:lnTo>
                  <a:lnTo>
                    <a:pt x="39632" y="95950"/>
                  </a:lnTo>
                  <a:lnTo>
                    <a:pt x="10470" y="79390"/>
                  </a:lnTo>
                  <a:lnTo>
                    <a:pt x="0" y="60325"/>
                  </a:lnTo>
                  <a:close/>
                </a:path>
              </a:pathLst>
            </a:custGeom>
            <a:ln w="22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4892675" y="6072187"/>
              <a:ext cx="358775" cy="107950"/>
            </a:xfrm>
            <a:custGeom>
              <a:avLst/>
              <a:gdLst/>
              <a:ahLst/>
              <a:cxnLst/>
              <a:rect l="l" t="t" r="r" b="b"/>
              <a:pathLst>
                <a:path w="358775" h="107950">
                  <a:moveTo>
                    <a:pt x="358775" y="0"/>
                  </a:moveTo>
                  <a:lnTo>
                    <a:pt x="0" y="0"/>
                  </a:lnTo>
                  <a:lnTo>
                    <a:pt x="0" y="107950"/>
                  </a:lnTo>
                  <a:lnTo>
                    <a:pt x="358775" y="107950"/>
                  </a:lnTo>
                  <a:lnTo>
                    <a:pt x="3587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4319651" y="5449950"/>
              <a:ext cx="739775" cy="494030"/>
            </a:xfrm>
            <a:custGeom>
              <a:avLst/>
              <a:gdLst/>
              <a:ahLst/>
              <a:cxnLst/>
              <a:rect l="l" t="t" r="r" b="b"/>
              <a:pathLst>
                <a:path w="739775" h="494029">
                  <a:moveTo>
                    <a:pt x="0" y="0"/>
                  </a:moveTo>
                  <a:lnTo>
                    <a:pt x="1524" y="493649"/>
                  </a:lnTo>
                </a:path>
                <a:path w="739775" h="494029">
                  <a:moveTo>
                    <a:pt x="738124" y="22225"/>
                  </a:moveTo>
                  <a:lnTo>
                    <a:pt x="739775" y="469836"/>
                  </a:lnTo>
                </a:path>
              </a:pathLst>
            </a:custGeom>
            <a:ln w="1746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6334950" y="5472175"/>
              <a:ext cx="0" cy="456565"/>
            </a:xfrm>
            <a:custGeom>
              <a:avLst/>
              <a:gdLst/>
              <a:ahLst/>
              <a:cxnLst/>
              <a:rect l="l" t="t" r="r" b="b"/>
              <a:pathLst>
                <a:path w="0" h="456564">
                  <a:moveTo>
                    <a:pt x="0" y="0"/>
                  </a:moveTo>
                  <a:lnTo>
                    <a:pt x="0" y="456342"/>
                  </a:lnTo>
                </a:path>
              </a:pathLst>
            </a:custGeom>
            <a:ln w="1911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2641600" y="3705161"/>
            <a:ext cx="1008380" cy="576580"/>
          </a:xfrm>
          <a:prstGeom prst="rect">
            <a:avLst/>
          </a:prstGeom>
          <a:solidFill>
            <a:srgbClr val="B4F3F8"/>
          </a:solidFill>
          <a:ln w="9525">
            <a:solidFill>
              <a:srgbClr val="000000"/>
            </a:solidFill>
          </a:ln>
        </p:spPr>
        <p:txBody>
          <a:bodyPr wrap="square" lIns="0" tIns="137160" rIns="0" bIns="0" rtlCol="0" vert="horz">
            <a:spAutoFit/>
          </a:bodyPr>
          <a:lstStyle/>
          <a:p>
            <a:pPr marL="101600">
              <a:lnSpc>
                <a:spcPct val="100000"/>
              </a:lnSpc>
              <a:spcBef>
                <a:spcPts val="1080"/>
              </a:spcBef>
            </a:pPr>
            <a:r>
              <a:rPr dirty="0" sz="1600" spc="-35" b="1">
                <a:latin typeface="微软雅黑"/>
                <a:cs typeface="微软雅黑"/>
              </a:rPr>
              <a:t>图形输出</a:t>
            </a:r>
            <a:endParaRPr sz="1600">
              <a:latin typeface="微软雅黑"/>
              <a:cs typeface="微软雅黑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241934" y="237236"/>
            <a:ext cx="8587105" cy="1036319"/>
            <a:chOff x="241934" y="237236"/>
            <a:chExt cx="8587105" cy="1036319"/>
          </a:xfrm>
        </p:grpSpPr>
        <p:pic>
          <p:nvPicPr>
            <p:cNvPr id="26" name="object 2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82687" y="687387"/>
              <a:ext cx="82550" cy="369950"/>
            </a:xfrm>
            <a:prstGeom prst="rect">
              <a:avLst/>
            </a:prstGeom>
          </p:spPr>
        </p:pic>
        <p:sp>
          <p:nvSpPr>
            <p:cNvPr id="27" name="object 27" descr=""/>
            <p:cNvSpPr/>
            <p:nvPr/>
          </p:nvSpPr>
          <p:spPr>
            <a:xfrm>
              <a:off x="250824" y="246126"/>
              <a:ext cx="8569325" cy="576580"/>
            </a:xfrm>
            <a:custGeom>
              <a:avLst/>
              <a:gdLst/>
              <a:ahLst/>
              <a:cxnLst/>
              <a:rect l="l" t="t" r="r" b="b"/>
              <a:pathLst>
                <a:path w="8569325" h="576580">
                  <a:moveTo>
                    <a:pt x="8031480" y="0"/>
                  </a:moveTo>
                  <a:lnTo>
                    <a:pt x="8031480" y="128397"/>
                  </a:lnTo>
                  <a:lnTo>
                    <a:pt x="531101" y="128397"/>
                  </a:lnTo>
                  <a:lnTo>
                    <a:pt x="531101" y="0"/>
                  </a:lnTo>
                  <a:lnTo>
                    <a:pt x="0" y="287020"/>
                  </a:lnTo>
                  <a:lnTo>
                    <a:pt x="531101" y="576199"/>
                  </a:lnTo>
                  <a:lnTo>
                    <a:pt x="531101" y="445643"/>
                  </a:lnTo>
                  <a:lnTo>
                    <a:pt x="8031480" y="445643"/>
                  </a:lnTo>
                  <a:lnTo>
                    <a:pt x="8031480" y="576199"/>
                  </a:lnTo>
                  <a:lnTo>
                    <a:pt x="8569325" y="287020"/>
                  </a:lnTo>
                  <a:lnTo>
                    <a:pt x="8031480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250824" y="246126"/>
              <a:ext cx="8569325" cy="576580"/>
            </a:xfrm>
            <a:custGeom>
              <a:avLst/>
              <a:gdLst/>
              <a:ahLst/>
              <a:cxnLst/>
              <a:rect l="l" t="t" r="r" b="b"/>
              <a:pathLst>
                <a:path w="8569325" h="576580">
                  <a:moveTo>
                    <a:pt x="0" y="287020"/>
                  </a:moveTo>
                  <a:lnTo>
                    <a:pt x="531101" y="576199"/>
                  </a:lnTo>
                  <a:lnTo>
                    <a:pt x="531101" y="445643"/>
                  </a:lnTo>
                  <a:lnTo>
                    <a:pt x="8031480" y="445643"/>
                  </a:lnTo>
                  <a:lnTo>
                    <a:pt x="8031480" y="576199"/>
                  </a:lnTo>
                  <a:lnTo>
                    <a:pt x="8569325" y="287020"/>
                  </a:lnTo>
                  <a:lnTo>
                    <a:pt x="8031480" y="0"/>
                  </a:lnTo>
                  <a:lnTo>
                    <a:pt x="8031480" y="128397"/>
                  </a:lnTo>
                  <a:lnTo>
                    <a:pt x="531101" y="128397"/>
                  </a:lnTo>
                  <a:lnTo>
                    <a:pt x="531101" y="0"/>
                  </a:lnTo>
                  <a:lnTo>
                    <a:pt x="0" y="287020"/>
                  </a:lnTo>
                  <a:close/>
                </a:path>
              </a:pathLst>
            </a:custGeom>
            <a:ln w="174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3150234" y="797941"/>
              <a:ext cx="1905" cy="382270"/>
            </a:xfrm>
            <a:custGeom>
              <a:avLst/>
              <a:gdLst/>
              <a:ahLst/>
              <a:cxnLst/>
              <a:rect l="l" t="t" r="r" b="b"/>
              <a:pathLst>
                <a:path w="1905" h="382269">
                  <a:moveTo>
                    <a:pt x="0" y="0"/>
                  </a:moveTo>
                  <a:lnTo>
                    <a:pt x="1396" y="381762"/>
                  </a:lnTo>
                </a:path>
              </a:pathLst>
            </a:custGeom>
            <a:ln w="22225">
              <a:solidFill>
                <a:srgbClr val="40458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94926" y="703262"/>
              <a:ext cx="113411" cy="148462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90862" y="1125918"/>
              <a:ext cx="113411" cy="147320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68268" y="352044"/>
              <a:ext cx="688086" cy="454913"/>
            </a:xfrm>
            <a:prstGeom prst="rect">
              <a:avLst/>
            </a:prstGeom>
          </p:spPr>
        </p:pic>
        <p:pic>
          <p:nvPicPr>
            <p:cNvPr id="33" name="object 3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57471" y="338328"/>
              <a:ext cx="1288541" cy="454913"/>
            </a:xfrm>
            <a:prstGeom prst="rect">
              <a:avLst/>
            </a:prstGeom>
          </p:spPr>
        </p:pic>
      </p:grpSp>
      <p:grpSp>
        <p:nvGrpSpPr>
          <p:cNvPr id="34" name="object 34" descr=""/>
          <p:cNvGrpSpPr/>
          <p:nvPr/>
        </p:nvGrpSpPr>
        <p:grpSpPr>
          <a:xfrm>
            <a:off x="1826260" y="1743138"/>
            <a:ext cx="2610485" cy="996315"/>
            <a:chOff x="1826260" y="1743138"/>
            <a:chExt cx="2610485" cy="996315"/>
          </a:xfrm>
        </p:grpSpPr>
        <p:sp>
          <p:nvSpPr>
            <p:cNvPr id="35" name="object 35" descr=""/>
            <p:cNvSpPr/>
            <p:nvPr/>
          </p:nvSpPr>
          <p:spPr>
            <a:xfrm>
              <a:off x="3150488" y="1842389"/>
              <a:ext cx="1905" cy="368300"/>
            </a:xfrm>
            <a:custGeom>
              <a:avLst/>
              <a:gdLst/>
              <a:ahLst/>
              <a:cxnLst/>
              <a:rect l="l" t="t" r="r" b="b"/>
              <a:pathLst>
                <a:path w="1905" h="368300">
                  <a:moveTo>
                    <a:pt x="0" y="0"/>
                  </a:moveTo>
                  <a:lnTo>
                    <a:pt x="1397" y="368173"/>
                  </a:lnTo>
                </a:path>
              </a:pathLst>
            </a:custGeom>
            <a:ln w="22224">
              <a:solidFill>
                <a:srgbClr val="40458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097974" y="1743138"/>
              <a:ext cx="110362" cy="156210"/>
            </a:xfrm>
            <a:prstGeom prst="rect">
              <a:avLst/>
            </a:prstGeom>
          </p:spPr>
        </p:pic>
        <p:pic>
          <p:nvPicPr>
            <p:cNvPr id="37" name="object 37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094037" y="2153475"/>
              <a:ext cx="110362" cy="156337"/>
            </a:xfrm>
            <a:prstGeom prst="rect">
              <a:avLst/>
            </a:prstGeom>
          </p:spPr>
        </p:pic>
        <p:sp>
          <p:nvSpPr>
            <p:cNvPr id="38" name="object 38" descr=""/>
            <p:cNvSpPr/>
            <p:nvPr/>
          </p:nvSpPr>
          <p:spPr>
            <a:xfrm>
              <a:off x="1835150" y="2206625"/>
              <a:ext cx="2592705" cy="503555"/>
            </a:xfrm>
            <a:custGeom>
              <a:avLst/>
              <a:gdLst/>
              <a:ahLst/>
              <a:cxnLst/>
              <a:rect l="l" t="t" r="r" b="b"/>
              <a:pathLst>
                <a:path w="2592704" h="503555">
                  <a:moveTo>
                    <a:pt x="2429637" y="0"/>
                  </a:moveTo>
                  <a:lnTo>
                    <a:pt x="2429637" y="113664"/>
                  </a:lnTo>
                  <a:lnTo>
                    <a:pt x="160655" y="113664"/>
                  </a:lnTo>
                  <a:lnTo>
                    <a:pt x="160655" y="0"/>
                  </a:lnTo>
                  <a:lnTo>
                    <a:pt x="0" y="251587"/>
                  </a:lnTo>
                  <a:lnTo>
                    <a:pt x="160655" y="503300"/>
                  </a:lnTo>
                  <a:lnTo>
                    <a:pt x="160655" y="392811"/>
                  </a:lnTo>
                  <a:lnTo>
                    <a:pt x="2429637" y="392811"/>
                  </a:lnTo>
                  <a:lnTo>
                    <a:pt x="2429637" y="503300"/>
                  </a:lnTo>
                  <a:lnTo>
                    <a:pt x="2592451" y="251587"/>
                  </a:lnTo>
                  <a:lnTo>
                    <a:pt x="2429637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1835150" y="2206625"/>
              <a:ext cx="2592705" cy="503555"/>
            </a:xfrm>
            <a:custGeom>
              <a:avLst/>
              <a:gdLst/>
              <a:ahLst/>
              <a:cxnLst/>
              <a:rect l="l" t="t" r="r" b="b"/>
              <a:pathLst>
                <a:path w="2592704" h="503555">
                  <a:moveTo>
                    <a:pt x="0" y="251587"/>
                  </a:moveTo>
                  <a:lnTo>
                    <a:pt x="160655" y="503300"/>
                  </a:lnTo>
                  <a:lnTo>
                    <a:pt x="160655" y="392811"/>
                  </a:lnTo>
                  <a:lnTo>
                    <a:pt x="2429637" y="392811"/>
                  </a:lnTo>
                  <a:lnTo>
                    <a:pt x="2429637" y="503300"/>
                  </a:lnTo>
                  <a:lnTo>
                    <a:pt x="2592451" y="251587"/>
                  </a:lnTo>
                  <a:lnTo>
                    <a:pt x="2429637" y="0"/>
                  </a:lnTo>
                  <a:lnTo>
                    <a:pt x="2429637" y="113664"/>
                  </a:lnTo>
                  <a:lnTo>
                    <a:pt x="160655" y="113664"/>
                  </a:lnTo>
                  <a:lnTo>
                    <a:pt x="160655" y="0"/>
                  </a:lnTo>
                  <a:lnTo>
                    <a:pt x="0" y="251587"/>
                  </a:lnTo>
                  <a:close/>
                </a:path>
              </a:pathLst>
            </a:custGeom>
            <a:ln w="174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599944" y="2282952"/>
              <a:ext cx="698754" cy="454913"/>
            </a:xfrm>
            <a:prstGeom prst="rect">
              <a:avLst/>
            </a:prstGeom>
          </p:spPr>
        </p:pic>
        <p:pic>
          <p:nvPicPr>
            <p:cNvPr id="41" name="object 41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026663" y="2284476"/>
              <a:ext cx="677417" cy="454913"/>
            </a:xfrm>
            <a:prstGeom prst="rect">
              <a:avLst/>
            </a:prstGeom>
          </p:spPr>
        </p:pic>
      </p:grpSp>
      <p:sp>
        <p:nvSpPr>
          <p:cNvPr id="42" name="object 42" descr=""/>
          <p:cNvSpPr txBox="1"/>
          <p:nvPr/>
        </p:nvSpPr>
        <p:spPr>
          <a:xfrm>
            <a:off x="5902325" y="5132451"/>
            <a:ext cx="1492250" cy="339725"/>
          </a:xfrm>
          <a:prstGeom prst="rect">
            <a:avLst/>
          </a:prstGeom>
          <a:solidFill>
            <a:srgbClr val="FFCCFF"/>
          </a:solidFill>
          <a:ln w="22225">
            <a:solidFill>
              <a:srgbClr val="000000"/>
            </a:solidFill>
          </a:ln>
        </p:spPr>
        <p:txBody>
          <a:bodyPr wrap="square" lIns="0" tIns="26034" rIns="0" bIns="0" rtlCol="0" vert="horz">
            <a:spAutoFit/>
          </a:bodyPr>
          <a:lstStyle/>
          <a:p>
            <a:pPr marL="260985">
              <a:lnSpc>
                <a:spcPct val="100000"/>
              </a:lnSpc>
              <a:spcBef>
                <a:spcPts val="204"/>
              </a:spcBef>
            </a:pPr>
            <a:r>
              <a:rPr dirty="0" baseline="-6944" sz="2400" b="1">
                <a:latin typeface="Times New Roman"/>
                <a:cs typeface="Times New Roman"/>
              </a:rPr>
              <a:t>I/O</a:t>
            </a:r>
            <a:r>
              <a:rPr dirty="0" baseline="-6944" sz="2400" spc="-7" b="1">
                <a:latin typeface="Times New Roman"/>
                <a:cs typeface="Times New Roman"/>
              </a:rPr>
              <a:t> </a:t>
            </a:r>
            <a:r>
              <a:rPr dirty="0" sz="1600" spc="-35" b="1">
                <a:latin typeface="微软雅黑"/>
                <a:cs typeface="微软雅黑"/>
              </a:rPr>
              <a:t>控制器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2484501" y="1290637"/>
            <a:ext cx="1383030" cy="440055"/>
          </a:xfrm>
          <a:prstGeom prst="rect">
            <a:avLst/>
          </a:prstGeom>
          <a:solidFill>
            <a:srgbClr val="D6E0FC"/>
          </a:solidFill>
          <a:ln w="22225">
            <a:solidFill>
              <a:srgbClr val="000000"/>
            </a:solidFill>
          </a:ln>
        </p:spPr>
        <p:txBody>
          <a:bodyPr wrap="square" lIns="0" tIns="88900" rIns="0" bIns="0" rtlCol="0" vert="horz">
            <a:spAutoFit/>
          </a:bodyPr>
          <a:lstStyle/>
          <a:p>
            <a:pPr marL="173355">
              <a:lnSpc>
                <a:spcPct val="100000"/>
              </a:lnSpc>
              <a:spcBef>
                <a:spcPts val="700"/>
              </a:spcBef>
            </a:pPr>
            <a:r>
              <a:rPr dirty="0" sz="1600" spc="-30" b="1">
                <a:latin typeface="微软雅黑"/>
                <a:cs typeface="微软雅黑"/>
              </a:rPr>
              <a:t>总线适配器</a:t>
            </a:r>
            <a:endParaRPr sz="1600">
              <a:latin typeface="微软雅黑"/>
              <a:cs typeface="微软雅黑"/>
            </a:endParaRPr>
          </a:p>
        </p:txBody>
      </p:sp>
      <p:grpSp>
        <p:nvGrpSpPr>
          <p:cNvPr id="44" name="object 44" descr=""/>
          <p:cNvGrpSpPr/>
          <p:nvPr/>
        </p:nvGrpSpPr>
        <p:grpSpPr>
          <a:xfrm>
            <a:off x="3583685" y="3632834"/>
            <a:ext cx="4958080" cy="1227455"/>
            <a:chOff x="3583685" y="3632834"/>
            <a:chExt cx="4958080" cy="1227455"/>
          </a:xfrm>
        </p:grpSpPr>
        <p:sp>
          <p:nvSpPr>
            <p:cNvPr id="45" name="object 45" descr=""/>
            <p:cNvSpPr/>
            <p:nvPr/>
          </p:nvSpPr>
          <p:spPr>
            <a:xfrm>
              <a:off x="3592575" y="4359274"/>
              <a:ext cx="4940300" cy="492125"/>
            </a:xfrm>
            <a:custGeom>
              <a:avLst/>
              <a:gdLst/>
              <a:ahLst/>
              <a:cxnLst/>
              <a:rect l="l" t="t" r="r" b="b"/>
              <a:pathLst>
                <a:path w="4940300" h="492125">
                  <a:moveTo>
                    <a:pt x="4630166" y="0"/>
                  </a:moveTo>
                  <a:lnTo>
                    <a:pt x="4630166" y="111125"/>
                  </a:lnTo>
                  <a:lnTo>
                    <a:pt x="306070" y="111125"/>
                  </a:lnTo>
                  <a:lnTo>
                    <a:pt x="306070" y="0"/>
                  </a:lnTo>
                  <a:lnTo>
                    <a:pt x="0" y="245999"/>
                  </a:lnTo>
                  <a:lnTo>
                    <a:pt x="306070" y="492125"/>
                  </a:lnTo>
                  <a:lnTo>
                    <a:pt x="306070" y="384175"/>
                  </a:lnTo>
                  <a:lnTo>
                    <a:pt x="4630166" y="384175"/>
                  </a:lnTo>
                  <a:lnTo>
                    <a:pt x="4630166" y="492125"/>
                  </a:lnTo>
                  <a:lnTo>
                    <a:pt x="4940300" y="245999"/>
                  </a:lnTo>
                  <a:lnTo>
                    <a:pt x="4630166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3592575" y="4359274"/>
              <a:ext cx="4940300" cy="492125"/>
            </a:xfrm>
            <a:custGeom>
              <a:avLst/>
              <a:gdLst/>
              <a:ahLst/>
              <a:cxnLst/>
              <a:rect l="l" t="t" r="r" b="b"/>
              <a:pathLst>
                <a:path w="4940300" h="492125">
                  <a:moveTo>
                    <a:pt x="0" y="245999"/>
                  </a:moveTo>
                  <a:lnTo>
                    <a:pt x="306070" y="492125"/>
                  </a:lnTo>
                  <a:lnTo>
                    <a:pt x="306070" y="384175"/>
                  </a:lnTo>
                  <a:lnTo>
                    <a:pt x="4630166" y="384175"/>
                  </a:lnTo>
                  <a:lnTo>
                    <a:pt x="4630166" y="492125"/>
                  </a:lnTo>
                  <a:lnTo>
                    <a:pt x="4940300" y="245999"/>
                  </a:lnTo>
                  <a:lnTo>
                    <a:pt x="4630166" y="0"/>
                  </a:lnTo>
                  <a:lnTo>
                    <a:pt x="4630166" y="111125"/>
                  </a:lnTo>
                  <a:lnTo>
                    <a:pt x="306070" y="111125"/>
                  </a:lnTo>
                  <a:lnTo>
                    <a:pt x="306070" y="0"/>
                  </a:lnTo>
                  <a:lnTo>
                    <a:pt x="0" y="245999"/>
                  </a:lnTo>
                  <a:close/>
                </a:path>
              </a:pathLst>
            </a:custGeom>
            <a:ln w="174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6797675" y="3641724"/>
              <a:ext cx="1254125" cy="739775"/>
            </a:xfrm>
            <a:custGeom>
              <a:avLst/>
              <a:gdLst/>
              <a:ahLst/>
              <a:cxnLst/>
              <a:rect l="l" t="t" r="r" b="b"/>
              <a:pathLst>
                <a:path w="1254125" h="739775">
                  <a:moveTo>
                    <a:pt x="1254125" y="358775"/>
                  </a:moveTo>
                  <a:lnTo>
                    <a:pt x="1249299" y="331724"/>
                  </a:lnTo>
                  <a:lnTo>
                    <a:pt x="1244600" y="309499"/>
                  </a:lnTo>
                  <a:lnTo>
                    <a:pt x="1231900" y="287274"/>
                  </a:lnTo>
                  <a:lnTo>
                    <a:pt x="1214374" y="265049"/>
                  </a:lnTo>
                  <a:lnTo>
                    <a:pt x="1217549" y="238125"/>
                  </a:lnTo>
                  <a:lnTo>
                    <a:pt x="1214374" y="174625"/>
                  </a:lnTo>
                  <a:lnTo>
                    <a:pt x="1192149" y="139700"/>
                  </a:lnTo>
                  <a:lnTo>
                    <a:pt x="1155700" y="112649"/>
                  </a:lnTo>
                  <a:lnTo>
                    <a:pt x="1111250" y="95250"/>
                  </a:lnTo>
                  <a:lnTo>
                    <a:pt x="1092200" y="58674"/>
                  </a:lnTo>
                  <a:lnTo>
                    <a:pt x="1061974" y="26924"/>
                  </a:lnTo>
                  <a:lnTo>
                    <a:pt x="1020699" y="9525"/>
                  </a:lnTo>
                  <a:lnTo>
                    <a:pt x="971550" y="0"/>
                  </a:lnTo>
                  <a:lnTo>
                    <a:pt x="941324" y="4699"/>
                  </a:lnTo>
                  <a:lnTo>
                    <a:pt x="914400" y="9525"/>
                  </a:lnTo>
                  <a:lnTo>
                    <a:pt x="887349" y="22225"/>
                  </a:lnTo>
                  <a:lnTo>
                    <a:pt x="865124" y="41275"/>
                  </a:lnTo>
                  <a:lnTo>
                    <a:pt x="846074" y="22225"/>
                  </a:lnTo>
                  <a:lnTo>
                    <a:pt x="819150" y="9525"/>
                  </a:lnTo>
                  <a:lnTo>
                    <a:pt x="765175" y="0"/>
                  </a:lnTo>
                  <a:lnTo>
                    <a:pt x="730250" y="4699"/>
                  </a:lnTo>
                  <a:lnTo>
                    <a:pt x="698500" y="19050"/>
                  </a:lnTo>
                  <a:lnTo>
                    <a:pt x="671449" y="36449"/>
                  </a:lnTo>
                  <a:lnTo>
                    <a:pt x="649224" y="58674"/>
                  </a:lnTo>
                  <a:lnTo>
                    <a:pt x="626999" y="45974"/>
                  </a:lnTo>
                  <a:lnTo>
                    <a:pt x="600075" y="31750"/>
                  </a:lnTo>
                  <a:lnTo>
                    <a:pt x="573024" y="26924"/>
                  </a:lnTo>
                  <a:lnTo>
                    <a:pt x="541274" y="22225"/>
                  </a:lnTo>
                  <a:lnTo>
                    <a:pt x="501650" y="26924"/>
                  </a:lnTo>
                  <a:lnTo>
                    <a:pt x="461899" y="41275"/>
                  </a:lnTo>
                  <a:lnTo>
                    <a:pt x="430149" y="63500"/>
                  </a:lnTo>
                  <a:lnTo>
                    <a:pt x="407924" y="90424"/>
                  </a:lnTo>
                  <a:lnTo>
                    <a:pt x="403225" y="90424"/>
                  </a:lnTo>
                  <a:lnTo>
                    <a:pt x="358775" y="71374"/>
                  </a:lnTo>
                  <a:lnTo>
                    <a:pt x="304800" y="68199"/>
                  </a:lnTo>
                  <a:lnTo>
                    <a:pt x="263525" y="71374"/>
                  </a:lnTo>
                  <a:lnTo>
                    <a:pt x="196850" y="95250"/>
                  </a:lnTo>
                  <a:lnTo>
                    <a:pt x="142875" y="139700"/>
                  </a:lnTo>
                  <a:lnTo>
                    <a:pt x="115824" y="193675"/>
                  </a:lnTo>
                  <a:lnTo>
                    <a:pt x="112649" y="223774"/>
                  </a:lnTo>
                  <a:lnTo>
                    <a:pt x="112649" y="247650"/>
                  </a:lnTo>
                  <a:lnTo>
                    <a:pt x="66675" y="255524"/>
                  </a:lnTo>
                  <a:lnTo>
                    <a:pt x="31750" y="277749"/>
                  </a:lnTo>
                  <a:lnTo>
                    <a:pt x="9525" y="309499"/>
                  </a:lnTo>
                  <a:lnTo>
                    <a:pt x="4699" y="327025"/>
                  </a:lnTo>
                  <a:lnTo>
                    <a:pt x="0" y="346075"/>
                  </a:lnTo>
                  <a:lnTo>
                    <a:pt x="4699" y="372999"/>
                  </a:lnTo>
                  <a:lnTo>
                    <a:pt x="17399" y="398399"/>
                  </a:lnTo>
                  <a:lnTo>
                    <a:pt x="36449" y="417449"/>
                  </a:lnTo>
                  <a:lnTo>
                    <a:pt x="61849" y="434975"/>
                  </a:lnTo>
                  <a:lnTo>
                    <a:pt x="36449" y="466725"/>
                  </a:lnTo>
                  <a:lnTo>
                    <a:pt x="26924" y="501650"/>
                  </a:lnTo>
                  <a:lnTo>
                    <a:pt x="31750" y="523875"/>
                  </a:lnTo>
                  <a:lnTo>
                    <a:pt x="36449" y="542925"/>
                  </a:lnTo>
                  <a:lnTo>
                    <a:pt x="61849" y="574675"/>
                  </a:lnTo>
                  <a:lnTo>
                    <a:pt x="103124" y="596900"/>
                  </a:lnTo>
                  <a:lnTo>
                    <a:pt x="152400" y="604774"/>
                  </a:lnTo>
                  <a:lnTo>
                    <a:pt x="165100" y="604774"/>
                  </a:lnTo>
                  <a:lnTo>
                    <a:pt x="201549" y="641350"/>
                  </a:lnTo>
                  <a:lnTo>
                    <a:pt x="250825" y="673100"/>
                  </a:lnTo>
                  <a:lnTo>
                    <a:pt x="304800" y="690499"/>
                  </a:lnTo>
                  <a:lnTo>
                    <a:pt x="363474" y="695325"/>
                  </a:lnTo>
                  <a:lnTo>
                    <a:pt x="420624" y="690499"/>
                  </a:lnTo>
                  <a:lnTo>
                    <a:pt x="474599" y="668274"/>
                  </a:lnTo>
                  <a:lnTo>
                    <a:pt x="511175" y="700024"/>
                  </a:lnTo>
                  <a:lnTo>
                    <a:pt x="546100" y="722249"/>
                  </a:lnTo>
                  <a:lnTo>
                    <a:pt x="590550" y="734949"/>
                  </a:lnTo>
                  <a:lnTo>
                    <a:pt x="639699" y="739775"/>
                  </a:lnTo>
                  <a:lnTo>
                    <a:pt x="703199" y="730250"/>
                  </a:lnTo>
                  <a:lnTo>
                    <a:pt x="757174" y="708025"/>
                  </a:lnTo>
                  <a:lnTo>
                    <a:pt x="801624" y="673100"/>
                  </a:lnTo>
                  <a:lnTo>
                    <a:pt x="815975" y="650875"/>
                  </a:lnTo>
                  <a:lnTo>
                    <a:pt x="828675" y="626999"/>
                  </a:lnTo>
                  <a:lnTo>
                    <a:pt x="873125" y="646049"/>
                  </a:lnTo>
                  <a:lnTo>
                    <a:pt x="917575" y="650875"/>
                  </a:lnTo>
                  <a:lnTo>
                    <a:pt x="981075" y="641350"/>
                  </a:lnTo>
                  <a:lnTo>
                    <a:pt x="1057275" y="592074"/>
                  </a:lnTo>
                  <a:lnTo>
                    <a:pt x="1079500" y="542925"/>
                  </a:lnTo>
                  <a:lnTo>
                    <a:pt x="1084199" y="515874"/>
                  </a:lnTo>
                  <a:lnTo>
                    <a:pt x="1119124" y="506349"/>
                  </a:lnTo>
                  <a:lnTo>
                    <a:pt x="1182624" y="479425"/>
                  </a:lnTo>
                  <a:lnTo>
                    <a:pt x="1227074" y="439674"/>
                  </a:lnTo>
                  <a:lnTo>
                    <a:pt x="1249299" y="390525"/>
                  </a:lnTo>
                  <a:lnTo>
                    <a:pt x="1254125" y="3587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6797675" y="3641724"/>
              <a:ext cx="1254125" cy="739775"/>
            </a:xfrm>
            <a:custGeom>
              <a:avLst/>
              <a:gdLst/>
              <a:ahLst/>
              <a:cxnLst/>
              <a:rect l="l" t="t" r="r" b="b"/>
              <a:pathLst>
                <a:path w="1254125" h="739775">
                  <a:moveTo>
                    <a:pt x="112649" y="247650"/>
                  </a:moveTo>
                  <a:lnTo>
                    <a:pt x="66675" y="255524"/>
                  </a:lnTo>
                  <a:lnTo>
                    <a:pt x="31750" y="277749"/>
                  </a:lnTo>
                  <a:lnTo>
                    <a:pt x="9525" y="309499"/>
                  </a:lnTo>
                  <a:lnTo>
                    <a:pt x="0" y="346075"/>
                  </a:lnTo>
                  <a:lnTo>
                    <a:pt x="4699" y="372999"/>
                  </a:lnTo>
                  <a:lnTo>
                    <a:pt x="17399" y="398399"/>
                  </a:lnTo>
                  <a:lnTo>
                    <a:pt x="36449" y="417449"/>
                  </a:lnTo>
                  <a:lnTo>
                    <a:pt x="61849" y="434975"/>
                  </a:lnTo>
                  <a:lnTo>
                    <a:pt x="36449" y="466725"/>
                  </a:lnTo>
                  <a:lnTo>
                    <a:pt x="31750" y="484124"/>
                  </a:lnTo>
                  <a:lnTo>
                    <a:pt x="26924" y="501650"/>
                  </a:lnTo>
                  <a:lnTo>
                    <a:pt x="31750" y="523875"/>
                  </a:lnTo>
                  <a:lnTo>
                    <a:pt x="36449" y="542925"/>
                  </a:lnTo>
                  <a:lnTo>
                    <a:pt x="61849" y="574675"/>
                  </a:lnTo>
                  <a:lnTo>
                    <a:pt x="103124" y="596900"/>
                  </a:lnTo>
                  <a:lnTo>
                    <a:pt x="152400" y="604774"/>
                  </a:lnTo>
                  <a:lnTo>
                    <a:pt x="165100" y="604774"/>
                  </a:lnTo>
                  <a:lnTo>
                    <a:pt x="201549" y="641350"/>
                  </a:lnTo>
                  <a:lnTo>
                    <a:pt x="250825" y="673100"/>
                  </a:lnTo>
                  <a:lnTo>
                    <a:pt x="304800" y="690499"/>
                  </a:lnTo>
                  <a:lnTo>
                    <a:pt x="363474" y="695325"/>
                  </a:lnTo>
                  <a:lnTo>
                    <a:pt x="420624" y="690499"/>
                  </a:lnTo>
                  <a:lnTo>
                    <a:pt x="474599" y="668274"/>
                  </a:lnTo>
                  <a:lnTo>
                    <a:pt x="511175" y="700024"/>
                  </a:lnTo>
                  <a:lnTo>
                    <a:pt x="546100" y="722249"/>
                  </a:lnTo>
                  <a:lnTo>
                    <a:pt x="590550" y="734949"/>
                  </a:lnTo>
                  <a:lnTo>
                    <a:pt x="639699" y="739775"/>
                  </a:lnTo>
                  <a:lnTo>
                    <a:pt x="703199" y="730250"/>
                  </a:lnTo>
                  <a:lnTo>
                    <a:pt x="757174" y="708025"/>
                  </a:lnTo>
                  <a:lnTo>
                    <a:pt x="801624" y="673100"/>
                  </a:lnTo>
                  <a:lnTo>
                    <a:pt x="815975" y="650875"/>
                  </a:lnTo>
                  <a:lnTo>
                    <a:pt x="828675" y="626999"/>
                  </a:lnTo>
                  <a:lnTo>
                    <a:pt x="873125" y="646049"/>
                  </a:lnTo>
                  <a:lnTo>
                    <a:pt x="917575" y="650875"/>
                  </a:lnTo>
                  <a:lnTo>
                    <a:pt x="949325" y="646049"/>
                  </a:lnTo>
                  <a:lnTo>
                    <a:pt x="981075" y="641350"/>
                  </a:lnTo>
                  <a:lnTo>
                    <a:pt x="1035050" y="609600"/>
                  </a:lnTo>
                  <a:lnTo>
                    <a:pt x="1069975" y="565150"/>
                  </a:lnTo>
                  <a:lnTo>
                    <a:pt x="1084199" y="515874"/>
                  </a:lnTo>
                  <a:lnTo>
                    <a:pt x="1119124" y="506349"/>
                  </a:lnTo>
                  <a:lnTo>
                    <a:pt x="1182624" y="479425"/>
                  </a:lnTo>
                  <a:lnTo>
                    <a:pt x="1227074" y="439674"/>
                  </a:lnTo>
                  <a:lnTo>
                    <a:pt x="1249299" y="390525"/>
                  </a:lnTo>
                  <a:lnTo>
                    <a:pt x="1254125" y="358775"/>
                  </a:lnTo>
                  <a:lnTo>
                    <a:pt x="1249299" y="331724"/>
                  </a:lnTo>
                  <a:lnTo>
                    <a:pt x="1244600" y="309499"/>
                  </a:lnTo>
                  <a:lnTo>
                    <a:pt x="1231900" y="287274"/>
                  </a:lnTo>
                  <a:lnTo>
                    <a:pt x="1214374" y="265049"/>
                  </a:lnTo>
                  <a:lnTo>
                    <a:pt x="1217549" y="238125"/>
                  </a:lnTo>
                  <a:lnTo>
                    <a:pt x="1214374" y="174625"/>
                  </a:lnTo>
                  <a:lnTo>
                    <a:pt x="1192149" y="139700"/>
                  </a:lnTo>
                  <a:lnTo>
                    <a:pt x="1155700" y="112649"/>
                  </a:lnTo>
                  <a:lnTo>
                    <a:pt x="1111250" y="95250"/>
                  </a:lnTo>
                  <a:lnTo>
                    <a:pt x="1092200" y="58674"/>
                  </a:lnTo>
                  <a:lnTo>
                    <a:pt x="1061974" y="26924"/>
                  </a:lnTo>
                  <a:lnTo>
                    <a:pt x="1020699" y="9525"/>
                  </a:lnTo>
                  <a:lnTo>
                    <a:pt x="971550" y="0"/>
                  </a:lnTo>
                  <a:lnTo>
                    <a:pt x="941324" y="4699"/>
                  </a:lnTo>
                  <a:lnTo>
                    <a:pt x="914400" y="9525"/>
                  </a:lnTo>
                  <a:lnTo>
                    <a:pt x="887349" y="22225"/>
                  </a:lnTo>
                  <a:lnTo>
                    <a:pt x="865124" y="41275"/>
                  </a:lnTo>
                  <a:lnTo>
                    <a:pt x="846074" y="22225"/>
                  </a:lnTo>
                  <a:lnTo>
                    <a:pt x="819150" y="9525"/>
                  </a:lnTo>
                  <a:lnTo>
                    <a:pt x="792099" y="4699"/>
                  </a:lnTo>
                  <a:lnTo>
                    <a:pt x="765175" y="0"/>
                  </a:lnTo>
                  <a:lnTo>
                    <a:pt x="730250" y="4699"/>
                  </a:lnTo>
                  <a:lnTo>
                    <a:pt x="698500" y="19050"/>
                  </a:lnTo>
                  <a:lnTo>
                    <a:pt x="671449" y="36449"/>
                  </a:lnTo>
                  <a:lnTo>
                    <a:pt x="649224" y="58674"/>
                  </a:lnTo>
                  <a:lnTo>
                    <a:pt x="626999" y="45974"/>
                  </a:lnTo>
                  <a:lnTo>
                    <a:pt x="600075" y="31750"/>
                  </a:lnTo>
                  <a:lnTo>
                    <a:pt x="573024" y="26924"/>
                  </a:lnTo>
                  <a:lnTo>
                    <a:pt x="541274" y="22225"/>
                  </a:lnTo>
                  <a:lnTo>
                    <a:pt x="501650" y="26924"/>
                  </a:lnTo>
                  <a:lnTo>
                    <a:pt x="461899" y="41275"/>
                  </a:lnTo>
                  <a:lnTo>
                    <a:pt x="430149" y="63500"/>
                  </a:lnTo>
                  <a:lnTo>
                    <a:pt x="407924" y="90424"/>
                  </a:lnTo>
                  <a:lnTo>
                    <a:pt x="403225" y="90424"/>
                  </a:lnTo>
                  <a:lnTo>
                    <a:pt x="358775" y="71374"/>
                  </a:lnTo>
                  <a:lnTo>
                    <a:pt x="304800" y="68199"/>
                  </a:lnTo>
                  <a:lnTo>
                    <a:pt x="263525" y="71374"/>
                  </a:lnTo>
                  <a:lnTo>
                    <a:pt x="196850" y="95250"/>
                  </a:lnTo>
                  <a:lnTo>
                    <a:pt x="142875" y="139700"/>
                  </a:lnTo>
                  <a:lnTo>
                    <a:pt x="115824" y="193675"/>
                  </a:lnTo>
                  <a:lnTo>
                    <a:pt x="112649" y="223774"/>
                  </a:lnTo>
                  <a:lnTo>
                    <a:pt x="112649" y="238125"/>
                  </a:lnTo>
                  <a:lnTo>
                    <a:pt x="112649" y="247650"/>
                  </a:lnTo>
                  <a:close/>
                </a:path>
              </a:pathLst>
            </a:custGeom>
            <a:ln w="174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6859651" y="4076699"/>
              <a:ext cx="73025" cy="14604"/>
            </a:xfrm>
            <a:custGeom>
              <a:avLst/>
              <a:gdLst/>
              <a:ahLst/>
              <a:cxnLst/>
              <a:rect l="l" t="t" r="r" b="b"/>
              <a:pathLst>
                <a:path w="73025" h="14604">
                  <a:moveTo>
                    <a:pt x="0" y="0"/>
                  </a:moveTo>
                  <a:lnTo>
                    <a:pt x="31750" y="9525"/>
                  </a:lnTo>
                  <a:lnTo>
                    <a:pt x="63500" y="14224"/>
                  </a:lnTo>
                  <a:lnTo>
                    <a:pt x="73025" y="142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6859651" y="4076699"/>
              <a:ext cx="73025" cy="14604"/>
            </a:xfrm>
            <a:custGeom>
              <a:avLst/>
              <a:gdLst/>
              <a:ahLst/>
              <a:cxnLst/>
              <a:rect l="l" t="t" r="r" b="b"/>
              <a:pathLst>
                <a:path w="73025" h="14604">
                  <a:moveTo>
                    <a:pt x="0" y="0"/>
                  </a:moveTo>
                  <a:lnTo>
                    <a:pt x="31750" y="9525"/>
                  </a:lnTo>
                  <a:lnTo>
                    <a:pt x="63500" y="14224"/>
                  </a:lnTo>
                  <a:lnTo>
                    <a:pt x="68199" y="14224"/>
                  </a:lnTo>
                  <a:lnTo>
                    <a:pt x="73025" y="14224"/>
                  </a:lnTo>
                </a:path>
              </a:pathLst>
            </a:custGeom>
            <a:ln w="174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6962775" y="4238624"/>
              <a:ext cx="36830" cy="8255"/>
            </a:xfrm>
            <a:custGeom>
              <a:avLst/>
              <a:gdLst/>
              <a:ahLst/>
              <a:cxnLst/>
              <a:rect l="l" t="t" r="r" b="b"/>
              <a:pathLst>
                <a:path w="36829" h="8254">
                  <a:moveTo>
                    <a:pt x="36449" y="0"/>
                  </a:moveTo>
                  <a:lnTo>
                    <a:pt x="19050" y="3175"/>
                  </a:lnTo>
                  <a:lnTo>
                    <a:pt x="0" y="7874"/>
                  </a:lnTo>
                  <a:lnTo>
                    <a:pt x="364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6962775" y="4238624"/>
              <a:ext cx="36830" cy="8255"/>
            </a:xfrm>
            <a:custGeom>
              <a:avLst/>
              <a:gdLst/>
              <a:ahLst/>
              <a:cxnLst/>
              <a:rect l="l" t="t" r="r" b="b"/>
              <a:pathLst>
                <a:path w="36829" h="8254">
                  <a:moveTo>
                    <a:pt x="0" y="7874"/>
                  </a:moveTo>
                  <a:lnTo>
                    <a:pt x="19050" y="3175"/>
                  </a:lnTo>
                  <a:lnTo>
                    <a:pt x="36449" y="0"/>
                  </a:lnTo>
                </a:path>
              </a:pathLst>
            </a:custGeom>
            <a:ln w="174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7254875" y="4283074"/>
              <a:ext cx="17780" cy="27305"/>
            </a:xfrm>
            <a:custGeom>
              <a:avLst/>
              <a:gdLst/>
              <a:ahLst/>
              <a:cxnLst/>
              <a:rect l="l" t="t" r="r" b="b"/>
              <a:pathLst>
                <a:path w="17779" h="27304">
                  <a:moveTo>
                    <a:pt x="0" y="0"/>
                  </a:moveTo>
                  <a:lnTo>
                    <a:pt x="7874" y="12700"/>
                  </a:lnTo>
                  <a:lnTo>
                    <a:pt x="17399" y="270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7254875" y="4283074"/>
              <a:ext cx="17780" cy="27305"/>
            </a:xfrm>
            <a:custGeom>
              <a:avLst/>
              <a:gdLst/>
              <a:ahLst/>
              <a:cxnLst/>
              <a:rect l="l" t="t" r="r" b="b"/>
              <a:pathLst>
                <a:path w="17779" h="27304">
                  <a:moveTo>
                    <a:pt x="0" y="0"/>
                  </a:moveTo>
                  <a:lnTo>
                    <a:pt x="7874" y="12700"/>
                  </a:lnTo>
                  <a:lnTo>
                    <a:pt x="17399" y="27050"/>
                  </a:lnTo>
                </a:path>
              </a:pathLst>
            </a:custGeom>
            <a:ln w="174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7626350" y="4238624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79" h="30479">
                  <a:moveTo>
                    <a:pt x="4699" y="0"/>
                  </a:moveTo>
                  <a:lnTo>
                    <a:pt x="0" y="30099"/>
                  </a:lnTo>
                  <a:lnTo>
                    <a:pt x="4699" y="17399"/>
                  </a:lnTo>
                  <a:lnTo>
                    <a:pt x="46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7626350" y="4238624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79" h="30479">
                  <a:moveTo>
                    <a:pt x="0" y="30099"/>
                  </a:moveTo>
                  <a:lnTo>
                    <a:pt x="4699" y="17399"/>
                  </a:lnTo>
                  <a:lnTo>
                    <a:pt x="4699" y="0"/>
                  </a:lnTo>
                </a:path>
              </a:pathLst>
            </a:custGeom>
            <a:ln w="174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7" name="object 57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779543" y="4028344"/>
              <a:ext cx="111061" cy="138112"/>
            </a:xfrm>
            <a:prstGeom prst="rect">
              <a:avLst/>
            </a:prstGeom>
          </p:spPr>
        </p:pic>
        <p:sp>
          <p:nvSpPr>
            <p:cNvPr id="58" name="object 58" descr=""/>
            <p:cNvSpPr/>
            <p:nvPr/>
          </p:nvSpPr>
          <p:spPr>
            <a:xfrm>
              <a:off x="7966075" y="3906900"/>
              <a:ext cx="46355" cy="44450"/>
            </a:xfrm>
            <a:custGeom>
              <a:avLst/>
              <a:gdLst/>
              <a:ahLst/>
              <a:cxnLst/>
              <a:rect l="l" t="t" r="r" b="b"/>
              <a:pathLst>
                <a:path w="46354" h="44450">
                  <a:moveTo>
                    <a:pt x="45974" y="0"/>
                  </a:moveTo>
                  <a:lnTo>
                    <a:pt x="0" y="44450"/>
                  </a:lnTo>
                  <a:lnTo>
                    <a:pt x="23875" y="22225"/>
                  </a:lnTo>
                  <a:lnTo>
                    <a:pt x="459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7908925" y="3736974"/>
              <a:ext cx="103505" cy="214629"/>
            </a:xfrm>
            <a:custGeom>
              <a:avLst/>
              <a:gdLst/>
              <a:ahLst/>
              <a:cxnLst/>
              <a:rect l="l" t="t" r="r" b="b"/>
              <a:pathLst>
                <a:path w="103504" h="214629">
                  <a:moveTo>
                    <a:pt x="57150" y="214375"/>
                  </a:moveTo>
                  <a:lnTo>
                    <a:pt x="81025" y="192150"/>
                  </a:lnTo>
                  <a:lnTo>
                    <a:pt x="103124" y="169925"/>
                  </a:lnTo>
                </a:path>
                <a:path w="103504" h="214629">
                  <a:moveTo>
                    <a:pt x="0" y="22225"/>
                  </a:moveTo>
                  <a:lnTo>
                    <a:pt x="0" y="17399"/>
                  </a:lnTo>
                  <a:lnTo>
                    <a:pt x="0" y="7874"/>
                  </a:lnTo>
                  <a:lnTo>
                    <a:pt x="0" y="0"/>
                  </a:lnTo>
                </a:path>
              </a:pathLst>
            </a:custGeom>
            <a:ln w="174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7639050" y="3682999"/>
              <a:ext cx="24130" cy="27305"/>
            </a:xfrm>
            <a:custGeom>
              <a:avLst/>
              <a:gdLst/>
              <a:ahLst/>
              <a:cxnLst/>
              <a:rect l="l" t="t" r="r" b="b"/>
              <a:pathLst>
                <a:path w="24129" h="27304">
                  <a:moveTo>
                    <a:pt x="23749" y="0"/>
                  </a:moveTo>
                  <a:lnTo>
                    <a:pt x="9525" y="12700"/>
                  </a:lnTo>
                  <a:lnTo>
                    <a:pt x="0" y="27050"/>
                  </a:lnTo>
                  <a:lnTo>
                    <a:pt x="237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7639050" y="3682999"/>
              <a:ext cx="24130" cy="27305"/>
            </a:xfrm>
            <a:custGeom>
              <a:avLst/>
              <a:gdLst/>
              <a:ahLst/>
              <a:cxnLst/>
              <a:rect l="l" t="t" r="r" b="b"/>
              <a:pathLst>
                <a:path w="24129" h="27304">
                  <a:moveTo>
                    <a:pt x="23749" y="0"/>
                  </a:moveTo>
                  <a:lnTo>
                    <a:pt x="9525" y="12700"/>
                  </a:lnTo>
                  <a:lnTo>
                    <a:pt x="0" y="27050"/>
                  </a:lnTo>
                </a:path>
              </a:pathLst>
            </a:custGeom>
            <a:ln w="174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7437501" y="3700398"/>
              <a:ext cx="9525" cy="22225"/>
            </a:xfrm>
            <a:custGeom>
              <a:avLst/>
              <a:gdLst/>
              <a:ahLst/>
              <a:cxnLst/>
              <a:rect l="l" t="t" r="r" b="b"/>
              <a:pathLst>
                <a:path w="9525" h="22225">
                  <a:moveTo>
                    <a:pt x="9525" y="0"/>
                  </a:moveTo>
                  <a:lnTo>
                    <a:pt x="4699" y="9525"/>
                  </a:lnTo>
                  <a:lnTo>
                    <a:pt x="0" y="2222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7437501" y="3700398"/>
              <a:ext cx="9525" cy="22225"/>
            </a:xfrm>
            <a:custGeom>
              <a:avLst/>
              <a:gdLst/>
              <a:ahLst/>
              <a:cxnLst/>
              <a:rect l="l" t="t" r="r" b="b"/>
              <a:pathLst>
                <a:path w="9525" h="22225">
                  <a:moveTo>
                    <a:pt x="9525" y="0"/>
                  </a:moveTo>
                  <a:lnTo>
                    <a:pt x="4699" y="9525"/>
                  </a:lnTo>
                  <a:lnTo>
                    <a:pt x="0" y="22225"/>
                  </a:lnTo>
                </a:path>
              </a:pathLst>
            </a:custGeom>
            <a:ln w="174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7200900" y="3732275"/>
              <a:ext cx="40005" cy="22225"/>
            </a:xfrm>
            <a:custGeom>
              <a:avLst/>
              <a:gdLst/>
              <a:ahLst/>
              <a:cxnLst/>
              <a:rect l="l" t="t" r="r" b="b"/>
              <a:pathLst>
                <a:path w="40004" h="22225">
                  <a:moveTo>
                    <a:pt x="0" y="0"/>
                  </a:moveTo>
                  <a:lnTo>
                    <a:pt x="39624" y="22225"/>
                  </a:lnTo>
                  <a:lnTo>
                    <a:pt x="22225" y="78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7200900" y="3732275"/>
              <a:ext cx="40005" cy="22225"/>
            </a:xfrm>
            <a:custGeom>
              <a:avLst/>
              <a:gdLst/>
              <a:ahLst/>
              <a:cxnLst/>
              <a:rect l="l" t="t" r="r" b="b"/>
              <a:pathLst>
                <a:path w="40004" h="22225">
                  <a:moveTo>
                    <a:pt x="39624" y="22225"/>
                  </a:moveTo>
                  <a:lnTo>
                    <a:pt x="22225" y="7874"/>
                  </a:lnTo>
                  <a:lnTo>
                    <a:pt x="0" y="0"/>
                  </a:lnTo>
                </a:path>
              </a:pathLst>
            </a:custGeom>
            <a:ln w="174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6910451" y="3889374"/>
              <a:ext cx="3175" cy="22225"/>
            </a:xfrm>
            <a:custGeom>
              <a:avLst/>
              <a:gdLst/>
              <a:ahLst/>
              <a:cxnLst/>
              <a:rect l="l" t="t" r="r" b="b"/>
              <a:pathLst>
                <a:path w="3175" h="22225">
                  <a:moveTo>
                    <a:pt x="0" y="0"/>
                  </a:moveTo>
                  <a:lnTo>
                    <a:pt x="3175" y="22225"/>
                  </a:lnTo>
                  <a:lnTo>
                    <a:pt x="3175" y="12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6910451" y="3889374"/>
              <a:ext cx="3175" cy="22225"/>
            </a:xfrm>
            <a:custGeom>
              <a:avLst/>
              <a:gdLst/>
              <a:ahLst/>
              <a:cxnLst/>
              <a:rect l="l" t="t" r="r" b="b"/>
              <a:pathLst>
                <a:path w="3175" h="22225">
                  <a:moveTo>
                    <a:pt x="0" y="0"/>
                  </a:moveTo>
                  <a:lnTo>
                    <a:pt x="3175" y="12700"/>
                  </a:lnTo>
                  <a:lnTo>
                    <a:pt x="3175" y="22225"/>
                  </a:lnTo>
                </a:path>
              </a:pathLst>
            </a:custGeom>
            <a:ln w="174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6788150" y="4148073"/>
              <a:ext cx="211454" cy="125730"/>
            </a:xfrm>
            <a:custGeom>
              <a:avLst/>
              <a:gdLst/>
              <a:ahLst/>
              <a:cxnLst/>
              <a:rect l="l" t="t" r="r" b="b"/>
              <a:pathLst>
                <a:path w="211454" h="125729">
                  <a:moveTo>
                    <a:pt x="105536" y="0"/>
                  </a:moveTo>
                  <a:lnTo>
                    <a:pt x="64454" y="4945"/>
                  </a:lnTo>
                  <a:lnTo>
                    <a:pt x="30908" y="18414"/>
                  </a:lnTo>
                  <a:lnTo>
                    <a:pt x="8292" y="38361"/>
                  </a:lnTo>
                  <a:lnTo>
                    <a:pt x="0" y="62737"/>
                  </a:lnTo>
                  <a:lnTo>
                    <a:pt x="8292" y="87167"/>
                  </a:lnTo>
                  <a:lnTo>
                    <a:pt x="30908" y="107108"/>
                  </a:lnTo>
                  <a:lnTo>
                    <a:pt x="64454" y="120548"/>
                  </a:lnTo>
                  <a:lnTo>
                    <a:pt x="105536" y="125475"/>
                  </a:lnTo>
                  <a:lnTo>
                    <a:pt x="146619" y="120548"/>
                  </a:lnTo>
                  <a:lnTo>
                    <a:pt x="180165" y="107108"/>
                  </a:lnTo>
                  <a:lnTo>
                    <a:pt x="202781" y="87167"/>
                  </a:lnTo>
                  <a:lnTo>
                    <a:pt x="211074" y="62737"/>
                  </a:lnTo>
                  <a:lnTo>
                    <a:pt x="202781" y="38361"/>
                  </a:lnTo>
                  <a:lnTo>
                    <a:pt x="180165" y="18414"/>
                  </a:lnTo>
                  <a:lnTo>
                    <a:pt x="146619" y="4945"/>
                  </a:lnTo>
                  <a:lnTo>
                    <a:pt x="1055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6788150" y="4148073"/>
              <a:ext cx="211454" cy="125730"/>
            </a:xfrm>
            <a:custGeom>
              <a:avLst/>
              <a:gdLst/>
              <a:ahLst/>
              <a:cxnLst/>
              <a:rect l="l" t="t" r="r" b="b"/>
              <a:pathLst>
                <a:path w="211454" h="125729">
                  <a:moveTo>
                    <a:pt x="0" y="62737"/>
                  </a:moveTo>
                  <a:lnTo>
                    <a:pt x="8292" y="38361"/>
                  </a:lnTo>
                  <a:lnTo>
                    <a:pt x="30908" y="18414"/>
                  </a:lnTo>
                  <a:lnTo>
                    <a:pt x="64454" y="4945"/>
                  </a:lnTo>
                  <a:lnTo>
                    <a:pt x="105536" y="0"/>
                  </a:lnTo>
                  <a:lnTo>
                    <a:pt x="146619" y="4945"/>
                  </a:lnTo>
                  <a:lnTo>
                    <a:pt x="180165" y="18414"/>
                  </a:lnTo>
                  <a:lnTo>
                    <a:pt x="202781" y="38361"/>
                  </a:lnTo>
                  <a:lnTo>
                    <a:pt x="211074" y="62737"/>
                  </a:lnTo>
                  <a:lnTo>
                    <a:pt x="202781" y="87167"/>
                  </a:lnTo>
                  <a:lnTo>
                    <a:pt x="180165" y="107108"/>
                  </a:lnTo>
                  <a:lnTo>
                    <a:pt x="146619" y="120548"/>
                  </a:lnTo>
                  <a:lnTo>
                    <a:pt x="105536" y="125475"/>
                  </a:lnTo>
                  <a:lnTo>
                    <a:pt x="64454" y="120548"/>
                  </a:lnTo>
                  <a:lnTo>
                    <a:pt x="30908" y="107108"/>
                  </a:lnTo>
                  <a:lnTo>
                    <a:pt x="8292" y="87167"/>
                  </a:lnTo>
                  <a:lnTo>
                    <a:pt x="0" y="62737"/>
                  </a:lnTo>
                  <a:close/>
                </a:path>
              </a:pathLst>
            </a:custGeom>
            <a:ln w="174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6761225" y="4189475"/>
              <a:ext cx="144780" cy="88900"/>
            </a:xfrm>
            <a:custGeom>
              <a:avLst/>
              <a:gdLst/>
              <a:ahLst/>
              <a:cxnLst/>
              <a:rect l="l" t="t" r="r" b="b"/>
              <a:pathLst>
                <a:path w="144779" h="88900">
                  <a:moveTo>
                    <a:pt x="72135" y="0"/>
                  </a:moveTo>
                  <a:lnTo>
                    <a:pt x="44041" y="3480"/>
                  </a:lnTo>
                  <a:lnTo>
                    <a:pt x="21113" y="12985"/>
                  </a:lnTo>
                  <a:lnTo>
                    <a:pt x="5663" y="27110"/>
                  </a:lnTo>
                  <a:lnTo>
                    <a:pt x="0" y="44450"/>
                  </a:lnTo>
                  <a:lnTo>
                    <a:pt x="5663" y="61735"/>
                  </a:lnTo>
                  <a:lnTo>
                    <a:pt x="21113" y="75866"/>
                  </a:lnTo>
                  <a:lnTo>
                    <a:pt x="44041" y="85401"/>
                  </a:lnTo>
                  <a:lnTo>
                    <a:pt x="72135" y="88900"/>
                  </a:lnTo>
                  <a:lnTo>
                    <a:pt x="100250" y="85401"/>
                  </a:lnTo>
                  <a:lnTo>
                    <a:pt x="123221" y="75866"/>
                  </a:lnTo>
                  <a:lnTo>
                    <a:pt x="138715" y="61735"/>
                  </a:lnTo>
                  <a:lnTo>
                    <a:pt x="144399" y="44450"/>
                  </a:lnTo>
                  <a:lnTo>
                    <a:pt x="138715" y="27110"/>
                  </a:lnTo>
                  <a:lnTo>
                    <a:pt x="123221" y="12985"/>
                  </a:lnTo>
                  <a:lnTo>
                    <a:pt x="100250" y="3480"/>
                  </a:lnTo>
                  <a:lnTo>
                    <a:pt x="721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6761225" y="4189475"/>
              <a:ext cx="144780" cy="88900"/>
            </a:xfrm>
            <a:custGeom>
              <a:avLst/>
              <a:gdLst/>
              <a:ahLst/>
              <a:cxnLst/>
              <a:rect l="l" t="t" r="r" b="b"/>
              <a:pathLst>
                <a:path w="144779" h="88900">
                  <a:moveTo>
                    <a:pt x="0" y="44450"/>
                  </a:moveTo>
                  <a:lnTo>
                    <a:pt x="5663" y="27110"/>
                  </a:lnTo>
                  <a:lnTo>
                    <a:pt x="21113" y="12985"/>
                  </a:lnTo>
                  <a:lnTo>
                    <a:pt x="44041" y="3480"/>
                  </a:lnTo>
                  <a:lnTo>
                    <a:pt x="72135" y="0"/>
                  </a:lnTo>
                  <a:lnTo>
                    <a:pt x="100250" y="3480"/>
                  </a:lnTo>
                  <a:lnTo>
                    <a:pt x="123221" y="12985"/>
                  </a:lnTo>
                  <a:lnTo>
                    <a:pt x="138715" y="27110"/>
                  </a:lnTo>
                  <a:lnTo>
                    <a:pt x="144399" y="44450"/>
                  </a:lnTo>
                  <a:lnTo>
                    <a:pt x="138715" y="61735"/>
                  </a:lnTo>
                  <a:lnTo>
                    <a:pt x="123221" y="75866"/>
                  </a:lnTo>
                  <a:lnTo>
                    <a:pt x="100250" y="85401"/>
                  </a:lnTo>
                  <a:lnTo>
                    <a:pt x="72135" y="88900"/>
                  </a:lnTo>
                  <a:lnTo>
                    <a:pt x="44041" y="85401"/>
                  </a:lnTo>
                  <a:lnTo>
                    <a:pt x="21113" y="75866"/>
                  </a:lnTo>
                  <a:lnTo>
                    <a:pt x="5663" y="61735"/>
                  </a:lnTo>
                  <a:lnTo>
                    <a:pt x="0" y="44450"/>
                  </a:lnTo>
                  <a:close/>
                </a:path>
              </a:pathLst>
            </a:custGeom>
            <a:ln w="174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6792975" y="4211700"/>
              <a:ext cx="76200" cy="44450"/>
            </a:xfrm>
            <a:custGeom>
              <a:avLst/>
              <a:gdLst/>
              <a:ahLst/>
              <a:cxnLst/>
              <a:rect l="l" t="t" r="r" b="b"/>
              <a:pathLst>
                <a:path w="76200" h="44450">
                  <a:moveTo>
                    <a:pt x="38100" y="0"/>
                  </a:moveTo>
                  <a:lnTo>
                    <a:pt x="23252" y="1740"/>
                  </a:lnTo>
                  <a:lnTo>
                    <a:pt x="11144" y="6492"/>
                  </a:lnTo>
                  <a:lnTo>
                    <a:pt x="2988" y="13555"/>
                  </a:lnTo>
                  <a:lnTo>
                    <a:pt x="0" y="22225"/>
                  </a:lnTo>
                  <a:lnTo>
                    <a:pt x="2988" y="30841"/>
                  </a:lnTo>
                  <a:lnTo>
                    <a:pt x="11144" y="37909"/>
                  </a:lnTo>
                  <a:lnTo>
                    <a:pt x="23252" y="42691"/>
                  </a:lnTo>
                  <a:lnTo>
                    <a:pt x="38100" y="44450"/>
                  </a:lnTo>
                  <a:lnTo>
                    <a:pt x="52893" y="42691"/>
                  </a:lnTo>
                  <a:lnTo>
                    <a:pt x="65008" y="37909"/>
                  </a:lnTo>
                  <a:lnTo>
                    <a:pt x="73193" y="30841"/>
                  </a:lnTo>
                  <a:lnTo>
                    <a:pt x="76200" y="22225"/>
                  </a:lnTo>
                  <a:lnTo>
                    <a:pt x="73193" y="13555"/>
                  </a:lnTo>
                  <a:lnTo>
                    <a:pt x="65008" y="6492"/>
                  </a:lnTo>
                  <a:lnTo>
                    <a:pt x="52893" y="174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6792975" y="4211700"/>
              <a:ext cx="76200" cy="44450"/>
            </a:xfrm>
            <a:custGeom>
              <a:avLst/>
              <a:gdLst/>
              <a:ahLst/>
              <a:cxnLst/>
              <a:rect l="l" t="t" r="r" b="b"/>
              <a:pathLst>
                <a:path w="76200" h="44450">
                  <a:moveTo>
                    <a:pt x="0" y="22225"/>
                  </a:moveTo>
                  <a:lnTo>
                    <a:pt x="2988" y="13555"/>
                  </a:lnTo>
                  <a:lnTo>
                    <a:pt x="11144" y="6492"/>
                  </a:lnTo>
                  <a:lnTo>
                    <a:pt x="23252" y="1740"/>
                  </a:lnTo>
                  <a:lnTo>
                    <a:pt x="38100" y="0"/>
                  </a:lnTo>
                  <a:lnTo>
                    <a:pt x="52893" y="1740"/>
                  </a:lnTo>
                  <a:lnTo>
                    <a:pt x="65008" y="6492"/>
                  </a:lnTo>
                  <a:lnTo>
                    <a:pt x="73193" y="13555"/>
                  </a:lnTo>
                  <a:lnTo>
                    <a:pt x="76200" y="22225"/>
                  </a:lnTo>
                  <a:lnTo>
                    <a:pt x="73193" y="30841"/>
                  </a:lnTo>
                  <a:lnTo>
                    <a:pt x="65008" y="37909"/>
                  </a:lnTo>
                  <a:lnTo>
                    <a:pt x="52893" y="42691"/>
                  </a:lnTo>
                  <a:lnTo>
                    <a:pt x="38100" y="44450"/>
                  </a:lnTo>
                  <a:lnTo>
                    <a:pt x="23252" y="42691"/>
                  </a:lnTo>
                  <a:lnTo>
                    <a:pt x="11144" y="37909"/>
                  </a:lnTo>
                  <a:lnTo>
                    <a:pt x="2988" y="30841"/>
                  </a:lnTo>
                  <a:lnTo>
                    <a:pt x="0" y="22225"/>
                  </a:lnTo>
                  <a:close/>
                </a:path>
              </a:pathLst>
            </a:custGeom>
            <a:ln w="174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4" name="object 74" descr=""/>
          <p:cNvSpPr txBox="1"/>
          <p:nvPr/>
        </p:nvSpPr>
        <p:spPr>
          <a:xfrm>
            <a:off x="7167118" y="3814317"/>
            <a:ext cx="43116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40" b="1">
                <a:latin typeface="微软雅黑"/>
                <a:cs typeface="微软雅黑"/>
              </a:rPr>
              <a:t>网络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75" name="object 75" descr=""/>
          <p:cNvSpPr txBox="1"/>
          <p:nvPr/>
        </p:nvSpPr>
        <p:spPr>
          <a:xfrm>
            <a:off x="3783584" y="384505"/>
            <a:ext cx="152971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baseline="-3472" sz="2400" b="1">
                <a:latin typeface="Times New Roman"/>
                <a:cs typeface="Times New Roman"/>
              </a:rPr>
              <a:t>CPU</a:t>
            </a:r>
            <a:r>
              <a:rPr dirty="0" baseline="-3472" sz="2400" spc="284" b="1">
                <a:latin typeface="Times New Roman"/>
                <a:cs typeface="Times New Roman"/>
              </a:rPr>
              <a:t> </a:t>
            </a:r>
            <a:r>
              <a:rPr dirty="0" sz="1600" spc="-30" b="1">
                <a:latin typeface="微软雅黑"/>
                <a:cs typeface="微软雅黑"/>
              </a:rPr>
              <a:t>－主存总线</a:t>
            </a:r>
            <a:endParaRPr sz="1600">
              <a:latin typeface="微软雅黑"/>
              <a:cs typeface="微软雅黑"/>
            </a:endParaRPr>
          </a:p>
        </p:txBody>
      </p:sp>
      <p:grpSp>
        <p:nvGrpSpPr>
          <p:cNvPr id="76" name="object 76" descr=""/>
          <p:cNvGrpSpPr/>
          <p:nvPr/>
        </p:nvGrpSpPr>
        <p:grpSpPr>
          <a:xfrm>
            <a:off x="5465064" y="4405884"/>
            <a:ext cx="997585" cy="474980"/>
            <a:chOff x="5465064" y="4405884"/>
            <a:chExt cx="997585" cy="474980"/>
          </a:xfrm>
        </p:grpSpPr>
        <p:pic>
          <p:nvPicPr>
            <p:cNvPr id="77" name="object 77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465064" y="4425696"/>
              <a:ext cx="564641" cy="454913"/>
            </a:xfrm>
            <a:prstGeom prst="rect">
              <a:avLst/>
            </a:prstGeom>
          </p:spPr>
        </p:pic>
        <p:pic>
          <p:nvPicPr>
            <p:cNvPr id="78" name="object 78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783580" y="4405884"/>
              <a:ext cx="678941" cy="454913"/>
            </a:xfrm>
            <a:prstGeom prst="rect">
              <a:avLst/>
            </a:prstGeom>
          </p:spPr>
        </p:pic>
      </p:grpSp>
      <p:sp>
        <p:nvSpPr>
          <p:cNvPr id="79" name="object 79" descr=""/>
          <p:cNvSpPr txBox="1"/>
          <p:nvPr/>
        </p:nvSpPr>
        <p:spPr>
          <a:xfrm>
            <a:off x="5555615" y="4474540"/>
            <a:ext cx="8007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latin typeface="Times New Roman"/>
                <a:cs typeface="Times New Roman"/>
              </a:rPr>
              <a:t>I/O</a:t>
            </a:r>
            <a:r>
              <a:rPr dirty="0" sz="1600" spc="-180" b="1">
                <a:latin typeface="Times New Roman"/>
                <a:cs typeface="Times New Roman"/>
              </a:rPr>
              <a:t> </a:t>
            </a:r>
            <a:r>
              <a:rPr dirty="0" baseline="5208" sz="2400" spc="-60" b="1">
                <a:latin typeface="微软雅黑"/>
                <a:cs typeface="微软雅黑"/>
              </a:rPr>
              <a:t>总线</a:t>
            </a:r>
            <a:endParaRPr baseline="5208" sz="2400">
              <a:latin typeface="微软雅黑"/>
              <a:cs typeface="微软雅黑"/>
            </a:endParaRPr>
          </a:p>
        </p:txBody>
      </p:sp>
      <p:sp>
        <p:nvSpPr>
          <p:cNvPr id="80" name="object 80" descr=""/>
          <p:cNvSpPr txBox="1"/>
          <p:nvPr/>
        </p:nvSpPr>
        <p:spPr>
          <a:xfrm>
            <a:off x="5622925" y="1270063"/>
            <a:ext cx="1383030" cy="440055"/>
          </a:xfrm>
          <a:prstGeom prst="rect">
            <a:avLst/>
          </a:prstGeom>
          <a:solidFill>
            <a:srgbClr val="D6E0FC"/>
          </a:solidFill>
          <a:ln w="22225">
            <a:solidFill>
              <a:srgbClr val="000000"/>
            </a:solidFill>
          </a:ln>
        </p:spPr>
        <p:txBody>
          <a:bodyPr wrap="square" lIns="0" tIns="88900" rIns="0" bIns="0" rtlCol="0" vert="horz">
            <a:spAutoFit/>
          </a:bodyPr>
          <a:lstStyle/>
          <a:p>
            <a:pPr marL="173990">
              <a:lnSpc>
                <a:spcPct val="100000"/>
              </a:lnSpc>
              <a:spcBef>
                <a:spcPts val="700"/>
              </a:spcBef>
            </a:pPr>
            <a:r>
              <a:rPr dirty="0" sz="1600" spc="-30" b="1">
                <a:latin typeface="微软雅黑"/>
                <a:cs typeface="微软雅黑"/>
              </a:rPr>
              <a:t>总线适配器</a:t>
            </a:r>
            <a:endParaRPr sz="1600">
              <a:latin typeface="微软雅黑"/>
              <a:cs typeface="微软雅黑"/>
            </a:endParaRPr>
          </a:p>
        </p:txBody>
      </p:sp>
      <p:grpSp>
        <p:nvGrpSpPr>
          <p:cNvPr id="81" name="object 81" descr=""/>
          <p:cNvGrpSpPr/>
          <p:nvPr/>
        </p:nvGrpSpPr>
        <p:grpSpPr>
          <a:xfrm>
            <a:off x="4563109" y="2197735"/>
            <a:ext cx="3763010" cy="541655"/>
            <a:chOff x="4563109" y="2197735"/>
            <a:chExt cx="3763010" cy="541655"/>
          </a:xfrm>
        </p:grpSpPr>
        <p:sp>
          <p:nvSpPr>
            <p:cNvPr id="82" name="object 82" descr=""/>
            <p:cNvSpPr/>
            <p:nvPr/>
          </p:nvSpPr>
          <p:spPr>
            <a:xfrm>
              <a:off x="4571999" y="2206625"/>
              <a:ext cx="3745229" cy="503555"/>
            </a:xfrm>
            <a:custGeom>
              <a:avLst/>
              <a:gdLst/>
              <a:ahLst/>
              <a:cxnLst/>
              <a:rect l="l" t="t" r="r" b="b"/>
              <a:pathLst>
                <a:path w="3745229" h="503555">
                  <a:moveTo>
                    <a:pt x="3509899" y="0"/>
                  </a:moveTo>
                  <a:lnTo>
                    <a:pt x="3509899" y="113664"/>
                  </a:lnTo>
                  <a:lnTo>
                    <a:pt x="232155" y="113664"/>
                  </a:lnTo>
                  <a:lnTo>
                    <a:pt x="232155" y="0"/>
                  </a:lnTo>
                  <a:lnTo>
                    <a:pt x="0" y="251587"/>
                  </a:lnTo>
                  <a:lnTo>
                    <a:pt x="232155" y="503300"/>
                  </a:lnTo>
                  <a:lnTo>
                    <a:pt x="232155" y="392811"/>
                  </a:lnTo>
                  <a:lnTo>
                    <a:pt x="3509899" y="392811"/>
                  </a:lnTo>
                  <a:lnTo>
                    <a:pt x="3509899" y="503300"/>
                  </a:lnTo>
                  <a:lnTo>
                    <a:pt x="3744976" y="251587"/>
                  </a:lnTo>
                  <a:lnTo>
                    <a:pt x="3509899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4571999" y="2206625"/>
              <a:ext cx="3745229" cy="503555"/>
            </a:xfrm>
            <a:custGeom>
              <a:avLst/>
              <a:gdLst/>
              <a:ahLst/>
              <a:cxnLst/>
              <a:rect l="l" t="t" r="r" b="b"/>
              <a:pathLst>
                <a:path w="3745229" h="503555">
                  <a:moveTo>
                    <a:pt x="0" y="251587"/>
                  </a:moveTo>
                  <a:lnTo>
                    <a:pt x="232155" y="503300"/>
                  </a:lnTo>
                  <a:lnTo>
                    <a:pt x="232155" y="392811"/>
                  </a:lnTo>
                  <a:lnTo>
                    <a:pt x="3509899" y="392811"/>
                  </a:lnTo>
                  <a:lnTo>
                    <a:pt x="3509899" y="503300"/>
                  </a:lnTo>
                  <a:lnTo>
                    <a:pt x="3744976" y="251587"/>
                  </a:lnTo>
                  <a:lnTo>
                    <a:pt x="3509899" y="0"/>
                  </a:lnTo>
                  <a:lnTo>
                    <a:pt x="3509899" y="113664"/>
                  </a:lnTo>
                  <a:lnTo>
                    <a:pt x="232155" y="113664"/>
                  </a:lnTo>
                  <a:lnTo>
                    <a:pt x="232155" y="0"/>
                  </a:lnTo>
                  <a:lnTo>
                    <a:pt x="0" y="251587"/>
                  </a:lnTo>
                  <a:close/>
                </a:path>
              </a:pathLst>
            </a:custGeom>
            <a:ln w="174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4" name="object 84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811011" y="2282952"/>
              <a:ext cx="621029" cy="454913"/>
            </a:xfrm>
            <a:prstGeom prst="rect">
              <a:avLst/>
            </a:prstGeom>
          </p:spPr>
        </p:pic>
        <p:pic>
          <p:nvPicPr>
            <p:cNvPr id="85" name="object 85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160007" y="2284476"/>
              <a:ext cx="677417" cy="454913"/>
            </a:xfrm>
            <a:prstGeom prst="rect">
              <a:avLst/>
            </a:prstGeom>
          </p:spPr>
        </p:pic>
      </p:grpSp>
      <p:sp>
        <p:nvSpPr>
          <p:cNvPr id="86" name="object 86" descr=""/>
          <p:cNvSpPr txBox="1"/>
          <p:nvPr/>
        </p:nvSpPr>
        <p:spPr>
          <a:xfrm>
            <a:off x="2715005" y="2330907"/>
            <a:ext cx="85788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0" b="1">
                <a:latin typeface="Times New Roman"/>
                <a:cs typeface="Times New Roman"/>
              </a:rPr>
              <a:t>AGP</a:t>
            </a:r>
            <a:r>
              <a:rPr dirty="0" sz="1600" spc="-40" b="1">
                <a:latin typeface="微软雅黑"/>
                <a:cs typeface="微软雅黑"/>
              </a:rPr>
              <a:t>总线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87" name="object 87" descr=""/>
          <p:cNvSpPr txBox="1"/>
          <p:nvPr/>
        </p:nvSpPr>
        <p:spPr>
          <a:xfrm>
            <a:off x="5927216" y="2330907"/>
            <a:ext cx="77978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latin typeface="Times New Roman"/>
                <a:cs typeface="Times New Roman"/>
              </a:rPr>
              <a:t>PCI</a:t>
            </a:r>
            <a:r>
              <a:rPr dirty="0" sz="1600" spc="-40" b="1">
                <a:latin typeface="微软雅黑"/>
                <a:cs typeface="微软雅黑"/>
              </a:rPr>
              <a:t>总线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88" name="object 88" descr=""/>
          <p:cNvSpPr txBox="1"/>
          <p:nvPr/>
        </p:nvSpPr>
        <p:spPr>
          <a:xfrm>
            <a:off x="2425700" y="2984563"/>
            <a:ext cx="1492250" cy="332105"/>
          </a:xfrm>
          <a:prstGeom prst="rect">
            <a:avLst/>
          </a:prstGeom>
          <a:solidFill>
            <a:srgbClr val="FFCCFF"/>
          </a:solidFill>
          <a:ln w="22225">
            <a:solidFill>
              <a:srgbClr val="000000"/>
            </a:solidFill>
          </a:ln>
        </p:spPr>
        <p:txBody>
          <a:bodyPr wrap="square" lIns="0" tIns="47625" rIns="0" bIns="0" rtlCol="0" vert="horz">
            <a:spAutoFit/>
          </a:bodyPr>
          <a:lstStyle/>
          <a:p>
            <a:pPr marL="282575">
              <a:lnSpc>
                <a:spcPct val="100000"/>
              </a:lnSpc>
              <a:spcBef>
                <a:spcPts val="375"/>
              </a:spcBef>
            </a:pPr>
            <a:r>
              <a:rPr dirty="0" sz="1600" spc="55" b="1">
                <a:latin typeface="Times New Roman"/>
                <a:cs typeface="Times New Roman"/>
              </a:rPr>
              <a:t>I/O</a:t>
            </a:r>
            <a:r>
              <a:rPr dirty="0" baseline="1736" sz="2400" spc="-52" b="1">
                <a:latin typeface="微软雅黑"/>
                <a:cs typeface="微软雅黑"/>
              </a:rPr>
              <a:t>控制器</a:t>
            </a:r>
            <a:endParaRPr baseline="1736" sz="2400">
              <a:latin typeface="微软雅黑"/>
              <a:cs typeface="微软雅黑"/>
            </a:endParaRPr>
          </a:p>
        </p:txBody>
      </p:sp>
      <p:sp>
        <p:nvSpPr>
          <p:cNvPr id="89" name="object 89" descr=""/>
          <p:cNvSpPr txBox="1"/>
          <p:nvPr/>
        </p:nvSpPr>
        <p:spPr>
          <a:xfrm>
            <a:off x="6680200" y="2997263"/>
            <a:ext cx="1492250" cy="332105"/>
          </a:xfrm>
          <a:prstGeom prst="rect">
            <a:avLst/>
          </a:prstGeom>
          <a:solidFill>
            <a:srgbClr val="FFCCFF"/>
          </a:solidFill>
          <a:ln w="22225">
            <a:solidFill>
              <a:srgbClr val="000000"/>
            </a:solidFill>
          </a:ln>
        </p:spPr>
        <p:txBody>
          <a:bodyPr wrap="square" lIns="0" tIns="47625" rIns="0" bIns="0" rtlCol="0" vert="horz">
            <a:spAutoFit/>
          </a:bodyPr>
          <a:lstStyle/>
          <a:p>
            <a:pPr marL="283210">
              <a:lnSpc>
                <a:spcPct val="100000"/>
              </a:lnSpc>
              <a:spcBef>
                <a:spcPts val="375"/>
              </a:spcBef>
            </a:pPr>
            <a:r>
              <a:rPr dirty="0" sz="1600" spc="55" b="1">
                <a:latin typeface="Times New Roman"/>
                <a:cs typeface="Times New Roman"/>
              </a:rPr>
              <a:t>I/O</a:t>
            </a:r>
            <a:r>
              <a:rPr dirty="0" baseline="1736" sz="2400" spc="-52" b="1">
                <a:latin typeface="微软雅黑"/>
                <a:cs typeface="微软雅黑"/>
              </a:rPr>
              <a:t>控制器</a:t>
            </a:r>
            <a:endParaRPr baseline="1736" sz="2400">
              <a:latin typeface="微软雅黑"/>
              <a:cs typeface="微软雅黑"/>
            </a:endParaRPr>
          </a:p>
        </p:txBody>
      </p:sp>
      <p:sp>
        <p:nvSpPr>
          <p:cNvPr id="90" name="object 90" descr=""/>
          <p:cNvSpPr txBox="1"/>
          <p:nvPr/>
        </p:nvSpPr>
        <p:spPr>
          <a:xfrm>
            <a:off x="4592701" y="2997263"/>
            <a:ext cx="1492250" cy="332105"/>
          </a:xfrm>
          <a:prstGeom prst="rect">
            <a:avLst/>
          </a:prstGeom>
          <a:solidFill>
            <a:srgbClr val="D6E0FC"/>
          </a:solidFill>
          <a:ln w="22225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252729">
              <a:lnSpc>
                <a:spcPct val="100000"/>
              </a:lnSpc>
              <a:spcBef>
                <a:spcPts val="400"/>
              </a:spcBef>
            </a:pPr>
            <a:r>
              <a:rPr dirty="0" sz="1600" spc="-30" b="1">
                <a:latin typeface="微软雅黑"/>
                <a:cs typeface="微软雅黑"/>
              </a:rPr>
              <a:t>总线适配器</a:t>
            </a:r>
            <a:endParaRPr sz="1600">
              <a:latin typeface="微软雅黑"/>
              <a:cs typeface="微软雅黑"/>
            </a:endParaRPr>
          </a:p>
        </p:txBody>
      </p:sp>
      <p:grpSp>
        <p:nvGrpSpPr>
          <p:cNvPr id="91" name="object 91" descr=""/>
          <p:cNvGrpSpPr/>
          <p:nvPr/>
        </p:nvGrpSpPr>
        <p:grpSpPr>
          <a:xfrm>
            <a:off x="4294187" y="3322637"/>
            <a:ext cx="3164205" cy="2530475"/>
            <a:chOff x="4294187" y="3322637"/>
            <a:chExt cx="3164205" cy="2530475"/>
          </a:xfrm>
        </p:grpSpPr>
        <p:sp>
          <p:nvSpPr>
            <p:cNvPr id="92" name="object 92" descr=""/>
            <p:cNvSpPr/>
            <p:nvPr/>
          </p:nvSpPr>
          <p:spPr>
            <a:xfrm>
              <a:off x="5357622" y="3534409"/>
              <a:ext cx="1270" cy="744220"/>
            </a:xfrm>
            <a:custGeom>
              <a:avLst/>
              <a:gdLst/>
              <a:ahLst/>
              <a:cxnLst/>
              <a:rect l="l" t="t" r="r" b="b"/>
              <a:pathLst>
                <a:path w="1270" h="744220">
                  <a:moveTo>
                    <a:pt x="0" y="0"/>
                  </a:moveTo>
                  <a:lnTo>
                    <a:pt x="1269" y="743965"/>
                  </a:lnTo>
                </a:path>
              </a:pathLst>
            </a:custGeom>
            <a:ln w="22225">
              <a:solidFill>
                <a:srgbClr val="40458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5310758" y="3359150"/>
              <a:ext cx="96520" cy="271145"/>
            </a:xfrm>
            <a:custGeom>
              <a:avLst/>
              <a:gdLst/>
              <a:ahLst/>
              <a:cxnLst/>
              <a:rect l="l" t="t" r="r" b="b"/>
              <a:pathLst>
                <a:path w="96520" h="271145">
                  <a:moveTo>
                    <a:pt x="46862" y="0"/>
                  </a:moveTo>
                  <a:lnTo>
                    <a:pt x="0" y="270763"/>
                  </a:lnTo>
                  <a:lnTo>
                    <a:pt x="46862" y="186562"/>
                  </a:lnTo>
                  <a:lnTo>
                    <a:pt x="96265" y="270763"/>
                  </a:lnTo>
                  <a:lnTo>
                    <a:pt x="46862" y="0"/>
                  </a:lnTo>
                  <a:close/>
                </a:path>
              </a:pathLst>
            </a:custGeom>
            <a:solidFill>
              <a:srgbClr val="40458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5310758" y="3359150"/>
              <a:ext cx="96520" cy="271145"/>
            </a:xfrm>
            <a:custGeom>
              <a:avLst/>
              <a:gdLst/>
              <a:ahLst/>
              <a:cxnLst/>
              <a:rect l="l" t="t" r="r" b="b"/>
              <a:pathLst>
                <a:path w="96520" h="271145">
                  <a:moveTo>
                    <a:pt x="96265" y="270763"/>
                  </a:moveTo>
                  <a:lnTo>
                    <a:pt x="46862" y="0"/>
                  </a:lnTo>
                  <a:lnTo>
                    <a:pt x="0" y="270763"/>
                  </a:lnTo>
                  <a:lnTo>
                    <a:pt x="46862" y="186562"/>
                  </a:lnTo>
                  <a:lnTo>
                    <a:pt x="96265" y="270763"/>
                  </a:lnTo>
                  <a:close/>
                </a:path>
              </a:pathLst>
            </a:custGeom>
            <a:ln w="9525">
              <a:solidFill>
                <a:srgbClr val="40458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5307075" y="4182872"/>
              <a:ext cx="96520" cy="268605"/>
            </a:xfrm>
            <a:custGeom>
              <a:avLst/>
              <a:gdLst/>
              <a:ahLst/>
              <a:cxnLst/>
              <a:rect l="l" t="t" r="r" b="b"/>
              <a:pathLst>
                <a:path w="96520" h="268604">
                  <a:moveTo>
                    <a:pt x="96138" y="0"/>
                  </a:moveTo>
                  <a:lnTo>
                    <a:pt x="50546" y="81914"/>
                  </a:lnTo>
                  <a:lnTo>
                    <a:pt x="0" y="0"/>
                  </a:lnTo>
                  <a:lnTo>
                    <a:pt x="50546" y="268477"/>
                  </a:lnTo>
                  <a:lnTo>
                    <a:pt x="96138" y="0"/>
                  </a:lnTo>
                  <a:close/>
                </a:path>
              </a:pathLst>
            </a:custGeom>
            <a:solidFill>
              <a:srgbClr val="40458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5307075" y="4182872"/>
              <a:ext cx="96520" cy="268605"/>
            </a:xfrm>
            <a:custGeom>
              <a:avLst/>
              <a:gdLst/>
              <a:ahLst/>
              <a:cxnLst/>
              <a:rect l="l" t="t" r="r" b="b"/>
              <a:pathLst>
                <a:path w="96520" h="268604">
                  <a:moveTo>
                    <a:pt x="0" y="0"/>
                  </a:moveTo>
                  <a:lnTo>
                    <a:pt x="50546" y="268477"/>
                  </a:lnTo>
                  <a:lnTo>
                    <a:pt x="96138" y="0"/>
                  </a:lnTo>
                  <a:lnTo>
                    <a:pt x="50546" y="8191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0458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7" name="object 97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375588" y="3322637"/>
              <a:ext cx="82423" cy="369950"/>
            </a:xfrm>
            <a:prstGeom prst="rect">
              <a:avLst/>
            </a:prstGeom>
          </p:spPr>
        </p:pic>
        <p:pic>
          <p:nvPicPr>
            <p:cNvPr id="98" name="object 98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638738" y="4748212"/>
              <a:ext cx="82550" cy="369824"/>
            </a:xfrm>
            <a:prstGeom prst="rect">
              <a:avLst/>
            </a:prstGeom>
          </p:spPr>
        </p:pic>
        <p:pic>
          <p:nvPicPr>
            <p:cNvPr id="99" name="object 99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597713" y="4748212"/>
              <a:ext cx="82550" cy="369824"/>
            </a:xfrm>
            <a:prstGeom prst="rect">
              <a:avLst/>
            </a:prstGeom>
          </p:spPr>
        </p:pic>
        <p:pic>
          <p:nvPicPr>
            <p:cNvPr id="100" name="object 100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583362" y="5454713"/>
              <a:ext cx="82550" cy="369824"/>
            </a:xfrm>
            <a:prstGeom prst="rect">
              <a:avLst/>
            </a:prstGeom>
          </p:spPr>
        </p:pic>
        <p:pic>
          <p:nvPicPr>
            <p:cNvPr id="101" name="object 101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294187" y="5483288"/>
              <a:ext cx="82550" cy="369824"/>
            </a:xfrm>
            <a:prstGeom prst="rect">
              <a:avLst/>
            </a:prstGeom>
          </p:spPr>
        </p:pic>
        <p:pic>
          <p:nvPicPr>
            <p:cNvPr id="102" name="object 102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043487" y="5483288"/>
              <a:ext cx="82550" cy="369824"/>
            </a:xfrm>
            <a:prstGeom prst="rect">
              <a:avLst/>
            </a:prstGeom>
          </p:spPr>
        </p:pic>
      </p:grpSp>
      <p:pic>
        <p:nvPicPr>
          <p:cNvPr id="103" name="object 103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182687" y="1408112"/>
            <a:ext cx="82550" cy="369950"/>
          </a:xfrm>
          <a:prstGeom prst="rect">
            <a:avLst/>
          </a:prstGeom>
        </p:spPr>
      </p:pic>
      <p:grpSp>
        <p:nvGrpSpPr>
          <p:cNvPr id="104" name="object 104" descr=""/>
          <p:cNvGrpSpPr/>
          <p:nvPr/>
        </p:nvGrpSpPr>
        <p:grpSpPr>
          <a:xfrm>
            <a:off x="6223063" y="687387"/>
            <a:ext cx="1738630" cy="570230"/>
            <a:chOff x="6223063" y="687387"/>
            <a:chExt cx="1738630" cy="570230"/>
          </a:xfrm>
        </p:grpSpPr>
        <p:sp>
          <p:nvSpPr>
            <p:cNvPr id="105" name="object 105" descr=""/>
            <p:cNvSpPr/>
            <p:nvPr/>
          </p:nvSpPr>
          <p:spPr>
            <a:xfrm>
              <a:off x="6282436" y="782065"/>
              <a:ext cx="1905" cy="382270"/>
            </a:xfrm>
            <a:custGeom>
              <a:avLst/>
              <a:gdLst/>
              <a:ahLst/>
              <a:cxnLst/>
              <a:rect l="l" t="t" r="r" b="b"/>
              <a:pathLst>
                <a:path w="1904" h="382269">
                  <a:moveTo>
                    <a:pt x="0" y="0"/>
                  </a:moveTo>
                  <a:lnTo>
                    <a:pt x="1397" y="381762"/>
                  </a:lnTo>
                </a:path>
              </a:pathLst>
            </a:custGeom>
            <a:ln w="22225">
              <a:solidFill>
                <a:srgbClr val="40458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6" name="object 106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227127" y="687387"/>
              <a:ext cx="113411" cy="148462"/>
            </a:xfrm>
            <a:prstGeom prst="rect">
              <a:avLst/>
            </a:prstGeom>
          </p:spPr>
        </p:pic>
        <p:pic>
          <p:nvPicPr>
            <p:cNvPr id="107" name="object 107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223063" y="1110043"/>
              <a:ext cx="113284" cy="147320"/>
            </a:xfrm>
            <a:prstGeom prst="rect">
              <a:avLst/>
            </a:prstGeom>
          </p:spPr>
        </p:pic>
        <p:pic>
          <p:nvPicPr>
            <p:cNvPr id="108" name="object 108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7878762" y="687387"/>
              <a:ext cx="82550" cy="369950"/>
            </a:xfrm>
            <a:prstGeom prst="rect">
              <a:avLst/>
            </a:prstGeom>
          </p:spPr>
        </p:pic>
      </p:grpSp>
      <p:grpSp>
        <p:nvGrpSpPr>
          <p:cNvPr id="109" name="object 109" descr=""/>
          <p:cNvGrpSpPr/>
          <p:nvPr/>
        </p:nvGrpSpPr>
        <p:grpSpPr>
          <a:xfrm>
            <a:off x="5316537" y="1724088"/>
            <a:ext cx="2141855" cy="1249680"/>
            <a:chOff x="5316537" y="1724088"/>
            <a:chExt cx="2141855" cy="1249680"/>
          </a:xfrm>
        </p:grpSpPr>
        <p:sp>
          <p:nvSpPr>
            <p:cNvPr id="110" name="object 110" descr=""/>
            <p:cNvSpPr/>
            <p:nvPr/>
          </p:nvSpPr>
          <p:spPr>
            <a:xfrm>
              <a:off x="6281038" y="1823339"/>
              <a:ext cx="1905" cy="368300"/>
            </a:xfrm>
            <a:custGeom>
              <a:avLst/>
              <a:gdLst/>
              <a:ahLst/>
              <a:cxnLst/>
              <a:rect l="l" t="t" r="r" b="b"/>
              <a:pathLst>
                <a:path w="1904" h="368300">
                  <a:moveTo>
                    <a:pt x="0" y="0"/>
                  </a:moveTo>
                  <a:lnTo>
                    <a:pt x="1397" y="368173"/>
                  </a:lnTo>
                </a:path>
              </a:pathLst>
            </a:custGeom>
            <a:ln w="22224">
              <a:solidFill>
                <a:srgbClr val="40458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1" name="object 111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228524" y="1724088"/>
              <a:ext cx="110362" cy="156210"/>
            </a:xfrm>
            <a:prstGeom prst="rect">
              <a:avLst/>
            </a:prstGeom>
          </p:spPr>
        </p:pic>
        <p:pic>
          <p:nvPicPr>
            <p:cNvPr id="112" name="object 112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224587" y="2134425"/>
              <a:ext cx="110362" cy="156337"/>
            </a:xfrm>
            <a:prstGeom prst="rect">
              <a:avLst/>
            </a:prstGeom>
          </p:spPr>
        </p:pic>
        <p:pic>
          <p:nvPicPr>
            <p:cNvPr id="113" name="object 113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316537" y="2603436"/>
              <a:ext cx="82550" cy="369950"/>
            </a:xfrm>
            <a:prstGeom prst="rect">
              <a:avLst/>
            </a:prstGeom>
          </p:spPr>
        </p:pic>
        <p:pic>
          <p:nvPicPr>
            <p:cNvPr id="114" name="object 114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7375588" y="2603436"/>
              <a:ext cx="82423" cy="369950"/>
            </a:xfrm>
            <a:prstGeom prst="rect">
              <a:avLst/>
            </a:prstGeom>
          </p:spPr>
        </p:pic>
      </p:grpSp>
      <p:pic>
        <p:nvPicPr>
          <p:cNvPr id="115" name="object 115" descr="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3113087" y="2603436"/>
            <a:ext cx="82550" cy="369950"/>
          </a:xfrm>
          <a:prstGeom prst="rect">
            <a:avLst/>
          </a:prstGeom>
        </p:spPr>
      </p:pic>
      <p:pic>
        <p:nvPicPr>
          <p:cNvPr id="116" name="object 116" descr="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3113087" y="3322637"/>
            <a:ext cx="82550" cy="369950"/>
          </a:xfrm>
          <a:prstGeom prst="rect">
            <a:avLst/>
          </a:prstGeom>
        </p:spPr>
      </p:pic>
      <p:sp>
        <p:nvSpPr>
          <p:cNvPr id="117" name="object 117" descr=""/>
          <p:cNvSpPr txBox="1"/>
          <p:nvPr/>
        </p:nvSpPr>
        <p:spPr>
          <a:xfrm>
            <a:off x="4126484" y="5902553"/>
            <a:ext cx="116649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47395" algn="l"/>
              </a:tabLst>
            </a:pPr>
            <a:r>
              <a:rPr dirty="0" sz="1600" spc="-25" b="1">
                <a:latin typeface="微软雅黑"/>
                <a:cs typeface="微软雅黑"/>
              </a:rPr>
              <a:t>磁</a:t>
            </a:r>
            <a:r>
              <a:rPr dirty="0" sz="1600" spc="-50" b="1">
                <a:latin typeface="微软雅黑"/>
                <a:cs typeface="微软雅黑"/>
              </a:rPr>
              <a:t>盘</a:t>
            </a:r>
            <a:r>
              <a:rPr dirty="0" sz="1600" b="1">
                <a:latin typeface="微软雅黑"/>
                <a:cs typeface="微软雅黑"/>
              </a:rPr>
              <a:t>	</a:t>
            </a:r>
            <a:r>
              <a:rPr dirty="0" sz="1600" spc="-25" b="1">
                <a:latin typeface="微软雅黑"/>
                <a:cs typeface="微软雅黑"/>
              </a:rPr>
              <a:t>磁</a:t>
            </a:r>
            <a:r>
              <a:rPr dirty="0" sz="1600" spc="-50" b="1">
                <a:latin typeface="微软雅黑"/>
                <a:cs typeface="微软雅黑"/>
              </a:rPr>
              <a:t>盘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118" name="object 118" descr=""/>
          <p:cNvSpPr txBox="1"/>
          <p:nvPr/>
        </p:nvSpPr>
        <p:spPr>
          <a:xfrm>
            <a:off x="6328235" y="5873902"/>
            <a:ext cx="6807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59385">
              <a:lnSpc>
                <a:spcPct val="100000"/>
              </a:lnSpc>
              <a:spcBef>
                <a:spcPts val="95"/>
              </a:spcBef>
            </a:pPr>
            <a:r>
              <a:rPr dirty="0" sz="1600" spc="-25" b="1">
                <a:latin typeface="Times New Roman"/>
                <a:cs typeface="Times New Roman"/>
              </a:rPr>
              <a:t>CD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9" name="object 119" descr=""/>
          <p:cNvSpPr txBox="1"/>
          <p:nvPr/>
        </p:nvSpPr>
        <p:spPr>
          <a:xfrm>
            <a:off x="2279395" y="1890776"/>
            <a:ext cx="14522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40458B"/>
                </a:solidFill>
                <a:latin typeface="黑体"/>
                <a:cs typeface="黑体"/>
              </a:rPr>
              <a:t>总线之间链接</a:t>
            </a:r>
            <a:r>
              <a:rPr dirty="0" sz="1200" spc="-10">
                <a:solidFill>
                  <a:srgbClr val="40458B"/>
                </a:solidFill>
                <a:latin typeface="Tahoma"/>
                <a:cs typeface="Tahoma"/>
              </a:rPr>
              <a:t>-</a:t>
            </a:r>
            <a:r>
              <a:rPr dirty="0" sz="1200" spc="-20">
                <a:solidFill>
                  <a:srgbClr val="40458B"/>
                </a:solidFill>
                <a:latin typeface="黑体"/>
                <a:cs typeface="黑体"/>
              </a:rPr>
              <a:t>适配器</a:t>
            </a:r>
            <a:endParaRPr sz="12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53605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34809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15" b="1">
                <a:solidFill>
                  <a:srgbClr val="40458B"/>
                </a:solidFill>
                <a:latin typeface="宋体"/>
                <a:cs typeface="宋体"/>
              </a:rPr>
              <a:t>68/81</a:t>
            </a:r>
            <a:endParaRPr baseline="1736" sz="2400">
              <a:latin typeface="宋体"/>
              <a:cs typeface="宋体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1555750" y="549275"/>
            <a:ext cx="7588250" cy="0"/>
          </a:xfrm>
          <a:custGeom>
            <a:avLst/>
            <a:gdLst/>
            <a:ahLst/>
            <a:cxnLst/>
            <a:rect l="l" t="t" r="r" b="b"/>
            <a:pathLst>
              <a:path w="7588250" h="0">
                <a:moveTo>
                  <a:pt x="0" y="0"/>
                </a:moveTo>
                <a:lnTo>
                  <a:pt x="7588250" y="0"/>
                </a:lnTo>
              </a:path>
            </a:pathLst>
          </a:custGeom>
          <a:ln w="38100">
            <a:solidFill>
              <a:srgbClr val="2C44A3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119062" y="188976"/>
            <a:ext cx="1437005" cy="274955"/>
            <a:chOff x="119062" y="188976"/>
            <a:chExt cx="1437005" cy="274955"/>
          </a:xfrm>
        </p:grpSpPr>
        <p:sp>
          <p:nvSpPr>
            <p:cNvPr id="5" name="object 5" descr=""/>
            <p:cNvSpPr/>
            <p:nvPr/>
          </p:nvSpPr>
          <p:spPr>
            <a:xfrm>
              <a:off x="119062" y="188976"/>
              <a:ext cx="499745" cy="274955"/>
            </a:xfrm>
            <a:custGeom>
              <a:avLst/>
              <a:gdLst/>
              <a:ahLst/>
              <a:cxnLst/>
              <a:rect l="l" t="t" r="r" b="b"/>
              <a:pathLst>
                <a:path w="499745" h="274955">
                  <a:moveTo>
                    <a:pt x="119837" y="0"/>
                  </a:moveTo>
                  <a:lnTo>
                    <a:pt x="4993" y="41528"/>
                  </a:lnTo>
                  <a:lnTo>
                    <a:pt x="264655" y="135508"/>
                  </a:lnTo>
                  <a:lnTo>
                    <a:pt x="0" y="231266"/>
                  </a:lnTo>
                  <a:lnTo>
                    <a:pt x="119837" y="274574"/>
                  </a:lnTo>
                  <a:lnTo>
                    <a:pt x="499338" y="137287"/>
                  </a:lnTo>
                  <a:lnTo>
                    <a:pt x="119837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85546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9621" y="0"/>
                  </a:moveTo>
                  <a:lnTo>
                    <a:pt x="4991" y="41528"/>
                  </a:lnTo>
                  <a:lnTo>
                    <a:pt x="264147" y="135508"/>
                  </a:lnTo>
                  <a:lnTo>
                    <a:pt x="0" y="231266"/>
                  </a:lnTo>
                  <a:lnTo>
                    <a:pt x="119621" y="274574"/>
                  </a:lnTo>
                  <a:lnTo>
                    <a:pt x="497141" y="137287"/>
                  </a:lnTo>
                  <a:lnTo>
                    <a:pt x="119621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058608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8363" y="0"/>
                  </a:moveTo>
                  <a:lnTo>
                    <a:pt x="4978" y="41528"/>
                  </a:lnTo>
                  <a:lnTo>
                    <a:pt x="264096" y="135508"/>
                  </a:lnTo>
                  <a:lnTo>
                    <a:pt x="0" y="231266"/>
                  </a:lnTo>
                  <a:lnTo>
                    <a:pt x="118363" y="274574"/>
                  </a:lnTo>
                  <a:lnTo>
                    <a:pt x="497141" y="137287"/>
                  </a:lnTo>
                  <a:lnTo>
                    <a:pt x="118363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06854" y="-6350"/>
            <a:ext cx="17399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065" algn="l"/>
                <a:tab pos="1345565" algn="l"/>
              </a:tabLst>
            </a:pPr>
            <a:r>
              <a:rPr dirty="0" u="none" spc="-25"/>
              <a:t>8.4</a:t>
            </a:r>
            <a:r>
              <a:rPr dirty="0" u="none"/>
              <a:t>	</a:t>
            </a:r>
            <a:r>
              <a:rPr dirty="0" u="none" spc="-50"/>
              <a:t>总</a:t>
            </a:r>
            <a:r>
              <a:rPr dirty="0" u="none"/>
              <a:t>	</a:t>
            </a:r>
            <a:r>
              <a:rPr dirty="0" u="none" spc="-50"/>
              <a:t>线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221691" y="825443"/>
            <a:ext cx="8644890" cy="5148580"/>
          </a:xfrm>
          <a:prstGeom prst="rect">
            <a:avLst/>
          </a:prstGeom>
        </p:spPr>
        <p:txBody>
          <a:bodyPr wrap="square" lIns="0" tIns="163830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290"/>
              </a:spcBef>
              <a:buClr>
                <a:srgbClr val="40458B"/>
              </a:buClr>
              <a:buAutoNum type="arabicPeriod" startAt="3"/>
              <a:tabLst>
                <a:tab pos="469265" algn="l"/>
              </a:tabLst>
            </a:pPr>
            <a:r>
              <a:rPr dirty="0" sz="2400">
                <a:solidFill>
                  <a:srgbClr val="E14B04"/>
                </a:solidFill>
                <a:latin typeface="黑体"/>
                <a:cs typeface="黑体"/>
              </a:rPr>
              <a:t>CPU对I/O</a:t>
            </a:r>
            <a:r>
              <a:rPr dirty="0" sz="2400" spc="-5">
                <a:solidFill>
                  <a:srgbClr val="E14B04"/>
                </a:solidFill>
                <a:latin typeface="黑体"/>
                <a:cs typeface="黑体"/>
              </a:rPr>
              <a:t>设备的编址有两种方式</a:t>
            </a:r>
            <a:endParaRPr sz="2400">
              <a:latin typeface="黑体"/>
              <a:cs typeface="黑体"/>
            </a:endParaRPr>
          </a:p>
          <a:p>
            <a:pPr lvl="1" marL="840105" indent="-457200">
              <a:lnSpc>
                <a:spcPct val="100000"/>
              </a:lnSpc>
              <a:spcBef>
                <a:spcPts val="1090"/>
              </a:spcBef>
              <a:buClr>
                <a:srgbClr val="40458B"/>
              </a:buClr>
              <a:buSzPct val="88636"/>
              <a:buFont typeface="Wingdings"/>
              <a:buChar char=""/>
              <a:tabLst>
                <a:tab pos="840105" algn="l"/>
              </a:tabLst>
            </a:pPr>
            <a:r>
              <a:rPr dirty="0" sz="2200" spc="-30">
                <a:solidFill>
                  <a:srgbClr val="001F5F"/>
                </a:solidFill>
                <a:latin typeface="黑体"/>
                <a:cs typeface="黑体"/>
              </a:rPr>
              <a:t>存储器映射</a:t>
            </a:r>
            <a:r>
              <a:rPr dirty="0" sz="2200" spc="-20">
                <a:solidFill>
                  <a:srgbClr val="001F5F"/>
                </a:solidFill>
                <a:latin typeface="黑体"/>
                <a:cs typeface="黑体"/>
              </a:rPr>
              <a:t>I/O</a:t>
            </a:r>
            <a:r>
              <a:rPr dirty="0" sz="2200" spc="-20">
                <a:solidFill>
                  <a:srgbClr val="40458B"/>
                </a:solidFill>
                <a:latin typeface="黑体"/>
                <a:cs typeface="黑体"/>
              </a:rPr>
              <a:t>（</a:t>
            </a: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也称为</a:t>
            </a:r>
            <a:r>
              <a:rPr dirty="0" sz="2200" spc="-10">
                <a:solidFill>
                  <a:srgbClr val="40458B"/>
                </a:solidFill>
                <a:latin typeface="黑体"/>
                <a:cs typeface="黑体"/>
              </a:rPr>
              <a:t>I/O</a:t>
            </a: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设备统一编址</a:t>
            </a:r>
            <a:r>
              <a:rPr dirty="0" sz="2200" spc="-50">
                <a:solidFill>
                  <a:srgbClr val="40458B"/>
                </a:solidFill>
                <a:latin typeface="黑体"/>
                <a:cs typeface="黑体"/>
              </a:rPr>
              <a:t>）</a:t>
            </a:r>
            <a:endParaRPr sz="2200">
              <a:latin typeface="黑体"/>
              <a:cs typeface="黑体"/>
            </a:endParaRPr>
          </a:p>
          <a:p>
            <a:pPr algn="just" lvl="2" marL="946785" marR="5080" indent="-358775">
              <a:lnSpc>
                <a:spcPct val="120000"/>
              </a:lnSpc>
              <a:spcBef>
                <a:spcPts val="509"/>
              </a:spcBef>
              <a:buClr>
                <a:srgbClr val="4668F5"/>
              </a:buClr>
              <a:buSzPct val="60000"/>
              <a:buFont typeface="Wingdings"/>
              <a:buChar char=""/>
              <a:tabLst>
                <a:tab pos="948055" algn="l"/>
              </a:tabLst>
            </a:pPr>
            <a:r>
              <a:rPr dirty="0" sz="2000" spc="-20" b="1">
                <a:solidFill>
                  <a:srgbClr val="FF5CFF"/>
                </a:solidFill>
                <a:latin typeface="宋体"/>
                <a:cs typeface="宋体"/>
              </a:rPr>
              <a:t>将一部分存储器地址空间分配给</a:t>
            </a:r>
            <a:r>
              <a:rPr dirty="0" sz="2000" spc="-10" b="1">
                <a:solidFill>
                  <a:srgbClr val="9933FF"/>
                </a:solidFill>
                <a:latin typeface="宋体"/>
                <a:cs typeface="宋体"/>
              </a:rPr>
              <a:t>I/O</a:t>
            </a:r>
            <a:r>
              <a:rPr dirty="0" sz="2000" spc="-15" b="1">
                <a:solidFill>
                  <a:srgbClr val="FF5CFF"/>
                </a:solidFill>
                <a:latin typeface="宋体"/>
                <a:cs typeface="宋体"/>
              </a:rPr>
              <a:t>设备，用</a:t>
            </a:r>
            <a:r>
              <a:rPr dirty="0" sz="2000" spc="-20" b="1">
                <a:solidFill>
                  <a:srgbClr val="9933FF"/>
                </a:solidFill>
                <a:latin typeface="宋体"/>
                <a:cs typeface="宋体"/>
              </a:rPr>
              <a:t>load</a:t>
            </a:r>
            <a:r>
              <a:rPr dirty="0" sz="2000" spc="-10" b="1">
                <a:solidFill>
                  <a:srgbClr val="FF5CFF"/>
                </a:solidFill>
                <a:latin typeface="宋体"/>
                <a:cs typeface="宋体"/>
              </a:rPr>
              <a:t>指令和</a:t>
            </a:r>
            <a:r>
              <a:rPr dirty="0" sz="2000" spc="-20" b="1">
                <a:solidFill>
                  <a:srgbClr val="9933FF"/>
                </a:solidFill>
                <a:latin typeface="宋体"/>
                <a:cs typeface="宋体"/>
              </a:rPr>
              <a:t>store</a:t>
            </a:r>
            <a:r>
              <a:rPr dirty="0" sz="2000" spc="-25" b="1">
                <a:solidFill>
                  <a:srgbClr val="FF5CFF"/>
                </a:solidFill>
                <a:latin typeface="宋体"/>
                <a:cs typeface="宋体"/>
              </a:rPr>
              <a:t>指令对</a:t>
            </a:r>
            <a:r>
              <a:rPr dirty="0" sz="2000" spc="-25" b="1">
                <a:solidFill>
                  <a:srgbClr val="FF5CFF"/>
                </a:solidFill>
                <a:latin typeface="宋体"/>
                <a:cs typeface="宋体"/>
              </a:rPr>
              <a:t>	</a:t>
            </a:r>
            <a:r>
              <a:rPr dirty="0" sz="2000" spc="-15" b="1">
                <a:solidFill>
                  <a:srgbClr val="FF5CFF"/>
                </a:solidFill>
                <a:latin typeface="宋体"/>
                <a:cs typeface="宋体"/>
              </a:rPr>
              <a:t>这些地址进行读写将引起</a:t>
            </a:r>
            <a:r>
              <a:rPr dirty="0" sz="2000" spc="-20" b="1">
                <a:solidFill>
                  <a:srgbClr val="9933FF"/>
                </a:solidFill>
                <a:latin typeface="宋体"/>
                <a:cs typeface="宋体"/>
              </a:rPr>
              <a:t>I/O</a:t>
            </a:r>
            <a:r>
              <a:rPr dirty="0" sz="2000" spc="-25" b="1">
                <a:solidFill>
                  <a:srgbClr val="FF5CFF"/>
                </a:solidFill>
                <a:latin typeface="宋体"/>
                <a:cs typeface="宋体"/>
              </a:rPr>
              <a:t>设备的数据传输。(所有访存指令可访问</a:t>
            </a:r>
            <a:r>
              <a:rPr dirty="0" sz="2000" spc="-50" b="1">
                <a:solidFill>
                  <a:srgbClr val="FF5CFF"/>
                </a:solidFill>
                <a:latin typeface="宋体"/>
                <a:cs typeface="宋体"/>
              </a:rPr>
              <a:t> </a:t>
            </a:r>
            <a:r>
              <a:rPr dirty="0" sz="2000" spc="-50" b="1">
                <a:solidFill>
                  <a:srgbClr val="FF5CFF"/>
                </a:solidFill>
                <a:latin typeface="宋体"/>
                <a:cs typeface="宋体"/>
              </a:rPr>
              <a:t>	</a:t>
            </a:r>
            <a:r>
              <a:rPr dirty="0" sz="2000" spc="-10" b="1">
                <a:solidFill>
                  <a:srgbClr val="FF5CFF"/>
                </a:solidFill>
                <a:latin typeface="宋体"/>
                <a:cs typeface="宋体"/>
              </a:rPr>
              <a:t>I/O</a:t>
            </a:r>
            <a:r>
              <a:rPr dirty="0" sz="2000" spc="-25" b="1">
                <a:solidFill>
                  <a:srgbClr val="FF5CFF"/>
                </a:solidFill>
                <a:latin typeface="宋体"/>
                <a:cs typeface="宋体"/>
              </a:rPr>
              <a:t>设备)</a:t>
            </a:r>
            <a:endParaRPr sz="2000">
              <a:latin typeface="宋体"/>
              <a:cs typeface="宋体"/>
            </a:endParaRPr>
          </a:p>
          <a:p>
            <a:pPr lvl="2" marL="948055" indent="-359410">
              <a:lnSpc>
                <a:spcPct val="100000"/>
              </a:lnSpc>
              <a:spcBef>
                <a:spcPts val="960"/>
              </a:spcBef>
              <a:buClr>
                <a:srgbClr val="4668F5"/>
              </a:buClr>
              <a:buSzPct val="60000"/>
              <a:buFont typeface="Wingdings"/>
              <a:buChar char=""/>
              <a:tabLst>
                <a:tab pos="948055" algn="l"/>
              </a:tabLst>
            </a:pPr>
            <a:r>
              <a:rPr dirty="0" sz="2000" spc="-25" b="1">
                <a:solidFill>
                  <a:srgbClr val="FF5CFF"/>
                </a:solidFill>
                <a:latin typeface="宋体"/>
                <a:cs typeface="宋体"/>
              </a:rPr>
              <a:t>将一部分存储空间留出用于设备控制，对这一部分地址空间进行读写</a:t>
            </a:r>
            <a:endParaRPr sz="2000">
              <a:latin typeface="宋体"/>
              <a:cs typeface="宋体"/>
            </a:endParaRPr>
          </a:p>
          <a:p>
            <a:pPr marL="948055">
              <a:lnSpc>
                <a:spcPct val="100000"/>
              </a:lnSpc>
              <a:spcBef>
                <a:spcPts val="480"/>
              </a:spcBef>
            </a:pPr>
            <a:r>
              <a:rPr dirty="0" sz="2000" spc="-15" b="1">
                <a:solidFill>
                  <a:srgbClr val="FF5CFF"/>
                </a:solidFill>
                <a:latin typeface="宋体"/>
                <a:cs typeface="宋体"/>
              </a:rPr>
              <a:t>就是向设备发出控制命令。</a:t>
            </a:r>
            <a:endParaRPr sz="2000">
              <a:latin typeface="宋体"/>
              <a:cs typeface="宋体"/>
            </a:endParaRPr>
          </a:p>
          <a:p>
            <a:pPr lvl="2" marL="948055" indent="-359410">
              <a:lnSpc>
                <a:spcPct val="100000"/>
              </a:lnSpc>
              <a:spcBef>
                <a:spcPts val="965"/>
              </a:spcBef>
              <a:buClr>
                <a:srgbClr val="4668F5"/>
              </a:buClr>
              <a:buSzPct val="60000"/>
              <a:buFont typeface="Wingdings"/>
              <a:buChar char=""/>
              <a:tabLst>
                <a:tab pos="948055" algn="l"/>
              </a:tabLst>
            </a:pPr>
            <a:r>
              <a:rPr dirty="0" sz="2000" spc="-10" b="1">
                <a:solidFill>
                  <a:srgbClr val="FF5CFF"/>
                </a:solidFill>
                <a:latin typeface="宋体"/>
                <a:cs typeface="宋体"/>
              </a:rPr>
              <a:t>I/O</a:t>
            </a:r>
            <a:r>
              <a:rPr dirty="0" sz="2000" spc="-25" b="1">
                <a:solidFill>
                  <a:srgbClr val="FF5CFF"/>
                </a:solidFill>
                <a:latin typeface="宋体"/>
                <a:cs typeface="宋体"/>
              </a:rPr>
              <a:t>设备与内存共享一个地址空间</a:t>
            </a:r>
            <a:endParaRPr sz="2000">
              <a:latin typeface="宋体"/>
              <a:cs typeface="宋体"/>
            </a:endParaRPr>
          </a:p>
          <a:p>
            <a:pPr lvl="1" marL="840105" indent="-457200">
              <a:lnSpc>
                <a:spcPct val="100000"/>
              </a:lnSpc>
              <a:spcBef>
                <a:spcPts val="1025"/>
              </a:spcBef>
              <a:buSzPct val="88636"/>
              <a:buFont typeface="Wingdings"/>
              <a:buChar char=""/>
              <a:tabLst>
                <a:tab pos="840105" algn="l"/>
              </a:tabLst>
            </a:pPr>
            <a:r>
              <a:rPr dirty="0" sz="2200" spc="-10">
                <a:solidFill>
                  <a:srgbClr val="40458B"/>
                </a:solidFill>
                <a:latin typeface="黑体"/>
                <a:cs typeface="黑体"/>
              </a:rPr>
              <a:t>I/O</a:t>
            </a:r>
            <a:r>
              <a:rPr dirty="0" sz="2200" spc="-25">
                <a:solidFill>
                  <a:srgbClr val="40458B"/>
                </a:solidFill>
                <a:latin typeface="黑体"/>
                <a:cs typeface="黑体"/>
              </a:rPr>
              <a:t>设备</a:t>
            </a:r>
            <a:r>
              <a:rPr dirty="0" sz="2200" spc="-35">
                <a:solidFill>
                  <a:srgbClr val="FF0000"/>
                </a:solidFill>
                <a:latin typeface="黑体"/>
                <a:cs typeface="黑体"/>
              </a:rPr>
              <a:t>独立编址</a:t>
            </a:r>
            <a:endParaRPr sz="2200">
              <a:latin typeface="黑体"/>
              <a:cs typeface="黑体"/>
            </a:endParaRPr>
          </a:p>
          <a:p>
            <a:pPr lvl="2" marL="948055" indent="-359410">
              <a:lnSpc>
                <a:spcPct val="100000"/>
              </a:lnSpc>
              <a:spcBef>
                <a:spcPts val="990"/>
              </a:spcBef>
              <a:buClr>
                <a:srgbClr val="4668F5"/>
              </a:buClr>
              <a:buSzPct val="60000"/>
              <a:buFont typeface="Wingdings"/>
              <a:buChar char=""/>
              <a:tabLst>
                <a:tab pos="948055" algn="l"/>
              </a:tabLst>
            </a:pPr>
            <a:r>
              <a:rPr dirty="0" sz="2000" b="1">
                <a:solidFill>
                  <a:srgbClr val="FF5CFF"/>
                </a:solidFill>
                <a:latin typeface="宋体"/>
                <a:cs typeface="宋体"/>
              </a:rPr>
              <a:t>I/O</a:t>
            </a:r>
            <a:r>
              <a:rPr dirty="0" sz="2000" spc="-25" b="1">
                <a:solidFill>
                  <a:srgbClr val="FF5CFF"/>
                </a:solidFill>
                <a:latin typeface="宋体"/>
                <a:cs typeface="宋体"/>
              </a:rPr>
              <a:t>地址空间与内存地址空间完全独立</a:t>
            </a:r>
            <a:endParaRPr sz="2000">
              <a:latin typeface="宋体"/>
              <a:cs typeface="宋体"/>
            </a:endParaRPr>
          </a:p>
          <a:p>
            <a:pPr lvl="2" marL="948055" indent="-359410">
              <a:lnSpc>
                <a:spcPct val="100000"/>
              </a:lnSpc>
              <a:spcBef>
                <a:spcPts val="965"/>
              </a:spcBef>
              <a:buClr>
                <a:srgbClr val="4668F5"/>
              </a:buClr>
              <a:buSzPct val="60000"/>
              <a:buFont typeface="Wingdings"/>
              <a:buChar char=""/>
              <a:tabLst>
                <a:tab pos="948055" algn="l"/>
              </a:tabLst>
            </a:pPr>
            <a:r>
              <a:rPr dirty="0" sz="2000" spc="-15" b="1">
                <a:solidFill>
                  <a:srgbClr val="FF5CFF"/>
                </a:solidFill>
                <a:latin typeface="宋体"/>
                <a:cs typeface="宋体"/>
              </a:rPr>
              <a:t>需要在</a:t>
            </a:r>
            <a:r>
              <a:rPr dirty="0" sz="2000" spc="-10" b="1">
                <a:solidFill>
                  <a:srgbClr val="9933FF"/>
                </a:solidFill>
                <a:latin typeface="宋体"/>
                <a:cs typeface="宋体"/>
              </a:rPr>
              <a:t>CPU</a:t>
            </a:r>
            <a:r>
              <a:rPr dirty="0" sz="2000" spc="-15" b="1">
                <a:solidFill>
                  <a:srgbClr val="FF5CFF"/>
                </a:solidFill>
                <a:latin typeface="宋体"/>
                <a:cs typeface="宋体"/>
              </a:rPr>
              <a:t>中设置</a:t>
            </a:r>
            <a:r>
              <a:rPr dirty="0" sz="2000" spc="-15" b="1">
                <a:solidFill>
                  <a:srgbClr val="FF0000"/>
                </a:solidFill>
                <a:latin typeface="宋体"/>
                <a:cs typeface="宋体"/>
              </a:rPr>
              <a:t>专用的</a:t>
            </a:r>
            <a:r>
              <a:rPr dirty="0" sz="2000" spc="-20" b="1">
                <a:solidFill>
                  <a:srgbClr val="FF0000"/>
                </a:solidFill>
                <a:latin typeface="宋体"/>
                <a:cs typeface="宋体"/>
              </a:rPr>
              <a:t>I/O</a:t>
            </a:r>
            <a:r>
              <a:rPr dirty="0" sz="2000" spc="-15" b="1">
                <a:solidFill>
                  <a:srgbClr val="FF0000"/>
                </a:solidFill>
                <a:latin typeface="宋体"/>
                <a:cs typeface="宋体"/>
              </a:rPr>
              <a:t>指令</a:t>
            </a:r>
            <a:r>
              <a:rPr dirty="0" sz="2000" spc="-15" b="1">
                <a:solidFill>
                  <a:srgbClr val="FF5CFF"/>
                </a:solidFill>
                <a:latin typeface="宋体"/>
                <a:cs typeface="宋体"/>
              </a:rPr>
              <a:t>来访问</a:t>
            </a:r>
            <a:r>
              <a:rPr dirty="0" sz="2000" spc="-20" b="1">
                <a:solidFill>
                  <a:srgbClr val="9933FF"/>
                </a:solidFill>
                <a:latin typeface="宋体"/>
                <a:cs typeface="宋体"/>
              </a:rPr>
              <a:t>I/O</a:t>
            </a:r>
            <a:r>
              <a:rPr dirty="0" sz="2000" spc="-15" b="1">
                <a:solidFill>
                  <a:srgbClr val="FF5CFF"/>
                </a:solidFill>
                <a:latin typeface="宋体"/>
                <a:cs typeface="宋体"/>
              </a:rPr>
              <a:t>设备。例如</a:t>
            </a:r>
            <a:r>
              <a:rPr dirty="0" sz="2000" b="1">
                <a:solidFill>
                  <a:srgbClr val="001F5F"/>
                </a:solidFill>
                <a:latin typeface="宋体"/>
                <a:cs typeface="宋体"/>
              </a:rPr>
              <a:t>IN</a:t>
            </a:r>
            <a:r>
              <a:rPr dirty="0" sz="2000" spc="20" b="1">
                <a:solidFill>
                  <a:srgbClr val="001F5F"/>
                </a:solidFill>
                <a:latin typeface="宋体"/>
                <a:cs typeface="宋体"/>
              </a:rPr>
              <a:t> </a:t>
            </a:r>
            <a:r>
              <a:rPr dirty="0" sz="2000" spc="-10" b="1">
                <a:solidFill>
                  <a:srgbClr val="001F5F"/>
                </a:solidFill>
                <a:latin typeface="宋体"/>
                <a:cs typeface="宋体"/>
              </a:rPr>
              <a:t>AL,0X36</a:t>
            </a:r>
            <a:endParaRPr sz="2000">
              <a:latin typeface="宋体"/>
              <a:cs typeface="宋体"/>
            </a:endParaRPr>
          </a:p>
          <a:p>
            <a:pPr lvl="2" marL="948055" indent="-359410">
              <a:lnSpc>
                <a:spcPct val="100000"/>
              </a:lnSpc>
              <a:spcBef>
                <a:spcPts val="960"/>
              </a:spcBef>
              <a:buClr>
                <a:srgbClr val="4668F5"/>
              </a:buClr>
              <a:buSzPct val="60000"/>
              <a:buFont typeface="Wingdings"/>
              <a:buChar char=""/>
              <a:tabLst>
                <a:tab pos="948055" algn="l"/>
              </a:tabLst>
            </a:pPr>
            <a:r>
              <a:rPr dirty="0" sz="2000" spc="-10" b="1">
                <a:solidFill>
                  <a:srgbClr val="9933FF"/>
                </a:solidFill>
                <a:latin typeface="宋体"/>
                <a:cs typeface="宋体"/>
              </a:rPr>
              <a:t>CPU</a:t>
            </a:r>
            <a:r>
              <a:rPr dirty="0" sz="2000" spc="-20" b="1">
                <a:solidFill>
                  <a:srgbClr val="FF5CFF"/>
                </a:solidFill>
                <a:latin typeface="宋体"/>
                <a:cs typeface="宋体"/>
              </a:rPr>
              <a:t>需要发出一个标志信号来表示所访问的地址是</a:t>
            </a:r>
            <a:r>
              <a:rPr dirty="0" sz="2000" spc="-10" b="1">
                <a:solidFill>
                  <a:srgbClr val="9933FF"/>
                </a:solidFill>
                <a:latin typeface="宋体"/>
                <a:cs typeface="宋体"/>
              </a:rPr>
              <a:t>I/O</a:t>
            </a:r>
            <a:r>
              <a:rPr dirty="0" sz="2000" spc="-25" b="1">
                <a:solidFill>
                  <a:srgbClr val="FF5CFF"/>
                </a:solidFill>
                <a:latin typeface="宋体"/>
                <a:cs typeface="宋体"/>
              </a:rPr>
              <a:t>设备的地址。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53605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34809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15" b="1">
                <a:solidFill>
                  <a:srgbClr val="40458B"/>
                </a:solidFill>
                <a:latin typeface="宋体"/>
                <a:cs typeface="宋体"/>
              </a:rPr>
              <a:t>69/81</a:t>
            </a:r>
            <a:endParaRPr baseline="1736" sz="2400">
              <a:latin typeface="宋体"/>
              <a:cs typeface="宋体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93444" y="1482039"/>
            <a:ext cx="6828790" cy="422909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483985" algn="l"/>
              </a:tabLst>
            </a:pPr>
            <a:r>
              <a:rPr dirty="0" u="none" sz="2600" spc="-10">
                <a:solidFill>
                  <a:srgbClr val="000000"/>
                </a:solidFill>
                <a:latin typeface="微软雅黑"/>
                <a:cs typeface="微软雅黑"/>
              </a:rPr>
              <a:t>关于这两种编址方式，</a:t>
            </a:r>
            <a:r>
              <a:rPr dirty="0" u="none" sz="2600" spc="-20">
                <a:solidFill>
                  <a:srgbClr val="000000"/>
                </a:solidFill>
                <a:latin typeface="微软雅黑"/>
                <a:cs typeface="微软雅黑"/>
              </a:rPr>
              <a:t>以</a:t>
            </a:r>
            <a:r>
              <a:rPr dirty="0" u="none" sz="2600" spc="-10">
                <a:solidFill>
                  <a:srgbClr val="000000"/>
                </a:solidFill>
                <a:latin typeface="微软雅黑"/>
                <a:cs typeface="微软雅黑"/>
              </a:rPr>
              <a:t>下说</a:t>
            </a:r>
            <a:r>
              <a:rPr dirty="0" u="none" sz="2600" spc="-20">
                <a:solidFill>
                  <a:srgbClr val="000000"/>
                </a:solidFill>
                <a:latin typeface="微软雅黑"/>
                <a:cs typeface="微软雅黑"/>
              </a:rPr>
              <a:t>法</a:t>
            </a:r>
            <a:r>
              <a:rPr dirty="0" u="none" sz="2600" spc="-10">
                <a:solidFill>
                  <a:srgbClr val="000000"/>
                </a:solidFill>
                <a:latin typeface="微软雅黑"/>
                <a:cs typeface="微软雅黑"/>
              </a:rPr>
              <a:t>正确</a:t>
            </a:r>
            <a:r>
              <a:rPr dirty="0" u="none" sz="2600" spc="-20">
                <a:solidFill>
                  <a:srgbClr val="000000"/>
                </a:solidFill>
                <a:latin typeface="微软雅黑"/>
                <a:cs typeface="微软雅黑"/>
              </a:rPr>
              <a:t>的</a:t>
            </a:r>
            <a:r>
              <a:rPr dirty="0" u="none" sz="2600" spc="-10">
                <a:solidFill>
                  <a:srgbClr val="000000"/>
                </a:solidFill>
                <a:latin typeface="微软雅黑"/>
                <a:cs typeface="微软雅黑"/>
              </a:rPr>
              <a:t>是</a:t>
            </a:r>
            <a:r>
              <a:rPr dirty="0" u="none" sz="2600" spc="-50">
                <a:solidFill>
                  <a:srgbClr val="000000"/>
                </a:solidFill>
                <a:latin typeface="微软雅黑"/>
                <a:cs typeface="微软雅黑"/>
              </a:rPr>
              <a:t>（</a:t>
            </a:r>
            <a:r>
              <a:rPr dirty="0" u="none" sz="2600">
                <a:solidFill>
                  <a:srgbClr val="000000"/>
                </a:solidFill>
                <a:latin typeface="微软雅黑"/>
                <a:cs typeface="微软雅黑"/>
              </a:rPr>
              <a:t>	</a:t>
            </a:r>
            <a:r>
              <a:rPr dirty="0" u="none" sz="2600" spc="-50">
                <a:solidFill>
                  <a:srgbClr val="000000"/>
                </a:solidFill>
                <a:latin typeface="微软雅黑"/>
                <a:cs typeface="微软雅黑"/>
              </a:rPr>
              <a:t>）</a:t>
            </a:r>
            <a:endParaRPr sz="2600">
              <a:latin typeface="微软雅黑"/>
              <a:cs typeface="微软雅黑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907794" y="2932557"/>
            <a:ext cx="423164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0">
                <a:latin typeface="微软雅黑"/>
                <a:cs typeface="微软雅黑"/>
              </a:rPr>
              <a:t>统一编址中内存访问指令不能操作</a:t>
            </a:r>
            <a:r>
              <a:rPr dirty="0" sz="2000" spc="-25">
                <a:latin typeface="微软雅黑"/>
                <a:cs typeface="微软雅黑"/>
              </a:rPr>
              <a:t>I/O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907794" y="3789934"/>
            <a:ext cx="46024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20">
                <a:latin typeface="微软雅黑"/>
                <a:cs typeface="微软雅黑"/>
              </a:rPr>
              <a:t>独立编址中容易与内存访问产生地址冲突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907794" y="4647438"/>
            <a:ext cx="56184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20">
                <a:latin typeface="微软雅黑"/>
                <a:cs typeface="微软雅黑"/>
              </a:rPr>
              <a:t>统一编址可能导致可用于物理内存的地址空间减少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907794" y="5504789"/>
            <a:ext cx="372046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">
                <a:latin typeface="微软雅黑"/>
                <a:cs typeface="微软雅黑"/>
              </a:rPr>
              <a:t>独立编址不需要用专门的</a:t>
            </a:r>
            <a:r>
              <a:rPr dirty="0" sz="2000" spc="-10">
                <a:latin typeface="微软雅黑"/>
                <a:cs typeface="微软雅黑"/>
              </a:rPr>
              <a:t>I/O</a:t>
            </a:r>
            <a:r>
              <a:rPr dirty="0" sz="2000" spc="-35">
                <a:latin typeface="微软雅黑"/>
                <a:cs typeface="微软雅黑"/>
              </a:rPr>
              <a:t>指令</a:t>
            </a:r>
            <a:endParaRPr sz="2000">
              <a:latin typeface="微软雅黑"/>
              <a:cs typeface="微软雅黑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1108075" y="2843276"/>
            <a:ext cx="527050" cy="527050"/>
            <a:chOff x="1108075" y="2843276"/>
            <a:chExt cx="527050" cy="527050"/>
          </a:xfrm>
        </p:grpSpPr>
        <p:sp>
          <p:nvSpPr>
            <p:cNvPr id="10" name="object 10" descr=""/>
            <p:cNvSpPr/>
            <p:nvPr/>
          </p:nvSpPr>
          <p:spPr>
            <a:xfrm>
              <a:off x="1114425" y="284962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57175" y="0"/>
                  </a:moveTo>
                  <a:lnTo>
                    <a:pt x="210946" y="4140"/>
                  </a:lnTo>
                  <a:lnTo>
                    <a:pt x="167437" y="16080"/>
                  </a:lnTo>
                  <a:lnTo>
                    <a:pt x="127372" y="35094"/>
                  </a:lnTo>
                  <a:lnTo>
                    <a:pt x="91479" y="60458"/>
                  </a:lnTo>
                  <a:lnTo>
                    <a:pt x="60483" y="91447"/>
                  </a:lnTo>
                  <a:lnTo>
                    <a:pt x="35111" y="127338"/>
                  </a:lnTo>
                  <a:lnTo>
                    <a:pt x="16089" y="167406"/>
                  </a:lnTo>
                  <a:lnTo>
                    <a:pt x="4143" y="210926"/>
                  </a:lnTo>
                  <a:lnTo>
                    <a:pt x="0" y="257175"/>
                  </a:lnTo>
                  <a:lnTo>
                    <a:pt x="4143" y="303389"/>
                  </a:lnTo>
                  <a:lnTo>
                    <a:pt x="16089" y="346892"/>
                  </a:lnTo>
                  <a:lnTo>
                    <a:pt x="35111" y="386954"/>
                  </a:lnTo>
                  <a:lnTo>
                    <a:pt x="60483" y="422849"/>
                  </a:lnTo>
                  <a:lnTo>
                    <a:pt x="91479" y="453849"/>
                  </a:lnTo>
                  <a:lnTo>
                    <a:pt x="127372" y="479227"/>
                  </a:lnTo>
                  <a:lnTo>
                    <a:pt x="167437" y="498254"/>
                  </a:lnTo>
                  <a:lnTo>
                    <a:pt x="210946" y="510204"/>
                  </a:lnTo>
                  <a:lnTo>
                    <a:pt x="257175" y="514350"/>
                  </a:lnTo>
                  <a:lnTo>
                    <a:pt x="303389" y="510204"/>
                  </a:lnTo>
                  <a:lnTo>
                    <a:pt x="346892" y="498254"/>
                  </a:lnTo>
                  <a:lnTo>
                    <a:pt x="386954" y="479227"/>
                  </a:lnTo>
                  <a:lnTo>
                    <a:pt x="422849" y="453849"/>
                  </a:lnTo>
                  <a:lnTo>
                    <a:pt x="453849" y="422849"/>
                  </a:lnTo>
                  <a:lnTo>
                    <a:pt x="479227" y="386954"/>
                  </a:lnTo>
                  <a:lnTo>
                    <a:pt x="498254" y="346892"/>
                  </a:lnTo>
                  <a:lnTo>
                    <a:pt x="510204" y="303389"/>
                  </a:lnTo>
                  <a:lnTo>
                    <a:pt x="514350" y="257175"/>
                  </a:lnTo>
                  <a:lnTo>
                    <a:pt x="510204" y="210926"/>
                  </a:lnTo>
                  <a:lnTo>
                    <a:pt x="498254" y="167406"/>
                  </a:lnTo>
                  <a:lnTo>
                    <a:pt x="479227" y="127338"/>
                  </a:lnTo>
                  <a:lnTo>
                    <a:pt x="453849" y="91447"/>
                  </a:lnTo>
                  <a:lnTo>
                    <a:pt x="422849" y="60458"/>
                  </a:lnTo>
                  <a:lnTo>
                    <a:pt x="386954" y="35094"/>
                  </a:lnTo>
                  <a:lnTo>
                    <a:pt x="346892" y="16080"/>
                  </a:lnTo>
                  <a:lnTo>
                    <a:pt x="303389" y="4140"/>
                  </a:lnTo>
                  <a:lnTo>
                    <a:pt x="257175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114425" y="284962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257175"/>
                  </a:moveTo>
                  <a:lnTo>
                    <a:pt x="4143" y="210926"/>
                  </a:lnTo>
                  <a:lnTo>
                    <a:pt x="16089" y="167406"/>
                  </a:lnTo>
                  <a:lnTo>
                    <a:pt x="35111" y="127338"/>
                  </a:lnTo>
                  <a:lnTo>
                    <a:pt x="60483" y="91447"/>
                  </a:lnTo>
                  <a:lnTo>
                    <a:pt x="91479" y="60458"/>
                  </a:lnTo>
                  <a:lnTo>
                    <a:pt x="127372" y="35094"/>
                  </a:lnTo>
                  <a:lnTo>
                    <a:pt x="167437" y="16080"/>
                  </a:lnTo>
                  <a:lnTo>
                    <a:pt x="210946" y="4140"/>
                  </a:lnTo>
                  <a:lnTo>
                    <a:pt x="257175" y="0"/>
                  </a:lnTo>
                  <a:lnTo>
                    <a:pt x="303389" y="4140"/>
                  </a:lnTo>
                  <a:lnTo>
                    <a:pt x="346892" y="16080"/>
                  </a:lnTo>
                  <a:lnTo>
                    <a:pt x="386954" y="35094"/>
                  </a:lnTo>
                  <a:lnTo>
                    <a:pt x="422849" y="60458"/>
                  </a:lnTo>
                  <a:lnTo>
                    <a:pt x="453849" y="91447"/>
                  </a:lnTo>
                  <a:lnTo>
                    <a:pt x="479227" y="127338"/>
                  </a:lnTo>
                  <a:lnTo>
                    <a:pt x="498254" y="167406"/>
                  </a:lnTo>
                  <a:lnTo>
                    <a:pt x="510204" y="210926"/>
                  </a:lnTo>
                  <a:lnTo>
                    <a:pt x="514350" y="257175"/>
                  </a:lnTo>
                  <a:lnTo>
                    <a:pt x="510204" y="303389"/>
                  </a:lnTo>
                  <a:lnTo>
                    <a:pt x="498254" y="346892"/>
                  </a:lnTo>
                  <a:lnTo>
                    <a:pt x="479227" y="386954"/>
                  </a:lnTo>
                  <a:lnTo>
                    <a:pt x="453849" y="422849"/>
                  </a:lnTo>
                  <a:lnTo>
                    <a:pt x="422849" y="453849"/>
                  </a:lnTo>
                  <a:lnTo>
                    <a:pt x="386954" y="479227"/>
                  </a:lnTo>
                  <a:lnTo>
                    <a:pt x="346892" y="498254"/>
                  </a:lnTo>
                  <a:lnTo>
                    <a:pt x="303389" y="510204"/>
                  </a:lnTo>
                  <a:lnTo>
                    <a:pt x="257175" y="514350"/>
                  </a:lnTo>
                  <a:lnTo>
                    <a:pt x="210946" y="510204"/>
                  </a:lnTo>
                  <a:lnTo>
                    <a:pt x="167437" y="498254"/>
                  </a:lnTo>
                  <a:lnTo>
                    <a:pt x="127372" y="479227"/>
                  </a:lnTo>
                  <a:lnTo>
                    <a:pt x="91479" y="453849"/>
                  </a:lnTo>
                  <a:lnTo>
                    <a:pt x="60483" y="422849"/>
                  </a:lnTo>
                  <a:lnTo>
                    <a:pt x="35111" y="386954"/>
                  </a:lnTo>
                  <a:lnTo>
                    <a:pt x="16089" y="346892"/>
                  </a:lnTo>
                  <a:lnTo>
                    <a:pt x="4143" y="303389"/>
                  </a:lnTo>
                  <a:lnTo>
                    <a:pt x="0" y="2571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1287907" y="2965195"/>
            <a:ext cx="16827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solidFill>
                  <a:srgbClr val="FFFFFF"/>
                </a:solidFill>
                <a:latin typeface="微软雅黑"/>
                <a:cs typeface="微软雅黑"/>
              </a:rPr>
              <a:t>A</a:t>
            </a:r>
            <a:endParaRPr sz="1600">
              <a:latin typeface="微软雅黑"/>
              <a:cs typeface="微软雅黑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1108075" y="3700526"/>
            <a:ext cx="527050" cy="527050"/>
            <a:chOff x="1108075" y="3700526"/>
            <a:chExt cx="527050" cy="527050"/>
          </a:xfrm>
        </p:grpSpPr>
        <p:sp>
          <p:nvSpPr>
            <p:cNvPr id="14" name="object 14" descr=""/>
            <p:cNvSpPr/>
            <p:nvPr/>
          </p:nvSpPr>
          <p:spPr>
            <a:xfrm>
              <a:off x="1114425" y="370687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57175" y="0"/>
                  </a:moveTo>
                  <a:lnTo>
                    <a:pt x="210946" y="4140"/>
                  </a:lnTo>
                  <a:lnTo>
                    <a:pt x="167437" y="16080"/>
                  </a:lnTo>
                  <a:lnTo>
                    <a:pt x="127372" y="35094"/>
                  </a:lnTo>
                  <a:lnTo>
                    <a:pt x="91479" y="60458"/>
                  </a:lnTo>
                  <a:lnTo>
                    <a:pt x="60483" y="91447"/>
                  </a:lnTo>
                  <a:lnTo>
                    <a:pt x="35111" y="127338"/>
                  </a:lnTo>
                  <a:lnTo>
                    <a:pt x="16089" y="167406"/>
                  </a:lnTo>
                  <a:lnTo>
                    <a:pt x="4143" y="210926"/>
                  </a:lnTo>
                  <a:lnTo>
                    <a:pt x="0" y="257175"/>
                  </a:lnTo>
                  <a:lnTo>
                    <a:pt x="4143" y="303389"/>
                  </a:lnTo>
                  <a:lnTo>
                    <a:pt x="16089" y="346892"/>
                  </a:lnTo>
                  <a:lnTo>
                    <a:pt x="35111" y="386954"/>
                  </a:lnTo>
                  <a:lnTo>
                    <a:pt x="60483" y="422849"/>
                  </a:lnTo>
                  <a:lnTo>
                    <a:pt x="91479" y="453849"/>
                  </a:lnTo>
                  <a:lnTo>
                    <a:pt x="127372" y="479227"/>
                  </a:lnTo>
                  <a:lnTo>
                    <a:pt x="167437" y="498254"/>
                  </a:lnTo>
                  <a:lnTo>
                    <a:pt x="210946" y="510204"/>
                  </a:lnTo>
                  <a:lnTo>
                    <a:pt x="257175" y="514350"/>
                  </a:lnTo>
                  <a:lnTo>
                    <a:pt x="303389" y="510204"/>
                  </a:lnTo>
                  <a:lnTo>
                    <a:pt x="346892" y="498254"/>
                  </a:lnTo>
                  <a:lnTo>
                    <a:pt x="386954" y="479227"/>
                  </a:lnTo>
                  <a:lnTo>
                    <a:pt x="422849" y="453849"/>
                  </a:lnTo>
                  <a:lnTo>
                    <a:pt x="453849" y="422849"/>
                  </a:lnTo>
                  <a:lnTo>
                    <a:pt x="479227" y="386954"/>
                  </a:lnTo>
                  <a:lnTo>
                    <a:pt x="498254" y="346892"/>
                  </a:lnTo>
                  <a:lnTo>
                    <a:pt x="510204" y="303389"/>
                  </a:lnTo>
                  <a:lnTo>
                    <a:pt x="514350" y="257175"/>
                  </a:lnTo>
                  <a:lnTo>
                    <a:pt x="510204" y="210926"/>
                  </a:lnTo>
                  <a:lnTo>
                    <a:pt x="498254" y="167406"/>
                  </a:lnTo>
                  <a:lnTo>
                    <a:pt x="479227" y="127338"/>
                  </a:lnTo>
                  <a:lnTo>
                    <a:pt x="453849" y="91447"/>
                  </a:lnTo>
                  <a:lnTo>
                    <a:pt x="422849" y="60458"/>
                  </a:lnTo>
                  <a:lnTo>
                    <a:pt x="386954" y="35094"/>
                  </a:lnTo>
                  <a:lnTo>
                    <a:pt x="346892" y="16080"/>
                  </a:lnTo>
                  <a:lnTo>
                    <a:pt x="303389" y="4140"/>
                  </a:lnTo>
                  <a:lnTo>
                    <a:pt x="257175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114425" y="370687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257175"/>
                  </a:moveTo>
                  <a:lnTo>
                    <a:pt x="4143" y="210926"/>
                  </a:lnTo>
                  <a:lnTo>
                    <a:pt x="16089" y="167406"/>
                  </a:lnTo>
                  <a:lnTo>
                    <a:pt x="35111" y="127338"/>
                  </a:lnTo>
                  <a:lnTo>
                    <a:pt x="60483" y="91447"/>
                  </a:lnTo>
                  <a:lnTo>
                    <a:pt x="91479" y="60458"/>
                  </a:lnTo>
                  <a:lnTo>
                    <a:pt x="127372" y="35094"/>
                  </a:lnTo>
                  <a:lnTo>
                    <a:pt x="167437" y="16080"/>
                  </a:lnTo>
                  <a:lnTo>
                    <a:pt x="210946" y="4140"/>
                  </a:lnTo>
                  <a:lnTo>
                    <a:pt x="257175" y="0"/>
                  </a:lnTo>
                  <a:lnTo>
                    <a:pt x="303389" y="4140"/>
                  </a:lnTo>
                  <a:lnTo>
                    <a:pt x="346892" y="16080"/>
                  </a:lnTo>
                  <a:lnTo>
                    <a:pt x="386954" y="35094"/>
                  </a:lnTo>
                  <a:lnTo>
                    <a:pt x="422849" y="60458"/>
                  </a:lnTo>
                  <a:lnTo>
                    <a:pt x="453849" y="91447"/>
                  </a:lnTo>
                  <a:lnTo>
                    <a:pt x="479227" y="127338"/>
                  </a:lnTo>
                  <a:lnTo>
                    <a:pt x="498254" y="167406"/>
                  </a:lnTo>
                  <a:lnTo>
                    <a:pt x="510204" y="210926"/>
                  </a:lnTo>
                  <a:lnTo>
                    <a:pt x="514350" y="257175"/>
                  </a:lnTo>
                  <a:lnTo>
                    <a:pt x="510204" y="303389"/>
                  </a:lnTo>
                  <a:lnTo>
                    <a:pt x="498254" y="346892"/>
                  </a:lnTo>
                  <a:lnTo>
                    <a:pt x="479227" y="386954"/>
                  </a:lnTo>
                  <a:lnTo>
                    <a:pt x="453849" y="422849"/>
                  </a:lnTo>
                  <a:lnTo>
                    <a:pt x="422849" y="453849"/>
                  </a:lnTo>
                  <a:lnTo>
                    <a:pt x="386954" y="479227"/>
                  </a:lnTo>
                  <a:lnTo>
                    <a:pt x="346892" y="498254"/>
                  </a:lnTo>
                  <a:lnTo>
                    <a:pt x="303389" y="510204"/>
                  </a:lnTo>
                  <a:lnTo>
                    <a:pt x="257175" y="514350"/>
                  </a:lnTo>
                  <a:lnTo>
                    <a:pt x="210946" y="510204"/>
                  </a:lnTo>
                  <a:lnTo>
                    <a:pt x="167437" y="498254"/>
                  </a:lnTo>
                  <a:lnTo>
                    <a:pt x="127372" y="479227"/>
                  </a:lnTo>
                  <a:lnTo>
                    <a:pt x="91479" y="453849"/>
                  </a:lnTo>
                  <a:lnTo>
                    <a:pt x="60483" y="422849"/>
                  </a:lnTo>
                  <a:lnTo>
                    <a:pt x="35111" y="386954"/>
                  </a:lnTo>
                  <a:lnTo>
                    <a:pt x="16089" y="346892"/>
                  </a:lnTo>
                  <a:lnTo>
                    <a:pt x="4143" y="303389"/>
                  </a:lnTo>
                  <a:lnTo>
                    <a:pt x="0" y="2571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1295527" y="3822572"/>
            <a:ext cx="1530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solidFill>
                  <a:srgbClr val="FFFFFF"/>
                </a:solidFill>
                <a:latin typeface="微软雅黑"/>
                <a:cs typeface="微软雅黑"/>
              </a:rPr>
              <a:t>B</a:t>
            </a:r>
            <a:endParaRPr sz="1600">
              <a:latin typeface="微软雅黑"/>
              <a:cs typeface="微软雅黑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1101725" y="4551426"/>
            <a:ext cx="539750" cy="539750"/>
            <a:chOff x="1101725" y="4551426"/>
            <a:chExt cx="539750" cy="539750"/>
          </a:xfrm>
        </p:grpSpPr>
        <p:sp>
          <p:nvSpPr>
            <p:cNvPr id="18" name="object 18" descr=""/>
            <p:cNvSpPr/>
            <p:nvPr/>
          </p:nvSpPr>
          <p:spPr>
            <a:xfrm>
              <a:off x="1114425" y="456412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57175" y="0"/>
                  </a:moveTo>
                  <a:lnTo>
                    <a:pt x="210946" y="4140"/>
                  </a:lnTo>
                  <a:lnTo>
                    <a:pt x="167437" y="16080"/>
                  </a:lnTo>
                  <a:lnTo>
                    <a:pt x="127372" y="35094"/>
                  </a:lnTo>
                  <a:lnTo>
                    <a:pt x="91479" y="60458"/>
                  </a:lnTo>
                  <a:lnTo>
                    <a:pt x="60483" y="91447"/>
                  </a:lnTo>
                  <a:lnTo>
                    <a:pt x="35111" y="127338"/>
                  </a:lnTo>
                  <a:lnTo>
                    <a:pt x="16089" y="167406"/>
                  </a:lnTo>
                  <a:lnTo>
                    <a:pt x="4143" y="210926"/>
                  </a:lnTo>
                  <a:lnTo>
                    <a:pt x="0" y="257175"/>
                  </a:lnTo>
                  <a:lnTo>
                    <a:pt x="4143" y="303389"/>
                  </a:lnTo>
                  <a:lnTo>
                    <a:pt x="16089" y="346892"/>
                  </a:lnTo>
                  <a:lnTo>
                    <a:pt x="35111" y="386954"/>
                  </a:lnTo>
                  <a:lnTo>
                    <a:pt x="60483" y="422849"/>
                  </a:lnTo>
                  <a:lnTo>
                    <a:pt x="91479" y="453849"/>
                  </a:lnTo>
                  <a:lnTo>
                    <a:pt x="127372" y="479227"/>
                  </a:lnTo>
                  <a:lnTo>
                    <a:pt x="167437" y="498254"/>
                  </a:lnTo>
                  <a:lnTo>
                    <a:pt x="210946" y="510204"/>
                  </a:lnTo>
                  <a:lnTo>
                    <a:pt x="257175" y="514350"/>
                  </a:lnTo>
                  <a:lnTo>
                    <a:pt x="303389" y="510204"/>
                  </a:lnTo>
                  <a:lnTo>
                    <a:pt x="346892" y="498254"/>
                  </a:lnTo>
                  <a:lnTo>
                    <a:pt x="386954" y="479227"/>
                  </a:lnTo>
                  <a:lnTo>
                    <a:pt x="422849" y="453849"/>
                  </a:lnTo>
                  <a:lnTo>
                    <a:pt x="453849" y="422849"/>
                  </a:lnTo>
                  <a:lnTo>
                    <a:pt x="479227" y="386954"/>
                  </a:lnTo>
                  <a:lnTo>
                    <a:pt x="498254" y="346892"/>
                  </a:lnTo>
                  <a:lnTo>
                    <a:pt x="510204" y="303389"/>
                  </a:lnTo>
                  <a:lnTo>
                    <a:pt x="514350" y="257175"/>
                  </a:lnTo>
                  <a:lnTo>
                    <a:pt x="510204" y="210926"/>
                  </a:lnTo>
                  <a:lnTo>
                    <a:pt x="498254" y="167406"/>
                  </a:lnTo>
                  <a:lnTo>
                    <a:pt x="479227" y="127338"/>
                  </a:lnTo>
                  <a:lnTo>
                    <a:pt x="453849" y="91447"/>
                  </a:lnTo>
                  <a:lnTo>
                    <a:pt x="422849" y="60458"/>
                  </a:lnTo>
                  <a:lnTo>
                    <a:pt x="386954" y="35094"/>
                  </a:lnTo>
                  <a:lnTo>
                    <a:pt x="346892" y="16080"/>
                  </a:lnTo>
                  <a:lnTo>
                    <a:pt x="303389" y="4140"/>
                  </a:lnTo>
                  <a:lnTo>
                    <a:pt x="257175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114425" y="456412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257175"/>
                  </a:moveTo>
                  <a:lnTo>
                    <a:pt x="4143" y="210926"/>
                  </a:lnTo>
                  <a:lnTo>
                    <a:pt x="16089" y="167406"/>
                  </a:lnTo>
                  <a:lnTo>
                    <a:pt x="35111" y="127338"/>
                  </a:lnTo>
                  <a:lnTo>
                    <a:pt x="60483" y="91447"/>
                  </a:lnTo>
                  <a:lnTo>
                    <a:pt x="91479" y="60458"/>
                  </a:lnTo>
                  <a:lnTo>
                    <a:pt x="127372" y="35094"/>
                  </a:lnTo>
                  <a:lnTo>
                    <a:pt x="167437" y="16080"/>
                  </a:lnTo>
                  <a:lnTo>
                    <a:pt x="210946" y="4140"/>
                  </a:lnTo>
                  <a:lnTo>
                    <a:pt x="257175" y="0"/>
                  </a:lnTo>
                  <a:lnTo>
                    <a:pt x="303389" y="4140"/>
                  </a:lnTo>
                  <a:lnTo>
                    <a:pt x="346892" y="16080"/>
                  </a:lnTo>
                  <a:lnTo>
                    <a:pt x="386954" y="35094"/>
                  </a:lnTo>
                  <a:lnTo>
                    <a:pt x="422849" y="60458"/>
                  </a:lnTo>
                  <a:lnTo>
                    <a:pt x="453849" y="91447"/>
                  </a:lnTo>
                  <a:lnTo>
                    <a:pt x="479227" y="127338"/>
                  </a:lnTo>
                  <a:lnTo>
                    <a:pt x="498254" y="167406"/>
                  </a:lnTo>
                  <a:lnTo>
                    <a:pt x="510204" y="210926"/>
                  </a:lnTo>
                  <a:lnTo>
                    <a:pt x="514350" y="257175"/>
                  </a:lnTo>
                  <a:lnTo>
                    <a:pt x="510204" y="303389"/>
                  </a:lnTo>
                  <a:lnTo>
                    <a:pt x="498254" y="346892"/>
                  </a:lnTo>
                  <a:lnTo>
                    <a:pt x="479227" y="386954"/>
                  </a:lnTo>
                  <a:lnTo>
                    <a:pt x="453849" y="422849"/>
                  </a:lnTo>
                  <a:lnTo>
                    <a:pt x="422849" y="453849"/>
                  </a:lnTo>
                  <a:lnTo>
                    <a:pt x="386954" y="479227"/>
                  </a:lnTo>
                  <a:lnTo>
                    <a:pt x="346892" y="498254"/>
                  </a:lnTo>
                  <a:lnTo>
                    <a:pt x="303389" y="510204"/>
                  </a:lnTo>
                  <a:lnTo>
                    <a:pt x="257175" y="514350"/>
                  </a:lnTo>
                  <a:lnTo>
                    <a:pt x="210946" y="510204"/>
                  </a:lnTo>
                  <a:lnTo>
                    <a:pt x="167437" y="498254"/>
                  </a:lnTo>
                  <a:lnTo>
                    <a:pt x="127372" y="479227"/>
                  </a:lnTo>
                  <a:lnTo>
                    <a:pt x="91479" y="453849"/>
                  </a:lnTo>
                  <a:lnTo>
                    <a:pt x="60483" y="422849"/>
                  </a:lnTo>
                  <a:lnTo>
                    <a:pt x="35111" y="386954"/>
                  </a:lnTo>
                  <a:lnTo>
                    <a:pt x="16089" y="346892"/>
                  </a:lnTo>
                  <a:lnTo>
                    <a:pt x="4143" y="303389"/>
                  </a:lnTo>
                  <a:lnTo>
                    <a:pt x="0" y="257175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1290955" y="4679645"/>
            <a:ext cx="16129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solidFill>
                  <a:srgbClr val="FFFFFF"/>
                </a:solidFill>
                <a:latin typeface="微软雅黑"/>
                <a:cs typeface="微软雅黑"/>
              </a:rPr>
              <a:t>C</a:t>
            </a:r>
            <a:endParaRPr sz="1600">
              <a:latin typeface="微软雅黑"/>
              <a:cs typeface="微软雅黑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1108075" y="5415026"/>
            <a:ext cx="527050" cy="527050"/>
            <a:chOff x="1108075" y="5415026"/>
            <a:chExt cx="527050" cy="527050"/>
          </a:xfrm>
        </p:grpSpPr>
        <p:sp>
          <p:nvSpPr>
            <p:cNvPr id="22" name="object 22" descr=""/>
            <p:cNvSpPr/>
            <p:nvPr/>
          </p:nvSpPr>
          <p:spPr>
            <a:xfrm>
              <a:off x="1114425" y="542137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57175" y="0"/>
                  </a:moveTo>
                  <a:lnTo>
                    <a:pt x="210946" y="4140"/>
                  </a:lnTo>
                  <a:lnTo>
                    <a:pt x="167437" y="16079"/>
                  </a:lnTo>
                  <a:lnTo>
                    <a:pt x="127372" y="35091"/>
                  </a:lnTo>
                  <a:lnTo>
                    <a:pt x="91479" y="60452"/>
                  </a:lnTo>
                  <a:lnTo>
                    <a:pt x="60483" y="91436"/>
                  </a:lnTo>
                  <a:lnTo>
                    <a:pt x="35111" y="127319"/>
                  </a:lnTo>
                  <a:lnTo>
                    <a:pt x="16089" y="167376"/>
                  </a:lnTo>
                  <a:lnTo>
                    <a:pt x="4143" y="210882"/>
                  </a:lnTo>
                  <a:lnTo>
                    <a:pt x="0" y="257111"/>
                  </a:lnTo>
                  <a:lnTo>
                    <a:pt x="4143" y="303339"/>
                  </a:lnTo>
                  <a:lnTo>
                    <a:pt x="16089" y="346849"/>
                  </a:lnTo>
                  <a:lnTo>
                    <a:pt x="35111" y="386913"/>
                  </a:lnTo>
                  <a:lnTo>
                    <a:pt x="60483" y="422807"/>
                  </a:lnTo>
                  <a:lnTo>
                    <a:pt x="91479" y="453803"/>
                  </a:lnTo>
                  <a:lnTo>
                    <a:pt x="127372" y="479175"/>
                  </a:lnTo>
                  <a:lnTo>
                    <a:pt x="167437" y="498197"/>
                  </a:lnTo>
                  <a:lnTo>
                    <a:pt x="210946" y="510143"/>
                  </a:lnTo>
                  <a:lnTo>
                    <a:pt x="257175" y="514286"/>
                  </a:lnTo>
                  <a:lnTo>
                    <a:pt x="303389" y="510143"/>
                  </a:lnTo>
                  <a:lnTo>
                    <a:pt x="346892" y="498197"/>
                  </a:lnTo>
                  <a:lnTo>
                    <a:pt x="386954" y="479175"/>
                  </a:lnTo>
                  <a:lnTo>
                    <a:pt x="422849" y="453803"/>
                  </a:lnTo>
                  <a:lnTo>
                    <a:pt x="453849" y="422807"/>
                  </a:lnTo>
                  <a:lnTo>
                    <a:pt x="479227" y="386913"/>
                  </a:lnTo>
                  <a:lnTo>
                    <a:pt x="498254" y="346849"/>
                  </a:lnTo>
                  <a:lnTo>
                    <a:pt x="510204" y="303339"/>
                  </a:lnTo>
                  <a:lnTo>
                    <a:pt x="514350" y="257111"/>
                  </a:lnTo>
                  <a:lnTo>
                    <a:pt x="510204" y="210882"/>
                  </a:lnTo>
                  <a:lnTo>
                    <a:pt x="498254" y="167376"/>
                  </a:lnTo>
                  <a:lnTo>
                    <a:pt x="479227" y="127319"/>
                  </a:lnTo>
                  <a:lnTo>
                    <a:pt x="453849" y="91436"/>
                  </a:lnTo>
                  <a:lnTo>
                    <a:pt x="422849" y="60452"/>
                  </a:lnTo>
                  <a:lnTo>
                    <a:pt x="386954" y="35091"/>
                  </a:lnTo>
                  <a:lnTo>
                    <a:pt x="346892" y="16079"/>
                  </a:lnTo>
                  <a:lnTo>
                    <a:pt x="303389" y="4140"/>
                  </a:lnTo>
                  <a:lnTo>
                    <a:pt x="257175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114425" y="542137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257111"/>
                  </a:moveTo>
                  <a:lnTo>
                    <a:pt x="4143" y="210882"/>
                  </a:lnTo>
                  <a:lnTo>
                    <a:pt x="16089" y="167376"/>
                  </a:lnTo>
                  <a:lnTo>
                    <a:pt x="35111" y="127319"/>
                  </a:lnTo>
                  <a:lnTo>
                    <a:pt x="60483" y="91436"/>
                  </a:lnTo>
                  <a:lnTo>
                    <a:pt x="91479" y="60452"/>
                  </a:lnTo>
                  <a:lnTo>
                    <a:pt x="127372" y="35091"/>
                  </a:lnTo>
                  <a:lnTo>
                    <a:pt x="167437" y="16079"/>
                  </a:lnTo>
                  <a:lnTo>
                    <a:pt x="210946" y="4140"/>
                  </a:lnTo>
                  <a:lnTo>
                    <a:pt x="257175" y="0"/>
                  </a:lnTo>
                  <a:lnTo>
                    <a:pt x="303389" y="4140"/>
                  </a:lnTo>
                  <a:lnTo>
                    <a:pt x="346892" y="16079"/>
                  </a:lnTo>
                  <a:lnTo>
                    <a:pt x="386954" y="35091"/>
                  </a:lnTo>
                  <a:lnTo>
                    <a:pt x="422849" y="60452"/>
                  </a:lnTo>
                  <a:lnTo>
                    <a:pt x="453849" y="91436"/>
                  </a:lnTo>
                  <a:lnTo>
                    <a:pt x="479227" y="127319"/>
                  </a:lnTo>
                  <a:lnTo>
                    <a:pt x="498254" y="167376"/>
                  </a:lnTo>
                  <a:lnTo>
                    <a:pt x="510204" y="210882"/>
                  </a:lnTo>
                  <a:lnTo>
                    <a:pt x="514350" y="257111"/>
                  </a:lnTo>
                  <a:lnTo>
                    <a:pt x="510204" y="303339"/>
                  </a:lnTo>
                  <a:lnTo>
                    <a:pt x="498254" y="346849"/>
                  </a:lnTo>
                  <a:lnTo>
                    <a:pt x="479227" y="386913"/>
                  </a:lnTo>
                  <a:lnTo>
                    <a:pt x="453849" y="422807"/>
                  </a:lnTo>
                  <a:lnTo>
                    <a:pt x="422849" y="453803"/>
                  </a:lnTo>
                  <a:lnTo>
                    <a:pt x="386954" y="479175"/>
                  </a:lnTo>
                  <a:lnTo>
                    <a:pt x="346892" y="498197"/>
                  </a:lnTo>
                  <a:lnTo>
                    <a:pt x="303389" y="510143"/>
                  </a:lnTo>
                  <a:lnTo>
                    <a:pt x="257175" y="514286"/>
                  </a:lnTo>
                  <a:lnTo>
                    <a:pt x="210946" y="510143"/>
                  </a:lnTo>
                  <a:lnTo>
                    <a:pt x="167437" y="498197"/>
                  </a:lnTo>
                  <a:lnTo>
                    <a:pt x="127372" y="479175"/>
                  </a:lnTo>
                  <a:lnTo>
                    <a:pt x="91479" y="453803"/>
                  </a:lnTo>
                  <a:lnTo>
                    <a:pt x="60483" y="422807"/>
                  </a:lnTo>
                  <a:lnTo>
                    <a:pt x="35111" y="386913"/>
                  </a:lnTo>
                  <a:lnTo>
                    <a:pt x="16089" y="346849"/>
                  </a:lnTo>
                  <a:lnTo>
                    <a:pt x="4143" y="303339"/>
                  </a:lnTo>
                  <a:lnTo>
                    <a:pt x="0" y="257111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1281811" y="5537708"/>
            <a:ext cx="18034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solidFill>
                  <a:srgbClr val="FFFFFF"/>
                </a:solidFill>
                <a:latin typeface="微软雅黑"/>
                <a:cs typeface="微软雅黑"/>
              </a:rPr>
              <a:t>D</a:t>
            </a:r>
            <a:endParaRPr sz="1600">
              <a:latin typeface="微软雅黑"/>
              <a:cs typeface="微软雅黑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6208776" y="5981700"/>
            <a:ext cx="1581150" cy="449580"/>
            <a:chOff x="6208776" y="5981700"/>
            <a:chExt cx="1581150" cy="449580"/>
          </a:xfrm>
        </p:grpSpPr>
        <p:sp>
          <p:nvSpPr>
            <p:cNvPr id="26" name="object 26" descr=""/>
            <p:cNvSpPr/>
            <p:nvPr/>
          </p:nvSpPr>
          <p:spPr>
            <a:xfrm>
              <a:off x="6227826" y="6000750"/>
              <a:ext cx="1543050" cy="411480"/>
            </a:xfrm>
            <a:custGeom>
              <a:avLst/>
              <a:gdLst/>
              <a:ahLst/>
              <a:cxnLst/>
              <a:rect l="l" t="t" r="r" b="b"/>
              <a:pathLst>
                <a:path w="1543050" h="411479">
                  <a:moveTo>
                    <a:pt x="1474470" y="0"/>
                  </a:moveTo>
                  <a:lnTo>
                    <a:pt x="68452" y="0"/>
                  </a:lnTo>
                  <a:lnTo>
                    <a:pt x="41790" y="5385"/>
                  </a:lnTo>
                  <a:lnTo>
                    <a:pt x="20034" y="20072"/>
                  </a:lnTo>
                  <a:lnTo>
                    <a:pt x="5373" y="41855"/>
                  </a:lnTo>
                  <a:lnTo>
                    <a:pt x="0" y="68529"/>
                  </a:lnTo>
                  <a:lnTo>
                    <a:pt x="0" y="342633"/>
                  </a:lnTo>
                  <a:lnTo>
                    <a:pt x="5373" y="369307"/>
                  </a:lnTo>
                  <a:lnTo>
                    <a:pt x="20034" y="391090"/>
                  </a:lnTo>
                  <a:lnTo>
                    <a:pt x="41790" y="405776"/>
                  </a:lnTo>
                  <a:lnTo>
                    <a:pt x="68452" y="411162"/>
                  </a:lnTo>
                  <a:lnTo>
                    <a:pt x="1474470" y="411162"/>
                  </a:lnTo>
                  <a:lnTo>
                    <a:pt x="1501151" y="405776"/>
                  </a:lnTo>
                  <a:lnTo>
                    <a:pt x="1522952" y="391090"/>
                  </a:lnTo>
                  <a:lnTo>
                    <a:pt x="1537656" y="369307"/>
                  </a:lnTo>
                  <a:lnTo>
                    <a:pt x="1543050" y="342633"/>
                  </a:lnTo>
                  <a:lnTo>
                    <a:pt x="1543050" y="68529"/>
                  </a:lnTo>
                  <a:lnTo>
                    <a:pt x="1537656" y="41855"/>
                  </a:lnTo>
                  <a:lnTo>
                    <a:pt x="1522952" y="20072"/>
                  </a:lnTo>
                  <a:lnTo>
                    <a:pt x="1501151" y="5385"/>
                  </a:lnTo>
                  <a:lnTo>
                    <a:pt x="1474470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6227826" y="6000750"/>
              <a:ext cx="1543050" cy="411480"/>
            </a:xfrm>
            <a:custGeom>
              <a:avLst/>
              <a:gdLst/>
              <a:ahLst/>
              <a:cxnLst/>
              <a:rect l="l" t="t" r="r" b="b"/>
              <a:pathLst>
                <a:path w="1543050" h="411479">
                  <a:moveTo>
                    <a:pt x="0" y="68529"/>
                  </a:moveTo>
                  <a:lnTo>
                    <a:pt x="5373" y="41855"/>
                  </a:lnTo>
                  <a:lnTo>
                    <a:pt x="20034" y="20072"/>
                  </a:lnTo>
                  <a:lnTo>
                    <a:pt x="41790" y="5385"/>
                  </a:lnTo>
                  <a:lnTo>
                    <a:pt x="68452" y="0"/>
                  </a:lnTo>
                  <a:lnTo>
                    <a:pt x="1474470" y="0"/>
                  </a:lnTo>
                  <a:lnTo>
                    <a:pt x="1501151" y="5385"/>
                  </a:lnTo>
                  <a:lnTo>
                    <a:pt x="1522952" y="20072"/>
                  </a:lnTo>
                  <a:lnTo>
                    <a:pt x="1537656" y="41855"/>
                  </a:lnTo>
                  <a:lnTo>
                    <a:pt x="1543050" y="68529"/>
                  </a:lnTo>
                  <a:lnTo>
                    <a:pt x="1543050" y="342633"/>
                  </a:lnTo>
                  <a:lnTo>
                    <a:pt x="1537656" y="369307"/>
                  </a:lnTo>
                  <a:lnTo>
                    <a:pt x="1522952" y="391090"/>
                  </a:lnTo>
                  <a:lnTo>
                    <a:pt x="1501151" y="405776"/>
                  </a:lnTo>
                  <a:lnTo>
                    <a:pt x="1474470" y="411162"/>
                  </a:lnTo>
                  <a:lnTo>
                    <a:pt x="68452" y="411162"/>
                  </a:lnTo>
                  <a:lnTo>
                    <a:pt x="41790" y="405776"/>
                  </a:lnTo>
                  <a:lnTo>
                    <a:pt x="20034" y="391090"/>
                  </a:lnTo>
                  <a:lnTo>
                    <a:pt x="5373" y="369307"/>
                  </a:lnTo>
                  <a:lnTo>
                    <a:pt x="0" y="342633"/>
                  </a:lnTo>
                  <a:lnTo>
                    <a:pt x="0" y="68529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6785229" y="6065621"/>
            <a:ext cx="43116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40">
                <a:solidFill>
                  <a:srgbClr val="FFFFFF"/>
                </a:solidFill>
                <a:latin typeface="微软雅黑"/>
                <a:cs typeface="微软雅黑"/>
              </a:rPr>
              <a:t>提交</a:t>
            </a:r>
            <a:endParaRPr sz="1600">
              <a:latin typeface="微软雅黑"/>
              <a:cs typeface="微软雅黑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30" name="object 30" descr=""/>
            <p:cNvSpPr/>
            <p:nvPr/>
          </p:nvSpPr>
          <p:spPr>
            <a:xfrm>
              <a:off x="190500" y="0"/>
              <a:ext cx="8953500" cy="635000"/>
            </a:xfrm>
            <a:custGeom>
              <a:avLst/>
              <a:gdLst/>
              <a:ahLst/>
              <a:cxnLst/>
              <a:rect l="l" t="t" r="r" b="b"/>
              <a:pathLst>
                <a:path w="8953500" h="635000">
                  <a:moveTo>
                    <a:pt x="0" y="635000"/>
                  </a:moveTo>
                  <a:lnTo>
                    <a:pt x="8953500" y="635000"/>
                  </a:lnTo>
                  <a:lnTo>
                    <a:pt x="8953500" y="0"/>
                  </a:lnTo>
                  <a:lnTo>
                    <a:pt x="0" y="0"/>
                  </a:lnTo>
                  <a:lnTo>
                    <a:pt x="0" y="635000"/>
                  </a:lnTo>
                  <a:close/>
                </a:path>
              </a:pathLst>
            </a:custGeom>
            <a:solidFill>
              <a:srgbClr val="F6F7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0" y="0"/>
              <a:ext cx="190500" cy="635000"/>
            </a:xfrm>
            <a:custGeom>
              <a:avLst/>
              <a:gdLst/>
              <a:ahLst/>
              <a:cxnLst/>
              <a:rect l="l" t="t" r="r" b="b"/>
              <a:pathLst>
                <a:path w="190500" h="635000">
                  <a:moveTo>
                    <a:pt x="190500" y="0"/>
                  </a:moveTo>
                  <a:lnTo>
                    <a:pt x="0" y="0"/>
                  </a:lnTo>
                  <a:lnTo>
                    <a:pt x="0" y="635000"/>
                  </a:lnTo>
                  <a:lnTo>
                    <a:pt x="190500" y="635000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629EF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 descr=""/>
          <p:cNvSpPr txBox="1"/>
          <p:nvPr/>
        </p:nvSpPr>
        <p:spPr>
          <a:xfrm>
            <a:off x="332943" y="93090"/>
            <a:ext cx="1017905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spc="-20">
                <a:latin typeface="微软雅黑"/>
                <a:cs typeface="微软雅黑"/>
              </a:rPr>
              <a:t>单选题</a:t>
            </a:r>
            <a:endParaRPr sz="2600">
              <a:latin typeface="微软雅黑"/>
              <a:cs typeface="微软雅黑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1604899" y="187578"/>
            <a:ext cx="429259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808080"/>
                </a:solidFill>
                <a:latin typeface="微软雅黑"/>
                <a:cs typeface="微软雅黑"/>
              </a:rPr>
              <a:t>1</a:t>
            </a:r>
            <a:r>
              <a:rPr dirty="0" sz="2000" spc="-50">
                <a:solidFill>
                  <a:srgbClr val="808080"/>
                </a:solidFill>
                <a:latin typeface="微软雅黑"/>
                <a:cs typeface="微软雅黑"/>
              </a:rPr>
              <a:t>分</a:t>
            </a:r>
            <a:endParaRPr sz="2000">
              <a:latin typeface="微软雅黑"/>
              <a:cs typeface="微软雅黑"/>
            </a:endParaRPr>
          </a:p>
        </p:txBody>
      </p:sp>
      <p:pic>
        <p:nvPicPr>
          <p:cNvPr id="34" name="object 3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53605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34809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15" b="1">
                <a:solidFill>
                  <a:srgbClr val="40458B"/>
                </a:solidFill>
                <a:latin typeface="宋体"/>
                <a:cs typeface="宋体"/>
              </a:rPr>
              <a:t>70/81</a:t>
            </a:r>
            <a:endParaRPr baseline="1736" sz="2400">
              <a:latin typeface="宋体"/>
              <a:cs typeface="宋体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1555750" y="549275"/>
            <a:ext cx="7588250" cy="0"/>
          </a:xfrm>
          <a:custGeom>
            <a:avLst/>
            <a:gdLst/>
            <a:ahLst/>
            <a:cxnLst/>
            <a:rect l="l" t="t" r="r" b="b"/>
            <a:pathLst>
              <a:path w="7588250" h="0">
                <a:moveTo>
                  <a:pt x="0" y="0"/>
                </a:moveTo>
                <a:lnTo>
                  <a:pt x="7588250" y="0"/>
                </a:lnTo>
              </a:path>
            </a:pathLst>
          </a:custGeom>
          <a:ln w="38100">
            <a:solidFill>
              <a:srgbClr val="2C44A3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119062" y="188976"/>
            <a:ext cx="1437005" cy="274955"/>
            <a:chOff x="119062" y="188976"/>
            <a:chExt cx="1437005" cy="274955"/>
          </a:xfrm>
        </p:grpSpPr>
        <p:sp>
          <p:nvSpPr>
            <p:cNvPr id="5" name="object 5" descr=""/>
            <p:cNvSpPr/>
            <p:nvPr/>
          </p:nvSpPr>
          <p:spPr>
            <a:xfrm>
              <a:off x="119062" y="188976"/>
              <a:ext cx="499745" cy="274955"/>
            </a:xfrm>
            <a:custGeom>
              <a:avLst/>
              <a:gdLst/>
              <a:ahLst/>
              <a:cxnLst/>
              <a:rect l="l" t="t" r="r" b="b"/>
              <a:pathLst>
                <a:path w="499745" h="274955">
                  <a:moveTo>
                    <a:pt x="119837" y="0"/>
                  </a:moveTo>
                  <a:lnTo>
                    <a:pt x="4993" y="41528"/>
                  </a:lnTo>
                  <a:lnTo>
                    <a:pt x="264655" y="135508"/>
                  </a:lnTo>
                  <a:lnTo>
                    <a:pt x="0" y="231266"/>
                  </a:lnTo>
                  <a:lnTo>
                    <a:pt x="119837" y="274574"/>
                  </a:lnTo>
                  <a:lnTo>
                    <a:pt x="499338" y="137287"/>
                  </a:lnTo>
                  <a:lnTo>
                    <a:pt x="119837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85546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9621" y="0"/>
                  </a:moveTo>
                  <a:lnTo>
                    <a:pt x="4991" y="41528"/>
                  </a:lnTo>
                  <a:lnTo>
                    <a:pt x="264147" y="135508"/>
                  </a:lnTo>
                  <a:lnTo>
                    <a:pt x="0" y="231266"/>
                  </a:lnTo>
                  <a:lnTo>
                    <a:pt x="119621" y="274574"/>
                  </a:lnTo>
                  <a:lnTo>
                    <a:pt x="497141" y="137287"/>
                  </a:lnTo>
                  <a:lnTo>
                    <a:pt x="119621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058608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8363" y="0"/>
                  </a:moveTo>
                  <a:lnTo>
                    <a:pt x="4978" y="41528"/>
                  </a:lnTo>
                  <a:lnTo>
                    <a:pt x="264096" y="135508"/>
                  </a:lnTo>
                  <a:lnTo>
                    <a:pt x="0" y="231266"/>
                  </a:lnTo>
                  <a:lnTo>
                    <a:pt x="118363" y="274574"/>
                  </a:lnTo>
                  <a:lnTo>
                    <a:pt x="497141" y="137287"/>
                  </a:lnTo>
                  <a:lnTo>
                    <a:pt x="118363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151379" y="66547"/>
            <a:ext cx="17399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065" algn="l"/>
                <a:tab pos="1345565" algn="l"/>
              </a:tabLst>
            </a:pPr>
            <a:r>
              <a:rPr dirty="0" u="none" spc="-25"/>
              <a:t>8.4</a:t>
            </a:r>
            <a:r>
              <a:rPr dirty="0" u="none"/>
              <a:t>	</a:t>
            </a:r>
            <a:r>
              <a:rPr dirty="0" u="none" spc="-50"/>
              <a:t>总</a:t>
            </a:r>
            <a:r>
              <a:rPr dirty="0" u="none"/>
              <a:t>	</a:t>
            </a:r>
            <a:r>
              <a:rPr dirty="0" u="none" spc="-50"/>
              <a:t>线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258267" y="526462"/>
            <a:ext cx="8136255" cy="4958080"/>
          </a:xfrm>
          <a:prstGeom prst="rect">
            <a:avLst/>
          </a:prstGeom>
        </p:spPr>
        <p:txBody>
          <a:bodyPr wrap="square" lIns="0" tIns="164465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295"/>
              </a:spcBef>
              <a:buClr>
                <a:srgbClr val="40458B"/>
              </a:buClr>
              <a:buAutoNum type="arabicPeriod" startAt="4"/>
              <a:tabLst>
                <a:tab pos="469265" algn="l"/>
              </a:tabLst>
            </a:pPr>
            <a:r>
              <a:rPr dirty="0" sz="2400">
                <a:solidFill>
                  <a:srgbClr val="E14B04"/>
                </a:solidFill>
                <a:latin typeface="黑体"/>
                <a:cs typeface="黑体"/>
              </a:rPr>
              <a:t>CPU与外部设备进行输入/输出的方式可分为4</a:t>
            </a:r>
            <a:r>
              <a:rPr dirty="0" sz="2400" spc="-50">
                <a:solidFill>
                  <a:srgbClr val="E14B04"/>
                </a:solidFill>
                <a:latin typeface="黑体"/>
                <a:cs typeface="黑体"/>
              </a:rPr>
              <a:t>种</a:t>
            </a:r>
            <a:endParaRPr sz="2400">
              <a:latin typeface="黑体"/>
              <a:cs typeface="黑体"/>
            </a:endParaRPr>
          </a:p>
          <a:p>
            <a:pPr lvl="1" marL="1099185" indent="-457200">
              <a:lnSpc>
                <a:spcPct val="100000"/>
              </a:lnSpc>
              <a:spcBef>
                <a:spcPts val="1090"/>
              </a:spcBef>
              <a:buSzPct val="88636"/>
              <a:buFont typeface="Wingdings"/>
              <a:buChar char=""/>
              <a:tabLst>
                <a:tab pos="1099185" algn="l"/>
              </a:tabLst>
            </a:pP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程序查询</a:t>
            </a:r>
            <a:endParaRPr sz="2200">
              <a:latin typeface="黑体"/>
              <a:cs typeface="黑体"/>
            </a:endParaRPr>
          </a:p>
          <a:p>
            <a:pPr lvl="2" marL="1673860" indent="-457200">
              <a:lnSpc>
                <a:spcPct val="100000"/>
              </a:lnSpc>
              <a:spcBef>
                <a:spcPts val="925"/>
              </a:spcBef>
              <a:buClr>
                <a:srgbClr val="006600"/>
              </a:buClr>
              <a:buSzPct val="63888"/>
              <a:buFont typeface="Wingdings"/>
              <a:buChar char=""/>
              <a:tabLst>
                <a:tab pos="1673860" algn="l"/>
              </a:tabLst>
            </a:pPr>
            <a:r>
              <a:rPr dirty="0" sz="1800" b="1">
                <a:solidFill>
                  <a:srgbClr val="006FC0"/>
                </a:solidFill>
                <a:latin typeface="Tahoma"/>
                <a:cs typeface="Tahoma"/>
              </a:rPr>
              <a:t>CPU</a:t>
            </a:r>
            <a:r>
              <a:rPr dirty="0" sz="1800" spc="-10" b="1">
                <a:solidFill>
                  <a:srgbClr val="006FC0"/>
                </a:solidFill>
                <a:latin typeface="宋体"/>
                <a:cs typeface="宋体"/>
              </a:rPr>
              <a:t>持续不断地读取</a:t>
            </a:r>
            <a:r>
              <a:rPr dirty="0" sz="1800" spc="-10" b="1">
                <a:solidFill>
                  <a:srgbClr val="006FC0"/>
                </a:solidFill>
                <a:latin typeface="Tahoma"/>
                <a:cs typeface="Tahoma"/>
              </a:rPr>
              <a:t>I/O</a:t>
            </a:r>
            <a:r>
              <a:rPr dirty="0" sz="1800" spc="-15" b="1">
                <a:solidFill>
                  <a:srgbClr val="006FC0"/>
                </a:solidFill>
                <a:latin typeface="宋体"/>
                <a:cs typeface="宋体"/>
              </a:rPr>
              <a:t>设备的状态寄存器。</a:t>
            </a:r>
            <a:endParaRPr sz="1800">
              <a:latin typeface="宋体"/>
              <a:cs typeface="宋体"/>
            </a:endParaRPr>
          </a:p>
          <a:p>
            <a:pPr lvl="1" marL="1099185" indent="-457200">
              <a:lnSpc>
                <a:spcPct val="100000"/>
              </a:lnSpc>
              <a:spcBef>
                <a:spcPts val="994"/>
              </a:spcBef>
              <a:buSzPct val="88636"/>
              <a:buFont typeface="Wingdings"/>
              <a:buChar char=""/>
              <a:tabLst>
                <a:tab pos="1099185" algn="l"/>
              </a:tabLst>
            </a:pP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中断</a:t>
            </a:r>
            <a:endParaRPr sz="2200">
              <a:latin typeface="黑体"/>
              <a:cs typeface="黑体"/>
            </a:endParaRPr>
          </a:p>
          <a:p>
            <a:pPr lvl="2" marL="1673860" indent="-457200">
              <a:lnSpc>
                <a:spcPct val="100000"/>
              </a:lnSpc>
              <a:spcBef>
                <a:spcPts val="930"/>
              </a:spcBef>
              <a:buClr>
                <a:srgbClr val="006600"/>
              </a:buClr>
              <a:buSzPct val="63888"/>
              <a:buFont typeface="Wingdings"/>
              <a:buChar char=""/>
              <a:tabLst>
                <a:tab pos="1673860" algn="l"/>
              </a:tabLst>
            </a:pPr>
            <a:r>
              <a:rPr dirty="0" sz="1800" spc="-10" b="1">
                <a:solidFill>
                  <a:srgbClr val="006FC0"/>
                </a:solidFill>
                <a:latin typeface="黑体"/>
                <a:cs typeface="黑体"/>
              </a:rPr>
              <a:t>CPU</a:t>
            </a:r>
            <a:r>
              <a:rPr dirty="0" sz="1800" spc="-10" b="1">
                <a:solidFill>
                  <a:srgbClr val="006FC0"/>
                </a:solidFill>
                <a:latin typeface="宋体"/>
                <a:cs typeface="宋体"/>
              </a:rPr>
              <a:t>启动</a:t>
            </a:r>
            <a:r>
              <a:rPr dirty="0" sz="1800" spc="-10" b="1">
                <a:solidFill>
                  <a:srgbClr val="006FC0"/>
                </a:solidFill>
                <a:latin typeface="黑体"/>
                <a:cs typeface="黑体"/>
              </a:rPr>
              <a:t>I/O</a:t>
            </a:r>
            <a:r>
              <a:rPr dirty="0" sz="1800" spc="-15" b="1">
                <a:solidFill>
                  <a:srgbClr val="006FC0"/>
                </a:solidFill>
                <a:latin typeface="宋体"/>
                <a:cs typeface="宋体"/>
              </a:rPr>
              <a:t>操作后，不再轮询，而是继续执行原来的主程序。</a:t>
            </a:r>
            <a:endParaRPr sz="1800">
              <a:latin typeface="宋体"/>
              <a:cs typeface="宋体"/>
            </a:endParaRPr>
          </a:p>
          <a:p>
            <a:pPr lvl="1" marL="1099185" indent="-457200">
              <a:lnSpc>
                <a:spcPct val="100000"/>
              </a:lnSpc>
              <a:spcBef>
                <a:spcPts val="990"/>
              </a:spcBef>
              <a:buSzPct val="88636"/>
              <a:buFont typeface="Wingdings"/>
              <a:buChar char=""/>
              <a:tabLst>
                <a:tab pos="1099185" algn="l"/>
              </a:tabLst>
            </a:pPr>
            <a:r>
              <a:rPr dirty="0" sz="2200" spc="-25">
                <a:solidFill>
                  <a:srgbClr val="40458B"/>
                </a:solidFill>
                <a:latin typeface="黑体"/>
                <a:cs typeface="黑体"/>
              </a:rPr>
              <a:t>DMA</a:t>
            </a:r>
            <a:endParaRPr sz="2200">
              <a:latin typeface="黑体"/>
              <a:cs typeface="黑体"/>
            </a:endParaRPr>
          </a:p>
          <a:p>
            <a:pPr lvl="2" marL="1673860" indent="-457200">
              <a:lnSpc>
                <a:spcPct val="100000"/>
              </a:lnSpc>
              <a:spcBef>
                <a:spcPts val="930"/>
              </a:spcBef>
              <a:buClr>
                <a:srgbClr val="006600"/>
              </a:buClr>
              <a:buSzPct val="63888"/>
              <a:buFont typeface="Wingdings"/>
              <a:buChar char=""/>
              <a:tabLst>
                <a:tab pos="1673860" algn="l"/>
              </a:tabLst>
            </a:pPr>
            <a:r>
              <a:rPr dirty="0" sz="1800" spc="-10" b="1">
                <a:solidFill>
                  <a:srgbClr val="006FC0"/>
                </a:solidFill>
                <a:latin typeface="宋体"/>
                <a:cs typeface="宋体"/>
              </a:rPr>
              <a:t>解决“批量数据”在</a:t>
            </a:r>
            <a:r>
              <a:rPr dirty="0" sz="1800" spc="-10" b="1">
                <a:solidFill>
                  <a:srgbClr val="006FC0"/>
                </a:solidFill>
                <a:latin typeface="黑体"/>
                <a:cs typeface="黑体"/>
              </a:rPr>
              <a:t>I/O</a:t>
            </a:r>
            <a:r>
              <a:rPr dirty="0" sz="1800" spc="-15" b="1">
                <a:solidFill>
                  <a:srgbClr val="006FC0"/>
                </a:solidFill>
                <a:latin typeface="宋体"/>
                <a:cs typeface="宋体"/>
              </a:rPr>
              <a:t>设备与内存之间高效传输而设计的，让</a:t>
            </a:r>
            <a:endParaRPr sz="1800">
              <a:latin typeface="宋体"/>
              <a:cs typeface="宋体"/>
            </a:endParaRPr>
          </a:p>
          <a:p>
            <a:pPr marL="1673860">
              <a:lnSpc>
                <a:spcPct val="100000"/>
              </a:lnSpc>
              <a:spcBef>
                <a:spcPts val="430"/>
              </a:spcBef>
            </a:pPr>
            <a:r>
              <a:rPr dirty="0" sz="1800" spc="-10" b="1">
                <a:solidFill>
                  <a:srgbClr val="006FC0"/>
                </a:solidFill>
                <a:latin typeface="黑体"/>
                <a:cs typeface="黑体"/>
              </a:rPr>
              <a:t>CPU</a:t>
            </a:r>
            <a:r>
              <a:rPr dirty="0" sz="1800" spc="-25" b="1">
                <a:solidFill>
                  <a:srgbClr val="006FC0"/>
                </a:solidFill>
                <a:latin typeface="宋体"/>
                <a:cs typeface="宋体"/>
              </a:rPr>
              <a:t>只在开始和结束时介入</a:t>
            </a:r>
            <a:endParaRPr sz="1800">
              <a:latin typeface="宋体"/>
              <a:cs typeface="宋体"/>
            </a:endParaRPr>
          </a:p>
          <a:p>
            <a:pPr lvl="1" marL="1099185" indent="-457200">
              <a:lnSpc>
                <a:spcPct val="100000"/>
              </a:lnSpc>
              <a:spcBef>
                <a:spcPts val="994"/>
              </a:spcBef>
              <a:buSzPct val="88636"/>
              <a:buFont typeface="Wingdings"/>
              <a:buChar char=""/>
              <a:tabLst>
                <a:tab pos="1099185" algn="l"/>
              </a:tabLst>
            </a:pP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通道</a:t>
            </a:r>
            <a:endParaRPr sz="2200">
              <a:latin typeface="黑体"/>
              <a:cs typeface="黑体"/>
            </a:endParaRPr>
          </a:p>
          <a:p>
            <a:pPr lvl="2" marL="1673860" marR="5080" indent="-457834">
              <a:lnSpc>
                <a:spcPct val="120000"/>
              </a:lnSpc>
              <a:spcBef>
                <a:spcPts val="495"/>
              </a:spcBef>
              <a:buClr>
                <a:srgbClr val="006600"/>
              </a:buClr>
              <a:buSzPct val="63888"/>
              <a:buFont typeface="Wingdings"/>
              <a:buChar char=""/>
              <a:tabLst>
                <a:tab pos="1673860" algn="l"/>
              </a:tabLst>
            </a:pPr>
            <a:r>
              <a:rPr dirty="0" sz="1800" spc="-10" b="1">
                <a:solidFill>
                  <a:srgbClr val="006FC0"/>
                </a:solidFill>
                <a:latin typeface="宋体"/>
                <a:cs typeface="宋体"/>
              </a:rPr>
              <a:t>有自己的指令系统（通道程序），可以执行比</a:t>
            </a:r>
            <a:r>
              <a:rPr dirty="0" sz="1800" spc="-10" b="1">
                <a:solidFill>
                  <a:srgbClr val="006FC0"/>
                </a:solidFill>
                <a:latin typeface="黑体"/>
                <a:cs typeface="黑体"/>
              </a:rPr>
              <a:t>DMA</a:t>
            </a:r>
            <a:r>
              <a:rPr dirty="0" sz="1800" spc="-20" b="1">
                <a:solidFill>
                  <a:srgbClr val="006FC0"/>
                </a:solidFill>
                <a:latin typeface="宋体"/>
                <a:cs typeface="宋体"/>
              </a:rPr>
              <a:t>控制器更复杂</a:t>
            </a:r>
            <a:r>
              <a:rPr dirty="0" sz="1800" spc="-10" b="1">
                <a:solidFill>
                  <a:srgbClr val="006FC0"/>
                </a:solidFill>
                <a:latin typeface="宋体"/>
                <a:cs typeface="宋体"/>
              </a:rPr>
              <a:t>的操作。</a:t>
            </a:r>
            <a:r>
              <a:rPr dirty="0" sz="1800" spc="-10" b="1">
                <a:solidFill>
                  <a:srgbClr val="006FC0"/>
                </a:solidFill>
                <a:latin typeface="黑体"/>
                <a:cs typeface="黑体"/>
              </a:rPr>
              <a:t>CPU</a:t>
            </a:r>
            <a:r>
              <a:rPr dirty="0" sz="1800" spc="-10" b="1">
                <a:solidFill>
                  <a:srgbClr val="006FC0"/>
                </a:solidFill>
                <a:latin typeface="宋体"/>
                <a:cs typeface="宋体"/>
              </a:rPr>
              <a:t>不直接管理设备，而是向通道发出一个</a:t>
            </a:r>
            <a:r>
              <a:rPr dirty="0" sz="1800" spc="-10" b="1">
                <a:solidFill>
                  <a:srgbClr val="006FC0"/>
                </a:solidFill>
                <a:latin typeface="黑体"/>
                <a:cs typeface="黑体"/>
              </a:rPr>
              <a:t>I/O</a:t>
            </a:r>
            <a:r>
              <a:rPr dirty="0" sz="1800" spc="-10" b="1">
                <a:solidFill>
                  <a:srgbClr val="006FC0"/>
                </a:solidFill>
                <a:latin typeface="宋体"/>
                <a:cs typeface="宋体"/>
              </a:rPr>
              <a:t>任务（</a:t>
            </a:r>
            <a:r>
              <a:rPr dirty="0" sz="1800" spc="-50" b="1">
                <a:solidFill>
                  <a:srgbClr val="006FC0"/>
                </a:solidFill>
                <a:latin typeface="宋体"/>
                <a:cs typeface="宋体"/>
              </a:rPr>
              <a:t>或</a:t>
            </a:r>
            <a:r>
              <a:rPr dirty="0" sz="1800" spc="-10" b="1">
                <a:solidFill>
                  <a:srgbClr val="006FC0"/>
                </a:solidFill>
                <a:latin typeface="宋体"/>
                <a:cs typeface="宋体"/>
              </a:rPr>
              <a:t>称通道命令字，</a:t>
            </a:r>
            <a:r>
              <a:rPr dirty="0" sz="1800" spc="-10" b="1">
                <a:solidFill>
                  <a:srgbClr val="006FC0"/>
                </a:solidFill>
                <a:latin typeface="黑体"/>
                <a:cs typeface="黑体"/>
              </a:rPr>
              <a:t>CCW</a:t>
            </a:r>
            <a:r>
              <a:rPr dirty="0" sz="1800" spc="-10" b="1">
                <a:solidFill>
                  <a:srgbClr val="006FC0"/>
                </a:solidFill>
                <a:latin typeface="宋体"/>
                <a:cs typeface="宋体"/>
              </a:rPr>
              <a:t>）</a:t>
            </a:r>
            <a:endParaRPr sz="1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53605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34809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15" b="1">
                <a:solidFill>
                  <a:srgbClr val="40458B"/>
                </a:solidFill>
                <a:latin typeface="宋体"/>
                <a:cs typeface="宋体"/>
              </a:rPr>
              <a:t>71/81</a:t>
            </a:r>
            <a:endParaRPr baseline="1736" sz="2400">
              <a:latin typeface="宋体"/>
              <a:cs typeface="宋体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1555750" y="549275"/>
            <a:ext cx="7588250" cy="0"/>
          </a:xfrm>
          <a:custGeom>
            <a:avLst/>
            <a:gdLst/>
            <a:ahLst/>
            <a:cxnLst/>
            <a:rect l="l" t="t" r="r" b="b"/>
            <a:pathLst>
              <a:path w="7588250" h="0">
                <a:moveTo>
                  <a:pt x="0" y="0"/>
                </a:moveTo>
                <a:lnTo>
                  <a:pt x="7588250" y="0"/>
                </a:lnTo>
              </a:path>
            </a:pathLst>
          </a:custGeom>
          <a:ln w="38100">
            <a:solidFill>
              <a:srgbClr val="2C44A3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119062" y="188976"/>
            <a:ext cx="1437005" cy="274955"/>
            <a:chOff x="119062" y="188976"/>
            <a:chExt cx="1437005" cy="274955"/>
          </a:xfrm>
        </p:grpSpPr>
        <p:sp>
          <p:nvSpPr>
            <p:cNvPr id="5" name="object 5" descr=""/>
            <p:cNvSpPr/>
            <p:nvPr/>
          </p:nvSpPr>
          <p:spPr>
            <a:xfrm>
              <a:off x="119062" y="188976"/>
              <a:ext cx="499745" cy="274955"/>
            </a:xfrm>
            <a:custGeom>
              <a:avLst/>
              <a:gdLst/>
              <a:ahLst/>
              <a:cxnLst/>
              <a:rect l="l" t="t" r="r" b="b"/>
              <a:pathLst>
                <a:path w="499745" h="274955">
                  <a:moveTo>
                    <a:pt x="119837" y="0"/>
                  </a:moveTo>
                  <a:lnTo>
                    <a:pt x="4993" y="41528"/>
                  </a:lnTo>
                  <a:lnTo>
                    <a:pt x="264655" y="135508"/>
                  </a:lnTo>
                  <a:lnTo>
                    <a:pt x="0" y="231266"/>
                  </a:lnTo>
                  <a:lnTo>
                    <a:pt x="119837" y="274574"/>
                  </a:lnTo>
                  <a:lnTo>
                    <a:pt x="499338" y="137287"/>
                  </a:lnTo>
                  <a:lnTo>
                    <a:pt x="119837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85546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9621" y="0"/>
                  </a:moveTo>
                  <a:lnTo>
                    <a:pt x="4991" y="41528"/>
                  </a:lnTo>
                  <a:lnTo>
                    <a:pt x="264147" y="135508"/>
                  </a:lnTo>
                  <a:lnTo>
                    <a:pt x="0" y="231266"/>
                  </a:lnTo>
                  <a:lnTo>
                    <a:pt x="119621" y="274574"/>
                  </a:lnTo>
                  <a:lnTo>
                    <a:pt x="497141" y="137287"/>
                  </a:lnTo>
                  <a:lnTo>
                    <a:pt x="119621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058608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8363" y="0"/>
                  </a:moveTo>
                  <a:lnTo>
                    <a:pt x="4978" y="41528"/>
                  </a:lnTo>
                  <a:lnTo>
                    <a:pt x="264096" y="135508"/>
                  </a:lnTo>
                  <a:lnTo>
                    <a:pt x="0" y="231266"/>
                  </a:lnTo>
                  <a:lnTo>
                    <a:pt x="118363" y="274574"/>
                  </a:lnTo>
                  <a:lnTo>
                    <a:pt x="497141" y="137287"/>
                  </a:lnTo>
                  <a:lnTo>
                    <a:pt x="118363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873123" y="12319"/>
            <a:ext cx="2871470" cy="5137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none" sz="3200">
                <a:solidFill>
                  <a:srgbClr val="006FC0"/>
                </a:solidFill>
              </a:rPr>
              <a:t>8.5</a:t>
            </a:r>
            <a:r>
              <a:rPr dirty="0" u="none" sz="3200" spc="-20">
                <a:solidFill>
                  <a:srgbClr val="006FC0"/>
                </a:solidFill>
              </a:rPr>
              <a:t> 通道处理机</a:t>
            </a:r>
            <a:endParaRPr sz="3200"/>
          </a:p>
        </p:txBody>
      </p:sp>
      <p:sp>
        <p:nvSpPr>
          <p:cNvPr id="10" name="object 10" descr=""/>
          <p:cNvSpPr txBox="1"/>
          <p:nvPr/>
        </p:nvSpPr>
        <p:spPr>
          <a:xfrm>
            <a:off x="5156453" y="99440"/>
            <a:ext cx="3660775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>
                <a:solidFill>
                  <a:srgbClr val="0000CC"/>
                </a:solidFill>
                <a:latin typeface="黑体"/>
                <a:cs typeface="黑体"/>
              </a:rPr>
              <a:t>8.5.1</a:t>
            </a:r>
            <a:r>
              <a:rPr dirty="0" sz="2600" spc="-15">
                <a:solidFill>
                  <a:srgbClr val="0000CC"/>
                </a:solidFill>
                <a:latin typeface="黑体"/>
                <a:cs typeface="黑体"/>
              </a:rPr>
              <a:t> 通道的作用和功能</a:t>
            </a:r>
            <a:endParaRPr sz="2600">
              <a:latin typeface="黑体"/>
              <a:cs typeface="黑体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224739" y="892555"/>
            <a:ext cx="8581390" cy="3391535"/>
          </a:xfrm>
          <a:prstGeom prst="rect">
            <a:avLst/>
          </a:prstGeom>
        </p:spPr>
        <p:txBody>
          <a:bodyPr wrap="square" lIns="0" tIns="158750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250"/>
              </a:spcBef>
              <a:buClr>
                <a:srgbClr val="40458B"/>
              </a:buClr>
              <a:buAutoNum type="arabicPeriod"/>
              <a:tabLst>
                <a:tab pos="469900" algn="l"/>
              </a:tabLst>
            </a:pPr>
            <a:r>
              <a:rPr dirty="0" sz="2400">
                <a:solidFill>
                  <a:srgbClr val="E14B04"/>
                </a:solidFill>
                <a:latin typeface="黑体"/>
                <a:cs typeface="黑体"/>
              </a:rPr>
              <a:t>程序控制、中断和DMA</a:t>
            </a:r>
            <a:r>
              <a:rPr dirty="0" sz="2400" spc="-5">
                <a:solidFill>
                  <a:srgbClr val="E14B04"/>
                </a:solidFill>
                <a:latin typeface="黑体"/>
                <a:cs typeface="黑体"/>
              </a:rPr>
              <a:t>方式管理外围设备会引起两个问题：</a:t>
            </a:r>
            <a:endParaRPr sz="2400">
              <a:latin typeface="黑体"/>
              <a:cs typeface="黑体"/>
            </a:endParaRPr>
          </a:p>
          <a:p>
            <a:pPr lvl="1" marL="1099185" marR="5080" indent="-457200">
              <a:lnSpc>
                <a:spcPct val="120000"/>
              </a:lnSpc>
              <a:spcBef>
                <a:spcPts val="575"/>
              </a:spcBef>
              <a:buSzPct val="89583"/>
              <a:buFont typeface="Wingdings"/>
              <a:buChar char=""/>
              <a:tabLst>
                <a:tab pos="1099185" algn="l"/>
              </a:tabLst>
            </a:pPr>
            <a:r>
              <a:rPr dirty="0" sz="2400">
                <a:solidFill>
                  <a:srgbClr val="40458B"/>
                </a:solidFill>
                <a:latin typeface="黑体"/>
                <a:cs typeface="黑体"/>
              </a:rPr>
              <a:t>所有外设的输入/输出工作均由</a:t>
            </a:r>
            <a:r>
              <a:rPr dirty="0" sz="2400">
                <a:solidFill>
                  <a:srgbClr val="9933FF"/>
                </a:solidFill>
                <a:latin typeface="黑体"/>
                <a:cs typeface="黑体"/>
              </a:rPr>
              <a:t>CPU</a:t>
            </a:r>
            <a:r>
              <a:rPr dirty="0" sz="2400" spc="-5">
                <a:solidFill>
                  <a:srgbClr val="40458B"/>
                </a:solidFill>
                <a:latin typeface="黑体"/>
                <a:cs typeface="黑体"/>
              </a:rPr>
              <a:t>承担，</a:t>
            </a:r>
            <a:r>
              <a:rPr dirty="0" sz="2400" spc="-10">
                <a:solidFill>
                  <a:srgbClr val="9933FF"/>
                </a:solidFill>
                <a:latin typeface="黑体"/>
                <a:cs typeface="黑体"/>
              </a:rPr>
              <a:t>CPU</a:t>
            </a:r>
            <a:r>
              <a:rPr dirty="0" sz="2400" spc="-10">
                <a:solidFill>
                  <a:srgbClr val="40458B"/>
                </a:solidFill>
                <a:latin typeface="黑体"/>
                <a:cs typeface="黑体"/>
              </a:rPr>
              <a:t>的计算工作</a:t>
            </a:r>
            <a:r>
              <a:rPr dirty="0" sz="2400" spc="-15">
                <a:solidFill>
                  <a:srgbClr val="40458B"/>
                </a:solidFill>
                <a:latin typeface="黑体"/>
                <a:cs typeface="黑体"/>
              </a:rPr>
              <a:t>经常被打断而去处理输入/输出的事务，不能充分发挥</a:t>
            </a:r>
            <a:r>
              <a:rPr dirty="0" sz="2400" spc="-50">
                <a:solidFill>
                  <a:srgbClr val="40458B"/>
                </a:solidFill>
                <a:latin typeface="黑体"/>
                <a:cs typeface="黑体"/>
              </a:rPr>
              <a:t> </a:t>
            </a:r>
            <a:r>
              <a:rPr dirty="0" sz="2400">
                <a:solidFill>
                  <a:srgbClr val="9933FF"/>
                </a:solidFill>
                <a:latin typeface="黑体"/>
                <a:cs typeface="黑体"/>
              </a:rPr>
              <a:t>CPU</a:t>
            </a:r>
            <a:r>
              <a:rPr dirty="0" sz="2400" spc="-10">
                <a:solidFill>
                  <a:srgbClr val="40458B"/>
                </a:solidFill>
                <a:latin typeface="黑体"/>
                <a:cs typeface="黑体"/>
              </a:rPr>
              <a:t>的计算能力。</a:t>
            </a:r>
            <a:endParaRPr sz="2400">
              <a:latin typeface="黑体"/>
              <a:cs typeface="黑体"/>
            </a:endParaRPr>
          </a:p>
          <a:p>
            <a:pPr lvl="1" marL="1099185" marR="158115" indent="-457200">
              <a:lnSpc>
                <a:spcPct val="120100"/>
              </a:lnSpc>
              <a:spcBef>
                <a:spcPts val="575"/>
              </a:spcBef>
              <a:buSzPct val="89583"/>
              <a:buFont typeface="Wingdings"/>
              <a:buChar char=""/>
              <a:tabLst>
                <a:tab pos="1099185" algn="l"/>
              </a:tabLst>
            </a:pPr>
            <a:r>
              <a:rPr dirty="0" sz="2400" spc="-5">
                <a:solidFill>
                  <a:srgbClr val="40458B"/>
                </a:solidFill>
                <a:latin typeface="黑体"/>
                <a:cs typeface="黑体"/>
              </a:rPr>
              <a:t>大型计算机系统的外设虽然很多，但同时工作的机会不</a:t>
            </a:r>
            <a:r>
              <a:rPr dirty="0" sz="2400" spc="-15">
                <a:solidFill>
                  <a:srgbClr val="40458B"/>
                </a:solidFill>
                <a:latin typeface="黑体"/>
                <a:cs typeface="黑体"/>
              </a:rPr>
              <a:t>是很多。</a:t>
            </a:r>
            <a:endParaRPr sz="2400">
              <a:latin typeface="黑体"/>
              <a:cs typeface="黑体"/>
            </a:endParaRPr>
          </a:p>
          <a:p>
            <a:pPr marL="641985">
              <a:lnSpc>
                <a:spcPct val="100000"/>
              </a:lnSpc>
              <a:spcBef>
                <a:spcPts val="1150"/>
              </a:spcBef>
            </a:pPr>
            <a:r>
              <a:rPr dirty="0" sz="2400">
                <a:solidFill>
                  <a:srgbClr val="40458B"/>
                </a:solidFill>
                <a:latin typeface="黑体"/>
                <a:cs typeface="黑体"/>
              </a:rPr>
              <a:t>解决上述问题的方法：</a:t>
            </a:r>
            <a:r>
              <a:rPr dirty="0" sz="2400" spc="-10">
                <a:solidFill>
                  <a:srgbClr val="D50092"/>
                </a:solidFill>
                <a:latin typeface="黑体"/>
                <a:cs typeface="黑体"/>
              </a:rPr>
              <a:t>采用通道处理机</a:t>
            </a:r>
            <a:endParaRPr sz="24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53605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34809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15" b="1">
                <a:solidFill>
                  <a:srgbClr val="40458B"/>
                </a:solidFill>
                <a:latin typeface="宋体"/>
                <a:cs typeface="宋体"/>
              </a:rPr>
              <a:t>72/81</a:t>
            </a:r>
            <a:endParaRPr baseline="1736" sz="2400">
              <a:latin typeface="宋体"/>
              <a:cs typeface="宋体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19062" y="188976"/>
            <a:ext cx="1437005" cy="274955"/>
            <a:chOff x="119062" y="188976"/>
            <a:chExt cx="1437005" cy="274955"/>
          </a:xfrm>
        </p:grpSpPr>
        <p:sp>
          <p:nvSpPr>
            <p:cNvPr id="4" name="object 4" descr=""/>
            <p:cNvSpPr/>
            <p:nvPr/>
          </p:nvSpPr>
          <p:spPr>
            <a:xfrm>
              <a:off x="119062" y="188976"/>
              <a:ext cx="499745" cy="274955"/>
            </a:xfrm>
            <a:custGeom>
              <a:avLst/>
              <a:gdLst/>
              <a:ahLst/>
              <a:cxnLst/>
              <a:rect l="l" t="t" r="r" b="b"/>
              <a:pathLst>
                <a:path w="499745" h="274955">
                  <a:moveTo>
                    <a:pt x="119837" y="0"/>
                  </a:moveTo>
                  <a:lnTo>
                    <a:pt x="4993" y="41528"/>
                  </a:lnTo>
                  <a:lnTo>
                    <a:pt x="264655" y="135508"/>
                  </a:lnTo>
                  <a:lnTo>
                    <a:pt x="0" y="231266"/>
                  </a:lnTo>
                  <a:lnTo>
                    <a:pt x="119837" y="274574"/>
                  </a:lnTo>
                  <a:lnTo>
                    <a:pt x="499338" y="137287"/>
                  </a:lnTo>
                  <a:lnTo>
                    <a:pt x="119837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85546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9621" y="0"/>
                  </a:moveTo>
                  <a:lnTo>
                    <a:pt x="4991" y="41528"/>
                  </a:lnTo>
                  <a:lnTo>
                    <a:pt x="264147" y="135508"/>
                  </a:lnTo>
                  <a:lnTo>
                    <a:pt x="0" y="231266"/>
                  </a:lnTo>
                  <a:lnTo>
                    <a:pt x="119621" y="274574"/>
                  </a:lnTo>
                  <a:lnTo>
                    <a:pt x="497141" y="137287"/>
                  </a:lnTo>
                  <a:lnTo>
                    <a:pt x="119621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058608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8363" y="0"/>
                  </a:moveTo>
                  <a:lnTo>
                    <a:pt x="4978" y="41528"/>
                  </a:lnTo>
                  <a:lnTo>
                    <a:pt x="264096" y="135508"/>
                  </a:lnTo>
                  <a:lnTo>
                    <a:pt x="0" y="231266"/>
                  </a:lnTo>
                  <a:lnTo>
                    <a:pt x="118363" y="274574"/>
                  </a:lnTo>
                  <a:lnTo>
                    <a:pt x="497141" y="137287"/>
                  </a:lnTo>
                  <a:lnTo>
                    <a:pt x="118363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543050" y="138176"/>
            <a:ext cx="761365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23315" algn="l"/>
                <a:tab pos="1885314" algn="l"/>
                <a:tab pos="7600315" algn="l"/>
              </a:tabLst>
            </a:pPr>
            <a:r>
              <a:rPr dirty="0"/>
              <a:t>	</a:t>
            </a:r>
            <a:r>
              <a:rPr dirty="0" spc="-25"/>
              <a:t>8.5</a:t>
            </a:r>
            <a:r>
              <a:rPr dirty="0"/>
              <a:t>	通道处理</a:t>
            </a:r>
            <a:r>
              <a:rPr dirty="0" spc="-50"/>
              <a:t>机</a:t>
            </a:r>
            <a:r>
              <a:rPr dirty="0"/>
              <a:t>	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-29159" y="485038"/>
            <a:ext cx="9244330" cy="5773420"/>
          </a:xfrm>
          <a:prstGeom prst="rect">
            <a:avLst/>
          </a:prstGeom>
        </p:spPr>
        <p:txBody>
          <a:bodyPr wrap="square" lIns="0" tIns="146685" rIns="0" bIns="0" rtlCol="0" vert="horz">
            <a:spAutoFit/>
          </a:bodyPr>
          <a:lstStyle/>
          <a:p>
            <a:pPr marL="426084">
              <a:lnSpc>
                <a:spcPct val="100000"/>
              </a:lnSpc>
              <a:spcBef>
                <a:spcPts val="1155"/>
              </a:spcBef>
            </a:pPr>
            <a:r>
              <a:rPr dirty="0" sz="2200" spc="-35">
                <a:solidFill>
                  <a:srgbClr val="FF0000"/>
                </a:solidFill>
                <a:latin typeface="黑体"/>
                <a:cs typeface="黑体"/>
              </a:rPr>
              <a:t>解决上述问题的方法：采用通道处理机</a:t>
            </a:r>
            <a:endParaRPr sz="2200">
              <a:latin typeface="黑体"/>
              <a:cs typeface="黑体"/>
            </a:endParaRPr>
          </a:p>
          <a:p>
            <a:pPr marL="883285" indent="-457200">
              <a:lnSpc>
                <a:spcPct val="100000"/>
              </a:lnSpc>
              <a:spcBef>
                <a:spcPts val="1055"/>
              </a:spcBef>
              <a:buSzPct val="88636"/>
              <a:buFont typeface="Wingdings"/>
              <a:buChar char=""/>
              <a:tabLst>
                <a:tab pos="883285" algn="l"/>
              </a:tabLst>
            </a:pP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通道处理机能够负担外围设备的大部分</a:t>
            </a:r>
            <a:r>
              <a:rPr dirty="0" sz="2200" spc="-25">
                <a:solidFill>
                  <a:srgbClr val="40458B"/>
                </a:solidFill>
                <a:latin typeface="Tahoma"/>
                <a:cs typeface="Tahoma"/>
              </a:rPr>
              <a:t>I/O</a:t>
            </a: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工作。</a:t>
            </a:r>
            <a:endParaRPr sz="2200">
              <a:latin typeface="黑体"/>
              <a:cs typeface="黑体"/>
            </a:endParaRPr>
          </a:p>
          <a:p>
            <a:pPr marL="883285" indent="-457200">
              <a:lnSpc>
                <a:spcPct val="100000"/>
              </a:lnSpc>
              <a:spcBef>
                <a:spcPts val="1055"/>
              </a:spcBef>
              <a:buSzPct val="88636"/>
              <a:buFont typeface="Wingdings"/>
              <a:buChar char=""/>
              <a:tabLst>
                <a:tab pos="883285" algn="l"/>
              </a:tabLst>
            </a:pPr>
            <a:r>
              <a:rPr dirty="0" sz="2200" spc="-25">
                <a:solidFill>
                  <a:srgbClr val="40458B"/>
                </a:solidFill>
                <a:latin typeface="黑体"/>
                <a:cs typeface="黑体"/>
              </a:rPr>
              <a:t>通道处理机</a:t>
            </a: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（简称通道</a:t>
            </a:r>
            <a:r>
              <a:rPr dirty="0" sz="2200" spc="-25">
                <a:solidFill>
                  <a:srgbClr val="40458B"/>
                </a:solidFill>
                <a:latin typeface="黑体"/>
                <a:cs typeface="黑体"/>
              </a:rPr>
              <a:t>）</a:t>
            </a: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：专门负责整个计算机系统的输入</a:t>
            </a:r>
            <a:r>
              <a:rPr dirty="0" sz="2200" spc="-15">
                <a:solidFill>
                  <a:srgbClr val="40458B"/>
                </a:solidFill>
                <a:latin typeface="Tahoma"/>
                <a:cs typeface="Tahoma"/>
              </a:rPr>
              <a:t>/</a:t>
            </a:r>
            <a:r>
              <a:rPr dirty="0" sz="2200" spc="-40">
                <a:solidFill>
                  <a:srgbClr val="40458B"/>
                </a:solidFill>
                <a:latin typeface="黑体"/>
                <a:cs typeface="黑体"/>
              </a:rPr>
              <a:t>输出</a:t>
            </a:r>
            <a:endParaRPr sz="2200">
              <a:latin typeface="黑体"/>
              <a:cs typeface="黑体"/>
            </a:endParaRPr>
          </a:p>
          <a:p>
            <a:pPr marL="883285">
              <a:lnSpc>
                <a:spcPct val="100000"/>
              </a:lnSpc>
              <a:spcBef>
                <a:spcPts val="530"/>
              </a:spcBef>
            </a:pP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工作。通道处理机只能执行有限的一组输入</a:t>
            </a:r>
            <a:r>
              <a:rPr dirty="0" sz="2200">
                <a:solidFill>
                  <a:srgbClr val="40458B"/>
                </a:solidFill>
                <a:latin typeface="Tahoma"/>
                <a:cs typeface="Tahoma"/>
              </a:rPr>
              <a:t>/</a:t>
            </a: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输出指令。</a:t>
            </a:r>
            <a:endParaRPr sz="2200">
              <a:latin typeface="黑体"/>
              <a:cs typeface="黑体"/>
            </a:endParaRPr>
          </a:p>
          <a:p>
            <a:pPr marL="461009" indent="-448309">
              <a:lnSpc>
                <a:spcPct val="100000"/>
              </a:lnSpc>
              <a:spcBef>
                <a:spcPts val="880"/>
              </a:spcBef>
              <a:buClr>
                <a:srgbClr val="40458B"/>
              </a:buClr>
              <a:buAutoNum type="arabicPeriod" startAt="2"/>
              <a:tabLst>
                <a:tab pos="461009" algn="l"/>
              </a:tabLst>
            </a:pPr>
            <a:r>
              <a:rPr dirty="0" sz="2400" spc="-10">
                <a:solidFill>
                  <a:srgbClr val="E14B04"/>
                </a:solidFill>
                <a:latin typeface="黑体"/>
                <a:cs typeface="黑体"/>
              </a:rPr>
              <a:t>一个典型的由CPU、通道、设备控制器、外设构成的</a:t>
            </a:r>
            <a:r>
              <a:rPr dirty="0" sz="2400" spc="-10">
                <a:solidFill>
                  <a:srgbClr val="D50092"/>
                </a:solidFill>
                <a:latin typeface="黑体"/>
                <a:cs typeface="黑体"/>
              </a:rPr>
              <a:t>4</a:t>
            </a:r>
            <a:r>
              <a:rPr dirty="0" sz="2400" spc="-20">
                <a:solidFill>
                  <a:srgbClr val="D50092"/>
                </a:solidFill>
                <a:latin typeface="黑体"/>
                <a:cs typeface="黑体"/>
              </a:rPr>
              <a:t>级层次结构</a:t>
            </a:r>
            <a:endParaRPr sz="2400">
              <a:latin typeface="黑体"/>
              <a:cs typeface="黑体"/>
            </a:endParaRPr>
          </a:p>
          <a:p>
            <a:pPr marL="462280">
              <a:lnSpc>
                <a:spcPct val="100000"/>
              </a:lnSpc>
              <a:spcBef>
                <a:spcPts val="580"/>
              </a:spcBef>
            </a:pPr>
            <a:r>
              <a:rPr dirty="0" sz="2400" spc="-10">
                <a:solidFill>
                  <a:srgbClr val="E14B04"/>
                </a:solidFill>
                <a:latin typeface="黑体"/>
                <a:cs typeface="黑体"/>
              </a:rPr>
              <a:t>的输入/输出系统。</a:t>
            </a:r>
            <a:endParaRPr sz="2400">
              <a:latin typeface="黑体"/>
              <a:cs typeface="黑体"/>
            </a:endParaRPr>
          </a:p>
          <a:p>
            <a:pPr marL="469265" indent="-456565">
              <a:lnSpc>
                <a:spcPct val="100000"/>
              </a:lnSpc>
              <a:spcBef>
                <a:spcPts val="1150"/>
              </a:spcBef>
              <a:buClr>
                <a:srgbClr val="40458B"/>
              </a:buClr>
              <a:buFont typeface="Tahoma"/>
              <a:buAutoNum type="arabicPeriod" startAt="3"/>
              <a:tabLst>
                <a:tab pos="469265" algn="l"/>
              </a:tabLst>
            </a:pPr>
            <a:r>
              <a:rPr dirty="0" sz="2400" spc="-10">
                <a:solidFill>
                  <a:srgbClr val="E14B04"/>
                </a:solidFill>
                <a:latin typeface="黑体"/>
                <a:cs typeface="黑体"/>
              </a:rPr>
              <a:t>通道的功能</a:t>
            </a:r>
            <a:endParaRPr sz="2400">
              <a:latin typeface="黑体"/>
              <a:cs typeface="黑体"/>
            </a:endParaRPr>
          </a:p>
          <a:p>
            <a:pPr lvl="1" marL="1099185" indent="-457200">
              <a:lnSpc>
                <a:spcPct val="100000"/>
              </a:lnSpc>
              <a:spcBef>
                <a:spcPts val="1025"/>
              </a:spcBef>
              <a:buSzPct val="90000"/>
              <a:buFont typeface="Wingdings"/>
              <a:buChar char=""/>
              <a:tabLst>
                <a:tab pos="1099185" algn="l"/>
              </a:tabLst>
            </a:pPr>
            <a:r>
              <a:rPr dirty="0" sz="2000" spc="-5">
                <a:solidFill>
                  <a:srgbClr val="40458B"/>
                </a:solidFill>
                <a:latin typeface="黑体"/>
                <a:cs typeface="黑体"/>
              </a:rPr>
              <a:t>接收</a:t>
            </a:r>
            <a:r>
              <a:rPr dirty="0" sz="2000" spc="-10">
                <a:solidFill>
                  <a:srgbClr val="9933FF"/>
                </a:solidFill>
                <a:latin typeface="黑体"/>
                <a:cs typeface="黑体"/>
              </a:rPr>
              <a:t>CPU</a:t>
            </a:r>
            <a:r>
              <a:rPr dirty="0" sz="2000" spc="-10">
                <a:solidFill>
                  <a:srgbClr val="40458B"/>
                </a:solidFill>
                <a:latin typeface="黑体"/>
                <a:cs typeface="黑体"/>
              </a:rPr>
              <a:t>发来的</a:t>
            </a:r>
            <a:r>
              <a:rPr dirty="0" sz="2000" spc="-10">
                <a:solidFill>
                  <a:srgbClr val="9933FF"/>
                </a:solidFill>
                <a:latin typeface="黑体"/>
                <a:cs typeface="黑体"/>
              </a:rPr>
              <a:t>I/O</a:t>
            </a:r>
            <a:r>
              <a:rPr dirty="0" sz="2000" spc="-25">
                <a:solidFill>
                  <a:srgbClr val="40458B"/>
                </a:solidFill>
                <a:latin typeface="黑体"/>
                <a:cs typeface="黑体"/>
              </a:rPr>
              <a:t>指令，并根据指令要求选择指定的外设与通道相连接。</a:t>
            </a:r>
            <a:endParaRPr sz="2000">
              <a:latin typeface="黑体"/>
              <a:cs typeface="黑体"/>
            </a:endParaRPr>
          </a:p>
          <a:p>
            <a:pPr lvl="1" marL="1099185" indent="-457200">
              <a:lnSpc>
                <a:spcPct val="100000"/>
              </a:lnSpc>
              <a:spcBef>
                <a:spcPts val="960"/>
              </a:spcBef>
              <a:buSzPct val="90000"/>
              <a:buFont typeface="Wingdings"/>
              <a:buChar char=""/>
              <a:tabLst>
                <a:tab pos="1099185" algn="l"/>
              </a:tabLst>
            </a:pPr>
            <a:r>
              <a:rPr dirty="0" sz="2000" spc="-15">
                <a:solidFill>
                  <a:srgbClr val="40458B"/>
                </a:solidFill>
                <a:latin typeface="黑体"/>
                <a:cs typeface="黑体"/>
              </a:rPr>
              <a:t>执行通道程序</a:t>
            </a:r>
            <a:endParaRPr sz="2000">
              <a:latin typeface="黑体"/>
              <a:cs typeface="黑体"/>
            </a:endParaRPr>
          </a:p>
          <a:p>
            <a:pPr marL="1619250">
              <a:lnSpc>
                <a:spcPct val="100000"/>
              </a:lnSpc>
              <a:spcBef>
                <a:spcPts val="960"/>
              </a:spcBef>
            </a:pPr>
            <a:r>
              <a:rPr dirty="0" sz="2000" spc="-25" b="1">
                <a:solidFill>
                  <a:srgbClr val="FF5CFF"/>
                </a:solidFill>
                <a:latin typeface="宋体"/>
                <a:cs typeface="宋体"/>
              </a:rPr>
              <a:t>从主存中逐条取出通道指令，对通道指令进行译码，并根据需要向</a:t>
            </a:r>
            <a:endParaRPr sz="2000">
              <a:latin typeface="宋体"/>
              <a:cs typeface="宋体"/>
            </a:endParaRPr>
          </a:p>
          <a:p>
            <a:pPr marL="948055">
              <a:lnSpc>
                <a:spcPct val="100000"/>
              </a:lnSpc>
              <a:spcBef>
                <a:spcPts val="480"/>
              </a:spcBef>
            </a:pPr>
            <a:r>
              <a:rPr dirty="0" sz="2000" spc="-30" b="1">
                <a:solidFill>
                  <a:srgbClr val="FF5CFF"/>
                </a:solidFill>
                <a:latin typeface="宋体"/>
                <a:cs typeface="宋体"/>
              </a:rPr>
              <a:t>被选中的设备控制器发出各种操作命令。</a:t>
            </a:r>
            <a:endParaRPr sz="2000">
              <a:latin typeface="宋体"/>
              <a:cs typeface="宋体"/>
            </a:endParaRPr>
          </a:p>
          <a:p>
            <a:pPr lvl="1" marL="1099185" indent="-457200">
              <a:lnSpc>
                <a:spcPct val="100000"/>
              </a:lnSpc>
              <a:spcBef>
                <a:spcPts val="965"/>
              </a:spcBef>
              <a:buSzPct val="90000"/>
              <a:buFont typeface="Wingdings"/>
              <a:buChar char=""/>
              <a:tabLst>
                <a:tab pos="1099185" algn="l"/>
              </a:tabLst>
            </a:pPr>
            <a:r>
              <a:rPr dirty="0" sz="2000" spc="-20">
                <a:solidFill>
                  <a:srgbClr val="40458B"/>
                </a:solidFill>
                <a:latin typeface="黑体"/>
                <a:cs typeface="黑体"/>
              </a:rPr>
              <a:t>给出外设中要进行读/写操作的数据所在的地址</a:t>
            </a:r>
            <a:endParaRPr sz="2000">
              <a:latin typeface="黑体"/>
              <a:cs typeface="黑体"/>
            </a:endParaRPr>
          </a:p>
          <a:p>
            <a:pPr marL="1103630">
              <a:lnSpc>
                <a:spcPct val="100000"/>
              </a:lnSpc>
              <a:spcBef>
                <a:spcPts val="960"/>
              </a:spcBef>
            </a:pPr>
            <a:r>
              <a:rPr dirty="0" sz="2000" spc="-25" b="1">
                <a:solidFill>
                  <a:srgbClr val="FF5CFF"/>
                </a:solidFill>
                <a:latin typeface="宋体"/>
                <a:cs typeface="宋体"/>
              </a:rPr>
              <a:t>如磁盘存储器的柱面号、磁头号、扇区号等。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53605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34809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15" b="1">
                <a:solidFill>
                  <a:srgbClr val="40458B"/>
                </a:solidFill>
                <a:latin typeface="宋体"/>
                <a:cs typeface="宋体"/>
              </a:rPr>
              <a:t>73/81</a:t>
            </a:r>
            <a:endParaRPr baseline="1736" sz="2400">
              <a:latin typeface="宋体"/>
              <a:cs typeface="宋体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19062" y="188976"/>
            <a:ext cx="1437005" cy="274955"/>
            <a:chOff x="119062" y="188976"/>
            <a:chExt cx="1437005" cy="274955"/>
          </a:xfrm>
        </p:grpSpPr>
        <p:sp>
          <p:nvSpPr>
            <p:cNvPr id="4" name="object 4" descr=""/>
            <p:cNvSpPr/>
            <p:nvPr/>
          </p:nvSpPr>
          <p:spPr>
            <a:xfrm>
              <a:off x="119062" y="188976"/>
              <a:ext cx="499745" cy="274955"/>
            </a:xfrm>
            <a:custGeom>
              <a:avLst/>
              <a:gdLst/>
              <a:ahLst/>
              <a:cxnLst/>
              <a:rect l="l" t="t" r="r" b="b"/>
              <a:pathLst>
                <a:path w="499745" h="274955">
                  <a:moveTo>
                    <a:pt x="119837" y="0"/>
                  </a:moveTo>
                  <a:lnTo>
                    <a:pt x="4993" y="41528"/>
                  </a:lnTo>
                  <a:lnTo>
                    <a:pt x="264655" y="135508"/>
                  </a:lnTo>
                  <a:lnTo>
                    <a:pt x="0" y="231266"/>
                  </a:lnTo>
                  <a:lnTo>
                    <a:pt x="119837" y="274574"/>
                  </a:lnTo>
                  <a:lnTo>
                    <a:pt x="499338" y="137287"/>
                  </a:lnTo>
                  <a:lnTo>
                    <a:pt x="119837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85546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9621" y="0"/>
                  </a:moveTo>
                  <a:lnTo>
                    <a:pt x="4991" y="41528"/>
                  </a:lnTo>
                  <a:lnTo>
                    <a:pt x="264147" y="135508"/>
                  </a:lnTo>
                  <a:lnTo>
                    <a:pt x="0" y="231266"/>
                  </a:lnTo>
                  <a:lnTo>
                    <a:pt x="119621" y="274574"/>
                  </a:lnTo>
                  <a:lnTo>
                    <a:pt x="497141" y="137287"/>
                  </a:lnTo>
                  <a:lnTo>
                    <a:pt x="119621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058608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8363" y="0"/>
                  </a:moveTo>
                  <a:lnTo>
                    <a:pt x="4978" y="41528"/>
                  </a:lnTo>
                  <a:lnTo>
                    <a:pt x="264096" y="135508"/>
                  </a:lnTo>
                  <a:lnTo>
                    <a:pt x="0" y="231266"/>
                  </a:lnTo>
                  <a:lnTo>
                    <a:pt x="118363" y="274574"/>
                  </a:lnTo>
                  <a:lnTo>
                    <a:pt x="497141" y="137287"/>
                  </a:lnTo>
                  <a:lnTo>
                    <a:pt x="118363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23315" algn="l"/>
                <a:tab pos="1885314" algn="l"/>
                <a:tab pos="7600315" algn="l"/>
              </a:tabLst>
            </a:pPr>
            <a:r>
              <a:rPr dirty="0"/>
              <a:t>	</a:t>
            </a:r>
            <a:r>
              <a:rPr dirty="0" spc="-25"/>
              <a:t>8.5</a:t>
            </a:r>
            <a:r>
              <a:rPr dirty="0"/>
              <a:t>	通道处理</a:t>
            </a:r>
            <a:r>
              <a:rPr dirty="0" spc="-50"/>
              <a:t>机</a:t>
            </a:r>
            <a:r>
              <a:rPr dirty="0"/>
              <a:t>	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258267" y="941323"/>
            <a:ext cx="8707120" cy="46596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65760" indent="-353060">
              <a:lnSpc>
                <a:spcPct val="100000"/>
              </a:lnSpc>
              <a:spcBef>
                <a:spcPts val="100"/>
              </a:spcBef>
              <a:buFont typeface="Tahoma"/>
              <a:buAutoNum type="arabicPeriod" startAt="3"/>
              <a:tabLst>
                <a:tab pos="365760" algn="l"/>
              </a:tabLst>
            </a:pPr>
            <a:r>
              <a:rPr dirty="0" sz="2400">
                <a:solidFill>
                  <a:srgbClr val="FF0000"/>
                </a:solidFill>
                <a:latin typeface="黑体"/>
                <a:cs typeface="黑体"/>
              </a:rPr>
              <a:t>通道的功能（接上页</a:t>
            </a:r>
            <a:r>
              <a:rPr dirty="0" sz="2400" spc="-50">
                <a:solidFill>
                  <a:srgbClr val="FF0000"/>
                </a:solidFill>
                <a:latin typeface="黑体"/>
                <a:cs typeface="黑体"/>
              </a:rPr>
              <a:t>）</a:t>
            </a:r>
            <a:endParaRPr sz="2400">
              <a:latin typeface="黑体"/>
              <a:cs typeface="黑体"/>
            </a:endParaRPr>
          </a:p>
          <a:p>
            <a:pPr lvl="1" marL="595630" indent="-457200">
              <a:lnSpc>
                <a:spcPct val="100000"/>
              </a:lnSpc>
              <a:spcBef>
                <a:spcPts val="1830"/>
              </a:spcBef>
              <a:buSzPct val="88636"/>
              <a:buFont typeface="Wingdings"/>
              <a:buChar char=""/>
              <a:tabLst>
                <a:tab pos="595630" algn="l"/>
              </a:tabLst>
            </a:pP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给出主存缓冲区的首地址</a:t>
            </a:r>
            <a:endParaRPr sz="2200">
              <a:latin typeface="黑体"/>
              <a:cs typeface="黑体"/>
            </a:endParaRPr>
          </a:p>
          <a:p>
            <a:pPr marL="1289050">
              <a:lnSpc>
                <a:spcPct val="100000"/>
              </a:lnSpc>
              <a:spcBef>
                <a:spcPts val="740"/>
              </a:spcBef>
            </a:pPr>
            <a:r>
              <a:rPr dirty="0" sz="2000" spc="-25" b="1">
                <a:solidFill>
                  <a:srgbClr val="FF5CFF"/>
                </a:solidFill>
                <a:latin typeface="宋体"/>
                <a:cs typeface="宋体"/>
              </a:rPr>
              <a:t>该缓冲区存放从外设输入的数据或者将要输出到外设中去的数据。</a:t>
            </a:r>
            <a:endParaRPr sz="2000">
              <a:latin typeface="宋体"/>
              <a:cs typeface="宋体"/>
            </a:endParaRPr>
          </a:p>
          <a:p>
            <a:pPr lvl="1" marL="595630" indent="-457200">
              <a:lnSpc>
                <a:spcPct val="100000"/>
              </a:lnSpc>
              <a:spcBef>
                <a:spcPts val="775"/>
              </a:spcBef>
              <a:buSzPct val="88636"/>
              <a:buFont typeface="Wingdings"/>
              <a:buChar char=""/>
              <a:tabLst>
                <a:tab pos="595630" algn="l"/>
              </a:tabLst>
            </a:pP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控制外设与主存缓冲区之间的数据传送的长度</a:t>
            </a:r>
            <a:endParaRPr sz="2200">
              <a:latin typeface="黑体"/>
              <a:cs typeface="黑体"/>
            </a:endParaRPr>
          </a:p>
          <a:p>
            <a:pPr marL="766445">
              <a:lnSpc>
                <a:spcPct val="100000"/>
              </a:lnSpc>
              <a:spcBef>
                <a:spcPts val="740"/>
              </a:spcBef>
            </a:pPr>
            <a:r>
              <a:rPr dirty="0" sz="2000" spc="-25" b="1">
                <a:solidFill>
                  <a:srgbClr val="FF5CFF"/>
                </a:solidFill>
                <a:latin typeface="宋体"/>
                <a:cs typeface="宋体"/>
              </a:rPr>
              <a:t>对传送的数据个数进行计数，并判断数据传送是否结束。</a:t>
            </a:r>
            <a:endParaRPr sz="2000">
              <a:latin typeface="宋体"/>
              <a:cs typeface="宋体"/>
            </a:endParaRPr>
          </a:p>
          <a:p>
            <a:pPr lvl="1" marL="595630" indent="-457200">
              <a:lnSpc>
                <a:spcPct val="100000"/>
              </a:lnSpc>
              <a:spcBef>
                <a:spcPts val="770"/>
              </a:spcBef>
              <a:buSzPct val="88636"/>
              <a:buFont typeface="Wingdings"/>
              <a:buChar char=""/>
              <a:tabLst>
                <a:tab pos="595630" algn="l"/>
              </a:tabLst>
            </a:pP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指定传送工作结束时要进行的操作</a:t>
            </a:r>
            <a:endParaRPr sz="2200">
              <a:latin typeface="黑体"/>
              <a:cs typeface="黑体"/>
            </a:endParaRPr>
          </a:p>
          <a:p>
            <a:pPr marL="766445">
              <a:lnSpc>
                <a:spcPct val="100000"/>
              </a:lnSpc>
              <a:spcBef>
                <a:spcPts val="740"/>
              </a:spcBef>
            </a:pPr>
            <a:r>
              <a:rPr dirty="0" sz="2000" spc="-10" b="1">
                <a:solidFill>
                  <a:srgbClr val="E14B04"/>
                </a:solidFill>
                <a:latin typeface="宋体"/>
                <a:cs typeface="宋体"/>
              </a:rPr>
              <a:t>例如：</a:t>
            </a:r>
            <a:r>
              <a:rPr dirty="0" sz="2000" spc="-25" b="1">
                <a:solidFill>
                  <a:srgbClr val="FF5CFF"/>
                </a:solidFill>
                <a:latin typeface="宋体"/>
                <a:cs typeface="宋体"/>
              </a:rPr>
              <a:t>将外设的中断请求及通道的中断请求送往</a:t>
            </a:r>
            <a:r>
              <a:rPr dirty="0" sz="2000" spc="-20" b="1">
                <a:solidFill>
                  <a:srgbClr val="9933FF"/>
                </a:solidFill>
                <a:latin typeface="宋体"/>
                <a:cs typeface="宋体"/>
              </a:rPr>
              <a:t>CPU</a:t>
            </a:r>
            <a:r>
              <a:rPr dirty="0" sz="2000" spc="-30" b="1">
                <a:solidFill>
                  <a:srgbClr val="FF5CFF"/>
                </a:solidFill>
                <a:latin typeface="宋体"/>
                <a:cs typeface="宋体"/>
              </a:rPr>
              <a:t>等。</a:t>
            </a:r>
            <a:endParaRPr sz="2000">
              <a:latin typeface="宋体"/>
              <a:cs typeface="宋体"/>
            </a:endParaRPr>
          </a:p>
          <a:p>
            <a:pPr lvl="1" marL="595630" indent="-457200">
              <a:lnSpc>
                <a:spcPct val="100000"/>
              </a:lnSpc>
              <a:spcBef>
                <a:spcPts val="775"/>
              </a:spcBef>
              <a:buSzPct val="88636"/>
              <a:buFont typeface="Wingdings"/>
              <a:buChar char=""/>
              <a:tabLst>
                <a:tab pos="595630" algn="l"/>
              </a:tabLst>
            </a:pP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检查外设的工作状态是否正常，并将该状态信息送往主存指定单</a:t>
            </a:r>
            <a:endParaRPr sz="2200">
              <a:latin typeface="黑体"/>
              <a:cs typeface="黑体"/>
            </a:endParaRPr>
          </a:p>
          <a:p>
            <a:pPr marL="595630">
              <a:lnSpc>
                <a:spcPct val="100000"/>
              </a:lnSpc>
              <a:spcBef>
                <a:spcPts val="265"/>
              </a:spcBef>
            </a:pP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元保存。</a:t>
            </a:r>
            <a:endParaRPr sz="2200">
              <a:latin typeface="黑体"/>
              <a:cs typeface="黑体"/>
            </a:endParaRPr>
          </a:p>
          <a:p>
            <a:pPr lvl="1" marL="595630" indent="-457200">
              <a:lnSpc>
                <a:spcPct val="100000"/>
              </a:lnSpc>
              <a:spcBef>
                <a:spcPts val="795"/>
              </a:spcBef>
              <a:buSzPct val="88636"/>
              <a:buFont typeface="Wingdings"/>
              <a:buChar char=""/>
              <a:tabLst>
                <a:tab pos="595630" algn="l"/>
              </a:tabLst>
            </a:pP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在数据传输过程中完成必要的格式变换</a:t>
            </a:r>
            <a:endParaRPr sz="2200">
              <a:latin typeface="黑体"/>
              <a:cs typeface="黑体"/>
            </a:endParaRPr>
          </a:p>
          <a:p>
            <a:pPr marL="766445">
              <a:lnSpc>
                <a:spcPct val="100000"/>
              </a:lnSpc>
              <a:spcBef>
                <a:spcPts val="740"/>
              </a:spcBef>
            </a:pPr>
            <a:r>
              <a:rPr dirty="0" sz="2000" spc="-10" b="1">
                <a:solidFill>
                  <a:srgbClr val="E14B04"/>
                </a:solidFill>
                <a:latin typeface="宋体"/>
                <a:cs typeface="宋体"/>
              </a:rPr>
              <a:t>例如：</a:t>
            </a:r>
            <a:r>
              <a:rPr dirty="0" sz="2000" spc="-25" b="1">
                <a:solidFill>
                  <a:srgbClr val="FF5CFF"/>
                </a:solidFill>
                <a:latin typeface="宋体"/>
                <a:cs typeface="宋体"/>
              </a:rPr>
              <a:t>把字拆分为字节，或者把字节装配成字等。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53605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34809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15" b="1">
                <a:solidFill>
                  <a:srgbClr val="40458B"/>
                </a:solidFill>
                <a:latin typeface="宋体"/>
                <a:cs typeface="宋体"/>
              </a:rPr>
              <a:t>74/81</a:t>
            </a:r>
            <a:endParaRPr baseline="1736" sz="2400">
              <a:latin typeface="宋体"/>
              <a:cs typeface="宋体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1555750" y="549275"/>
            <a:ext cx="7588250" cy="0"/>
          </a:xfrm>
          <a:custGeom>
            <a:avLst/>
            <a:gdLst/>
            <a:ahLst/>
            <a:cxnLst/>
            <a:rect l="l" t="t" r="r" b="b"/>
            <a:pathLst>
              <a:path w="7588250" h="0">
                <a:moveTo>
                  <a:pt x="0" y="0"/>
                </a:moveTo>
                <a:lnTo>
                  <a:pt x="7588250" y="0"/>
                </a:lnTo>
              </a:path>
            </a:pathLst>
          </a:custGeom>
          <a:ln w="38100">
            <a:solidFill>
              <a:srgbClr val="2C44A3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119062" y="188976"/>
            <a:ext cx="1437005" cy="274955"/>
            <a:chOff x="119062" y="188976"/>
            <a:chExt cx="1437005" cy="274955"/>
          </a:xfrm>
        </p:grpSpPr>
        <p:sp>
          <p:nvSpPr>
            <p:cNvPr id="5" name="object 5" descr=""/>
            <p:cNvSpPr/>
            <p:nvPr/>
          </p:nvSpPr>
          <p:spPr>
            <a:xfrm>
              <a:off x="119062" y="188976"/>
              <a:ext cx="499745" cy="274955"/>
            </a:xfrm>
            <a:custGeom>
              <a:avLst/>
              <a:gdLst/>
              <a:ahLst/>
              <a:cxnLst/>
              <a:rect l="l" t="t" r="r" b="b"/>
              <a:pathLst>
                <a:path w="499745" h="274955">
                  <a:moveTo>
                    <a:pt x="119837" y="0"/>
                  </a:moveTo>
                  <a:lnTo>
                    <a:pt x="4993" y="41528"/>
                  </a:lnTo>
                  <a:lnTo>
                    <a:pt x="264655" y="135508"/>
                  </a:lnTo>
                  <a:lnTo>
                    <a:pt x="0" y="231266"/>
                  </a:lnTo>
                  <a:lnTo>
                    <a:pt x="119837" y="274574"/>
                  </a:lnTo>
                  <a:lnTo>
                    <a:pt x="499338" y="137287"/>
                  </a:lnTo>
                  <a:lnTo>
                    <a:pt x="119837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85546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9621" y="0"/>
                  </a:moveTo>
                  <a:lnTo>
                    <a:pt x="4991" y="41528"/>
                  </a:lnTo>
                  <a:lnTo>
                    <a:pt x="264147" y="135508"/>
                  </a:lnTo>
                  <a:lnTo>
                    <a:pt x="0" y="231266"/>
                  </a:lnTo>
                  <a:lnTo>
                    <a:pt x="119621" y="274574"/>
                  </a:lnTo>
                  <a:lnTo>
                    <a:pt x="497141" y="137287"/>
                  </a:lnTo>
                  <a:lnTo>
                    <a:pt x="119621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058608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8363" y="0"/>
                  </a:moveTo>
                  <a:lnTo>
                    <a:pt x="4978" y="41528"/>
                  </a:lnTo>
                  <a:lnTo>
                    <a:pt x="264096" y="135508"/>
                  </a:lnTo>
                  <a:lnTo>
                    <a:pt x="0" y="231266"/>
                  </a:lnTo>
                  <a:lnTo>
                    <a:pt x="118363" y="274574"/>
                  </a:lnTo>
                  <a:lnTo>
                    <a:pt x="497141" y="137287"/>
                  </a:lnTo>
                  <a:lnTo>
                    <a:pt x="118363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816989" y="66547"/>
            <a:ext cx="269303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none"/>
              <a:t>8.5</a:t>
            </a:r>
            <a:r>
              <a:rPr dirty="0" u="none" spc="-10"/>
              <a:t> 通道处理机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402742" y="1111506"/>
            <a:ext cx="3777615" cy="4556760"/>
          </a:xfrm>
          <a:prstGeom prst="rect">
            <a:avLst/>
          </a:prstGeom>
        </p:spPr>
        <p:txBody>
          <a:bodyPr wrap="square" lIns="0" tIns="128270" rIns="0" bIns="0" rtlCol="0" vert="horz">
            <a:spAutoFit/>
          </a:bodyPr>
          <a:lstStyle/>
          <a:p>
            <a:pPr marL="461645" indent="-448945">
              <a:lnSpc>
                <a:spcPct val="100000"/>
              </a:lnSpc>
              <a:spcBef>
                <a:spcPts val="1010"/>
              </a:spcBef>
              <a:buClr>
                <a:srgbClr val="40458B"/>
              </a:buClr>
              <a:buFont typeface="Tahoma"/>
              <a:buAutoNum type="arabicPeriod" startAt="4"/>
              <a:tabLst>
                <a:tab pos="461645" algn="l"/>
              </a:tabLst>
            </a:pPr>
            <a:r>
              <a:rPr dirty="0" sz="2400" spc="-20">
                <a:solidFill>
                  <a:srgbClr val="E14B04"/>
                </a:solidFill>
                <a:latin typeface="黑体"/>
                <a:cs typeface="黑体"/>
              </a:rPr>
              <a:t>通道的主要硬件</a:t>
            </a:r>
            <a:endParaRPr sz="2400">
              <a:latin typeface="黑体"/>
              <a:cs typeface="黑体"/>
            </a:endParaRPr>
          </a:p>
          <a:p>
            <a:pPr lvl="1" marL="840105" indent="-457200">
              <a:lnSpc>
                <a:spcPct val="100000"/>
              </a:lnSpc>
              <a:spcBef>
                <a:spcPts val="825"/>
              </a:spcBef>
              <a:buSzPct val="88636"/>
              <a:buFont typeface="Wingdings"/>
              <a:buChar char=""/>
              <a:tabLst>
                <a:tab pos="840105" algn="l"/>
              </a:tabLst>
            </a:pPr>
            <a:r>
              <a:rPr dirty="0" sz="2200" spc="-40">
                <a:solidFill>
                  <a:srgbClr val="40458B"/>
                </a:solidFill>
                <a:latin typeface="黑体"/>
                <a:cs typeface="黑体"/>
              </a:rPr>
              <a:t>寄存器</a:t>
            </a:r>
            <a:endParaRPr sz="2200">
              <a:latin typeface="黑体"/>
              <a:cs typeface="黑体"/>
            </a:endParaRPr>
          </a:p>
          <a:p>
            <a:pPr lvl="2" marL="948055" indent="-359410">
              <a:lnSpc>
                <a:spcPct val="100000"/>
              </a:lnSpc>
              <a:spcBef>
                <a:spcPts val="740"/>
              </a:spcBef>
              <a:buClr>
                <a:srgbClr val="4668F5"/>
              </a:buClr>
              <a:buSzPct val="60000"/>
              <a:buFont typeface="Wingdings"/>
              <a:buChar char=""/>
              <a:tabLst>
                <a:tab pos="948055" algn="l"/>
              </a:tabLst>
            </a:pPr>
            <a:r>
              <a:rPr dirty="0" sz="2000" spc="-20" b="1">
                <a:solidFill>
                  <a:srgbClr val="FF5CFF"/>
                </a:solidFill>
                <a:latin typeface="宋体"/>
                <a:cs typeface="宋体"/>
              </a:rPr>
              <a:t>数据缓冲寄存器</a:t>
            </a:r>
            <a:endParaRPr sz="2000">
              <a:latin typeface="宋体"/>
              <a:cs typeface="宋体"/>
            </a:endParaRPr>
          </a:p>
          <a:p>
            <a:pPr lvl="2" marL="948055" indent="-359410">
              <a:lnSpc>
                <a:spcPct val="100000"/>
              </a:lnSpc>
              <a:spcBef>
                <a:spcPts val="720"/>
              </a:spcBef>
              <a:buClr>
                <a:srgbClr val="4668F5"/>
              </a:buClr>
              <a:buSzPct val="60000"/>
              <a:buFont typeface="Wingdings"/>
              <a:buChar char=""/>
              <a:tabLst>
                <a:tab pos="948055" algn="l"/>
              </a:tabLst>
            </a:pPr>
            <a:r>
              <a:rPr dirty="0" sz="2000" spc="-20" b="1">
                <a:solidFill>
                  <a:srgbClr val="FF5CFF"/>
                </a:solidFill>
                <a:latin typeface="宋体"/>
                <a:cs typeface="宋体"/>
              </a:rPr>
              <a:t>主存地址计数器</a:t>
            </a:r>
            <a:endParaRPr sz="2000">
              <a:latin typeface="宋体"/>
              <a:cs typeface="宋体"/>
            </a:endParaRPr>
          </a:p>
          <a:p>
            <a:pPr lvl="2" marL="948055" indent="-359410">
              <a:lnSpc>
                <a:spcPct val="100000"/>
              </a:lnSpc>
              <a:spcBef>
                <a:spcPts val="720"/>
              </a:spcBef>
              <a:buClr>
                <a:srgbClr val="4668F5"/>
              </a:buClr>
              <a:buSzPct val="60000"/>
              <a:buFont typeface="Wingdings"/>
              <a:buChar char=""/>
              <a:tabLst>
                <a:tab pos="948055" algn="l"/>
              </a:tabLst>
            </a:pPr>
            <a:r>
              <a:rPr dirty="0" sz="2000" spc="-20" b="1">
                <a:solidFill>
                  <a:srgbClr val="FF5CFF"/>
                </a:solidFill>
                <a:latin typeface="宋体"/>
                <a:cs typeface="宋体"/>
              </a:rPr>
              <a:t>传输字节数计数器</a:t>
            </a:r>
            <a:endParaRPr sz="2000">
              <a:latin typeface="宋体"/>
              <a:cs typeface="宋体"/>
            </a:endParaRPr>
          </a:p>
          <a:p>
            <a:pPr lvl="2" marL="948055" indent="-359410">
              <a:lnSpc>
                <a:spcPct val="100000"/>
              </a:lnSpc>
              <a:spcBef>
                <a:spcPts val="725"/>
              </a:spcBef>
              <a:buClr>
                <a:srgbClr val="4668F5"/>
              </a:buClr>
              <a:buSzPct val="60000"/>
              <a:buFont typeface="Wingdings"/>
              <a:buChar char=""/>
              <a:tabLst>
                <a:tab pos="948055" algn="l"/>
              </a:tabLst>
            </a:pPr>
            <a:r>
              <a:rPr dirty="0" sz="2000" spc="-20" b="1">
                <a:solidFill>
                  <a:srgbClr val="FF5CFF"/>
                </a:solidFill>
                <a:latin typeface="宋体"/>
                <a:cs typeface="宋体"/>
              </a:rPr>
              <a:t>通道命令字寄存器</a:t>
            </a:r>
            <a:endParaRPr sz="2000">
              <a:latin typeface="宋体"/>
              <a:cs typeface="宋体"/>
            </a:endParaRPr>
          </a:p>
          <a:p>
            <a:pPr lvl="2" marL="948055" indent="-359410">
              <a:lnSpc>
                <a:spcPct val="100000"/>
              </a:lnSpc>
              <a:spcBef>
                <a:spcPts val="720"/>
              </a:spcBef>
              <a:buClr>
                <a:srgbClr val="4668F5"/>
              </a:buClr>
              <a:buSzPct val="60000"/>
              <a:buFont typeface="Wingdings"/>
              <a:buChar char=""/>
              <a:tabLst>
                <a:tab pos="948055" algn="l"/>
              </a:tabLst>
            </a:pPr>
            <a:r>
              <a:rPr dirty="0" sz="2000" spc="-20" b="1">
                <a:solidFill>
                  <a:srgbClr val="FF5CFF"/>
                </a:solidFill>
                <a:latin typeface="宋体"/>
                <a:cs typeface="宋体"/>
              </a:rPr>
              <a:t>通道状态字寄存器</a:t>
            </a:r>
            <a:endParaRPr sz="2000">
              <a:latin typeface="宋体"/>
              <a:cs typeface="宋体"/>
            </a:endParaRPr>
          </a:p>
          <a:p>
            <a:pPr lvl="1" marL="840105" indent="-457200">
              <a:lnSpc>
                <a:spcPct val="100000"/>
              </a:lnSpc>
              <a:spcBef>
                <a:spcPts val="770"/>
              </a:spcBef>
              <a:buSzPct val="88636"/>
              <a:buFont typeface="Wingdings"/>
              <a:buChar char=""/>
              <a:tabLst>
                <a:tab pos="840105" algn="l"/>
              </a:tabLst>
            </a:pP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控制逻辑</a:t>
            </a:r>
            <a:endParaRPr sz="2200">
              <a:latin typeface="黑体"/>
              <a:cs typeface="黑体"/>
            </a:endParaRPr>
          </a:p>
          <a:p>
            <a:pPr lvl="2" marL="948055" indent="-359410">
              <a:lnSpc>
                <a:spcPct val="100000"/>
              </a:lnSpc>
              <a:spcBef>
                <a:spcPts val="740"/>
              </a:spcBef>
              <a:buClr>
                <a:srgbClr val="4668F5"/>
              </a:buClr>
              <a:buSzPct val="60000"/>
              <a:buFont typeface="Wingdings"/>
              <a:buChar char=""/>
              <a:tabLst>
                <a:tab pos="948055" algn="l"/>
              </a:tabLst>
            </a:pPr>
            <a:r>
              <a:rPr dirty="0" sz="2000" spc="-20" b="1">
                <a:solidFill>
                  <a:srgbClr val="FF5CFF"/>
                </a:solidFill>
                <a:latin typeface="宋体"/>
                <a:cs typeface="宋体"/>
              </a:rPr>
              <a:t>分时控制</a:t>
            </a:r>
            <a:endParaRPr sz="2000">
              <a:latin typeface="宋体"/>
              <a:cs typeface="宋体"/>
            </a:endParaRPr>
          </a:p>
          <a:p>
            <a:pPr lvl="2" marL="948055" indent="-359410">
              <a:lnSpc>
                <a:spcPct val="100000"/>
              </a:lnSpc>
              <a:spcBef>
                <a:spcPts val="720"/>
              </a:spcBef>
              <a:buClr>
                <a:srgbClr val="4668F5"/>
              </a:buClr>
              <a:buSzPct val="60000"/>
              <a:buFont typeface="Wingdings"/>
              <a:buChar char=""/>
              <a:tabLst>
                <a:tab pos="948055" algn="l"/>
              </a:tabLst>
            </a:pPr>
            <a:r>
              <a:rPr dirty="0" sz="2000" spc="-20" b="1">
                <a:solidFill>
                  <a:srgbClr val="FF5CFF"/>
                </a:solidFill>
                <a:latin typeface="宋体"/>
                <a:cs typeface="宋体"/>
              </a:rPr>
              <a:t>地址分配</a:t>
            </a:r>
            <a:endParaRPr sz="2000">
              <a:latin typeface="宋体"/>
              <a:cs typeface="宋体"/>
            </a:endParaRPr>
          </a:p>
          <a:p>
            <a:pPr lvl="2" marL="948055" indent="-359410">
              <a:lnSpc>
                <a:spcPct val="100000"/>
              </a:lnSpc>
              <a:spcBef>
                <a:spcPts val="725"/>
              </a:spcBef>
              <a:buClr>
                <a:srgbClr val="4668F5"/>
              </a:buClr>
              <a:buSzPct val="60000"/>
              <a:buFont typeface="Wingdings"/>
              <a:buChar char=""/>
              <a:tabLst>
                <a:tab pos="948055" algn="l"/>
              </a:tabLst>
            </a:pPr>
            <a:r>
              <a:rPr dirty="0" sz="2000" spc="-15" b="1">
                <a:solidFill>
                  <a:srgbClr val="FF5CFF"/>
                </a:solidFill>
                <a:latin typeface="宋体"/>
                <a:cs typeface="宋体"/>
              </a:rPr>
              <a:t>数据传送、装配和拆分等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53605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34809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15" b="1">
                <a:solidFill>
                  <a:srgbClr val="40458B"/>
                </a:solidFill>
                <a:latin typeface="宋体"/>
                <a:cs typeface="宋体"/>
              </a:rPr>
              <a:t>75/81</a:t>
            </a:r>
            <a:endParaRPr baseline="1736" sz="2400">
              <a:latin typeface="宋体"/>
              <a:cs typeface="宋体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19062" y="188976"/>
            <a:ext cx="1437005" cy="274955"/>
            <a:chOff x="119062" y="188976"/>
            <a:chExt cx="1437005" cy="274955"/>
          </a:xfrm>
        </p:grpSpPr>
        <p:sp>
          <p:nvSpPr>
            <p:cNvPr id="4" name="object 4" descr=""/>
            <p:cNvSpPr/>
            <p:nvPr/>
          </p:nvSpPr>
          <p:spPr>
            <a:xfrm>
              <a:off x="119062" y="188976"/>
              <a:ext cx="499745" cy="274955"/>
            </a:xfrm>
            <a:custGeom>
              <a:avLst/>
              <a:gdLst/>
              <a:ahLst/>
              <a:cxnLst/>
              <a:rect l="l" t="t" r="r" b="b"/>
              <a:pathLst>
                <a:path w="499745" h="274955">
                  <a:moveTo>
                    <a:pt x="119837" y="0"/>
                  </a:moveTo>
                  <a:lnTo>
                    <a:pt x="4993" y="41528"/>
                  </a:lnTo>
                  <a:lnTo>
                    <a:pt x="264655" y="135508"/>
                  </a:lnTo>
                  <a:lnTo>
                    <a:pt x="0" y="231266"/>
                  </a:lnTo>
                  <a:lnTo>
                    <a:pt x="119837" y="274574"/>
                  </a:lnTo>
                  <a:lnTo>
                    <a:pt x="499338" y="137287"/>
                  </a:lnTo>
                  <a:lnTo>
                    <a:pt x="119837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85546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9621" y="0"/>
                  </a:moveTo>
                  <a:lnTo>
                    <a:pt x="4991" y="41528"/>
                  </a:lnTo>
                  <a:lnTo>
                    <a:pt x="264147" y="135508"/>
                  </a:lnTo>
                  <a:lnTo>
                    <a:pt x="0" y="231266"/>
                  </a:lnTo>
                  <a:lnTo>
                    <a:pt x="119621" y="274574"/>
                  </a:lnTo>
                  <a:lnTo>
                    <a:pt x="497141" y="137287"/>
                  </a:lnTo>
                  <a:lnTo>
                    <a:pt x="119621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058608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8363" y="0"/>
                  </a:moveTo>
                  <a:lnTo>
                    <a:pt x="4978" y="41528"/>
                  </a:lnTo>
                  <a:lnTo>
                    <a:pt x="264096" y="135508"/>
                  </a:lnTo>
                  <a:lnTo>
                    <a:pt x="0" y="231266"/>
                  </a:lnTo>
                  <a:lnTo>
                    <a:pt x="118363" y="274574"/>
                  </a:lnTo>
                  <a:lnTo>
                    <a:pt x="497141" y="137287"/>
                  </a:lnTo>
                  <a:lnTo>
                    <a:pt x="118363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23315" algn="l"/>
                <a:tab pos="1885314" algn="l"/>
                <a:tab pos="7600315" algn="l"/>
              </a:tabLst>
            </a:pPr>
            <a:r>
              <a:rPr dirty="0"/>
              <a:t>	</a:t>
            </a:r>
            <a:r>
              <a:rPr dirty="0" spc="-25"/>
              <a:t>8.5</a:t>
            </a:r>
            <a:r>
              <a:rPr dirty="0"/>
              <a:t>	通道处理</a:t>
            </a:r>
            <a:r>
              <a:rPr dirty="0" spc="-50"/>
              <a:t>机</a:t>
            </a:r>
            <a:r>
              <a:rPr dirty="0"/>
              <a:t>	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78739" y="799154"/>
            <a:ext cx="9079865" cy="2357755"/>
          </a:xfrm>
          <a:prstGeom prst="rect">
            <a:avLst/>
          </a:prstGeom>
        </p:spPr>
        <p:txBody>
          <a:bodyPr wrap="square" lIns="0" tIns="163830" rIns="0" bIns="0" rtlCol="0" vert="horz">
            <a:spAutoFit/>
          </a:bodyPr>
          <a:lstStyle/>
          <a:p>
            <a:pPr marL="462280" indent="-449580">
              <a:lnSpc>
                <a:spcPct val="100000"/>
              </a:lnSpc>
              <a:spcBef>
                <a:spcPts val="1290"/>
              </a:spcBef>
              <a:buClr>
                <a:srgbClr val="40458B"/>
              </a:buClr>
              <a:buAutoNum type="arabicPeriod" startAt="5"/>
              <a:tabLst>
                <a:tab pos="462280" algn="l"/>
              </a:tabLst>
            </a:pPr>
            <a:r>
              <a:rPr dirty="0" sz="2400" spc="-10">
                <a:solidFill>
                  <a:srgbClr val="E14B04"/>
                </a:solidFill>
                <a:latin typeface="黑体"/>
                <a:cs typeface="黑体"/>
              </a:rPr>
              <a:t>通道对外设的控制通过输入/输出接口和设备控制器进行</a:t>
            </a:r>
            <a:endParaRPr sz="2400">
              <a:latin typeface="黑体"/>
              <a:cs typeface="黑体"/>
            </a:endParaRPr>
          </a:p>
          <a:p>
            <a:pPr lvl="1" marL="1099185" indent="-457200">
              <a:lnSpc>
                <a:spcPct val="100000"/>
              </a:lnSpc>
              <a:spcBef>
                <a:spcPts val="1090"/>
              </a:spcBef>
              <a:buSzPct val="88636"/>
              <a:buFont typeface="Wingdings"/>
              <a:buChar char=""/>
              <a:tabLst>
                <a:tab pos="1099185" algn="l"/>
              </a:tabLst>
            </a:pP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通道与设备控制器之间一般采用标准的输入/输出接口来连接。</a:t>
            </a:r>
            <a:endParaRPr sz="2200">
              <a:latin typeface="黑体"/>
              <a:cs typeface="黑体"/>
            </a:endParaRPr>
          </a:p>
          <a:p>
            <a:pPr lvl="1" marL="1099185" marR="430530" indent="-457834">
              <a:lnSpc>
                <a:spcPct val="120100"/>
              </a:lnSpc>
              <a:spcBef>
                <a:spcPts val="525"/>
              </a:spcBef>
              <a:buSzPct val="88636"/>
              <a:buFont typeface="Wingdings"/>
              <a:buChar char=""/>
              <a:tabLst>
                <a:tab pos="1099185" algn="l"/>
              </a:tabLst>
            </a:pP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通道通过标准接口把操作命令送到设备控制器，设备控制器解释并执行这些通道命令，完成命令指定的操作。</a:t>
            </a:r>
            <a:endParaRPr sz="2200">
              <a:latin typeface="黑体"/>
              <a:cs typeface="黑体"/>
            </a:endParaRPr>
          </a:p>
          <a:p>
            <a:pPr lvl="1" marL="1099185" indent="-457200">
              <a:lnSpc>
                <a:spcPct val="100000"/>
              </a:lnSpc>
              <a:spcBef>
                <a:spcPts val="1055"/>
              </a:spcBef>
              <a:buSzPct val="88636"/>
              <a:buFont typeface="Wingdings"/>
              <a:buChar char=""/>
              <a:tabLst>
                <a:tab pos="1099185" algn="l"/>
              </a:tabLst>
            </a:pP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设备控制器能够记录外设的状态，并把状态信息送往通道和</a:t>
            </a:r>
            <a:r>
              <a:rPr dirty="0" sz="2200" spc="-10">
                <a:solidFill>
                  <a:srgbClr val="9933FF"/>
                </a:solidFill>
                <a:latin typeface="黑体"/>
                <a:cs typeface="黑体"/>
              </a:rPr>
              <a:t>CPU</a:t>
            </a:r>
            <a:r>
              <a:rPr dirty="0" sz="2200" spc="-50">
                <a:solidFill>
                  <a:srgbClr val="40458B"/>
                </a:solidFill>
                <a:latin typeface="黑体"/>
                <a:cs typeface="黑体"/>
              </a:rPr>
              <a:t>。</a:t>
            </a:r>
            <a:endParaRPr sz="22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53605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34809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15" b="1">
                <a:solidFill>
                  <a:srgbClr val="40458B"/>
                </a:solidFill>
                <a:latin typeface="宋体"/>
                <a:cs typeface="宋体"/>
              </a:rPr>
              <a:t>76/81</a:t>
            </a:r>
            <a:endParaRPr baseline="1736" sz="2400">
              <a:latin typeface="宋体"/>
              <a:cs typeface="宋体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1555750" y="549275"/>
            <a:ext cx="7588250" cy="0"/>
          </a:xfrm>
          <a:custGeom>
            <a:avLst/>
            <a:gdLst/>
            <a:ahLst/>
            <a:cxnLst/>
            <a:rect l="l" t="t" r="r" b="b"/>
            <a:pathLst>
              <a:path w="7588250" h="0">
                <a:moveTo>
                  <a:pt x="0" y="0"/>
                </a:moveTo>
                <a:lnTo>
                  <a:pt x="7588250" y="0"/>
                </a:lnTo>
              </a:path>
            </a:pathLst>
          </a:custGeom>
          <a:ln w="38100">
            <a:solidFill>
              <a:srgbClr val="2C44A3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119062" y="188976"/>
            <a:ext cx="1437005" cy="274955"/>
            <a:chOff x="119062" y="188976"/>
            <a:chExt cx="1437005" cy="274955"/>
          </a:xfrm>
        </p:grpSpPr>
        <p:sp>
          <p:nvSpPr>
            <p:cNvPr id="5" name="object 5" descr=""/>
            <p:cNvSpPr/>
            <p:nvPr/>
          </p:nvSpPr>
          <p:spPr>
            <a:xfrm>
              <a:off x="119062" y="188976"/>
              <a:ext cx="499745" cy="274955"/>
            </a:xfrm>
            <a:custGeom>
              <a:avLst/>
              <a:gdLst/>
              <a:ahLst/>
              <a:cxnLst/>
              <a:rect l="l" t="t" r="r" b="b"/>
              <a:pathLst>
                <a:path w="499745" h="274955">
                  <a:moveTo>
                    <a:pt x="119837" y="0"/>
                  </a:moveTo>
                  <a:lnTo>
                    <a:pt x="4993" y="41528"/>
                  </a:lnTo>
                  <a:lnTo>
                    <a:pt x="264655" y="135508"/>
                  </a:lnTo>
                  <a:lnTo>
                    <a:pt x="0" y="231266"/>
                  </a:lnTo>
                  <a:lnTo>
                    <a:pt x="119837" y="274574"/>
                  </a:lnTo>
                  <a:lnTo>
                    <a:pt x="499338" y="137287"/>
                  </a:lnTo>
                  <a:lnTo>
                    <a:pt x="119837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85546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9621" y="0"/>
                  </a:moveTo>
                  <a:lnTo>
                    <a:pt x="4991" y="41528"/>
                  </a:lnTo>
                  <a:lnTo>
                    <a:pt x="264147" y="135508"/>
                  </a:lnTo>
                  <a:lnTo>
                    <a:pt x="0" y="231266"/>
                  </a:lnTo>
                  <a:lnTo>
                    <a:pt x="119621" y="274574"/>
                  </a:lnTo>
                  <a:lnTo>
                    <a:pt x="497141" y="137287"/>
                  </a:lnTo>
                  <a:lnTo>
                    <a:pt x="119621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058608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8363" y="0"/>
                  </a:moveTo>
                  <a:lnTo>
                    <a:pt x="4978" y="41528"/>
                  </a:lnTo>
                  <a:lnTo>
                    <a:pt x="264096" y="135508"/>
                  </a:lnTo>
                  <a:lnTo>
                    <a:pt x="0" y="231266"/>
                  </a:lnTo>
                  <a:lnTo>
                    <a:pt x="118363" y="274574"/>
                  </a:lnTo>
                  <a:lnTo>
                    <a:pt x="497141" y="137287"/>
                  </a:lnTo>
                  <a:lnTo>
                    <a:pt x="118363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92579" y="76580"/>
            <a:ext cx="2692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065" algn="l"/>
              </a:tabLst>
            </a:pPr>
            <a:r>
              <a:rPr dirty="0" u="none" spc="-25"/>
              <a:t>8.5</a:t>
            </a:r>
            <a:r>
              <a:rPr dirty="0" u="none"/>
              <a:t>	</a:t>
            </a:r>
            <a:r>
              <a:rPr dirty="0" u="none" spc="-10"/>
              <a:t>通道处理机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221691" y="813863"/>
            <a:ext cx="8917305" cy="4431030"/>
          </a:xfrm>
          <a:prstGeom prst="rect">
            <a:avLst/>
          </a:prstGeom>
        </p:spPr>
        <p:txBody>
          <a:bodyPr wrap="square" lIns="0" tIns="164465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295"/>
              </a:spcBef>
              <a:buClr>
                <a:srgbClr val="40458B"/>
              </a:buClr>
              <a:buFont typeface="Tahoma"/>
              <a:buAutoNum type="arabicPeriod"/>
              <a:tabLst>
                <a:tab pos="469265" algn="l"/>
              </a:tabLst>
            </a:pPr>
            <a:r>
              <a:rPr dirty="0" sz="2400">
                <a:solidFill>
                  <a:srgbClr val="E14B04"/>
                </a:solidFill>
                <a:latin typeface="黑体"/>
                <a:cs typeface="黑体"/>
              </a:rPr>
              <a:t>通道完成一次数据输入</a:t>
            </a:r>
            <a:r>
              <a:rPr dirty="0" sz="2400" spc="-10">
                <a:solidFill>
                  <a:srgbClr val="E14B04"/>
                </a:solidFill>
                <a:latin typeface="Tahoma"/>
                <a:cs typeface="Tahoma"/>
              </a:rPr>
              <a:t>/</a:t>
            </a:r>
            <a:r>
              <a:rPr dirty="0" sz="2400" spc="-10">
                <a:solidFill>
                  <a:srgbClr val="E14B04"/>
                </a:solidFill>
                <a:latin typeface="黑体"/>
                <a:cs typeface="黑体"/>
              </a:rPr>
              <a:t>输出的工作过程</a:t>
            </a:r>
            <a:endParaRPr sz="2400">
              <a:latin typeface="黑体"/>
              <a:cs typeface="黑体"/>
            </a:endParaRPr>
          </a:p>
          <a:p>
            <a:pPr lvl="1" marL="840105" marR="245110" indent="-457200">
              <a:lnSpc>
                <a:spcPct val="120000"/>
              </a:lnSpc>
              <a:spcBef>
                <a:spcPts val="560"/>
              </a:spcBef>
              <a:buSzPct val="88636"/>
              <a:buFont typeface="Wingdings"/>
              <a:buChar char=""/>
              <a:tabLst>
                <a:tab pos="840105" algn="l"/>
              </a:tabLst>
            </a:pP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在用户程序中使用</a:t>
            </a:r>
            <a:r>
              <a:rPr dirty="0" sz="2200" spc="-30">
                <a:solidFill>
                  <a:srgbClr val="D50092"/>
                </a:solidFill>
                <a:latin typeface="黑体"/>
                <a:cs typeface="黑体"/>
              </a:rPr>
              <a:t>访管指令</a:t>
            </a: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进入管理程序，由管理程序生成一个通道程序，并启动通道。</a:t>
            </a:r>
            <a:endParaRPr sz="2200">
              <a:latin typeface="黑体"/>
              <a:cs typeface="黑体"/>
            </a:endParaRPr>
          </a:p>
          <a:p>
            <a:pPr lvl="2" marL="948055" indent="-359410">
              <a:lnSpc>
                <a:spcPct val="100000"/>
              </a:lnSpc>
              <a:spcBef>
                <a:spcPts val="995"/>
              </a:spcBef>
              <a:buClr>
                <a:srgbClr val="4668F5"/>
              </a:buClr>
              <a:buSzPct val="60000"/>
              <a:buFont typeface="Wingdings"/>
              <a:buChar char=""/>
              <a:tabLst>
                <a:tab pos="948055" algn="l"/>
              </a:tabLst>
            </a:pPr>
            <a:r>
              <a:rPr dirty="0" sz="2000" spc="-25" b="1">
                <a:solidFill>
                  <a:srgbClr val="FF5CFF"/>
                </a:solidFill>
                <a:latin typeface="宋体"/>
                <a:cs typeface="宋体"/>
              </a:rPr>
              <a:t>用户在目标程序中设置一条广义指令，通过调用操作系统的管理程序</a:t>
            </a:r>
            <a:endParaRPr sz="2000">
              <a:latin typeface="宋体"/>
              <a:cs typeface="宋体"/>
            </a:endParaRPr>
          </a:p>
          <a:p>
            <a:pPr marL="948055">
              <a:lnSpc>
                <a:spcPct val="100000"/>
              </a:lnSpc>
              <a:spcBef>
                <a:spcPts val="480"/>
              </a:spcBef>
            </a:pPr>
            <a:r>
              <a:rPr dirty="0" sz="2000" spc="-10" b="1">
                <a:solidFill>
                  <a:srgbClr val="FF5CFF"/>
                </a:solidFill>
                <a:latin typeface="宋体"/>
                <a:cs typeface="宋体"/>
              </a:rPr>
              <a:t>来实现。</a:t>
            </a:r>
            <a:r>
              <a:rPr dirty="0" sz="2000" spc="-20" b="1">
                <a:solidFill>
                  <a:srgbClr val="FF5CFF"/>
                </a:solidFill>
                <a:latin typeface="宋体"/>
                <a:cs typeface="宋体"/>
              </a:rPr>
              <a:t>（</a:t>
            </a:r>
            <a:r>
              <a:rPr dirty="0" sz="2000" spc="-15" b="1">
                <a:solidFill>
                  <a:srgbClr val="FF0000"/>
                </a:solidFill>
                <a:latin typeface="宋体"/>
                <a:cs typeface="宋体"/>
              </a:rPr>
              <a:t>广义指令：</a:t>
            </a:r>
            <a:r>
              <a:rPr dirty="0" sz="2000" spc="-25">
                <a:solidFill>
                  <a:srgbClr val="FF5CFF"/>
                </a:solidFill>
                <a:latin typeface="宋体"/>
                <a:cs typeface="宋体"/>
              </a:rPr>
              <a:t>用于请求操作系统启动一次复杂的</a:t>
            </a:r>
            <a:r>
              <a:rPr dirty="0" sz="2000" spc="-10">
                <a:solidFill>
                  <a:srgbClr val="FF5CFF"/>
                </a:solidFill>
                <a:latin typeface="Tahoma"/>
                <a:cs typeface="Tahoma"/>
              </a:rPr>
              <a:t>I/O</a:t>
            </a:r>
            <a:r>
              <a:rPr dirty="0" sz="2000" spc="-15">
                <a:solidFill>
                  <a:srgbClr val="FF5CFF"/>
                </a:solidFill>
                <a:latin typeface="宋体"/>
                <a:cs typeface="宋体"/>
              </a:rPr>
              <a:t>操作</a:t>
            </a:r>
            <a:r>
              <a:rPr dirty="0" sz="2000" spc="-50" b="1">
                <a:solidFill>
                  <a:srgbClr val="FF5CFF"/>
                </a:solidFill>
                <a:latin typeface="宋体"/>
                <a:cs typeface="宋体"/>
              </a:rPr>
              <a:t>）</a:t>
            </a:r>
            <a:endParaRPr sz="2000">
              <a:latin typeface="宋体"/>
              <a:cs typeface="宋体"/>
            </a:endParaRPr>
          </a:p>
          <a:p>
            <a:pPr lvl="2" marL="948055" indent="-359410">
              <a:lnSpc>
                <a:spcPct val="100000"/>
              </a:lnSpc>
              <a:spcBef>
                <a:spcPts val="960"/>
              </a:spcBef>
              <a:buClr>
                <a:srgbClr val="4668F5"/>
              </a:buClr>
              <a:buSzPct val="60000"/>
              <a:buFont typeface="Wingdings"/>
              <a:buChar char=""/>
              <a:tabLst>
                <a:tab pos="948055" algn="l"/>
              </a:tabLst>
            </a:pPr>
            <a:r>
              <a:rPr dirty="0" sz="2000" spc="-25" b="1">
                <a:solidFill>
                  <a:srgbClr val="FF5CFF"/>
                </a:solidFill>
                <a:latin typeface="宋体"/>
                <a:cs typeface="宋体"/>
              </a:rPr>
              <a:t>管理程序根据广义指令提供的参数来编制通道程序。</a:t>
            </a:r>
            <a:endParaRPr sz="2000">
              <a:latin typeface="宋体"/>
              <a:cs typeface="宋体"/>
            </a:endParaRPr>
          </a:p>
          <a:p>
            <a:pPr lvl="2" marL="948055" indent="-359410">
              <a:lnSpc>
                <a:spcPct val="100000"/>
              </a:lnSpc>
              <a:spcBef>
                <a:spcPts val="960"/>
              </a:spcBef>
              <a:buClr>
                <a:srgbClr val="4668F5"/>
              </a:buClr>
              <a:buSzPct val="60000"/>
              <a:buFont typeface="Wingdings"/>
              <a:buChar char=""/>
              <a:tabLst>
                <a:tab pos="948055" algn="l"/>
              </a:tabLst>
            </a:pPr>
            <a:r>
              <a:rPr dirty="0" sz="2000" spc="-15" b="1">
                <a:solidFill>
                  <a:srgbClr val="D50092"/>
                </a:solidFill>
                <a:latin typeface="宋体"/>
                <a:cs typeface="宋体"/>
              </a:rPr>
              <a:t>启动输入</a:t>
            </a:r>
            <a:r>
              <a:rPr dirty="0" sz="2000" spc="-20" b="1">
                <a:solidFill>
                  <a:srgbClr val="D50092"/>
                </a:solidFill>
                <a:latin typeface="Tahoma"/>
                <a:cs typeface="Tahoma"/>
              </a:rPr>
              <a:t>/</a:t>
            </a:r>
            <a:r>
              <a:rPr dirty="0" sz="2000" spc="-15" b="1">
                <a:solidFill>
                  <a:srgbClr val="D50092"/>
                </a:solidFill>
                <a:latin typeface="宋体"/>
                <a:cs typeface="宋体"/>
              </a:rPr>
              <a:t>输出设备指令</a:t>
            </a:r>
            <a:r>
              <a:rPr dirty="0" sz="2000" spc="-20" b="1">
                <a:solidFill>
                  <a:srgbClr val="FF5CFF"/>
                </a:solidFill>
                <a:latin typeface="宋体"/>
                <a:cs typeface="宋体"/>
              </a:rPr>
              <a:t>是一条主要的输入</a:t>
            </a:r>
            <a:r>
              <a:rPr dirty="0" sz="2000" spc="-10" b="1">
                <a:solidFill>
                  <a:srgbClr val="FF5CFF"/>
                </a:solidFill>
                <a:latin typeface="Tahoma"/>
                <a:cs typeface="Tahoma"/>
              </a:rPr>
              <a:t>/</a:t>
            </a:r>
            <a:r>
              <a:rPr dirty="0" sz="2000" spc="-25" b="1">
                <a:solidFill>
                  <a:srgbClr val="FF5CFF"/>
                </a:solidFill>
                <a:latin typeface="宋体"/>
                <a:cs typeface="宋体"/>
              </a:rPr>
              <a:t>输出指令，属于特权指令。</a:t>
            </a:r>
            <a:endParaRPr sz="2000">
              <a:latin typeface="宋体"/>
              <a:cs typeface="宋体"/>
            </a:endParaRPr>
          </a:p>
          <a:p>
            <a:pPr lvl="1" marL="840105" indent="-457200">
              <a:lnSpc>
                <a:spcPct val="100000"/>
              </a:lnSpc>
              <a:spcBef>
                <a:spcPts val="1025"/>
              </a:spcBef>
              <a:buSzPct val="88636"/>
              <a:buFont typeface="Wingdings"/>
              <a:buChar char=""/>
              <a:tabLst>
                <a:tab pos="840105" algn="l"/>
              </a:tabLst>
            </a:pP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通道处理机执行通道程序，完成指定的数据输入</a:t>
            </a:r>
            <a:r>
              <a:rPr dirty="0" sz="2200">
                <a:solidFill>
                  <a:srgbClr val="40458B"/>
                </a:solidFill>
                <a:latin typeface="Tahoma"/>
                <a:cs typeface="Tahoma"/>
              </a:rPr>
              <a:t>/</a:t>
            </a: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输出工作。</a:t>
            </a:r>
            <a:endParaRPr sz="2200">
              <a:latin typeface="黑体"/>
              <a:cs typeface="黑体"/>
            </a:endParaRPr>
          </a:p>
          <a:p>
            <a:pPr marL="588645">
              <a:lnSpc>
                <a:spcPct val="100000"/>
              </a:lnSpc>
              <a:spcBef>
                <a:spcPts val="994"/>
              </a:spcBef>
            </a:pPr>
            <a:r>
              <a:rPr dirty="0" sz="2000" spc="-10" b="1">
                <a:solidFill>
                  <a:srgbClr val="FF5CFF"/>
                </a:solidFill>
                <a:latin typeface="宋体"/>
                <a:cs typeface="宋体"/>
              </a:rPr>
              <a:t>通道处理机执行通道程序与</a:t>
            </a:r>
            <a:r>
              <a:rPr dirty="0" sz="2000" spc="-20" b="1">
                <a:solidFill>
                  <a:srgbClr val="9933FF"/>
                </a:solidFill>
                <a:latin typeface="宋体"/>
                <a:cs typeface="宋体"/>
              </a:rPr>
              <a:t>CPU</a:t>
            </a:r>
            <a:r>
              <a:rPr dirty="0" sz="2000" spc="-25" b="1">
                <a:solidFill>
                  <a:srgbClr val="FF5CFF"/>
                </a:solidFill>
                <a:latin typeface="宋体"/>
                <a:cs typeface="宋体"/>
              </a:rPr>
              <a:t>执行用户程序是并行的。</a:t>
            </a:r>
            <a:endParaRPr sz="2000">
              <a:latin typeface="宋体"/>
              <a:cs typeface="宋体"/>
            </a:endParaRPr>
          </a:p>
          <a:p>
            <a:pPr lvl="1" marL="840105" indent="-457200">
              <a:lnSpc>
                <a:spcPct val="100000"/>
              </a:lnSpc>
              <a:spcBef>
                <a:spcPts val="1025"/>
              </a:spcBef>
              <a:buSzPct val="88636"/>
              <a:buFont typeface="Wingdings"/>
              <a:buChar char=""/>
              <a:tabLst>
                <a:tab pos="840105" algn="l"/>
              </a:tabLst>
            </a:pP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通道程序结束后向</a:t>
            </a:r>
            <a:r>
              <a:rPr dirty="0" sz="2200" spc="-20">
                <a:solidFill>
                  <a:srgbClr val="9933FF"/>
                </a:solidFill>
                <a:latin typeface="黑体"/>
                <a:cs typeface="黑体"/>
              </a:rPr>
              <a:t>CPU</a:t>
            </a: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发中断请求。</a:t>
            </a:r>
            <a:endParaRPr sz="2200">
              <a:latin typeface="黑体"/>
              <a:cs typeface="黑体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443854" y="136017"/>
            <a:ext cx="3331210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>
                <a:solidFill>
                  <a:srgbClr val="0000CC"/>
                </a:solidFill>
                <a:latin typeface="黑体"/>
                <a:cs typeface="黑体"/>
              </a:rPr>
              <a:t>8.5.2</a:t>
            </a:r>
            <a:r>
              <a:rPr dirty="0" sz="2600" spc="-15">
                <a:solidFill>
                  <a:srgbClr val="0000CC"/>
                </a:solidFill>
                <a:latin typeface="黑体"/>
                <a:cs typeface="黑体"/>
              </a:rPr>
              <a:t> 通道的工作过程</a:t>
            </a:r>
            <a:endParaRPr sz="26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53605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34809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15" b="1">
                <a:solidFill>
                  <a:srgbClr val="40458B"/>
                </a:solidFill>
                <a:latin typeface="宋体"/>
                <a:cs typeface="宋体"/>
              </a:rPr>
              <a:t>77/81</a:t>
            </a:r>
            <a:endParaRPr baseline="1736" sz="2400">
              <a:latin typeface="宋体"/>
              <a:cs typeface="宋体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19062" y="188976"/>
            <a:ext cx="1437005" cy="274955"/>
            <a:chOff x="119062" y="188976"/>
            <a:chExt cx="1437005" cy="274955"/>
          </a:xfrm>
        </p:grpSpPr>
        <p:sp>
          <p:nvSpPr>
            <p:cNvPr id="4" name="object 4" descr=""/>
            <p:cNvSpPr/>
            <p:nvPr/>
          </p:nvSpPr>
          <p:spPr>
            <a:xfrm>
              <a:off x="119062" y="188976"/>
              <a:ext cx="499745" cy="274955"/>
            </a:xfrm>
            <a:custGeom>
              <a:avLst/>
              <a:gdLst/>
              <a:ahLst/>
              <a:cxnLst/>
              <a:rect l="l" t="t" r="r" b="b"/>
              <a:pathLst>
                <a:path w="499745" h="274955">
                  <a:moveTo>
                    <a:pt x="119837" y="0"/>
                  </a:moveTo>
                  <a:lnTo>
                    <a:pt x="4993" y="41528"/>
                  </a:lnTo>
                  <a:lnTo>
                    <a:pt x="264655" y="135508"/>
                  </a:lnTo>
                  <a:lnTo>
                    <a:pt x="0" y="231266"/>
                  </a:lnTo>
                  <a:lnTo>
                    <a:pt x="119837" y="274574"/>
                  </a:lnTo>
                  <a:lnTo>
                    <a:pt x="499338" y="137287"/>
                  </a:lnTo>
                  <a:lnTo>
                    <a:pt x="119837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85546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9621" y="0"/>
                  </a:moveTo>
                  <a:lnTo>
                    <a:pt x="4991" y="41528"/>
                  </a:lnTo>
                  <a:lnTo>
                    <a:pt x="264147" y="135508"/>
                  </a:lnTo>
                  <a:lnTo>
                    <a:pt x="0" y="231266"/>
                  </a:lnTo>
                  <a:lnTo>
                    <a:pt x="119621" y="274574"/>
                  </a:lnTo>
                  <a:lnTo>
                    <a:pt x="497141" y="137287"/>
                  </a:lnTo>
                  <a:lnTo>
                    <a:pt x="119621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058608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8363" y="0"/>
                  </a:moveTo>
                  <a:lnTo>
                    <a:pt x="4978" y="41528"/>
                  </a:lnTo>
                  <a:lnTo>
                    <a:pt x="264096" y="135508"/>
                  </a:lnTo>
                  <a:lnTo>
                    <a:pt x="0" y="231266"/>
                  </a:lnTo>
                  <a:lnTo>
                    <a:pt x="118363" y="274574"/>
                  </a:lnTo>
                  <a:lnTo>
                    <a:pt x="497141" y="137287"/>
                  </a:lnTo>
                  <a:lnTo>
                    <a:pt x="118363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51890" algn="l"/>
                <a:tab pos="7600315" algn="l"/>
              </a:tabLst>
            </a:pPr>
            <a:r>
              <a:rPr dirty="0"/>
              <a:t>	8.5 </a:t>
            </a:r>
            <a:r>
              <a:rPr dirty="0" spc="-10"/>
              <a:t>通道处理</a:t>
            </a:r>
            <a:r>
              <a:rPr dirty="0" spc="-50"/>
              <a:t>机</a:t>
            </a:r>
            <a:r>
              <a:rPr dirty="0"/>
              <a:t>	</a:t>
            </a:r>
          </a:p>
        </p:txBody>
      </p:sp>
      <p:sp>
        <p:nvSpPr>
          <p:cNvPr id="9" name="object 9" descr=""/>
          <p:cNvSpPr/>
          <p:nvPr/>
        </p:nvSpPr>
        <p:spPr>
          <a:xfrm>
            <a:off x="5357788" y="3506012"/>
            <a:ext cx="60960" cy="17145"/>
          </a:xfrm>
          <a:custGeom>
            <a:avLst/>
            <a:gdLst/>
            <a:ahLst/>
            <a:cxnLst/>
            <a:rect l="l" t="t" r="r" b="b"/>
            <a:pathLst>
              <a:path w="60960" h="17145">
                <a:moveTo>
                  <a:pt x="60455" y="16952"/>
                </a:moveTo>
                <a:lnTo>
                  <a:pt x="0" y="16952"/>
                </a:lnTo>
                <a:lnTo>
                  <a:pt x="0" y="0"/>
                </a:lnTo>
                <a:lnTo>
                  <a:pt x="60455" y="0"/>
                </a:lnTo>
                <a:lnTo>
                  <a:pt x="60455" y="16952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0" name="object 10" descr=""/>
          <p:cNvGrpSpPr/>
          <p:nvPr/>
        </p:nvGrpSpPr>
        <p:grpSpPr>
          <a:xfrm>
            <a:off x="4146887" y="3506012"/>
            <a:ext cx="1280160" cy="234315"/>
            <a:chOff x="4146887" y="3506012"/>
            <a:chExt cx="1280160" cy="234315"/>
          </a:xfrm>
        </p:grpSpPr>
        <p:sp>
          <p:nvSpPr>
            <p:cNvPr id="11" name="object 11" descr=""/>
            <p:cNvSpPr/>
            <p:nvPr/>
          </p:nvSpPr>
          <p:spPr>
            <a:xfrm>
              <a:off x="4148474" y="3506012"/>
              <a:ext cx="1276985" cy="232410"/>
            </a:xfrm>
            <a:custGeom>
              <a:avLst/>
              <a:gdLst/>
              <a:ahLst/>
              <a:cxnLst/>
              <a:rect l="l" t="t" r="r" b="b"/>
              <a:pathLst>
                <a:path w="1276985" h="232410">
                  <a:moveTo>
                    <a:pt x="1269769" y="9573"/>
                  </a:moveTo>
                  <a:lnTo>
                    <a:pt x="1262562" y="9573"/>
                  </a:lnTo>
                  <a:lnTo>
                    <a:pt x="1262562" y="21738"/>
                  </a:lnTo>
                  <a:lnTo>
                    <a:pt x="1276575" y="21738"/>
                  </a:lnTo>
                  <a:lnTo>
                    <a:pt x="1276575" y="16952"/>
                  </a:lnTo>
                  <a:lnTo>
                    <a:pt x="1269769" y="16952"/>
                  </a:lnTo>
                  <a:lnTo>
                    <a:pt x="1269769" y="9573"/>
                  </a:lnTo>
                  <a:close/>
                </a:path>
                <a:path w="1276985" h="232410">
                  <a:moveTo>
                    <a:pt x="1269769" y="0"/>
                  </a:moveTo>
                  <a:lnTo>
                    <a:pt x="1209313" y="0"/>
                  </a:lnTo>
                  <a:lnTo>
                    <a:pt x="1209313" y="16952"/>
                  </a:lnTo>
                  <a:lnTo>
                    <a:pt x="1262562" y="16952"/>
                  </a:lnTo>
                  <a:lnTo>
                    <a:pt x="1262562" y="9573"/>
                  </a:lnTo>
                  <a:lnTo>
                    <a:pt x="1269769" y="9573"/>
                  </a:lnTo>
                  <a:lnTo>
                    <a:pt x="1269769" y="0"/>
                  </a:lnTo>
                  <a:close/>
                </a:path>
                <a:path w="1276985" h="232410">
                  <a:moveTo>
                    <a:pt x="1276575" y="9573"/>
                  </a:moveTo>
                  <a:lnTo>
                    <a:pt x="1269769" y="9573"/>
                  </a:lnTo>
                  <a:lnTo>
                    <a:pt x="1269769" y="16952"/>
                  </a:lnTo>
                  <a:lnTo>
                    <a:pt x="1276575" y="16952"/>
                  </a:lnTo>
                  <a:lnTo>
                    <a:pt x="1276575" y="9573"/>
                  </a:lnTo>
                  <a:close/>
                </a:path>
                <a:path w="1276985" h="232410">
                  <a:moveTo>
                    <a:pt x="1163671" y="0"/>
                  </a:moveTo>
                  <a:lnTo>
                    <a:pt x="1103616" y="0"/>
                  </a:lnTo>
                  <a:lnTo>
                    <a:pt x="1103616" y="16952"/>
                  </a:lnTo>
                  <a:lnTo>
                    <a:pt x="1163671" y="16952"/>
                  </a:lnTo>
                  <a:lnTo>
                    <a:pt x="1163671" y="0"/>
                  </a:lnTo>
                  <a:close/>
                </a:path>
                <a:path w="1276985" h="232410">
                  <a:moveTo>
                    <a:pt x="1058174" y="0"/>
                  </a:moveTo>
                  <a:lnTo>
                    <a:pt x="997718" y="0"/>
                  </a:lnTo>
                  <a:lnTo>
                    <a:pt x="997718" y="16952"/>
                  </a:lnTo>
                  <a:lnTo>
                    <a:pt x="1058174" y="16952"/>
                  </a:lnTo>
                  <a:lnTo>
                    <a:pt x="1058174" y="0"/>
                  </a:lnTo>
                  <a:close/>
                </a:path>
                <a:path w="1276985" h="232410">
                  <a:moveTo>
                    <a:pt x="954478" y="0"/>
                  </a:moveTo>
                  <a:lnTo>
                    <a:pt x="894423" y="0"/>
                  </a:lnTo>
                  <a:lnTo>
                    <a:pt x="894423" y="16952"/>
                  </a:lnTo>
                  <a:lnTo>
                    <a:pt x="954478" y="16952"/>
                  </a:lnTo>
                  <a:lnTo>
                    <a:pt x="954478" y="0"/>
                  </a:lnTo>
                  <a:close/>
                </a:path>
                <a:path w="1276985" h="232410">
                  <a:moveTo>
                    <a:pt x="848981" y="0"/>
                  </a:moveTo>
                  <a:lnTo>
                    <a:pt x="788926" y="0"/>
                  </a:lnTo>
                  <a:lnTo>
                    <a:pt x="788926" y="16952"/>
                  </a:lnTo>
                  <a:lnTo>
                    <a:pt x="848981" y="16952"/>
                  </a:lnTo>
                  <a:lnTo>
                    <a:pt x="848981" y="0"/>
                  </a:lnTo>
                  <a:close/>
                </a:path>
                <a:path w="1276985" h="232410">
                  <a:moveTo>
                    <a:pt x="742883" y="0"/>
                  </a:moveTo>
                  <a:lnTo>
                    <a:pt x="682828" y="0"/>
                  </a:lnTo>
                  <a:lnTo>
                    <a:pt x="682828" y="16952"/>
                  </a:lnTo>
                  <a:lnTo>
                    <a:pt x="742883" y="16952"/>
                  </a:lnTo>
                  <a:lnTo>
                    <a:pt x="742883" y="0"/>
                  </a:lnTo>
                  <a:close/>
                </a:path>
                <a:path w="1276985" h="232410">
                  <a:moveTo>
                    <a:pt x="637386" y="0"/>
                  </a:moveTo>
                  <a:lnTo>
                    <a:pt x="577331" y="0"/>
                  </a:lnTo>
                  <a:lnTo>
                    <a:pt x="577331" y="16952"/>
                  </a:lnTo>
                  <a:lnTo>
                    <a:pt x="637386" y="16952"/>
                  </a:lnTo>
                  <a:lnTo>
                    <a:pt x="637386" y="0"/>
                  </a:lnTo>
                  <a:close/>
                </a:path>
                <a:path w="1276985" h="232410">
                  <a:moveTo>
                    <a:pt x="533691" y="0"/>
                  </a:moveTo>
                  <a:lnTo>
                    <a:pt x="473636" y="0"/>
                  </a:lnTo>
                  <a:lnTo>
                    <a:pt x="473636" y="16952"/>
                  </a:lnTo>
                  <a:lnTo>
                    <a:pt x="533691" y="16952"/>
                  </a:lnTo>
                  <a:lnTo>
                    <a:pt x="533691" y="0"/>
                  </a:lnTo>
                  <a:close/>
                </a:path>
                <a:path w="1276985" h="232410">
                  <a:moveTo>
                    <a:pt x="427994" y="0"/>
                  </a:moveTo>
                  <a:lnTo>
                    <a:pt x="367938" y="0"/>
                  </a:lnTo>
                  <a:lnTo>
                    <a:pt x="367938" y="16952"/>
                  </a:lnTo>
                  <a:lnTo>
                    <a:pt x="427994" y="16952"/>
                  </a:lnTo>
                  <a:lnTo>
                    <a:pt x="427994" y="0"/>
                  </a:lnTo>
                  <a:close/>
                </a:path>
                <a:path w="1276985" h="232410">
                  <a:moveTo>
                    <a:pt x="322096" y="0"/>
                  </a:moveTo>
                  <a:lnTo>
                    <a:pt x="262041" y="0"/>
                  </a:lnTo>
                  <a:lnTo>
                    <a:pt x="262041" y="16952"/>
                  </a:lnTo>
                  <a:lnTo>
                    <a:pt x="322096" y="16952"/>
                  </a:lnTo>
                  <a:lnTo>
                    <a:pt x="322096" y="0"/>
                  </a:lnTo>
                  <a:close/>
                </a:path>
                <a:path w="1276985" h="232410">
                  <a:moveTo>
                    <a:pt x="216399" y="0"/>
                  </a:moveTo>
                  <a:lnTo>
                    <a:pt x="156343" y="0"/>
                  </a:lnTo>
                  <a:lnTo>
                    <a:pt x="156343" y="16952"/>
                  </a:lnTo>
                  <a:lnTo>
                    <a:pt x="216399" y="16952"/>
                  </a:lnTo>
                  <a:lnTo>
                    <a:pt x="216399" y="0"/>
                  </a:lnTo>
                  <a:close/>
                </a:path>
                <a:path w="1276985" h="232410">
                  <a:moveTo>
                    <a:pt x="112703" y="0"/>
                  </a:moveTo>
                  <a:lnTo>
                    <a:pt x="52648" y="0"/>
                  </a:lnTo>
                  <a:lnTo>
                    <a:pt x="52648" y="16952"/>
                  </a:lnTo>
                  <a:lnTo>
                    <a:pt x="112703" y="16952"/>
                  </a:lnTo>
                  <a:lnTo>
                    <a:pt x="112703" y="0"/>
                  </a:lnTo>
                  <a:close/>
                </a:path>
                <a:path w="1276985" h="232410">
                  <a:moveTo>
                    <a:pt x="14413" y="9573"/>
                  </a:moveTo>
                  <a:lnTo>
                    <a:pt x="0" y="9573"/>
                  </a:lnTo>
                  <a:lnTo>
                    <a:pt x="0" y="69404"/>
                  </a:lnTo>
                  <a:lnTo>
                    <a:pt x="14413" y="69404"/>
                  </a:lnTo>
                  <a:lnTo>
                    <a:pt x="14413" y="9573"/>
                  </a:lnTo>
                  <a:close/>
                </a:path>
                <a:path w="1276985" h="232410">
                  <a:moveTo>
                    <a:pt x="14413" y="112483"/>
                  </a:moveTo>
                  <a:lnTo>
                    <a:pt x="0" y="112483"/>
                  </a:lnTo>
                  <a:lnTo>
                    <a:pt x="0" y="172314"/>
                  </a:lnTo>
                  <a:lnTo>
                    <a:pt x="14413" y="172314"/>
                  </a:lnTo>
                  <a:lnTo>
                    <a:pt x="14413" y="112483"/>
                  </a:lnTo>
                  <a:close/>
                </a:path>
                <a:path w="1276985" h="232410">
                  <a:moveTo>
                    <a:pt x="7206" y="218185"/>
                  </a:moveTo>
                  <a:lnTo>
                    <a:pt x="0" y="218185"/>
                  </a:lnTo>
                  <a:lnTo>
                    <a:pt x="0" y="232146"/>
                  </a:lnTo>
                  <a:lnTo>
                    <a:pt x="60055" y="232146"/>
                  </a:lnTo>
                  <a:lnTo>
                    <a:pt x="60055" y="224966"/>
                  </a:lnTo>
                  <a:lnTo>
                    <a:pt x="14413" y="224966"/>
                  </a:lnTo>
                  <a:lnTo>
                    <a:pt x="7206" y="218185"/>
                  </a:lnTo>
                  <a:close/>
                </a:path>
                <a:path w="1276985" h="232410">
                  <a:moveTo>
                    <a:pt x="14413" y="218185"/>
                  </a:moveTo>
                  <a:lnTo>
                    <a:pt x="7206" y="218185"/>
                  </a:lnTo>
                  <a:lnTo>
                    <a:pt x="14413" y="224966"/>
                  </a:lnTo>
                  <a:lnTo>
                    <a:pt x="14413" y="218185"/>
                  </a:lnTo>
                  <a:close/>
                </a:path>
                <a:path w="1276985" h="232410">
                  <a:moveTo>
                    <a:pt x="60055" y="218185"/>
                  </a:moveTo>
                  <a:lnTo>
                    <a:pt x="14413" y="218185"/>
                  </a:lnTo>
                  <a:lnTo>
                    <a:pt x="14413" y="224966"/>
                  </a:lnTo>
                  <a:lnTo>
                    <a:pt x="60055" y="224966"/>
                  </a:lnTo>
                  <a:lnTo>
                    <a:pt x="60055" y="218185"/>
                  </a:lnTo>
                  <a:close/>
                </a:path>
                <a:path w="1276985" h="232410">
                  <a:moveTo>
                    <a:pt x="166152" y="218185"/>
                  </a:moveTo>
                  <a:lnTo>
                    <a:pt x="105497" y="218185"/>
                  </a:lnTo>
                  <a:lnTo>
                    <a:pt x="105497" y="232146"/>
                  </a:lnTo>
                  <a:lnTo>
                    <a:pt x="166152" y="232146"/>
                  </a:lnTo>
                  <a:lnTo>
                    <a:pt x="166152" y="218185"/>
                  </a:lnTo>
                  <a:close/>
                </a:path>
                <a:path w="1276985" h="232410">
                  <a:moveTo>
                    <a:pt x="269247" y="218185"/>
                  </a:moveTo>
                  <a:lnTo>
                    <a:pt x="209192" y="218185"/>
                  </a:lnTo>
                  <a:lnTo>
                    <a:pt x="209192" y="232146"/>
                  </a:lnTo>
                  <a:lnTo>
                    <a:pt x="269247" y="232146"/>
                  </a:lnTo>
                  <a:lnTo>
                    <a:pt x="269247" y="218185"/>
                  </a:lnTo>
                  <a:close/>
                </a:path>
                <a:path w="1276985" h="232410">
                  <a:moveTo>
                    <a:pt x="375345" y="218185"/>
                  </a:moveTo>
                  <a:lnTo>
                    <a:pt x="314689" y="218185"/>
                  </a:lnTo>
                  <a:lnTo>
                    <a:pt x="314689" y="232146"/>
                  </a:lnTo>
                  <a:lnTo>
                    <a:pt x="375345" y="232146"/>
                  </a:lnTo>
                  <a:lnTo>
                    <a:pt x="375345" y="218185"/>
                  </a:lnTo>
                  <a:close/>
                </a:path>
                <a:path w="1276985" h="232410">
                  <a:moveTo>
                    <a:pt x="480842" y="218185"/>
                  </a:moveTo>
                  <a:lnTo>
                    <a:pt x="420787" y="218185"/>
                  </a:lnTo>
                  <a:lnTo>
                    <a:pt x="420787" y="232146"/>
                  </a:lnTo>
                  <a:lnTo>
                    <a:pt x="480842" y="232146"/>
                  </a:lnTo>
                  <a:lnTo>
                    <a:pt x="480842" y="218185"/>
                  </a:lnTo>
                  <a:close/>
                </a:path>
                <a:path w="1276985" h="232410">
                  <a:moveTo>
                    <a:pt x="586539" y="218185"/>
                  </a:moveTo>
                  <a:lnTo>
                    <a:pt x="526484" y="218185"/>
                  </a:lnTo>
                  <a:lnTo>
                    <a:pt x="526484" y="232146"/>
                  </a:lnTo>
                  <a:lnTo>
                    <a:pt x="586539" y="232146"/>
                  </a:lnTo>
                  <a:lnTo>
                    <a:pt x="586539" y="218185"/>
                  </a:lnTo>
                  <a:close/>
                </a:path>
                <a:path w="1276985" h="232410">
                  <a:moveTo>
                    <a:pt x="690035" y="218185"/>
                  </a:moveTo>
                  <a:lnTo>
                    <a:pt x="629979" y="218185"/>
                  </a:lnTo>
                  <a:lnTo>
                    <a:pt x="629979" y="232146"/>
                  </a:lnTo>
                  <a:lnTo>
                    <a:pt x="690035" y="232146"/>
                  </a:lnTo>
                  <a:lnTo>
                    <a:pt x="690035" y="218185"/>
                  </a:lnTo>
                  <a:close/>
                </a:path>
                <a:path w="1276985" h="232410">
                  <a:moveTo>
                    <a:pt x="795732" y="218185"/>
                  </a:moveTo>
                  <a:lnTo>
                    <a:pt x="735677" y="218185"/>
                  </a:lnTo>
                  <a:lnTo>
                    <a:pt x="735677" y="232146"/>
                  </a:lnTo>
                  <a:lnTo>
                    <a:pt x="795732" y="232146"/>
                  </a:lnTo>
                  <a:lnTo>
                    <a:pt x="795732" y="218185"/>
                  </a:lnTo>
                  <a:close/>
                </a:path>
                <a:path w="1276985" h="232410">
                  <a:moveTo>
                    <a:pt x="901830" y="218185"/>
                  </a:moveTo>
                  <a:lnTo>
                    <a:pt x="841774" y="218185"/>
                  </a:lnTo>
                  <a:lnTo>
                    <a:pt x="841774" y="232146"/>
                  </a:lnTo>
                  <a:lnTo>
                    <a:pt x="901830" y="232146"/>
                  </a:lnTo>
                  <a:lnTo>
                    <a:pt x="901830" y="218185"/>
                  </a:lnTo>
                  <a:close/>
                </a:path>
                <a:path w="1276985" h="232410">
                  <a:moveTo>
                    <a:pt x="1007327" y="218185"/>
                  </a:moveTo>
                  <a:lnTo>
                    <a:pt x="947272" y="218185"/>
                  </a:lnTo>
                  <a:lnTo>
                    <a:pt x="947272" y="232146"/>
                  </a:lnTo>
                  <a:lnTo>
                    <a:pt x="1007327" y="232146"/>
                  </a:lnTo>
                  <a:lnTo>
                    <a:pt x="1007327" y="218185"/>
                  </a:lnTo>
                  <a:close/>
                </a:path>
                <a:path w="1276985" h="232410">
                  <a:moveTo>
                    <a:pt x="1111022" y="218185"/>
                  </a:moveTo>
                  <a:lnTo>
                    <a:pt x="1050967" y="218185"/>
                  </a:lnTo>
                  <a:lnTo>
                    <a:pt x="1050967" y="232146"/>
                  </a:lnTo>
                  <a:lnTo>
                    <a:pt x="1111022" y="232146"/>
                  </a:lnTo>
                  <a:lnTo>
                    <a:pt x="1111022" y="218185"/>
                  </a:lnTo>
                  <a:close/>
                </a:path>
                <a:path w="1276985" h="232410">
                  <a:moveTo>
                    <a:pt x="1216519" y="218185"/>
                  </a:moveTo>
                  <a:lnTo>
                    <a:pt x="1156464" y="218185"/>
                  </a:lnTo>
                  <a:lnTo>
                    <a:pt x="1156464" y="232146"/>
                  </a:lnTo>
                  <a:lnTo>
                    <a:pt x="1216519" y="232146"/>
                  </a:lnTo>
                  <a:lnTo>
                    <a:pt x="1216519" y="218185"/>
                  </a:lnTo>
                  <a:close/>
                </a:path>
                <a:path w="1276985" h="232410">
                  <a:moveTo>
                    <a:pt x="1276575" y="218185"/>
                  </a:moveTo>
                  <a:lnTo>
                    <a:pt x="1269769" y="218185"/>
                  </a:lnTo>
                  <a:lnTo>
                    <a:pt x="1262562" y="224966"/>
                  </a:lnTo>
                  <a:lnTo>
                    <a:pt x="1262562" y="232146"/>
                  </a:lnTo>
                  <a:lnTo>
                    <a:pt x="1276575" y="232146"/>
                  </a:lnTo>
                  <a:lnTo>
                    <a:pt x="1276575" y="218185"/>
                  </a:lnTo>
                  <a:close/>
                </a:path>
                <a:path w="1276985" h="232410">
                  <a:moveTo>
                    <a:pt x="1276575" y="172314"/>
                  </a:moveTo>
                  <a:lnTo>
                    <a:pt x="1262562" y="172314"/>
                  </a:lnTo>
                  <a:lnTo>
                    <a:pt x="1262562" y="224966"/>
                  </a:lnTo>
                  <a:lnTo>
                    <a:pt x="1269769" y="218185"/>
                  </a:lnTo>
                  <a:lnTo>
                    <a:pt x="1276575" y="218185"/>
                  </a:lnTo>
                  <a:lnTo>
                    <a:pt x="1276575" y="172314"/>
                  </a:lnTo>
                  <a:close/>
                </a:path>
                <a:path w="1276985" h="232410">
                  <a:moveTo>
                    <a:pt x="1276575" y="67011"/>
                  </a:moveTo>
                  <a:lnTo>
                    <a:pt x="1262562" y="67011"/>
                  </a:lnTo>
                  <a:lnTo>
                    <a:pt x="1262562" y="127042"/>
                  </a:lnTo>
                  <a:lnTo>
                    <a:pt x="1276575" y="127042"/>
                  </a:lnTo>
                  <a:lnTo>
                    <a:pt x="1276575" y="670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148474" y="3724198"/>
              <a:ext cx="60325" cy="13970"/>
            </a:xfrm>
            <a:custGeom>
              <a:avLst/>
              <a:gdLst/>
              <a:ahLst/>
              <a:cxnLst/>
              <a:rect l="l" t="t" r="r" b="b"/>
              <a:pathLst>
                <a:path w="60325" h="13970">
                  <a:moveTo>
                    <a:pt x="14413" y="0"/>
                  </a:moveTo>
                  <a:lnTo>
                    <a:pt x="14413" y="6780"/>
                  </a:lnTo>
                  <a:lnTo>
                    <a:pt x="7206" y="0"/>
                  </a:lnTo>
                  <a:lnTo>
                    <a:pt x="60055" y="0"/>
                  </a:lnTo>
                  <a:lnTo>
                    <a:pt x="60055" y="13960"/>
                  </a:lnTo>
                  <a:lnTo>
                    <a:pt x="0" y="13960"/>
                  </a:lnTo>
                  <a:lnTo>
                    <a:pt x="0" y="0"/>
                  </a:lnTo>
                  <a:lnTo>
                    <a:pt x="14413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4252575" y="3731178"/>
              <a:ext cx="1114425" cy="0"/>
            </a:xfrm>
            <a:custGeom>
              <a:avLst/>
              <a:gdLst/>
              <a:ahLst/>
              <a:cxnLst/>
              <a:rect l="l" t="t" r="r" b="b"/>
              <a:pathLst>
                <a:path w="1114425" h="0">
                  <a:moveTo>
                    <a:pt x="0" y="0"/>
                  </a:moveTo>
                  <a:lnTo>
                    <a:pt x="1113815" y="0"/>
                  </a:lnTo>
                </a:path>
              </a:pathLst>
            </a:custGeom>
            <a:ln w="16753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5411036" y="3678327"/>
              <a:ext cx="14604" cy="60325"/>
            </a:xfrm>
            <a:custGeom>
              <a:avLst/>
              <a:gdLst/>
              <a:ahLst/>
              <a:cxnLst/>
              <a:rect l="l" t="t" r="r" b="b"/>
              <a:pathLst>
                <a:path w="14604" h="60325">
                  <a:moveTo>
                    <a:pt x="0" y="45870"/>
                  </a:moveTo>
                  <a:lnTo>
                    <a:pt x="7206" y="45870"/>
                  </a:lnTo>
                  <a:lnTo>
                    <a:pt x="0" y="52651"/>
                  </a:lnTo>
                  <a:lnTo>
                    <a:pt x="0" y="0"/>
                  </a:lnTo>
                  <a:lnTo>
                    <a:pt x="14012" y="0"/>
                  </a:lnTo>
                  <a:lnTo>
                    <a:pt x="14012" y="59831"/>
                  </a:lnTo>
                  <a:lnTo>
                    <a:pt x="0" y="59831"/>
                  </a:lnTo>
                  <a:lnTo>
                    <a:pt x="0" y="4587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" name="object 15" descr=""/>
          <p:cNvGrpSpPr/>
          <p:nvPr/>
        </p:nvGrpSpPr>
        <p:grpSpPr>
          <a:xfrm>
            <a:off x="3427815" y="4278636"/>
            <a:ext cx="3597910" cy="1752600"/>
            <a:chOff x="3427815" y="4278636"/>
            <a:chExt cx="3597910" cy="1752600"/>
          </a:xfrm>
        </p:grpSpPr>
        <p:sp>
          <p:nvSpPr>
            <p:cNvPr id="16" name="object 16" descr=""/>
            <p:cNvSpPr/>
            <p:nvPr/>
          </p:nvSpPr>
          <p:spPr>
            <a:xfrm>
              <a:off x="5747346" y="4282286"/>
              <a:ext cx="1262380" cy="309245"/>
            </a:xfrm>
            <a:custGeom>
              <a:avLst/>
              <a:gdLst/>
              <a:ahLst/>
              <a:cxnLst/>
              <a:rect l="l" t="t" r="r" b="b"/>
              <a:pathLst>
                <a:path w="1262379" h="309245">
                  <a:moveTo>
                    <a:pt x="1262121" y="0"/>
                  </a:moveTo>
                  <a:lnTo>
                    <a:pt x="0" y="0"/>
                  </a:lnTo>
                  <a:lnTo>
                    <a:pt x="0" y="309069"/>
                  </a:lnTo>
                  <a:lnTo>
                    <a:pt x="1262121" y="309069"/>
                  </a:lnTo>
                  <a:lnTo>
                    <a:pt x="1262121" y="0"/>
                  </a:lnTo>
                  <a:close/>
                </a:path>
              </a:pathLst>
            </a:custGeom>
            <a:solidFill>
              <a:srgbClr val="FFCD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5800395" y="4288509"/>
              <a:ext cx="1217295" cy="0"/>
            </a:xfrm>
            <a:custGeom>
              <a:avLst/>
              <a:gdLst/>
              <a:ahLst/>
              <a:cxnLst/>
              <a:rect l="l" t="t" r="r" b="b"/>
              <a:pathLst>
                <a:path w="1217295" h="0">
                  <a:moveTo>
                    <a:pt x="0" y="0"/>
                  </a:moveTo>
                  <a:lnTo>
                    <a:pt x="1216720" y="0"/>
                  </a:lnTo>
                </a:path>
              </a:pathLst>
            </a:custGeom>
            <a:ln w="16952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5759758" y="4591595"/>
              <a:ext cx="60325" cy="14604"/>
            </a:xfrm>
            <a:custGeom>
              <a:avLst/>
              <a:gdLst/>
              <a:ahLst/>
              <a:cxnLst/>
              <a:rect l="l" t="t" r="r" b="b"/>
              <a:pathLst>
                <a:path w="60325" h="14604">
                  <a:moveTo>
                    <a:pt x="60055" y="0"/>
                  </a:moveTo>
                  <a:lnTo>
                    <a:pt x="0" y="0"/>
                  </a:lnTo>
                  <a:lnTo>
                    <a:pt x="0" y="14499"/>
                  </a:lnTo>
                  <a:lnTo>
                    <a:pt x="60055" y="14499"/>
                  </a:lnTo>
                  <a:lnTo>
                    <a:pt x="600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5865255" y="4598845"/>
              <a:ext cx="1111250" cy="0"/>
            </a:xfrm>
            <a:custGeom>
              <a:avLst/>
              <a:gdLst/>
              <a:ahLst/>
              <a:cxnLst/>
              <a:rect l="l" t="t" r="r" b="b"/>
              <a:pathLst>
                <a:path w="1111250" h="0">
                  <a:moveTo>
                    <a:pt x="0" y="0"/>
                  </a:moveTo>
                  <a:lnTo>
                    <a:pt x="1111022" y="0"/>
                  </a:lnTo>
                </a:path>
              </a:pathLst>
            </a:custGeom>
            <a:ln w="14499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5747546" y="4280032"/>
              <a:ext cx="1270000" cy="326390"/>
            </a:xfrm>
            <a:custGeom>
              <a:avLst/>
              <a:gdLst/>
              <a:ahLst/>
              <a:cxnLst/>
              <a:rect l="l" t="t" r="r" b="b"/>
              <a:pathLst>
                <a:path w="1270000" h="326389">
                  <a:moveTo>
                    <a:pt x="1269568" y="16952"/>
                  </a:moveTo>
                  <a:lnTo>
                    <a:pt x="1209513" y="16952"/>
                  </a:lnTo>
                  <a:lnTo>
                    <a:pt x="1209513" y="0"/>
                  </a:lnTo>
                  <a:lnTo>
                    <a:pt x="1269568" y="0"/>
                  </a:lnTo>
                  <a:lnTo>
                    <a:pt x="1269568" y="16952"/>
                  </a:lnTo>
                  <a:close/>
                </a:path>
                <a:path w="1270000" h="326389">
                  <a:moveTo>
                    <a:pt x="1163871" y="16952"/>
                  </a:moveTo>
                  <a:lnTo>
                    <a:pt x="1103816" y="16952"/>
                  </a:lnTo>
                  <a:lnTo>
                    <a:pt x="1103816" y="0"/>
                  </a:lnTo>
                  <a:lnTo>
                    <a:pt x="1163871" y="0"/>
                  </a:lnTo>
                  <a:lnTo>
                    <a:pt x="1163871" y="16952"/>
                  </a:lnTo>
                  <a:close/>
                </a:path>
                <a:path w="1270000" h="326389">
                  <a:moveTo>
                    <a:pt x="1057773" y="16952"/>
                  </a:moveTo>
                  <a:lnTo>
                    <a:pt x="997718" y="16952"/>
                  </a:lnTo>
                  <a:lnTo>
                    <a:pt x="997718" y="0"/>
                  </a:lnTo>
                  <a:lnTo>
                    <a:pt x="1057773" y="0"/>
                  </a:lnTo>
                  <a:lnTo>
                    <a:pt x="1057773" y="16952"/>
                  </a:lnTo>
                  <a:close/>
                </a:path>
                <a:path w="1270000" h="326389">
                  <a:moveTo>
                    <a:pt x="954678" y="16952"/>
                  </a:moveTo>
                  <a:lnTo>
                    <a:pt x="894623" y="16952"/>
                  </a:lnTo>
                  <a:lnTo>
                    <a:pt x="894623" y="0"/>
                  </a:lnTo>
                  <a:lnTo>
                    <a:pt x="954678" y="0"/>
                  </a:lnTo>
                  <a:lnTo>
                    <a:pt x="954678" y="16952"/>
                  </a:lnTo>
                  <a:close/>
                </a:path>
                <a:path w="1270000" h="326389">
                  <a:moveTo>
                    <a:pt x="848581" y="16952"/>
                  </a:moveTo>
                  <a:lnTo>
                    <a:pt x="788525" y="16952"/>
                  </a:lnTo>
                  <a:lnTo>
                    <a:pt x="788525" y="0"/>
                  </a:lnTo>
                  <a:lnTo>
                    <a:pt x="848581" y="0"/>
                  </a:lnTo>
                  <a:lnTo>
                    <a:pt x="848581" y="16952"/>
                  </a:lnTo>
                  <a:close/>
                </a:path>
                <a:path w="1270000" h="326389">
                  <a:moveTo>
                    <a:pt x="743084" y="16952"/>
                  </a:moveTo>
                  <a:lnTo>
                    <a:pt x="683028" y="16952"/>
                  </a:lnTo>
                  <a:lnTo>
                    <a:pt x="683028" y="0"/>
                  </a:lnTo>
                  <a:lnTo>
                    <a:pt x="743084" y="0"/>
                  </a:lnTo>
                  <a:lnTo>
                    <a:pt x="743084" y="16952"/>
                  </a:lnTo>
                  <a:close/>
                </a:path>
                <a:path w="1270000" h="326389">
                  <a:moveTo>
                    <a:pt x="636986" y="16952"/>
                  </a:moveTo>
                  <a:lnTo>
                    <a:pt x="576931" y="16952"/>
                  </a:lnTo>
                  <a:lnTo>
                    <a:pt x="576931" y="0"/>
                  </a:lnTo>
                  <a:lnTo>
                    <a:pt x="636986" y="0"/>
                  </a:lnTo>
                  <a:lnTo>
                    <a:pt x="636986" y="16952"/>
                  </a:lnTo>
                  <a:close/>
                </a:path>
                <a:path w="1270000" h="326389">
                  <a:moveTo>
                    <a:pt x="533891" y="16952"/>
                  </a:moveTo>
                  <a:lnTo>
                    <a:pt x="473836" y="16952"/>
                  </a:lnTo>
                  <a:lnTo>
                    <a:pt x="473836" y="0"/>
                  </a:lnTo>
                  <a:lnTo>
                    <a:pt x="533891" y="0"/>
                  </a:lnTo>
                  <a:lnTo>
                    <a:pt x="533891" y="16952"/>
                  </a:lnTo>
                  <a:close/>
                </a:path>
                <a:path w="1270000" h="326389">
                  <a:moveTo>
                    <a:pt x="428194" y="16952"/>
                  </a:moveTo>
                  <a:lnTo>
                    <a:pt x="367738" y="16952"/>
                  </a:lnTo>
                  <a:lnTo>
                    <a:pt x="367738" y="0"/>
                  </a:lnTo>
                  <a:lnTo>
                    <a:pt x="428194" y="0"/>
                  </a:lnTo>
                  <a:lnTo>
                    <a:pt x="428194" y="16952"/>
                  </a:lnTo>
                  <a:close/>
                </a:path>
                <a:path w="1270000" h="326389">
                  <a:moveTo>
                    <a:pt x="322096" y="16952"/>
                  </a:moveTo>
                  <a:lnTo>
                    <a:pt x="262041" y="16952"/>
                  </a:lnTo>
                  <a:lnTo>
                    <a:pt x="262041" y="0"/>
                  </a:lnTo>
                  <a:lnTo>
                    <a:pt x="322096" y="0"/>
                  </a:lnTo>
                  <a:lnTo>
                    <a:pt x="322096" y="16952"/>
                  </a:lnTo>
                  <a:close/>
                </a:path>
                <a:path w="1270000" h="326389">
                  <a:moveTo>
                    <a:pt x="216599" y="16952"/>
                  </a:moveTo>
                  <a:lnTo>
                    <a:pt x="156143" y="16952"/>
                  </a:lnTo>
                  <a:lnTo>
                    <a:pt x="156143" y="0"/>
                  </a:lnTo>
                  <a:lnTo>
                    <a:pt x="216599" y="0"/>
                  </a:lnTo>
                  <a:lnTo>
                    <a:pt x="216599" y="16952"/>
                  </a:lnTo>
                  <a:close/>
                </a:path>
                <a:path w="1270000" h="326389">
                  <a:moveTo>
                    <a:pt x="112903" y="16952"/>
                  </a:moveTo>
                  <a:lnTo>
                    <a:pt x="52848" y="16952"/>
                  </a:lnTo>
                  <a:lnTo>
                    <a:pt x="52848" y="0"/>
                  </a:lnTo>
                  <a:lnTo>
                    <a:pt x="112903" y="0"/>
                  </a:lnTo>
                  <a:lnTo>
                    <a:pt x="112903" y="16952"/>
                  </a:lnTo>
                  <a:close/>
                </a:path>
                <a:path w="1270000" h="326389">
                  <a:moveTo>
                    <a:pt x="14613" y="9772"/>
                  </a:moveTo>
                  <a:lnTo>
                    <a:pt x="14613" y="69604"/>
                  </a:lnTo>
                  <a:lnTo>
                    <a:pt x="0" y="69604"/>
                  </a:lnTo>
                  <a:lnTo>
                    <a:pt x="0" y="9772"/>
                  </a:lnTo>
                  <a:lnTo>
                    <a:pt x="14613" y="9772"/>
                  </a:lnTo>
                  <a:close/>
                </a:path>
                <a:path w="1270000" h="326389">
                  <a:moveTo>
                    <a:pt x="14613" y="112682"/>
                  </a:moveTo>
                  <a:lnTo>
                    <a:pt x="14613" y="172514"/>
                  </a:lnTo>
                  <a:lnTo>
                    <a:pt x="0" y="172514"/>
                  </a:lnTo>
                  <a:lnTo>
                    <a:pt x="0" y="112682"/>
                  </a:lnTo>
                  <a:lnTo>
                    <a:pt x="14613" y="112682"/>
                  </a:lnTo>
                  <a:close/>
                </a:path>
                <a:path w="1270000" h="326389">
                  <a:moveTo>
                    <a:pt x="14613" y="217786"/>
                  </a:moveTo>
                  <a:lnTo>
                    <a:pt x="14613" y="277757"/>
                  </a:lnTo>
                  <a:lnTo>
                    <a:pt x="0" y="277757"/>
                  </a:lnTo>
                  <a:lnTo>
                    <a:pt x="0" y="217786"/>
                  </a:lnTo>
                  <a:lnTo>
                    <a:pt x="14613" y="217786"/>
                  </a:lnTo>
                  <a:close/>
                </a:path>
                <a:path w="1270000" h="326389">
                  <a:moveTo>
                    <a:pt x="12211" y="311562"/>
                  </a:moveTo>
                  <a:lnTo>
                    <a:pt x="72266" y="311562"/>
                  </a:lnTo>
                  <a:lnTo>
                    <a:pt x="72266" y="326061"/>
                  </a:lnTo>
                  <a:lnTo>
                    <a:pt x="12211" y="326061"/>
                  </a:lnTo>
                  <a:lnTo>
                    <a:pt x="12211" y="31156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5863858" y="4598845"/>
              <a:ext cx="1114425" cy="0"/>
            </a:xfrm>
            <a:custGeom>
              <a:avLst/>
              <a:gdLst/>
              <a:ahLst/>
              <a:cxnLst/>
              <a:rect l="l" t="t" r="r" b="b"/>
              <a:pathLst>
                <a:path w="1114425" h="0">
                  <a:moveTo>
                    <a:pt x="0" y="0"/>
                  </a:moveTo>
                  <a:lnTo>
                    <a:pt x="1113815" y="0"/>
                  </a:lnTo>
                </a:path>
              </a:pathLst>
            </a:custGeom>
            <a:ln w="17291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7009708" y="4323111"/>
              <a:ext cx="15240" cy="271145"/>
            </a:xfrm>
            <a:custGeom>
              <a:avLst/>
              <a:gdLst/>
              <a:ahLst/>
              <a:cxnLst/>
              <a:rect l="l" t="t" r="r" b="b"/>
              <a:pathLst>
                <a:path w="15240" h="271145">
                  <a:moveTo>
                    <a:pt x="0" y="270897"/>
                  </a:moveTo>
                  <a:lnTo>
                    <a:pt x="0" y="211025"/>
                  </a:lnTo>
                  <a:lnTo>
                    <a:pt x="14613" y="211025"/>
                  </a:lnTo>
                  <a:lnTo>
                    <a:pt x="14613" y="270897"/>
                  </a:lnTo>
                  <a:lnTo>
                    <a:pt x="0" y="270897"/>
                  </a:lnTo>
                  <a:close/>
                </a:path>
                <a:path w="15240" h="271145">
                  <a:moveTo>
                    <a:pt x="0" y="165533"/>
                  </a:moveTo>
                  <a:lnTo>
                    <a:pt x="0" y="105303"/>
                  </a:lnTo>
                  <a:lnTo>
                    <a:pt x="14613" y="105303"/>
                  </a:lnTo>
                  <a:lnTo>
                    <a:pt x="14613" y="165533"/>
                  </a:lnTo>
                  <a:lnTo>
                    <a:pt x="0" y="165533"/>
                  </a:lnTo>
                  <a:close/>
                </a:path>
                <a:path w="15240" h="271145">
                  <a:moveTo>
                    <a:pt x="0" y="59831"/>
                  </a:moveTo>
                  <a:lnTo>
                    <a:pt x="0" y="0"/>
                  </a:lnTo>
                  <a:lnTo>
                    <a:pt x="14613" y="0"/>
                  </a:lnTo>
                  <a:lnTo>
                    <a:pt x="14613" y="59831"/>
                  </a:lnTo>
                  <a:lnTo>
                    <a:pt x="0" y="59831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5747346" y="5827673"/>
              <a:ext cx="1262380" cy="187325"/>
            </a:xfrm>
            <a:custGeom>
              <a:avLst/>
              <a:gdLst/>
              <a:ahLst/>
              <a:cxnLst/>
              <a:rect l="l" t="t" r="r" b="b"/>
              <a:pathLst>
                <a:path w="1262379" h="187325">
                  <a:moveTo>
                    <a:pt x="1262121" y="0"/>
                  </a:moveTo>
                  <a:lnTo>
                    <a:pt x="0" y="0"/>
                  </a:lnTo>
                  <a:lnTo>
                    <a:pt x="0" y="186895"/>
                  </a:lnTo>
                  <a:lnTo>
                    <a:pt x="1262121" y="186895"/>
                  </a:lnTo>
                  <a:lnTo>
                    <a:pt x="1262121" y="0"/>
                  </a:lnTo>
                  <a:close/>
                </a:path>
              </a:pathLst>
            </a:custGeom>
            <a:solidFill>
              <a:srgbClr val="FFCD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5747547" y="5827914"/>
              <a:ext cx="1276985" cy="201930"/>
            </a:xfrm>
            <a:custGeom>
              <a:avLst/>
              <a:gdLst/>
              <a:ahLst/>
              <a:cxnLst/>
              <a:rect l="l" t="t" r="r" b="b"/>
              <a:pathLst>
                <a:path w="1276984" h="201929">
                  <a:moveTo>
                    <a:pt x="1269568" y="7239"/>
                  </a:moveTo>
                  <a:lnTo>
                    <a:pt x="1262162" y="7239"/>
                  </a:lnTo>
                  <a:lnTo>
                    <a:pt x="1262162" y="64717"/>
                  </a:lnTo>
                  <a:lnTo>
                    <a:pt x="1276775" y="64717"/>
                  </a:lnTo>
                  <a:lnTo>
                    <a:pt x="1276775" y="14479"/>
                  </a:lnTo>
                  <a:lnTo>
                    <a:pt x="1269568" y="14479"/>
                  </a:lnTo>
                  <a:lnTo>
                    <a:pt x="1269568" y="7239"/>
                  </a:lnTo>
                  <a:close/>
                </a:path>
                <a:path w="1276984" h="201929">
                  <a:moveTo>
                    <a:pt x="1269568" y="0"/>
                  </a:moveTo>
                  <a:lnTo>
                    <a:pt x="1209513" y="0"/>
                  </a:lnTo>
                  <a:lnTo>
                    <a:pt x="1209513" y="14479"/>
                  </a:lnTo>
                  <a:lnTo>
                    <a:pt x="1262162" y="14479"/>
                  </a:lnTo>
                  <a:lnTo>
                    <a:pt x="1262162" y="7239"/>
                  </a:lnTo>
                  <a:lnTo>
                    <a:pt x="1269568" y="7239"/>
                  </a:lnTo>
                  <a:lnTo>
                    <a:pt x="1269568" y="0"/>
                  </a:lnTo>
                  <a:close/>
                </a:path>
                <a:path w="1276984" h="201929">
                  <a:moveTo>
                    <a:pt x="1276775" y="7239"/>
                  </a:moveTo>
                  <a:lnTo>
                    <a:pt x="1269568" y="7239"/>
                  </a:lnTo>
                  <a:lnTo>
                    <a:pt x="1269568" y="14479"/>
                  </a:lnTo>
                  <a:lnTo>
                    <a:pt x="1276775" y="14479"/>
                  </a:lnTo>
                  <a:lnTo>
                    <a:pt x="1276775" y="7239"/>
                  </a:lnTo>
                  <a:close/>
                </a:path>
                <a:path w="1276984" h="201929">
                  <a:moveTo>
                    <a:pt x="1163871" y="0"/>
                  </a:moveTo>
                  <a:lnTo>
                    <a:pt x="1103816" y="0"/>
                  </a:lnTo>
                  <a:lnTo>
                    <a:pt x="1103816" y="14479"/>
                  </a:lnTo>
                  <a:lnTo>
                    <a:pt x="1163871" y="14479"/>
                  </a:lnTo>
                  <a:lnTo>
                    <a:pt x="1163871" y="0"/>
                  </a:lnTo>
                  <a:close/>
                </a:path>
                <a:path w="1276984" h="201929">
                  <a:moveTo>
                    <a:pt x="1057773" y="0"/>
                  </a:moveTo>
                  <a:lnTo>
                    <a:pt x="997718" y="0"/>
                  </a:lnTo>
                  <a:lnTo>
                    <a:pt x="997718" y="14479"/>
                  </a:lnTo>
                  <a:lnTo>
                    <a:pt x="1057773" y="14479"/>
                  </a:lnTo>
                  <a:lnTo>
                    <a:pt x="1057773" y="0"/>
                  </a:lnTo>
                  <a:close/>
                </a:path>
                <a:path w="1276984" h="201929">
                  <a:moveTo>
                    <a:pt x="954678" y="0"/>
                  </a:moveTo>
                  <a:lnTo>
                    <a:pt x="894623" y="0"/>
                  </a:lnTo>
                  <a:lnTo>
                    <a:pt x="894623" y="14479"/>
                  </a:lnTo>
                  <a:lnTo>
                    <a:pt x="954678" y="14479"/>
                  </a:lnTo>
                  <a:lnTo>
                    <a:pt x="954678" y="0"/>
                  </a:lnTo>
                  <a:close/>
                </a:path>
                <a:path w="1276984" h="201929">
                  <a:moveTo>
                    <a:pt x="848581" y="0"/>
                  </a:moveTo>
                  <a:lnTo>
                    <a:pt x="788525" y="0"/>
                  </a:lnTo>
                  <a:lnTo>
                    <a:pt x="788525" y="14479"/>
                  </a:lnTo>
                  <a:lnTo>
                    <a:pt x="848581" y="14479"/>
                  </a:lnTo>
                  <a:lnTo>
                    <a:pt x="848581" y="0"/>
                  </a:lnTo>
                  <a:close/>
                </a:path>
                <a:path w="1276984" h="201929">
                  <a:moveTo>
                    <a:pt x="743084" y="0"/>
                  </a:moveTo>
                  <a:lnTo>
                    <a:pt x="683028" y="0"/>
                  </a:lnTo>
                  <a:lnTo>
                    <a:pt x="683028" y="14479"/>
                  </a:lnTo>
                  <a:lnTo>
                    <a:pt x="743084" y="14479"/>
                  </a:lnTo>
                  <a:lnTo>
                    <a:pt x="743084" y="0"/>
                  </a:lnTo>
                  <a:close/>
                </a:path>
                <a:path w="1276984" h="201929">
                  <a:moveTo>
                    <a:pt x="636986" y="0"/>
                  </a:moveTo>
                  <a:lnTo>
                    <a:pt x="576931" y="0"/>
                  </a:lnTo>
                  <a:lnTo>
                    <a:pt x="576931" y="14479"/>
                  </a:lnTo>
                  <a:lnTo>
                    <a:pt x="636986" y="14479"/>
                  </a:lnTo>
                  <a:lnTo>
                    <a:pt x="636986" y="0"/>
                  </a:lnTo>
                  <a:close/>
                </a:path>
                <a:path w="1276984" h="201929">
                  <a:moveTo>
                    <a:pt x="533891" y="0"/>
                  </a:moveTo>
                  <a:lnTo>
                    <a:pt x="473836" y="0"/>
                  </a:lnTo>
                  <a:lnTo>
                    <a:pt x="473836" y="14479"/>
                  </a:lnTo>
                  <a:lnTo>
                    <a:pt x="533891" y="14479"/>
                  </a:lnTo>
                  <a:lnTo>
                    <a:pt x="533891" y="0"/>
                  </a:lnTo>
                  <a:close/>
                </a:path>
                <a:path w="1276984" h="201929">
                  <a:moveTo>
                    <a:pt x="428194" y="0"/>
                  </a:moveTo>
                  <a:lnTo>
                    <a:pt x="367738" y="0"/>
                  </a:lnTo>
                  <a:lnTo>
                    <a:pt x="367738" y="14479"/>
                  </a:lnTo>
                  <a:lnTo>
                    <a:pt x="428194" y="14479"/>
                  </a:lnTo>
                  <a:lnTo>
                    <a:pt x="428194" y="0"/>
                  </a:lnTo>
                  <a:close/>
                </a:path>
                <a:path w="1276984" h="201929">
                  <a:moveTo>
                    <a:pt x="322096" y="0"/>
                  </a:moveTo>
                  <a:lnTo>
                    <a:pt x="262041" y="0"/>
                  </a:lnTo>
                  <a:lnTo>
                    <a:pt x="262041" y="14479"/>
                  </a:lnTo>
                  <a:lnTo>
                    <a:pt x="322096" y="14479"/>
                  </a:lnTo>
                  <a:lnTo>
                    <a:pt x="322096" y="0"/>
                  </a:lnTo>
                  <a:close/>
                </a:path>
                <a:path w="1276984" h="201929">
                  <a:moveTo>
                    <a:pt x="216599" y="0"/>
                  </a:moveTo>
                  <a:lnTo>
                    <a:pt x="156143" y="0"/>
                  </a:lnTo>
                  <a:lnTo>
                    <a:pt x="156143" y="14479"/>
                  </a:lnTo>
                  <a:lnTo>
                    <a:pt x="216599" y="14479"/>
                  </a:lnTo>
                  <a:lnTo>
                    <a:pt x="216599" y="0"/>
                  </a:lnTo>
                  <a:close/>
                </a:path>
                <a:path w="1276984" h="201929">
                  <a:moveTo>
                    <a:pt x="112903" y="0"/>
                  </a:moveTo>
                  <a:lnTo>
                    <a:pt x="52848" y="0"/>
                  </a:lnTo>
                  <a:lnTo>
                    <a:pt x="52848" y="14479"/>
                  </a:lnTo>
                  <a:lnTo>
                    <a:pt x="112903" y="14479"/>
                  </a:lnTo>
                  <a:lnTo>
                    <a:pt x="112903" y="0"/>
                  </a:lnTo>
                  <a:close/>
                </a:path>
                <a:path w="1276984" h="201929">
                  <a:moveTo>
                    <a:pt x="14613" y="7239"/>
                  </a:moveTo>
                  <a:lnTo>
                    <a:pt x="0" y="7239"/>
                  </a:lnTo>
                  <a:lnTo>
                    <a:pt x="0" y="67130"/>
                  </a:lnTo>
                  <a:lnTo>
                    <a:pt x="14613" y="67130"/>
                  </a:lnTo>
                  <a:lnTo>
                    <a:pt x="14613" y="7239"/>
                  </a:lnTo>
                  <a:close/>
                </a:path>
                <a:path w="1276984" h="201929">
                  <a:moveTo>
                    <a:pt x="14613" y="113001"/>
                  </a:moveTo>
                  <a:lnTo>
                    <a:pt x="0" y="113001"/>
                  </a:lnTo>
                  <a:lnTo>
                    <a:pt x="0" y="172893"/>
                  </a:lnTo>
                  <a:lnTo>
                    <a:pt x="14613" y="172893"/>
                  </a:lnTo>
                  <a:lnTo>
                    <a:pt x="14613" y="113001"/>
                  </a:lnTo>
                  <a:close/>
                </a:path>
                <a:path w="1276984" h="201929">
                  <a:moveTo>
                    <a:pt x="91083" y="186893"/>
                  </a:moveTo>
                  <a:lnTo>
                    <a:pt x="31028" y="186893"/>
                  </a:lnTo>
                  <a:lnTo>
                    <a:pt x="31028" y="201392"/>
                  </a:lnTo>
                  <a:lnTo>
                    <a:pt x="91083" y="201392"/>
                  </a:lnTo>
                  <a:lnTo>
                    <a:pt x="91083" y="186893"/>
                  </a:lnTo>
                  <a:close/>
                </a:path>
                <a:path w="1276984" h="201929">
                  <a:moveTo>
                    <a:pt x="197181" y="186893"/>
                  </a:moveTo>
                  <a:lnTo>
                    <a:pt x="137126" y="186893"/>
                  </a:lnTo>
                  <a:lnTo>
                    <a:pt x="137126" y="201392"/>
                  </a:lnTo>
                  <a:lnTo>
                    <a:pt x="197181" y="201392"/>
                  </a:lnTo>
                  <a:lnTo>
                    <a:pt x="197181" y="186893"/>
                  </a:lnTo>
                  <a:close/>
                </a:path>
                <a:path w="1276984" h="201929">
                  <a:moveTo>
                    <a:pt x="300276" y="186893"/>
                  </a:moveTo>
                  <a:lnTo>
                    <a:pt x="240221" y="186893"/>
                  </a:lnTo>
                  <a:lnTo>
                    <a:pt x="240221" y="201392"/>
                  </a:lnTo>
                  <a:lnTo>
                    <a:pt x="300276" y="201392"/>
                  </a:lnTo>
                  <a:lnTo>
                    <a:pt x="300276" y="186893"/>
                  </a:lnTo>
                  <a:close/>
                </a:path>
                <a:path w="1276984" h="201929">
                  <a:moveTo>
                    <a:pt x="406374" y="186893"/>
                  </a:moveTo>
                  <a:lnTo>
                    <a:pt x="346318" y="186893"/>
                  </a:lnTo>
                  <a:lnTo>
                    <a:pt x="346318" y="201392"/>
                  </a:lnTo>
                  <a:lnTo>
                    <a:pt x="406374" y="201392"/>
                  </a:lnTo>
                  <a:lnTo>
                    <a:pt x="406374" y="186893"/>
                  </a:lnTo>
                  <a:close/>
                </a:path>
                <a:path w="1276984" h="201929">
                  <a:moveTo>
                    <a:pt x="512071" y="186893"/>
                  </a:moveTo>
                  <a:lnTo>
                    <a:pt x="452016" y="186893"/>
                  </a:lnTo>
                  <a:lnTo>
                    <a:pt x="452016" y="201392"/>
                  </a:lnTo>
                  <a:lnTo>
                    <a:pt x="512071" y="201392"/>
                  </a:lnTo>
                  <a:lnTo>
                    <a:pt x="512071" y="186893"/>
                  </a:lnTo>
                  <a:close/>
                </a:path>
                <a:path w="1276984" h="201929">
                  <a:moveTo>
                    <a:pt x="618169" y="186893"/>
                  </a:moveTo>
                  <a:lnTo>
                    <a:pt x="558113" y="186893"/>
                  </a:lnTo>
                  <a:lnTo>
                    <a:pt x="558113" y="201392"/>
                  </a:lnTo>
                  <a:lnTo>
                    <a:pt x="618169" y="201392"/>
                  </a:lnTo>
                  <a:lnTo>
                    <a:pt x="618169" y="186893"/>
                  </a:lnTo>
                  <a:close/>
                </a:path>
                <a:path w="1276984" h="201929">
                  <a:moveTo>
                    <a:pt x="721264" y="186893"/>
                  </a:moveTo>
                  <a:lnTo>
                    <a:pt x="661208" y="186893"/>
                  </a:lnTo>
                  <a:lnTo>
                    <a:pt x="661208" y="201392"/>
                  </a:lnTo>
                  <a:lnTo>
                    <a:pt x="721264" y="201392"/>
                  </a:lnTo>
                  <a:lnTo>
                    <a:pt x="721264" y="186893"/>
                  </a:lnTo>
                  <a:close/>
                </a:path>
                <a:path w="1276984" h="201929">
                  <a:moveTo>
                    <a:pt x="827361" y="186893"/>
                  </a:moveTo>
                  <a:lnTo>
                    <a:pt x="767306" y="186893"/>
                  </a:lnTo>
                  <a:lnTo>
                    <a:pt x="767306" y="201392"/>
                  </a:lnTo>
                  <a:lnTo>
                    <a:pt x="827361" y="201392"/>
                  </a:lnTo>
                  <a:lnTo>
                    <a:pt x="827361" y="186893"/>
                  </a:lnTo>
                  <a:close/>
                </a:path>
                <a:path w="1276984" h="201929">
                  <a:moveTo>
                    <a:pt x="932858" y="186893"/>
                  </a:moveTo>
                  <a:lnTo>
                    <a:pt x="872803" y="186893"/>
                  </a:lnTo>
                  <a:lnTo>
                    <a:pt x="872803" y="201392"/>
                  </a:lnTo>
                  <a:lnTo>
                    <a:pt x="932858" y="201392"/>
                  </a:lnTo>
                  <a:lnTo>
                    <a:pt x="932858" y="186893"/>
                  </a:lnTo>
                  <a:close/>
                </a:path>
                <a:path w="1276984" h="201929">
                  <a:moveTo>
                    <a:pt x="1038956" y="186893"/>
                  </a:moveTo>
                  <a:lnTo>
                    <a:pt x="978901" y="186893"/>
                  </a:lnTo>
                  <a:lnTo>
                    <a:pt x="978901" y="201392"/>
                  </a:lnTo>
                  <a:lnTo>
                    <a:pt x="1038956" y="201392"/>
                  </a:lnTo>
                  <a:lnTo>
                    <a:pt x="1038956" y="186893"/>
                  </a:lnTo>
                  <a:close/>
                </a:path>
                <a:path w="1276984" h="201929">
                  <a:moveTo>
                    <a:pt x="1142051" y="186893"/>
                  </a:moveTo>
                  <a:lnTo>
                    <a:pt x="1081996" y="186893"/>
                  </a:lnTo>
                  <a:lnTo>
                    <a:pt x="1081996" y="201392"/>
                  </a:lnTo>
                  <a:lnTo>
                    <a:pt x="1142051" y="201392"/>
                  </a:lnTo>
                  <a:lnTo>
                    <a:pt x="1142051" y="186893"/>
                  </a:lnTo>
                  <a:close/>
                </a:path>
                <a:path w="1276984" h="201929">
                  <a:moveTo>
                    <a:pt x="1248149" y="186893"/>
                  </a:moveTo>
                  <a:lnTo>
                    <a:pt x="1187693" y="186893"/>
                  </a:lnTo>
                  <a:lnTo>
                    <a:pt x="1187693" y="201392"/>
                  </a:lnTo>
                  <a:lnTo>
                    <a:pt x="1248149" y="201392"/>
                  </a:lnTo>
                  <a:lnTo>
                    <a:pt x="1248149" y="186893"/>
                  </a:lnTo>
                  <a:close/>
                </a:path>
                <a:path w="1276984" h="201929">
                  <a:moveTo>
                    <a:pt x="1276775" y="110588"/>
                  </a:moveTo>
                  <a:lnTo>
                    <a:pt x="1262162" y="110588"/>
                  </a:lnTo>
                  <a:lnTo>
                    <a:pt x="1262162" y="170480"/>
                  </a:lnTo>
                  <a:lnTo>
                    <a:pt x="1276775" y="170480"/>
                  </a:lnTo>
                  <a:lnTo>
                    <a:pt x="1276775" y="1105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7013990" y="5826518"/>
              <a:ext cx="0" cy="17780"/>
            </a:xfrm>
            <a:custGeom>
              <a:avLst/>
              <a:gdLst/>
              <a:ahLst/>
              <a:cxnLst/>
              <a:rect l="l" t="t" r="r" b="b"/>
              <a:pathLst>
                <a:path w="0" h="17779">
                  <a:moveTo>
                    <a:pt x="0" y="0"/>
                  </a:moveTo>
                  <a:lnTo>
                    <a:pt x="0" y="17271"/>
                  </a:lnTo>
                </a:path>
              </a:pathLst>
            </a:custGeom>
            <a:ln w="90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5747546" y="5835154"/>
              <a:ext cx="91440" cy="194310"/>
            </a:xfrm>
            <a:custGeom>
              <a:avLst/>
              <a:gdLst/>
              <a:ahLst/>
              <a:cxnLst/>
              <a:rect l="l" t="t" r="r" b="b"/>
              <a:pathLst>
                <a:path w="91439" h="194310">
                  <a:moveTo>
                    <a:pt x="14613" y="0"/>
                  </a:moveTo>
                  <a:lnTo>
                    <a:pt x="14613" y="59891"/>
                  </a:lnTo>
                  <a:lnTo>
                    <a:pt x="0" y="59891"/>
                  </a:lnTo>
                  <a:lnTo>
                    <a:pt x="0" y="0"/>
                  </a:lnTo>
                  <a:lnTo>
                    <a:pt x="14613" y="0"/>
                  </a:lnTo>
                  <a:close/>
                </a:path>
                <a:path w="91439" h="194310">
                  <a:moveTo>
                    <a:pt x="14613" y="105762"/>
                  </a:moveTo>
                  <a:lnTo>
                    <a:pt x="14613" y="165653"/>
                  </a:lnTo>
                  <a:lnTo>
                    <a:pt x="0" y="165653"/>
                  </a:lnTo>
                  <a:lnTo>
                    <a:pt x="0" y="105762"/>
                  </a:lnTo>
                  <a:lnTo>
                    <a:pt x="14613" y="105762"/>
                  </a:lnTo>
                  <a:close/>
                </a:path>
                <a:path w="91439" h="194310">
                  <a:moveTo>
                    <a:pt x="31028" y="179654"/>
                  </a:moveTo>
                  <a:lnTo>
                    <a:pt x="91083" y="179654"/>
                  </a:lnTo>
                  <a:lnTo>
                    <a:pt x="91083" y="194153"/>
                  </a:lnTo>
                  <a:lnTo>
                    <a:pt x="31028" y="194153"/>
                  </a:lnTo>
                  <a:lnTo>
                    <a:pt x="31028" y="17965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5883276" y="6022058"/>
              <a:ext cx="1114425" cy="0"/>
            </a:xfrm>
            <a:custGeom>
              <a:avLst/>
              <a:gdLst/>
              <a:ahLst/>
              <a:cxnLst/>
              <a:rect l="l" t="t" r="r" b="b"/>
              <a:pathLst>
                <a:path w="1114425" h="0">
                  <a:moveTo>
                    <a:pt x="0" y="0"/>
                  </a:moveTo>
                  <a:lnTo>
                    <a:pt x="1113815" y="0"/>
                  </a:lnTo>
                </a:path>
              </a:pathLst>
            </a:custGeom>
            <a:ln w="17291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7009708" y="5835154"/>
              <a:ext cx="15240" cy="163830"/>
            </a:xfrm>
            <a:custGeom>
              <a:avLst/>
              <a:gdLst/>
              <a:ahLst/>
              <a:cxnLst/>
              <a:rect l="l" t="t" r="r" b="b"/>
              <a:pathLst>
                <a:path w="15240" h="163829">
                  <a:moveTo>
                    <a:pt x="0" y="163240"/>
                  </a:moveTo>
                  <a:lnTo>
                    <a:pt x="0" y="103349"/>
                  </a:lnTo>
                  <a:lnTo>
                    <a:pt x="14613" y="103349"/>
                  </a:lnTo>
                  <a:lnTo>
                    <a:pt x="14613" y="163240"/>
                  </a:lnTo>
                  <a:lnTo>
                    <a:pt x="0" y="163240"/>
                  </a:lnTo>
                  <a:close/>
                </a:path>
                <a:path w="15240" h="163829">
                  <a:moveTo>
                    <a:pt x="0" y="57478"/>
                  </a:moveTo>
                  <a:lnTo>
                    <a:pt x="0" y="0"/>
                  </a:lnTo>
                  <a:lnTo>
                    <a:pt x="14613" y="0"/>
                  </a:lnTo>
                  <a:lnTo>
                    <a:pt x="14613" y="57478"/>
                  </a:lnTo>
                  <a:lnTo>
                    <a:pt x="0" y="57478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5747346" y="4435375"/>
              <a:ext cx="1262380" cy="1424305"/>
            </a:xfrm>
            <a:custGeom>
              <a:avLst/>
              <a:gdLst/>
              <a:ahLst/>
              <a:cxnLst/>
              <a:rect l="l" t="t" r="r" b="b"/>
              <a:pathLst>
                <a:path w="1262379" h="1424304">
                  <a:moveTo>
                    <a:pt x="1262121" y="0"/>
                  </a:moveTo>
                  <a:lnTo>
                    <a:pt x="0" y="0"/>
                  </a:lnTo>
                  <a:lnTo>
                    <a:pt x="0" y="1423691"/>
                  </a:lnTo>
                  <a:lnTo>
                    <a:pt x="1262121" y="1423691"/>
                  </a:lnTo>
                  <a:lnTo>
                    <a:pt x="1262121" y="0"/>
                  </a:lnTo>
                  <a:close/>
                </a:path>
              </a:pathLst>
            </a:custGeom>
            <a:solidFill>
              <a:srgbClr val="FFCD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5747346" y="4435375"/>
              <a:ext cx="1262380" cy="1424305"/>
            </a:xfrm>
            <a:custGeom>
              <a:avLst/>
              <a:gdLst/>
              <a:ahLst/>
              <a:cxnLst/>
              <a:rect l="l" t="t" r="r" b="b"/>
              <a:pathLst>
                <a:path w="1262379" h="1424304">
                  <a:moveTo>
                    <a:pt x="0" y="1423691"/>
                  </a:moveTo>
                  <a:lnTo>
                    <a:pt x="1262121" y="1423691"/>
                  </a:lnTo>
                  <a:lnTo>
                    <a:pt x="1262121" y="0"/>
                  </a:lnTo>
                  <a:lnTo>
                    <a:pt x="0" y="0"/>
                  </a:lnTo>
                  <a:lnTo>
                    <a:pt x="0" y="1423691"/>
                  </a:lnTo>
                  <a:close/>
                </a:path>
              </a:pathLst>
            </a:custGeom>
            <a:ln w="145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5747334" y="4646434"/>
              <a:ext cx="1262380" cy="1004569"/>
            </a:xfrm>
            <a:custGeom>
              <a:avLst/>
              <a:gdLst/>
              <a:ahLst/>
              <a:cxnLst/>
              <a:rect l="l" t="t" r="r" b="b"/>
              <a:pathLst>
                <a:path w="1262379" h="1004570">
                  <a:moveTo>
                    <a:pt x="1262164" y="989533"/>
                  </a:moveTo>
                  <a:lnTo>
                    <a:pt x="0" y="989533"/>
                  </a:lnTo>
                  <a:lnTo>
                    <a:pt x="0" y="1003998"/>
                  </a:lnTo>
                  <a:lnTo>
                    <a:pt x="1262164" y="1003998"/>
                  </a:lnTo>
                  <a:lnTo>
                    <a:pt x="1262164" y="989533"/>
                  </a:lnTo>
                  <a:close/>
                </a:path>
                <a:path w="1262379" h="1004570">
                  <a:moveTo>
                    <a:pt x="1262164" y="0"/>
                  </a:moveTo>
                  <a:lnTo>
                    <a:pt x="0" y="0"/>
                  </a:lnTo>
                  <a:lnTo>
                    <a:pt x="0" y="14465"/>
                  </a:lnTo>
                  <a:lnTo>
                    <a:pt x="1262164" y="14465"/>
                  </a:lnTo>
                  <a:lnTo>
                    <a:pt x="12621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3438821" y="5054253"/>
              <a:ext cx="123189" cy="100965"/>
            </a:xfrm>
            <a:custGeom>
              <a:avLst/>
              <a:gdLst/>
              <a:ahLst/>
              <a:cxnLst/>
              <a:rect l="l" t="t" r="r" b="b"/>
              <a:pathLst>
                <a:path w="123189" h="100964">
                  <a:moveTo>
                    <a:pt x="67462" y="55064"/>
                  </a:moveTo>
                  <a:lnTo>
                    <a:pt x="122712" y="67130"/>
                  </a:lnTo>
                  <a:lnTo>
                    <a:pt x="0" y="100457"/>
                  </a:lnTo>
                  <a:lnTo>
                    <a:pt x="77070" y="0"/>
                  </a:lnTo>
                  <a:lnTo>
                    <a:pt x="67462" y="5506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3429212" y="4474286"/>
              <a:ext cx="2282190" cy="752475"/>
            </a:xfrm>
            <a:custGeom>
              <a:avLst/>
              <a:gdLst/>
              <a:ahLst/>
              <a:cxnLst/>
              <a:rect l="l" t="t" r="r" b="b"/>
              <a:pathLst>
                <a:path w="2282190" h="752475">
                  <a:moveTo>
                    <a:pt x="2193926" y="17208"/>
                  </a:moveTo>
                  <a:lnTo>
                    <a:pt x="7206" y="733056"/>
                  </a:lnTo>
                  <a:lnTo>
                    <a:pt x="2402" y="737882"/>
                  </a:lnTo>
                  <a:lnTo>
                    <a:pt x="0" y="742708"/>
                  </a:lnTo>
                  <a:lnTo>
                    <a:pt x="0" y="745122"/>
                  </a:lnTo>
                  <a:lnTo>
                    <a:pt x="2402" y="749968"/>
                  </a:lnTo>
                  <a:lnTo>
                    <a:pt x="4804" y="752381"/>
                  </a:lnTo>
                  <a:lnTo>
                    <a:pt x="14613" y="752381"/>
                  </a:lnTo>
                  <a:lnTo>
                    <a:pt x="2200891" y="36300"/>
                  </a:lnTo>
                  <a:lnTo>
                    <a:pt x="2207432" y="23533"/>
                  </a:lnTo>
                  <a:lnTo>
                    <a:pt x="2193926" y="17208"/>
                  </a:lnTo>
                  <a:close/>
                </a:path>
                <a:path w="2282190" h="752475">
                  <a:moveTo>
                    <a:pt x="2262648" y="14359"/>
                  </a:moveTo>
                  <a:lnTo>
                    <a:pt x="2207432" y="14359"/>
                  </a:lnTo>
                  <a:lnTo>
                    <a:pt x="2212436" y="16353"/>
                  </a:lnTo>
                  <a:lnTo>
                    <a:pt x="2217241" y="21140"/>
                  </a:lnTo>
                  <a:lnTo>
                    <a:pt x="2217241" y="26126"/>
                  </a:lnTo>
                  <a:lnTo>
                    <a:pt x="2214839" y="28519"/>
                  </a:lnTo>
                  <a:lnTo>
                    <a:pt x="2212436" y="33306"/>
                  </a:lnTo>
                  <a:lnTo>
                    <a:pt x="2210034" y="33306"/>
                  </a:lnTo>
                  <a:lnTo>
                    <a:pt x="2200891" y="36300"/>
                  </a:lnTo>
                  <a:lnTo>
                    <a:pt x="2181408" y="74330"/>
                  </a:lnTo>
                  <a:lnTo>
                    <a:pt x="2262648" y="14359"/>
                  </a:lnTo>
                  <a:close/>
                </a:path>
                <a:path w="2282190" h="752475">
                  <a:moveTo>
                    <a:pt x="2207432" y="14359"/>
                  </a:moveTo>
                  <a:lnTo>
                    <a:pt x="2202627" y="14359"/>
                  </a:lnTo>
                  <a:lnTo>
                    <a:pt x="2193926" y="17208"/>
                  </a:lnTo>
                  <a:lnTo>
                    <a:pt x="2207432" y="23533"/>
                  </a:lnTo>
                  <a:lnTo>
                    <a:pt x="2200891" y="36300"/>
                  </a:lnTo>
                  <a:lnTo>
                    <a:pt x="2210034" y="33306"/>
                  </a:lnTo>
                  <a:lnTo>
                    <a:pt x="2212436" y="33306"/>
                  </a:lnTo>
                  <a:lnTo>
                    <a:pt x="2214839" y="28519"/>
                  </a:lnTo>
                  <a:lnTo>
                    <a:pt x="2217241" y="26126"/>
                  </a:lnTo>
                  <a:lnTo>
                    <a:pt x="2217241" y="21140"/>
                  </a:lnTo>
                  <a:lnTo>
                    <a:pt x="2212436" y="16353"/>
                  </a:lnTo>
                  <a:lnTo>
                    <a:pt x="2207432" y="14359"/>
                  </a:lnTo>
                  <a:close/>
                </a:path>
                <a:path w="2282190" h="752475">
                  <a:moveTo>
                    <a:pt x="2282100" y="0"/>
                  </a:moveTo>
                  <a:lnTo>
                    <a:pt x="2157185" y="0"/>
                  </a:lnTo>
                  <a:lnTo>
                    <a:pt x="2193926" y="17208"/>
                  </a:lnTo>
                  <a:lnTo>
                    <a:pt x="2202627" y="14359"/>
                  </a:lnTo>
                  <a:lnTo>
                    <a:pt x="2262648" y="14359"/>
                  </a:lnTo>
                  <a:lnTo>
                    <a:pt x="22821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3429212" y="4474286"/>
              <a:ext cx="2282190" cy="752475"/>
            </a:xfrm>
            <a:custGeom>
              <a:avLst/>
              <a:gdLst/>
              <a:ahLst/>
              <a:cxnLst/>
              <a:rect l="l" t="t" r="r" b="b"/>
              <a:pathLst>
                <a:path w="2282190" h="752475">
                  <a:moveTo>
                    <a:pt x="7206" y="733056"/>
                  </a:moveTo>
                  <a:lnTo>
                    <a:pt x="2202627" y="14359"/>
                  </a:lnTo>
                  <a:lnTo>
                    <a:pt x="2207432" y="14359"/>
                  </a:lnTo>
                  <a:lnTo>
                    <a:pt x="2212436" y="16353"/>
                  </a:lnTo>
                  <a:lnTo>
                    <a:pt x="2214838" y="18747"/>
                  </a:lnTo>
                  <a:lnTo>
                    <a:pt x="2217241" y="21140"/>
                  </a:lnTo>
                  <a:lnTo>
                    <a:pt x="2217241" y="26126"/>
                  </a:lnTo>
                  <a:lnTo>
                    <a:pt x="2214838" y="28519"/>
                  </a:lnTo>
                  <a:lnTo>
                    <a:pt x="2212436" y="33306"/>
                  </a:lnTo>
                  <a:lnTo>
                    <a:pt x="2210034" y="33306"/>
                  </a:lnTo>
                  <a:lnTo>
                    <a:pt x="14613" y="752381"/>
                  </a:lnTo>
                  <a:lnTo>
                    <a:pt x="9608" y="752381"/>
                  </a:lnTo>
                  <a:lnTo>
                    <a:pt x="4804" y="752381"/>
                  </a:lnTo>
                  <a:lnTo>
                    <a:pt x="2402" y="749968"/>
                  </a:lnTo>
                  <a:lnTo>
                    <a:pt x="0" y="745122"/>
                  </a:lnTo>
                  <a:lnTo>
                    <a:pt x="0" y="742708"/>
                  </a:lnTo>
                  <a:lnTo>
                    <a:pt x="2402" y="737882"/>
                  </a:lnTo>
                  <a:lnTo>
                    <a:pt x="4804" y="735469"/>
                  </a:lnTo>
                  <a:lnTo>
                    <a:pt x="7206" y="733056"/>
                  </a:lnTo>
                  <a:close/>
                </a:path>
                <a:path w="2282190" h="752475">
                  <a:moveTo>
                    <a:pt x="2207432" y="23533"/>
                  </a:moveTo>
                  <a:lnTo>
                    <a:pt x="2157185" y="0"/>
                  </a:lnTo>
                  <a:lnTo>
                    <a:pt x="2282100" y="0"/>
                  </a:lnTo>
                  <a:lnTo>
                    <a:pt x="2181408" y="74330"/>
                  </a:lnTo>
                  <a:lnTo>
                    <a:pt x="2207432" y="23533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3438821" y="5267233"/>
              <a:ext cx="2282190" cy="549275"/>
            </a:xfrm>
            <a:custGeom>
              <a:avLst/>
              <a:gdLst/>
              <a:ahLst/>
              <a:cxnLst/>
              <a:rect l="l" t="t" r="r" b="b"/>
              <a:pathLst>
                <a:path w="2282190" h="549275">
                  <a:moveTo>
                    <a:pt x="91726" y="21587"/>
                  </a:moveTo>
                  <a:lnTo>
                    <a:pt x="79473" y="28978"/>
                  </a:lnTo>
                  <a:lnTo>
                    <a:pt x="86694" y="40871"/>
                  </a:lnTo>
                  <a:lnTo>
                    <a:pt x="2270089" y="549093"/>
                  </a:lnTo>
                  <a:lnTo>
                    <a:pt x="2274894" y="549093"/>
                  </a:lnTo>
                  <a:lnTo>
                    <a:pt x="2279698" y="546680"/>
                  </a:lnTo>
                  <a:lnTo>
                    <a:pt x="2282101" y="544267"/>
                  </a:lnTo>
                  <a:lnTo>
                    <a:pt x="2282101" y="532181"/>
                  </a:lnTo>
                  <a:lnTo>
                    <a:pt x="2279698" y="529768"/>
                  </a:lnTo>
                  <a:lnTo>
                    <a:pt x="2274894" y="527355"/>
                  </a:lnTo>
                  <a:lnTo>
                    <a:pt x="91726" y="21587"/>
                  </a:lnTo>
                  <a:close/>
                </a:path>
                <a:path w="2282190" h="549275">
                  <a:moveTo>
                    <a:pt x="127517" y="0"/>
                  </a:moveTo>
                  <a:lnTo>
                    <a:pt x="0" y="12066"/>
                  </a:lnTo>
                  <a:lnTo>
                    <a:pt x="108499" y="76783"/>
                  </a:lnTo>
                  <a:lnTo>
                    <a:pt x="86694" y="40871"/>
                  </a:lnTo>
                  <a:lnTo>
                    <a:pt x="77070" y="38631"/>
                  </a:lnTo>
                  <a:lnTo>
                    <a:pt x="72266" y="38631"/>
                  </a:lnTo>
                  <a:lnTo>
                    <a:pt x="69864" y="36218"/>
                  </a:lnTo>
                  <a:lnTo>
                    <a:pt x="69864" y="24132"/>
                  </a:lnTo>
                  <a:lnTo>
                    <a:pt x="74668" y="21718"/>
                  </a:lnTo>
                  <a:lnTo>
                    <a:pt x="77070" y="19305"/>
                  </a:lnTo>
                  <a:lnTo>
                    <a:pt x="95509" y="19305"/>
                  </a:lnTo>
                  <a:lnTo>
                    <a:pt x="127517" y="0"/>
                  </a:lnTo>
                  <a:close/>
                </a:path>
                <a:path w="2282190" h="549275">
                  <a:moveTo>
                    <a:pt x="81875" y="19305"/>
                  </a:moveTo>
                  <a:lnTo>
                    <a:pt x="77070" y="19305"/>
                  </a:lnTo>
                  <a:lnTo>
                    <a:pt x="74668" y="21718"/>
                  </a:lnTo>
                  <a:lnTo>
                    <a:pt x="69864" y="24132"/>
                  </a:lnTo>
                  <a:lnTo>
                    <a:pt x="69864" y="36218"/>
                  </a:lnTo>
                  <a:lnTo>
                    <a:pt x="72266" y="38631"/>
                  </a:lnTo>
                  <a:lnTo>
                    <a:pt x="77070" y="38631"/>
                  </a:lnTo>
                  <a:lnTo>
                    <a:pt x="86694" y="40871"/>
                  </a:lnTo>
                  <a:lnTo>
                    <a:pt x="79473" y="28978"/>
                  </a:lnTo>
                  <a:lnTo>
                    <a:pt x="91726" y="21587"/>
                  </a:lnTo>
                  <a:lnTo>
                    <a:pt x="81875" y="19305"/>
                  </a:lnTo>
                  <a:close/>
                </a:path>
                <a:path w="2282190" h="549275">
                  <a:moveTo>
                    <a:pt x="95509" y="19305"/>
                  </a:moveTo>
                  <a:lnTo>
                    <a:pt x="81875" y="19305"/>
                  </a:lnTo>
                  <a:lnTo>
                    <a:pt x="91726" y="21587"/>
                  </a:lnTo>
                  <a:lnTo>
                    <a:pt x="95509" y="1930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3438821" y="5267233"/>
              <a:ext cx="2282190" cy="549275"/>
            </a:xfrm>
            <a:custGeom>
              <a:avLst/>
              <a:gdLst/>
              <a:ahLst/>
              <a:cxnLst/>
              <a:rect l="l" t="t" r="r" b="b"/>
              <a:pathLst>
                <a:path w="2282190" h="549275">
                  <a:moveTo>
                    <a:pt x="2270089" y="549093"/>
                  </a:moveTo>
                  <a:lnTo>
                    <a:pt x="77070" y="38631"/>
                  </a:lnTo>
                  <a:lnTo>
                    <a:pt x="72266" y="38631"/>
                  </a:lnTo>
                  <a:lnTo>
                    <a:pt x="69864" y="36218"/>
                  </a:lnTo>
                  <a:lnTo>
                    <a:pt x="69864" y="31391"/>
                  </a:lnTo>
                  <a:lnTo>
                    <a:pt x="69864" y="26565"/>
                  </a:lnTo>
                  <a:lnTo>
                    <a:pt x="69864" y="24132"/>
                  </a:lnTo>
                  <a:lnTo>
                    <a:pt x="74668" y="21718"/>
                  </a:lnTo>
                  <a:lnTo>
                    <a:pt x="77070" y="19305"/>
                  </a:lnTo>
                  <a:lnTo>
                    <a:pt x="81875" y="19305"/>
                  </a:lnTo>
                  <a:lnTo>
                    <a:pt x="2274894" y="527355"/>
                  </a:lnTo>
                  <a:lnTo>
                    <a:pt x="2282100" y="539441"/>
                  </a:lnTo>
                  <a:lnTo>
                    <a:pt x="2282100" y="544267"/>
                  </a:lnTo>
                  <a:lnTo>
                    <a:pt x="2279698" y="546680"/>
                  </a:lnTo>
                  <a:lnTo>
                    <a:pt x="2274894" y="549093"/>
                  </a:lnTo>
                  <a:lnTo>
                    <a:pt x="2270089" y="549093"/>
                  </a:lnTo>
                  <a:close/>
                </a:path>
                <a:path w="2282190" h="549275">
                  <a:moveTo>
                    <a:pt x="79473" y="28978"/>
                  </a:moveTo>
                  <a:lnTo>
                    <a:pt x="108499" y="76783"/>
                  </a:lnTo>
                  <a:lnTo>
                    <a:pt x="0" y="12066"/>
                  </a:lnTo>
                  <a:lnTo>
                    <a:pt x="127517" y="0"/>
                  </a:lnTo>
                  <a:lnTo>
                    <a:pt x="79473" y="28978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7" name="object 37" descr=""/>
          <p:cNvGrpSpPr/>
          <p:nvPr/>
        </p:nvGrpSpPr>
        <p:grpSpPr>
          <a:xfrm>
            <a:off x="5450277" y="1186144"/>
            <a:ext cx="2105660" cy="2011045"/>
            <a:chOff x="5450277" y="1186144"/>
            <a:chExt cx="2105660" cy="2011045"/>
          </a:xfrm>
        </p:grpSpPr>
        <p:sp>
          <p:nvSpPr>
            <p:cNvPr id="38" name="object 38" descr=""/>
            <p:cNvSpPr/>
            <p:nvPr/>
          </p:nvSpPr>
          <p:spPr>
            <a:xfrm>
              <a:off x="6293249" y="1186144"/>
              <a:ext cx="1262380" cy="2011045"/>
            </a:xfrm>
            <a:custGeom>
              <a:avLst/>
              <a:gdLst/>
              <a:ahLst/>
              <a:cxnLst/>
              <a:rect l="l" t="t" r="r" b="b"/>
              <a:pathLst>
                <a:path w="1262379" h="2011045">
                  <a:moveTo>
                    <a:pt x="1262121" y="0"/>
                  </a:moveTo>
                  <a:lnTo>
                    <a:pt x="0" y="0"/>
                  </a:lnTo>
                  <a:lnTo>
                    <a:pt x="0" y="2010539"/>
                  </a:lnTo>
                  <a:lnTo>
                    <a:pt x="1262121" y="2010539"/>
                  </a:lnTo>
                  <a:lnTo>
                    <a:pt x="1262121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5451674" y="1710866"/>
              <a:ext cx="171450" cy="1275080"/>
            </a:xfrm>
            <a:custGeom>
              <a:avLst/>
              <a:gdLst/>
              <a:ahLst/>
              <a:cxnLst/>
              <a:rect l="l" t="t" r="r" b="b"/>
              <a:pathLst>
                <a:path w="171450" h="1275080">
                  <a:moveTo>
                    <a:pt x="57653" y="21738"/>
                  </a:moveTo>
                  <a:lnTo>
                    <a:pt x="36433" y="21738"/>
                  </a:lnTo>
                  <a:lnTo>
                    <a:pt x="45642" y="28918"/>
                  </a:lnTo>
                  <a:lnTo>
                    <a:pt x="48044" y="31511"/>
                  </a:lnTo>
                  <a:lnTo>
                    <a:pt x="50446" y="31511"/>
                  </a:lnTo>
                  <a:lnTo>
                    <a:pt x="52848" y="28918"/>
                  </a:lnTo>
                  <a:lnTo>
                    <a:pt x="57653" y="24132"/>
                  </a:lnTo>
                  <a:lnTo>
                    <a:pt x="57653" y="21738"/>
                  </a:lnTo>
                  <a:close/>
                </a:path>
                <a:path w="171450" h="1275080">
                  <a:moveTo>
                    <a:pt x="26624" y="2393"/>
                  </a:moveTo>
                  <a:lnTo>
                    <a:pt x="2402" y="2393"/>
                  </a:lnTo>
                  <a:lnTo>
                    <a:pt x="2402" y="4786"/>
                  </a:lnTo>
                  <a:lnTo>
                    <a:pt x="0" y="7179"/>
                  </a:lnTo>
                  <a:lnTo>
                    <a:pt x="0" y="9772"/>
                  </a:lnTo>
                  <a:lnTo>
                    <a:pt x="4804" y="14559"/>
                  </a:lnTo>
                  <a:lnTo>
                    <a:pt x="7406" y="16952"/>
                  </a:lnTo>
                  <a:lnTo>
                    <a:pt x="21820" y="16952"/>
                  </a:lnTo>
                  <a:lnTo>
                    <a:pt x="31629" y="19345"/>
                  </a:lnTo>
                  <a:lnTo>
                    <a:pt x="38235" y="24132"/>
                  </a:lnTo>
                  <a:lnTo>
                    <a:pt x="36433" y="21738"/>
                  </a:lnTo>
                  <a:lnTo>
                    <a:pt x="57653" y="21738"/>
                  </a:lnTo>
                  <a:lnTo>
                    <a:pt x="45642" y="9772"/>
                  </a:lnTo>
                  <a:lnTo>
                    <a:pt x="43239" y="9772"/>
                  </a:lnTo>
                  <a:lnTo>
                    <a:pt x="36433" y="4786"/>
                  </a:lnTo>
                  <a:lnTo>
                    <a:pt x="26624" y="2393"/>
                  </a:lnTo>
                  <a:close/>
                </a:path>
                <a:path w="171450" h="1275080">
                  <a:moveTo>
                    <a:pt x="9809" y="0"/>
                  </a:moveTo>
                  <a:lnTo>
                    <a:pt x="4804" y="2393"/>
                  </a:lnTo>
                  <a:lnTo>
                    <a:pt x="17015" y="2393"/>
                  </a:lnTo>
                  <a:lnTo>
                    <a:pt x="9809" y="0"/>
                  </a:lnTo>
                  <a:close/>
                </a:path>
                <a:path w="171450" h="1275080">
                  <a:moveTo>
                    <a:pt x="94680" y="74390"/>
                  </a:moveTo>
                  <a:lnTo>
                    <a:pt x="79473" y="74390"/>
                  </a:lnTo>
                  <a:lnTo>
                    <a:pt x="84277" y="93736"/>
                  </a:lnTo>
                  <a:lnTo>
                    <a:pt x="84277" y="117868"/>
                  </a:lnTo>
                  <a:lnTo>
                    <a:pt x="89082" y="122654"/>
                  </a:lnTo>
                  <a:lnTo>
                    <a:pt x="94086" y="122654"/>
                  </a:lnTo>
                  <a:lnTo>
                    <a:pt x="98891" y="117868"/>
                  </a:lnTo>
                  <a:lnTo>
                    <a:pt x="98891" y="91342"/>
                  </a:lnTo>
                  <a:lnTo>
                    <a:pt x="94680" y="74390"/>
                  </a:lnTo>
                  <a:close/>
                </a:path>
                <a:path w="171450" h="1275080">
                  <a:moveTo>
                    <a:pt x="89082" y="64817"/>
                  </a:moveTo>
                  <a:lnTo>
                    <a:pt x="79473" y="64817"/>
                  </a:lnTo>
                  <a:lnTo>
                    <a:pt x="77070" y="67210"/>
                  </a:lnTo>
                  <a:lnTo>
                    <a:pt x="77070" y="74390"/>
                  </a:lnTo>
                  <a:lnTo>
                    <a:pt x="79473" y="76783"/>
                  </a:lnTo>
                  <a:lnTo>
                    <a:pt x="79473" y="74390"/>
                  </a:lnTo>
                  <a:lnTo>
                    <a:pt x="94680" y="74390"/>
                  </a:lnTo>
                  <a:lnTo>
                    <a:pt x="94086" y="71997"/>
                  </a:lnTo>
                  <a:lnTo>
                    <a:pt x="91684" y="69604"/>
                  </a:lnTo>
                  <a:lnTo>
                    <a:pt x="91684" y="67210"/>
                  </a:lnTo>
                  <a:lnTo>
                    <a:pt x="89082" y="64817"/>
                  </a:lnTo>
                  <a:close/>
                </a:path>
                <a:path w="171450" h="1275080">
                  <a:moveTo>
                    <a:pt x="84277" y="62424"/>
                  </a:moveTo>
                  <a:lnTo>
                    <a:pt x="81875" y="64817"/>
                  </a:lnTo>
                  <a:lnTo>
                    <a:pt x="86679" y="64817"/>
                  </a:lnTo>
                  <a:lnTo>
                    <a:pt x="84277" y="62424"/>
                  </a:lnTo>
                  <a:close/>
                </a:path>
                <a:path w="171450" h="1275080">
                  <a:moveTo>
                    <a:pt x="94086" y="225564"/>
                  </a:moveTo>
                  <a:lnTo>
                    <a:pt x="89082" y="225564"/>
                  </a:lnTo>
                  <a:lnTo>
                    <a:pt x="91684" y="227958"/>
                  </a:lnTo>
                  <a:lnTo>
                    <a:pt x="94086" y="225564"/>
                  </a:lnTo>
                  <a:close/>
                </a:path>
                <a:path w="171450" h="1275080">
                  <a:moveTo>
                    <a:pt x="94086" y="168126"/>
                  </a:moveTo>
                  <a:lnTo>
                    <a:pt x="89082" y="168126"/>
                  </a:lnTo>
                  <a:lnTo>
                    <a:pt x="84277" y="172913"/>
                  </a:lnTo>
                  <a:lnTo>
                    <a:pt x="84277" y="223171"/>
                  </a:lnTo>
                  <a:lnTo>
                    <a:pt x="86679" y="225564"/>
                  </a:lnTo>
                  <a:lnTo>
                    <a:pt x="96488" y="225564"/>
                  </a:lnTo>
                  <a:lnTo>
                    <a:pt x="98891" y="223171"/>
                  </a:lnTo>
                  <a:lnTo>
                    <a:pt x="98891" y="172913"/>
                  </a:lnTo>
                  <a:lnTo>
                    <a:pt x="94086" y="168126"/>
                  </a:lnTo>
                  <a:close/>
                </a:path>
                <a:path w="171450" h="1275080">
                  <a:moveTo>
                    <a:pt x="96488" y="273430"/>
                  </a:moveTo>
                  <a:lnTo>
                    <a:pt x="86679" y="273430"/>
                  </a:lnTo>
                  <a:lnTo>
                    <a:pt x="84277" y="275823"/>
                  </a:lnTo>
                  <a:lnTo>
                    <a:pt x="84277" y="326081"/>
                  </a:lnTo>
                  <a:lnTo>
                    <a:pt x="89082" y="330868"/>
                  </a:lnTo>
                  <a:lnTo>
                    <a:pt x="94086" y="330868"/>
                  </a:lnTo>
                  <a:lnTo>
                    <a:pt x="98891" y="326081"/>
                  </a:lnTo>
                  <a:lnTo>
                    <a:pt x="98891" y="275823"/>
                  </a:lnTo>
                  <a:lnTo>
                    <a:pt x="96488" y="273430"/>
                  </a:lnTo>
                  <a:close/>
                </a:path>
                <a:path w="171450" h="1275080">
                  <a:moveTo>
                    <a:pt x="91684" y="271036"/>
                  </a:moveTo>
                  <a:lnTo>
                    <a:pt x="89082" y="273430"/>
                  </a:lnTo>
                  <a:lnTo>
                    <a:pt x="94086" y="273430"/>
                  </a:lnTo>
                  <a:lnTo>
                    <a:pt x="91684" y="271036"/>
                  </a:lnTo>
                  <a:close/>
                </a:path>
                <a:path w="171450" h="1275080">
                  <a:moveTo>
                    <a:pt x="94086" y="376140"/>
                  </a:moveTo>
                  <a:lnTo>
                    <a:pt x="89082" y="376140"/>
                  </a:lnTo>
                  <a:lnTo>
                    <a:pt x="86679" y="378733"/>
                  </a:lnTo>
                  <a:lnTo>
                    <a:pt x="84277" y="381126"/>
                  </a:lnTo>
                  <a:lnTo>
                    <a:pt x="84277" y="431784"/>
                  </a:lnTo>
                  <a:lnTo>
                    <a:pt x="89082" y="436570"/>
                  </a:lnTo>
                  <a:lnTo>
                    <a:pt x="94086" y="436570"/>
                  </a:lnTo>
                  <a:lnTo>
                    <a:pt x="98891" y="431784"/>
                  </a:lnTo>
                  <a:lnTo>
                    <a:pt x="98891" y="381126"/>
                  </a:lnTo>
                  <a:lnTo>
                    <a:pt x="96488" y="378733"/>
                  </a:lnTo>
                  <a:lnTo>
                    <a:pt x="94086" y="376140"/>
                  </a:lnTo>
                  <a:close/>
                </a:path>
                <a:path w="171450" h="1275080">
                  <a:moveTo>
                    <a:pt x="94086" y="482042"/>
                  </a:moveTo>
                  <a:lnTo>
                    <a:pt x="89082" y="482042"/>
                  </a:lnTo>
                  <a:lnTo>
                    <a:pt x="84277" y="486829"/>
                  </a:lnTo>
                  <a:lnTo>
                    <a:pt x="84277" y="537087"/>
                  </a:lnTo>
                  <a:lnTo>
                    <a:pt x="89082" y="541874"/>
                  </a:lnTo>
                  <a:lnTo>
                    <a:pt x="94086" y="541874"/>
                  </a:lnTo>
                  <a:lnTo>
                    <a:pt x="98891" y="537087"/>
                  </a:lnTo>
                  <a:lnTo>
                    <a:pt x="98891" y="486829"/>
                  </a:lnTo>
                  <a:lnTo>
                    <a:pt x="94086" y="482042"/>
                  </a:lnTo>
                  <a:close/>
                </a:path>
                <a:path w="171450" h="1275080">
                  <a:moveTo>
                    <a:pt x="108099" y="584953"/>
                  </a:moveTo>
                  <a:lnTo>
                    <a:pt x="101293" y="584953"/>
                  </a:lnTo>
                  <a:lnTo>
                    <a:pt x="98891" y="587346"/>
                  </a:lnTo>
                  <a:lnTo>
                    <a:pt x="98891" y="589739"/>
                  </a:lnTo>
                  <a:lnTo>
                    <a:pt x="96488" y="592132"/>
                  </a:lnTo>
                  <a:lnTo>
                    <a:pt x="98891" y="594526"/>
                  </a:lnTo>
                  <a:lnTo>
                    <a:pt x="98891" y="599312"/>
                  </a:lnTo>
                  <a:lnTo>
                    <a:pt x="101293" y="599312"/>
                  </a:lnTo>
                  <a:lnTo>
                    <a:pt x="110501" y="616264"/>
                  </a:lnTo>
                  <a:lnTo>
                    <a:pt x="122512" y="630225"/>
                  </a:lnTo>
                  <a:lnTo>
                    <a:pt x="124915" y="630225"/>
                  </a:lnTo>
                  <a:lnTo>
                    <a:pt x="127517" y="632618"/>
                  </a:lnTo>
                  <a:lnTo>
                    <a:pt x="129919" y="635012"/>
                  </a:lnTo>
                  <a:lnTo>
                    <a:pt x="134724" y="635012"/>
                  </a:lnTo>
                  <a:lnTo>
                    <a:pt x="139528" y="630225"/>
                  </a:lnTo>
                  <a:lnTo>
                    <a:pt x="139528" y="623444"/>
                  </a:lnTo>
                  <a:lnTo>
                    <a:pt x="134724" y="618658"/>
                  </a:lnTo>
                  <a:lnTo>
                    <a:pt x="124955" y="609085"/>
                  </a:lnTo>
                  <a:lnTo>
                    <a:pt x="122512" y="609085"/>
                  </a:lnTo>
                  <a:lnTo>
                    <a:pt x="114260" y="594526"/>
                  </a:lnTo>
                  <a:lnTo>
                    <a:pt x="112903" y="594526"/>
                  </a:lnTo>
                  <a:lnTo>
                    <a:pt x="110501" y="589739"/>
                  </a:lnTo>
                  <a:lnTo>
                    <a:pt x="110501" y="587346"/>
                  </a:lnTo>
                  <a:lnTo>
                    <a:pt x="108099" y="584953"/>
                  </a:lnTo>
                  <a:close/>
                </a:path>
                <a:path w="171450" h="1275080">
                  <a:moveTo>
                    <a:pt x="122512" y="606691"/>
                  </a:moveTo>
                  <a:lnTo>
                    <a:pt x="122512" y="609085"/>
                  </a:lnTo>
                  <a:lnTo>
                    <a:pt x="124955" y="609085"/>
                  </a:lnTo>
                  <a:lnTo>
                    <a:pt x="122512" y="606691"/>
                  </a:lnTo>
                  <a:close/>
                </a:path>
                <a:path w="171450" h="1275080">
                  <a:moveTo>
                    <a:pt x="112903" y="592132"/>
                  </a:moveTo>
                  <a:lnTo>
                    <a:pt x="112903" y="594526"/>
                  </a:lnTo>
                  <a:lnTo>
                    <a:pt x="114260" y="594526"/>
                  </a:lnTo>
                  <a:lnTo>
                    <a:pt x="112903" y="592132"/>
                  </a:lnTo>
                  <a:close/>
                </a:path>
                <a:path w="171450" h="1275080">
                  <a:moveTo>
                    <a:pt x="127517" y="671309"/>
                  </a:moveTo>
                  <a:lnTo>
                    <a:pt x="122512" y="671309"/>
                  </a:lnTo>
                  <a:lnTo>
                    <a:pt x="124915" y="673703"/>
                  </a:lnTo>
                  <a:lnTo>
                    <a:pt x="127517" y="671309"/>
                  </a:lnTo>
                  <a:close/>
                </a:path>
                <a:path w="171450" h="1275080">
                  <a:moveTo>
                    <a:pt x="168555" y="637405"/>
                  </a:moveTo>
                  <a:lnTo>
                    <a:pt x="156544" y="637405"/>
                  </a:lnTo>
                  <a:lnTo>
                    <a:pt x="149137" y="639998"/>
                  </a:lnTo>
                  <a:lnTo>
                    <a:pt x="139528" y="644784"/>
                  </a:lnTo>
                  <a:lnTo>
                    <a:pt x="124915" y="654357"/>
                  </a:lnTo>
                  <a:lnTo>
                    <a:pt x="120110" y="659144"/>
                  </a:lnTo>
                  <a:lnTo>
                    <a:pt x="117708" y="661736"/>
                  </a:lnTo>
                  <a:lnTo>
                    <a:pt x="117708" y="668916"/>
                  </a:lnTo>
                  <a:lnTo>
                    <a:pt x="120110" y="671309"/>
                  </a:lnTo>
                  <a:lnTo>
                    <a:pt x="129919" y="671309"/>
                  </a:lnTo>
                  <a:lnTo>
                    <a:pt x="134724" y="666523"/>
                  </a:lnTo>
                  <a:lnTo>
                    <a:pt x="146735" y="656750"/>
                  </a:lnTo>
                  <a:lnTo>
                    <a:pt x="150438" y="656750"/>
                  </a:lnTo>
                  <a:lnTo>
                    <a:pt x="154141" y="654357"/>
                  </a:lnTo>
                  <a:lnTo>
                    <a:pt x="161348" y="651964"/>
                  </a:lnTo>
                  <a:lnTo>
                    <a:pt x="166152" y="651964"/>
                  </a:lnTo>
                  <a:lnTo>
                    <a:pt x="170957" y="647177"/>
                  </a:lnTo>
                  <a:lnTo>
                    <a:pt x="170957" y="639998"/>
                  </a:lnTo>
                  <a:lnTo>
                    <a:pt x="168555" y="637405"/>
                  </a:lnTo>
                  <a:close/>
                </a:path>
                <a:path w="171450" h="1275080">
                  <a:moveTo>
                    <a:pt x="150438" y="656750"/>
                  </a:moveTo>
                  <a:lnTo>
                    <a:pt x="146735" y="656750"/>
                  </a:lnTo>
                  <a:lnTo>
                    <a:pt x="146735" y="659144"/>
                  </a:lnTo>
                  <a:lnTo>
                    <a:pt x="150438" y="656750"/>
                  </a:lnTo>
                  <a:close/>
                </a:path>
                <a:path w="171450" h="1275080">
                  <a:moveTo>
                    <a:pt x="98891" y="709402"/>
                  </a:moveTo>
                  <a:lnTo>
                    <a:pt x="91684" y="709402"/>
                  </a:lnTo>
                  <a:lnTo>
                    <a:pt x="91684" y="711795"/>
                  </a:lnTo>
                  <a:lnTo>
                    <a:pt x="89082" y="714388"/>
                  </a:lnTo>
                  <a:lnTo>
                    <a:pt x="86679" y="726354"/>
                  </a:lnTo>
                  <a:lnTo>
                    <a:pt x="84277" y="748093"/>
                  </a:lnTo>
                  <a:lnTo>
                    <a:pt x="84277" y="764447"/>
                  </a:lnTo>
                  <a:lnTo>
                    <a:pt x="86679" y="766840"/>
                  </a:lnTo>
                  <a:lnTo>
                    <a:pt x="89082" y="769433"/>
                  </a:lnTo>
                  <a:lnTo>
                    <a:pt x="94086" y="769433"/>
                  </a:lnTo>
                  <a:lnTo>
                    <a:pt x="96488" y="766840"/>
                  </a:lnTo>
                  <a:lnTo>
                    <a:pt x="98891" y="764447"/>
                  </a:lnTo>
                  <a:lnTo>
                    <a:pt x="98891" y="750486"/>
                  </a:lnTo>
                  <a:lnTo>
                    <a:pt x="101293" y="728748"/>
                  </a:lnTo>
                  <a:lnTo>
                    <a:pt x="103695" y="719175"/>
                  </a:lnTo>
                  <a:lnTo>
                    <a:pt x="103695" y="714388"/>
                  </a:lnTo>
                  <a:lnTo>
                    <a:pt x="101293" y="711795"/>
                  </a:lnTo>
                  <a:lnTo>
                    <a:pt x="98891" y="709402"/>
                  </a:lnTo>
                  <a:close/>
                </a:path>
                <a:path w="171450" h="1275080">
                  <a:moveTo>
                    <a:pt x="94086" y="872742"/>
                  </a:moveTo>
                  <a:lnTo>
                    <a:pt x="89082" y="872742"/>
                  </a:lnTo>
                  <a:lnTo>
                    <a:pt x="91684" y="875136"/>
                  </a:lnTo>
                  <a:lnTo>
                    <a:pt x="94086" y="872742"/>
                  </a:lnTo>
                  <a:close/>
                </a:path>
                <a:path w="171450" h="1275080">
                  <a:moveTo>
                    <a:pt x="94086" y="815304"/>
                  </a:moveTo>
                  <a:lnTo>
                    <a:pt x="89082" y="815304"/>
                  </a:lnTo>
                  <a:lnTo>
                    <a:pt x="86679" y="817697"/>
                  </a:lnTo>
                  <a:lnTo>
                    <a:pt x="84277" y="819492"/>
                  </a:lnTo>
                  <a:lnTo>
                    <a:pt x="84277" y="870349"/>
                  </a:lnTo>
                  <a:lnTo>
                    <a:pt x="86679" y="872742"/>
                  </a:lnTo>
                  <a:lnTo>
                    <a:pt x="96488" y="872742"/>
                  </a:lnTo>
                  <a:lnTo>
                    <a:pt x="98891" y="870349"/>
                  </a:lnTo>
                  <a:lnTo>
                    <a:pt x="98891" y="819492"/>
                  </a:lnTo>
                  <a:lnTo>
                    <a:pt x="96488" y="817697"/>
                  </a:lnTo>
                  <a:lnTo>
                    <a:pt x="94086" y="815304"/>
                  </a:lnTo>
                  <a:close/>
                </a:path>
                <a:path w="171450" h="1275080">
                  <a:moveTo>
                    <a:pt x="96488" y="920408"/>
                  </a:moveTo>
                  <a:lnTo>
                    <a:pt x="86679" y="920408"/>
                  </a:lnTo>
                  <a:lnTo>
                    <a:pt x="84277" y="923001"/>
                  </a:lnTo>
                  <a:lnTo>
                    <a:pt x="84277" y="973060"/>
                  </a:lnTo>
                  <a:lnTo>
                    <a:pt x="86679" y="975653"/>
                  </a:lnTo>
                  <a:lnTo>
                    <a:pt x="89082" y="978046"/>
                  </a:lnTo>
                  <a:lnTo>
                    <a:pt x="94086" y="978046"/>
                  </a:lnTo>
                  <a:lnTo>
                    <a:pt x="96488" y="975653"/>
                  </a:lnTo>
                  <a:lnTo>
                    <a:pt x="98891" y="973060"/>
                  </a:lnTo>
                  <a:lnTo>
                    <a:pt x="98891" y="923001"/>
                  </a:lnTo>
                  <a:lnTo>
                    <a:pt x="96488" y="920408"/>
                  </a:lnTo>
                  <a:close/>
                </a:path>
                <a:path w="171450" h="1275080">
                  <a:moveTo>
                    <a:pt x="91684" y="918015"/>
                  </a:moveTo>
                  <a:lnTo>
                    <a:pt x="89082" y="920408"/>
                  </a:lnTo>
                  <a:lnTo>
                    <a:pt x="94086" y="920408"/>
                  </a:lnTo>
                  <a:lnTo>
                    <a:pt x="91684" y="918015"/>
                  </a:lnTo>
                  <a:close/>
                </a:path>
                <a:path w="171450" h="1275080">
                  <a:moveTo>
                    <a:pt x="94086" y="1023318"/>
                  </a:moveTo>
                  <a:lnTo>
                    <a:pt x="89082" y="1023318"/>
                  </a:lnTo>
                  <a:lnTo>
                    <a:pt x="84277" y="1028105"/>
                  </a:lnTo>
                  <a:lnTo>
                    <a:pt x="84277" y="1078363"/>
                  </a:lnTo>
                  <a:lnTo>
                    <a:pt x="86679" y="1080757"/>
                  </a:lnTo>
                  <a:lnTo>
                    <a:pt x="89082" y="1083349"/>
                  </a:lnTo>
                  <a:lnTo>
                    <a:pt x="94086" y="1083349"/>
                  </a:lnTo>
                  <a:lnTo>
                    <a:pt x="96488" y="1080757"/>
                  </a:lnTo>
                  <a:lnTo>
                    <a:pt x="98891" y="1078363"/>
                  </a:lnTo>
                  <a:lnTo>
                    <a:pt x="98891" y="1028105"/>
                  </a:lnTo>
                  <a:lnTo>
                    <a:pt x="94086" y="1023318"/>
                  </a:lnTo>
                  <a:close/>
                </a:path>
                <a:path w="171450" h="1275080">
                  <a:moveTo>
                    <a:pt x="94086" y="1129220"/>
                  </a:moveTo>
                  <a:lnTo>
                    <a:pt x="89082" y="1129220"/>
                  </a:lnTo>
                  <a:lnTo>
                    <a:pt x="84277" y="1134007"/>
                  </a:lnTo>
                  <a:lnTo>
                    <a:pt x="84277" y="1184265"/>
                  </a:lnTo>
                  <a:lnTo>
                    <a:pt x="86679" y="1186658"/>
                  </a:lnTo>
                  <a:lnTo>
                    <a:pt x="89082" y="1186658"/>
                  </a:lnTo>
                  <a:lnTo>
                    <a:pt x="91684" y="1189052"/>
                  </a:lnTo>
                  <a:lnTo>
                    <a:pt x="94086" y="1189052"/>
                  </a:lnTo>
                  <a:lnTo>
                    <a:pt x="98891" y="1184265"/>
                  </a:lnTo>
                  <a:lnTo>
                    <a:pt x="98891" y="1134007"/>
                  </a:lnTo>
                  <a:lnTo>
                    <a:pt x="94086" y="1129220"/>
                  </a:lnTo>
                  <a:close/>
                </a:path>
                <a:path w="171450" h="1275080">
                  <a:moveTo>
                    <a:pt x="74668" y="1229538"/>
                  </a:moveTo>
                  <a:lnTo>
                    <a:pt x="72266" y="1229538"/>
                  </a:lnTo>
                  <a:lnTo>
                    <a:pt x="60055" y="1241703"/>
                  </a:lnTo>
                  <a:lnTo>
                    <a:pt x="62457" y="1241703"/>
                  </a:lnTo>
                  <a:lnTo>
                    <a:pt x="50446" y="1253670"/>
                  </a:lnTo>
                  <a:lnTo>
                    <a:pt x="38235" y="1262844"/>
                  </a:lnTo>
                  <a:lnTo>
                    <a:pt x="36433" y="1265237"/>
                  </a:lnTo>
                  <a:lnTo>
                    <a:pt x="34031" y="1267830"/>
                  </a:lnTo>
                  <a:lnTo>
                    <a:pt x="34031" y="1270223"/>
                  </a:lnTo>
                  <a:lnTo>
                    <a:pt x="36433" y="1272616"/>
                  </a:lnTo>
                  <a:lnTo>
                    <a:pt x="38235" y="1275010"/>
                  </a:lnTo>
                  <a:lnTo>
                    <a:pt x="45642" y="1275010"/>
                  </a:lnTo>
                  <a:lnTo>
                    <a:pt x="60055" y="1265237"/>
                  </a:lnTo>
                  <a:lnTo>
                    <a:pt x="72266" y="1251276"/>
                  </a:lnTo>
                  <a:lnTo>
                    <a:pt x="74668" y="1251276"/>
                  </a:lnTo>
                  <a:lnTo>
                    <a:pt x="79473" y="1241703"/>
                  </a:lnTo>
                  <a:lnTo>
                    <a:pt x="81875" y="1239310"/>
                  </a:lnTo>
                  <a:lnTo>
                    <a:pt x="81875" y="1236917"/>
                  </a:lnTo>
                  <a:lnTo>
                    <a:pt x="79473" y="1234324"/>
                  </a:lnTo>
                  <a:lnTo>
                    <a:pt x="74668" y="12295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5451674" y="1710866"/>
              <a:ext cx="99060" cy="542290"/>
            </a:xfrm>
            <a:custGeom>
              <a:avLst/>
              <a:gdLst/>
              <a:ahLst/>
              <a:cxnLst/>
              <a:rect l="l" t="t" r="r" b="b"/>
              <a:pathLst>
                <a:path w="99060" h="542289">
                  <a:moveTo>
                    <a:pt x="9809" y="0"/>
                  </a:moveTo>
                  <a:lnTo>
                    <a:pt x="17015" y="2393"/>
                  </a:lnTo>
                  <a:lnTo>
                    <a:pt x="26624" y="2393"/>
                  </a:lnTo>
                  <a:lnTo>
                    <a:pt x="36433" y="4786"/>
                  </a:lnTo>
                  <a:lnTo>
                    <a:pt x="43239" y="9772"/>
                  </a:lnTo>
                  <a:lnTo>
                    <a:pt x="45642" y="9772"/>
                  </a:lnTo>
                  <a:lnTo>
                    <a:pt x="52848" y="16952"/>
                  </a:lnTo>
                  <a:lnTo>
                    <a:pt x="55250" y="19345"/>
                  </a:lnTo>
                  <a:lnTo>
                    <a:pt x="57653" y="21738"/>
                  </a:lnTo>
                  <a:lnTo>
                    <a:pt x="57653" y="24132"/>
                  </a:lnTo>
                  <a:lnTo>
                    <a:pt x="55250" y="26525"/>
                  </a:lnTo>
                  <a:lnTo>
                    <a:pt x="52848" y="28918"/>
                  </a:lnTo>
                  <a:lnTo>
                    <a:pt x="50446" y="31511"/>
                  </a:lnTo>
                  <a:lnTo>
                    <a:pt x="48044" y="31511"/>
                  </a:lnTo>
                  <a:lnTo>
                    <a:pt x="45642" y="28918"/>
                  </a:lnTo>
                  <a:lnTo>
                    <a:pt x="36433" y="21738"/>
                  </a:lnTo>
                  <a:lnTo>
                    <a:pt x="38235" y="24132"/>
                  </a:lnTo>
                  <a:lnTo>
                    <a:pt x="31629" y="19345"/>
                  </a:lnTo>
                  <a:lnTo>
                    <a:pt x="21820" y="16952"/>
                  </a:lnTo>
                  <a:lnTo>
                    <a:pt x="24222" y="16952"/>
                  </a:lnTo>
                  <a:lnTo>
                    <a:pt x="17015" y="16952"/>
                  </a:lnTo>
                  <a:lnTo>
                    <a:pt x="7406" y="16952"/>
                  </a:lnTo>
                  <a:lnTo>
                    <a:pt x="4804" y="14559"/>
                  </a:lnTo>
                  <a:lnTo>
                    <a:pt x="2402" y="12165"/>
                  </a:lnTo>
                  <a:lnTo>
                    <a:pt x="0" y="9772"/>
                  </a:lnTo>
                  <a:lnTo>
                    <a:pt x="0" y="7179"/>
                  </a:lnTo>
                  <a:lnTo>
                    <a:pt x="2402" y="4786"/>
                  </a:lnTo>
                  <a:lnTo>
                    <a:pt x="2402" y="2393"/>
                  </a:lnTo>
                  <a:lnTo>
                    <a:pt x="4804" y="2393"/>
                  </a:lnTo>
                  <a:lnTo>
                    <a:pt x="9809" y="0"/>
                  </a:lnTo>
                  <a:close/>
                </a:path>
                <a:path w="99060" h="542289">
                  <a:moveTo>
                    <a:pt x="91684" y="67210"/>
                  </a:moveTo>
                  <a:lnTo>
                    <a:pt x="91684" y="69604"/>
                  </a:lnTo>
                  <a:lnTo>
                    <a:pt x="94086" y="71997"/>
                  </a:lnTo>
                  <a:lnTo>
                    <a:pt x="98891" y="91342"/>
                  </a:lnTo>
                  <a:lnTo>
                    <a:pt x="98891" y="113081"/>
                  </a:lnTo>
                  <a:lnTo>
                    <a:pt x="98891" y="115474"/>
                  </a:lnTo>
                  <a:lnTo>
                    <a:pt x="98891" y="117868"/>
                  </a:lnTo>
                  <a:lnTo>
                    <a:pt x="96488" y="120261"/>
                  </a:lnTo>
                  <a:lnTo>
                    <a:pt x="94086" y="122654"/>
                  </a:lnTo>
                  <a:lnTo>
                    <a:pt x="91684" y="122654"/>
                  </a:lnTo>
                  <a:lnTo>
                    <a:pt x="89082" y="122654"/>
                  </a:lnTo>
                  <a:lnTo>
                    <a:pt x="86679" y="120261"/>
                  </a:lnTo>
                  <a:lnTo>
                    <a:pt x="84277" y="117868"/>
                  </a:lnTo>
                  <a:lnTo>
                    <a:pt x="84277" y="115474"/>
                  </a:lnTo>
                  <a:lnTo>
                    <a:pt x="84277" y="93736"/>
                  </a:lnTo>
                  <a:lnTo>
                    <a:pt x="79473" y="74390"/>
                  </a:lnTo>
                  <a:lnTo>
                    <a:pt x="79473" y="76783"/>
                  </a:lnTo>
                  <a:lnTo>
                    <a:pt x="77070" y="74390"/>
                  </a:lnTo>
                  <a:lnTo>
                    <a:pt x="77070" y="69604"/>
                  </a:lnTo>
                  <a:lnTo>
                    <a:pt x="77070" y="67210"/>
                  </a:lnTo>
                  <a:lnTo>
                    <a:pt x="79473" y="64817"/>
                  </a:lnTo>
                  <a:lnTo>
                    <a:pt x="81875" y="64817"/>
                  </a:lnTo>
                  <a:lnTo>
                    <a:pt x="84277" y="62424"/>
                  </a:lnTo>
                  <a:lnTo>
                    <a:pt x="86679" y="64817"/>
                  </a:lnTo>
                  <a:lnTo>
                    <a:pt x="89082" y="64817"/>
                  </a:lnTo>
                  <a:lnTo>
                    <a:pt x="91684" y="67210"/>
                  </a:lnTo>
                  <a:close/>
                </a:path>
                <a:path w="99060" h="542289">
                  <a:moveTo>
                    <a:pt x="98891" y="175306"/>
                  </a:moveTo>
                  <a:lnTo>
                    <a:pt x="98891" y="220778"/>
                  </a:lnTo>
                  <a:lnTo>
                    <a:pt x="98891" y="223171"/>
                  </a:lnTo>
                  <a:lnTo>
                    <a:pt x="96488" y="225564"/>
                  </a:lnTo>
                  <a:lnTo>
                    <a:pt x="94086" y="225564"/>
                  </a:lnTo>
                  <a:lnTo>
                    <a:pt x="91684" y="227958"/>
                  </a:lnTo>
                  <a:lnTo>
                    <a:pt x="89082" y="225564"/>
                  </a:lnTo>
                  <a:lnTo>
                    <a:pt x="86679" y="225564"/>
                  </a:lnTo>
                  <a:lnTo>
                    <a:pt x="84277" y="223171"/>
                  </a:lnTo>
                  <a:lnTo>
                    <a:pt x="84277" y="220778"/>
                  </a:lnTo>
                  <a:lnTo>
                    <a:pt x="84277" y="175306"/>
                  </a:lnTo>
                  <a:lnTo>
                    <a:pt x="84277" y="172913"/>
                  </a:lnTo>
                  <a:lnTo>
                    <a:pt x="86679" y="170519"/>
                  </a:lnTo>
                  <a:lnTo>
                    <a:pt x="89082" y="168126"/>
                  </a:lnTo>
                  <a:lnTo>
                    <a:pt x="91684" y="168126"/>
                  </a:lnTo>
                  <a:lnTo>
                    <a:pt x="94086" y="168126"/>
                  </a:lnTo>
                  <a:lnTo>
                    <a:pt x="96488" y="170519"/>
                  </a:lnTo>
                  <a:lnTo>
                    <a:pt x="98891" y="172913"/>
                  </a:lnTo>
                  <a:lnTo>
                    <a:pt x="98891" y="175306"/>
                  </a:lnTo>
                  <a:close/>
                </a:path>
                <a:path w="99060" h="542289">
                  <a:moveTo>
                    <a:pt x="98891" y="280609"/>
                  </a:moveTo>
                  <a:lnTo>
                    <a:pt x="98891" y="323688"/>
                  </a:lnTo>
                  <a:lnTo>
                    <a:pt x="98891" y="326081"/>
                  </a:lnTo>
                  <a:lnTo>
                    <a:pt x="96488" y="328475"/>
                  </a:lnTo>
                  <a:lnTo>
                    <a:pt x="94086" y="330868"/>
                  </a:lnTo>
                  <a:lnTo>
                    <a:pt x="91684" y="330868"/>
                  </a:lnTo>
                  <a:lnTo>
                    <a:pt x="89082" y="330868"/>
                  </a:lnTo>
                  <a:lnTo>
                    <a:pt x="86679" y="328475"/>
                  </a:lnTo>
                  <a:lnTo>
                    <a:pt x="84277" y="326081"/>
                  </a:lnTo>
                  <a:lnTo>
                    <a:pt x="84277" y="323688"/>
                  </a:lnTo>
                  <a:lnTo>
                    <a:pt x="84277" y="280609"/>
                  </a:lnTo>
                  <a:lnTo>
                    <a:pt x="84277" y="275823"/>
                  </a:lnTo>
                  <a:lnTo>
                    <a:pt x="86679" y="273430"/>
                  </a:lnTo>
                  <a:lnTo>
                    <a:pt x="89082" y="273430"/>
                  </a:lnTo>
                  <a:lnTo>
                    <a:pt x="91684" y="271036"/>
                  </a:lnTo>
                  <a:lnTo>
                    <a:pt x="94086" y="273430"/>
                  </a:lnTo>
                  <a:lnTo>
                    <a:pt x="96488" y="273430"/>
                  </a:lnTo>
                  <a:lnTo>
                    <a:pt x="98891" y="275823"/>
                  </a:lnTo>
                  <a:lnTo>
                    <a:pt x="98891" y="280609"/>
                  </a:lnTo>
                  <a:close/>
                </a:path>
                <a:path w="99060" h="542289">
                  <a:moveTo>
                    <a:pt x="98891" y="383520"/>
                  </a:moveTo>
                  <a:lnTo>
                    <a:pt x="98891" y="429391"/>
                  </a:lnTo>
                  <a:lnTo>
                    <a:pt x="98891" y="431784"/>
                  </a:lnTo>
                  <a:lnTo>
                    <a:pt x="96488" y="434177"/>
                  </a:lnTo>
                  <a:lnTo>
                    <a:pt x="94086" y="436570"/>
                  </a:lnTo>
                  <a:lnTo>
                    <a:pt x="91684" y="436570"/>
                  </a:lnTo>
                  <a:lnTo>
                    <a:pt x="89082" y="436570"/>
                  </a:lnTo>
                  <a:lnTo>
                    <a:pt x="86679" y="434177"/>
                  </a:lnTo>
                  <a:lnTo>
                    <a:pt x="84277" y="431784"/>
                  </a:lnTo>
                  <a:lnTo>
                    <a:pt x="84277" y="429391"/>
                  </a:lnTo>
                  <a:lnTo>
                    <a:pt x="84277" y="383520"/>
                  </a:lnTo>
                  <a:lnTo>
                    <a:pt x="84277" y="381126"/>
                  </a:lnTo>
                  <a:lnTo>
                    <a:pt x="86679" y="378733"/>
                  </a:lnTo>
                  <a:lnTo>
                    <a:pt x="89082" y="376140"/>
                  </a:lnTo>
                  <a:lnTo>
                    <a:pt x="91684" y="376140"/>
                  </a:lnTo>
                  <a:lnTo>
                    <a:pt x="94086" y="376140"/>
                  </a:lnTo>
                  <a:lnTo>
                    <a:pt x="96488" y="378733"/>
                  </a:lnTo>
                  <a:lnTo>
                    <a:pt x="98891" y="381126"/>
                  </a:lnTo>
                  <a:lnTo>
                    <a:pt x="98891" y="383520"/>
                  </a:lnTo>
                  <a:close/>
                </a:path>
                <a:path w="99060" h="542289">
                  <a:moveTo>
                    <a:pt x="98891" y="489222"/>
                  </a:moveTo>
                  <a:lnTo>
                    <a:pt x="98891" y="534694"/>
                  </a:lnTo>
                  <a:lnTo>
                    <a:pt x="98891" y="537087"/>
                  </a:lnTo>
                  <a:lnTo>
                    <a:pt x="96488" y="539481"/>
                  </a:lnTo>
                  <a:lnTo>
                    <a:pt x="94086" y="541874"/>
                  </a:lnTo>
                  <a:lnTo>
                    <a:pt x="91684" y="541874"/>
                  </a:lnTo>
                  <a:lnTo>
                    <a:pt x="89082" y="541874"/>
                  </a:lnTo>
                  <a:lnTo>
                    <a:pt x="86679" y="539481"/>
                  </a:lnTo>
                  <a:lnTo>
                    <a:pt x="84277" y="537087"/>
                  </a:lnTo>
                  <a:lnTo>
                    <a:pt x="84277" y="534694"/>
                  </a:lnTo>
                  <a:lnTo>
                    <a:pt x="84277" y="489222"/>
                  </a:lnTo>
                  <a:lnTo>
                    <a:pt x="84277" y="486829"/>
                  </a:lnTo>
                  <a:lnTo>
                    <a:pt x="86679" y="484436"/>
                  </a:lnTo>
                  <a:lnTo>
                    <a:pt x="89082" y="482042"/>
                  </a:lnTo>
                  <a:lnTo>
                    <a:pt x="91684" y="482042"/>
                  </a:lnTo>
                  <a:lnTo>
                    <a:pt x="94086" y="482042"/>
                  </a:lnTo>
                  <a:lnTo>
                    <a:pt x="96488" y="484436"/>
                  </a:lnTo>
                  <a:lnTo>
                    <a:pt x="98891" y="486829"/>
                  </a:lnTo>
                  <a:lnTo>
                    <a:pt x="98891" y="48922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46764" y="2294420"/>
              <a:ext cx="77265" cy="91546"/>
            </a:xfrm>
            <a:prstGeom prst="rect">
              <a:avLst/>
            </a:prstGeom>
          </p:spPr>
        </p:pic>
        <p:sp>
          <p:nvSpPr>
            <p:cNvPr id="42" name="object 42" descr=""/>
            <p:cNvSpPr/>
            <p:nvPr/>
          </p:nvSpPr>
          <p:spPr>
            <a:xfrm>
              <a:off x="5485705" y="2420269"/>
              <a:ext cx="69850" cy="565785"/>
            </a:xfrm>
            <a:custGeom>
              <a:avLst/>
              <a:gdLst/>
              <a:ahLst/>
              <a:cxnLst/>
              <a:rect l="l" t="t" r="r" b="b"/>
              <a:pathLst>
                <a:path w="69850" h="565785">
                  <a:moveTo>
                    <a:pt x="69664" y="9772"/>
                  </a:moveTo>
                  <a:lnTo>
                    <a:pt x="67261" y="19345"/>
                  </a:lnTo>
                  <a:lnTo>
                    <a:pt x="64859" y="41084"/>
                  </a:lnTo>
                  <a:lnTo>
                    <a:pt x="64859" y="52651"/>
                  </a:lnTo>
                  <a:lnTo>
                    <a:pt x="64859" y="55045"/>
                  </a:lnTo>
                  <a:lnTo>
                    <a:pt x="62457" y="57438"/>
                  </a:lnTo>
                  <a:lnTo>
                    <a:pt x="60055" y="60030"/>
                  </a:lnTo>
                  <a:lnTo>
                    <a:pt x="57653" y="60030"/>
                  </a:lnTo>
                  <a:lnTo>
                    <a:pt x="55050" y="60030"/>
                  </a:lnTo>
                  <a:lnTo>
                    <a:pt x="52648" y="57438"/>
                  </a:lnTo>
                  <a:lnTo>
                    <a:pt x="50246" y="55045"/>
                  </a:lnTo>
                  <a:lnTo>
                    <a:pt x="50246" y="52651"/>
                  </a:lnTo>
                  <a:lnTo>
                    <a:pt x="50246" y="38691"/>
                  </a:lnTo>
                  <a:lnTo>
                    <a:pt x="52648" y="16952"/>
                  </a:lnTo>
                  <a:lnTo>
                    <a:pt x="55050" y="4985"/>
                  </a:lnTo>
                  <a:lnTo>
                    <a:pt x="57653" y="2393"/>
                  </a:lnTo>
                  <a:lnTo>
                    <a:pt x="57653" y="0"/>
                  </a:lnTo>
                  <a:lnTo>
                    <a:pt x="62457" y="0"/>
                  </a:lnTo>
                  <a:lnTo>
                    <a:pt x="64859" y="0"/>
                  </a:lnTo>
                  <a:lnTo>
                    <a:pt x="67261" y="2393"/>
                  </a:lnTo>
                  <a:lnTo>
                    <a:pt x="69664" y="4985"/>
                  </a:lnTo>
                  <a:lnTo>
                    <a:pt x="69664" y="7379"/>
                  </a:lnTo>
                  <a:lnTo>
                    <a:pt x="69664" y="9772"/>
                  </a:lnTo>
                  <a:close/>
                </a:path>
                <a:path w="69850" h="565785">
                  <a:moveTo>
                    <a:pt x="64859" y="112483"/>
                  </a:moveTo>
                  <a:lnTo>
                    <a:pt x="64859" y="155960"/>
                  </a:lnTo>
                  <a:lnTo>
                    <a:pt x="64859" y="160946"/>
                  </a:lnTo>
                  <a:lnTo>
                    <a:pt x="62457" y="163340"/>
                  </a:lnTo>
                  <a:lnTo>
                    <a:pt x="60055" y="163340"/>
                  </a:lnTo>
                  <a:lnTo>
                    <a:pt x="57653" y="165733"/>
                  </a:lnTo>
                  <a:lnTo>
                    <a:pt x="55050" y="163340"/>
                  </a:lnTo>
                  <a:lnTo>
                    <a:pt x="52648" y="163340"/>
                  </a:lnTo>
                  <a:lnTo>
                    <a:pt x="50246" y="160946"/>
                  </a:lnTo>
                  <a:lnTo>
                    <a:pt x="50246" y="155960"/>
                  </a:lnTo>
                  <a:lnTo>
                    <a:pt x="50246" y="112483"/>
                  </a:lnTo>
                  <a:lnTo>
                    <a:pt x="50246" y="110090"/>
                  </a:lnTo>
                  <a:lnTo>
                    <a:pt x="52648" y="108295"/>
                  </a:lnTo>
                  <a:lnTo>
                    <a:pt x="55050" y="105901"/>
                  </a:lnTo>
                  <a:lnTo>
                    <a:pt x="57653" y="105901"/>
                  </a:lnTo>
                  <a:lnTo>
                    <a:pt x="60055" y="105901"/>
                  </a:lnTo>
                  <a:lnTo>
                    <a:pt x="62457" y="108295"/>
                  </a:lnTo>
                  <a:lnTo>
                    <a:pt x="64859" y="110090"/>
                  </a:lnTo>
                  <a:lnTo>
                    <a:pt x="64859" y="112483"/>
                  </a:lnTo>
                  <a:close/>
                </a:path>
                <a:path w="69850" h="565785">
                  <a:moveTo>
                    <a:pt x="64859" y="215991"/>
                  </a:moveTo>
                  <a:lnTo>
                    <a:pt x="64859" y="261264"/>
                  </a:lnTo>
                  <a:lnTo>
                    <a:pt x="64859" y="263657"/>
                  </a:lnTo>
                  <a:lnTo>
                    <a:pt x="62457" y="266250"/>
                  </a:lnTo>
                  <a:lnTo>
                    <a:pt x="60055" y="268643"/>
                  </a:lnTo>
                  <a:lnTo>
                    <a:pt x="57653" y="268643"/>
                  </a:lnTo>
                  <a:lnTo>
                    <a:pt x="55050" y="268643"/>
                  </a:lnTo>
                  <a:lnTo>
                    <a:pt x="52648" y="266250"/>
                  </a:lnTo>
                  <a:lnTo>
                    <a:pt x="50246" y="263657"/>
                  </a:lnTo>
                  <a:lnTo>
                    <a:pt x="50246" y="261264"/>
                  </a:lnTo>
                  <a:lnTo>
                    <a:pt x="50246" y="215991"/>
                  </a:lnTo>
                  <a:lnTo>
                    <a:pt x="50246" y="213598"/>
                  </a:lnTo>
                  <a:lnTo>
                    <a:pt x="52648" y="211005"/>
                  </a:lnTo>
                  <a:lnTo>
                    <a:pt x="55050" y="211005"/>
                  </a:lnTo>
                  <a:lnTo>
                    <a:pt x="57653" y="208612"/>
                  </a:lnTo>
                  <a:lnTo>
                    <a:pt x="60055" y="211005"/>
                  </a:lnTo>
                  <a:lnTo>
                    <a:pt x="62457" y="211005"/>
                  </a:lnTo>
                  <a:lnTo>
                    <a:pt x="64859" y="213598"/>
                  </a:lnTo>
                  <a:lnTo>
                    <a:pt x="64859" y="215991"/>
                  </a:lnTo>
                  <a:close/>
                </a:path>
                <a:path w="69850" h="565785">
                  <a:moveTo>
                    <a:pt x="64859" y="321295"/>
                  </a:moveTo>
                  <a:lnTo>
                    <a:pt x="64859" y="366567"/>
                  </a:lnTo>
                  <a:lnTo>
                    <a:pt x="64859" y="368961"/>
                  </a:lnTo>
                  <a:lnTo>
                    <a:pt x="62457" y="371354"/>
                  </a:lnTo>
                  <a:lnTo>
                    <a:pt x="60055" y="373947"/>
                  </a:lnTo>
                  <a:lnTo>
                    <a:pt x="57653" y="373947"/>
                  </a:lnTo>
                  <a:lnTo>
                    <a:pt x="55050" y="373947"/>
                  </a:lnTo>
                  <a:lnTo>
                    <a:pt x="52648" y="371354"/>
                  </a:lnTo>
                  <a:lnTo>
                    <a:pt x="50246" y="368961"/>
                  </a:lnTo>
                  <a:lnTo>
                    <a:pt x="50246" y="366567"/>
                  </a:lnTo>
                  <a:lnTo>
                    <a:pt x="50246" y="321295"/>
                  </a:lnTo>
                  <a:lnTo>
                    <a:pt x="50246" y="318702"/>
                  </a:lnTo>
                  <a:lnTo>
                    <a:pt x="52648" y="316309"/>
                  </a:lnTo>
                  <a:lnTo>
                    <a:pt x="55050" y="313916"/>
                  </a:lnTo>
                  <a:lnTo>
                    <a:pt x="57653" y="313916"/>
                  </a:lnTo>
                  <a:lnTo>
                    <a:pt x="60055" y="313916"/>
                  </a:lnTo>
                  <a:lnTo>
                    <a:pt x="62457" y="316309"/>
                  </a:lnTo>
                  <a:lnTo>
                    <a:pt x="64859" y="318702"/>
                  </a:lnTo>
                  <a:lnTo>
                    <a:pt x="64859" y="321295"/>
                  </a:lnTo>
                  <a:close/>
                </a:path>
                <a:path w="69850" h="565785">
                  <a:moveTo>
                    <a:pt x="64859" y="426399"/>
                  </a:moveTo>
                  <a:lnTo>
                    <a:pt x="64859" y="462697"/>
                  </a:lnTo>
                  <a:lnTo>
                    <a:pt x="64859" y="472270"/>
                  </a:lnTo>
                  <a:lnTo>
                    <a:pt x="64859" y="474862"/>
                  </a:lnTo>
                  <a:lnTo>
                    <a:pt x="62457" y="477256"/>
                  </a:lnTo>
                  <a:lnTo>
                    <a:pt x="60055" y="479649"/>
                  </a:lnTo>
                  <a:lnTo>
                    <a:pt x="57653" y="479649"/>
                  </a:lnTo>
                  <a:lnTo>
                    <a:pt x="55050" y="477256"/>
                  </a:lnTo>
                  <a:lnTo>
                    <a:pt x="52648" y="477256"/>
                  </a:lnTo>
                  <a:lnTo>
                    <a:pt x="50246" y="474862"/>
                  </a:lnTo>
                  <a:lnTo>
                    <a:pt x="50246" y="469877"/>
                  </a:lnTo>
                  <a:lnTo>
                    <a:pt x="50246" y="462697"/>
                  </a:lnTo>
                  <a:lnTo>
                    <a:pt x="50246" y="426399"/>
                  </a:lnTo>
                  <a:lnTo>
                    <a:pt x="50246" y="424604"/>
                  </a:lnTo>
                  <a:lnTo>
                    <a:pt x="52648" y="422211"/>
                  </a:lnTo>
                  <a:lnTo>
                    <a:pt x="55050" y="419817"/>
                  </a:lnTo>
                  <a:lnTo>
                    <a:pt x="57653" y="419817"/>
                  </a:lnTo>
                  <a:lnTo>
                    <a:pt x="60055" y="419817"/>
                  </a:lnTo>
                  <a:lnTo>
                    <a:pt x="62457" y="422211"/>
                  </a:lnTo>
                  <a:lnTo>
                    <a:pt x="64859" y="424604"/>
                  </a:lnTo>
                  <a:lnTo>
                    <a:pt x="64859" y="426399"/>
                  </a:lnTo>
                  <a:close/>
                </a:path>
                <a:path w="69850" h="565785">
                  <a:moveTo>
                    <a:pt x="45441" y="532301"/>
                  </a:moveTo>
                  <a:lnTo>
                    <a:pt x="40637" y="541874"/>
                  </a:lnTo>
                  <a:lnTo>
                    <a:pt x="38235" y="541874"/>
                  </a:lnTo>
                  <a:lnTo>
                    <a:pt x="26023" y="555835"/>
                  </a:lnTo>
                  <a:lnTo>
                    <a:pt x="11610" y="565607"/>
                  </a:lnTo>
                  <a:lnTo>
                    <a:pt x="9208" y="565607"/>
                  </a:lnTo>
                  <a:lnTo>
                    <a:pt x="6606" y="565607"/>
                  </a:lnTo>
                  <a:lnTo>
                    <a:pt x="4203" y="565607"/>
                  </a:lnTo>
                  <a:lnTo>
                    <a:pt x="2402" y="563214"/>
                  </a:lnTo>
                  <a:lnTo>
                    <a:pt x="0" y="560820"/>
                  </a:lnTo>
                  <a:lnTo>
                    <a:pt x="0" y="558427"/>
                  </a:lnTo>
                  <a:lnTo>
                    <a:pt x="2402" y="555835"/>
                  </a:lnTo>
                  <a:lnTo>
                    <a:pt x="4203" y="553441"/>
                  </a:lnTo>
                  <a:lnTo>
                    <a:pt x="16415" y="544267"/>
                  </a:lnTo>
                  <a:lnTo>
                    <a:pt x="28426" y="532301"/>
                  </a:lnTo>
                  <a:lnTo>
                    <a:pt x="26023" y="532301"/>
                  </a:lnTo>
                  <a:lnTo>
                    <a:pt x="33430" y="524922"/>
                  </a:lnTo>
                  <a:lnTo>
                    <a:pt x="35832" y="522528"/>
                  </a:lnTo>
                  <a:lnTo>
                    <a:pt x="38235" y="520135"/>
                  </a:lnTo>
                  <a:lnTo>
                    <a:pt x="40637" y="520135"/>
                  </a:lnTo>
                  <a:lnTo>
                    <a:pt x="43039" y="522528"/>
                  </a:lnTo>
                  <a:lnTo>
                    <a:pt x="45441" y="524922"/>
                  </a:lnTo>
                  <a:lnTo>
                    <a:pt x="47844" y="527514"/>
                  </a:lnTo>
                  <a:lnTo>
                    <a:pt x="47844" y="529908"/>
                  </a:lnTo>
                  <a:lnTo>
                    <a:pt x="45441" y="532301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59469" y="1192325"/>
              <a:ext cx="608752" cy="1722953"/>
            </a:xfrm>
            <a:prstGeom prst="rect">
              <a:avLst/>
            </a:prstGeom>
          </p:spPr>
        </p:pic>
      </p:grpSp>
      <p:pic>
        <p:nvPicPr>
          <p:cNvPr id="44" name="object 44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78693" y="2018998"/>
            <a:ext cx="185862" cy="1126629"/>
          </a:xfrm>
          <a:prstGeom prst="rect">
            <a:avLst/>
          </a:prstGeom>
        </p:spPr>
      </p:pic>
      <p:sp>
        <p:nvSpPr>
          <p:cNvPr id="45" name="object 45" descr=""/>
          <p:cNvSpPr txBox="1"/>
          <p:nvPr/>
        </p:nvSpPr>
        <p:spPr>
          <a:xfrm>
            <a:off x="3397294" y="1686599"/>
            <a:ext cx="391160" cy="2413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400" spc="-25">
                <a:solidFill>
                  <a:srgbClr val="000080"/>
                </a:solidFill>
                <a:latin typeface="宋体"/>
                <a:cs typeface="宋体"/>
              </a:rPr>
              <a:t>入口</a:t>
            </a:r>
            <a:endParaRPr sz="1400">
              <a:latin typeface="宋体"/>
              <a:cs typeface="宋体"/>
            </a:endParaRPr>
          </a:p>
        </p:txBody>
      </p:sp>
      <p:graphicFrame>
        <p:nvGraphicFramePr>
          <p:cNvPr id="46" name="object 46" descr=""/>
          <p:cNvGraphicFramePr>
            <a:graphicFrameLocks noGrp="1"/>
          </p:cNvGraphicFramePr>
          <p:nvPr/>
        </p:nvGraphicFramePr>
        <p:xfrm>
          <a:off x="4141015" y="1179084"/>
          <a:ext cx="1353820" cy="24923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62380"/>
              </a:tblGrid>
              <a:tr h="4933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</a:tr>
              <a:tr h="12934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10">
                          <a:latin typeface="宋体"/>
                          <a:cs typeface="宋体"/>
                        </a:rPr>
                        <a:t>编写通道程序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ctr" marL="1397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400" spc="-10">
                          <a:latin typeface="宋体"/>
                          <a:cs typeface="宋体"/>
                        </a:rPr>
                        <a:t>置通道地址字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B="0" marT="279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 marR="889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400" spc="-100">
                          <a:latin typeface="宋体"/>
                          <a:cs typeface="宋体"/>
                        </a:rPr>
                        <a:t>启动 </a:t>
                      </a:r>
                      <a:r>
                        <a:rPr dirty="0" sz="1400" spc="-25" b="1">
                          <a:latin typeface="Times New Roman"/>
                          <a:cs typeface="Times New Roman"/>
                        </a:rPr>
                        <a:t>I/O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44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CCFFCC"/>
                    </a:solidFill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grpSp>
        <p:nvGrpSpPr>
          <p:cNvPr id="47" name="object 47" descr=""/>
          <p:cNvGrpSpPr/>
          <p:nvPr/>
        </p:nvGrpSpPr>
        <p:grpSpPr>
          <a:xfrm>
            <a:off x="3427814" y="1685934"/>
            <a:ext cx="685800" cy="446405"/>
            <a:chOff x="3427814" y="1685934"/>
            <a:chExt cx="685800" cy="446405"/>
          </a:xfrm>
        </p:grpSpPr>
        <p:sp>
          <p:nvSpPr>
            <p:cNvPr id="48" name="object 48" descr=""/>
            <p:cNvSpPr/>
            <p:nvPr/>
          </p:nvSpPr>
          <p:spPr>
            <a:xfrm>
              <a:off x="3429212" y="1687332"/>
              <a:ext cx="683260" cy="443230"/>
            </a:xfrm>
            <a:custGeom>
              <a:avLst/>
              <a:gdLst/>
              <a:ahLst/>
              <a:cxnLst/>
              <a:rect l="l" t="t" r="r" b="b"/>
              <a:pathLst>
                <a:path w="683260" h="443230">
                  <a:moveTo>
                    <a:pt x="601151" y="42150"/>
                  </a:moveTo>
                  <a:lnTo>
                    <a:pt x="4804" y="426399"/>
                  </a:lnTo>
                  <a:lnTo>
                    <a:pt x="0" y="431185"/>
                  </a:lnTo>
                  <a:lnTo>
                    <a:pt x="0" y="435972"/>
                  </a:lnTo>
                  <a:lnTo>
                    <a:pt x="2402" y="440759"/>
                  </a:lnTo>
                  <a:lnTo>
                    <a:pt x="4804" y="443152"/>
                  </a:lnTo>
                  <a:lnTo>
                    <a:pt x="17015" y="443152"/>
                  </a:lnTo>
                  <a:lnTo>
                    <a:pt x="612678" y="58962"/>
                  </a:lnTo>
                  <a:lnTo>
                    <a:pt x="615566" y="45272"/>
                  </a:lnTo>
                  <a:lnTo>
                    <a:pt x="601151" y="42150"/>
                  </a:lnTo>
                  <a:close/>
                </a:path>
                <a:path w="683260" h="443230">
                  <a:moveTo>
                    <a:pt x="656642" y="33306"/>
                  </a:moveTo>
                  <a:lnTo>
                    <a:pt x="617968" y="33306"/>
                  </a:lnTo>
                  <a:lnTo>
                    <a:pt x="622773" y="35699"/>
                  </a:lnTo>
                  <a:lnTo>
                    <a:pt x="625175" y="38092"/>
                  </a:lnTo>
                  <a:lnTo>
                    <a:pt x="625175" y="50059"/>
                  </a:lnTo>
                  <a:lnTo>
                    <a:pt x="622773" y="52452"/>
                  </a:lnTo>
                  <a:lnTo>
                    <a:pt x="612678" y="58962"/>
                  </a:lnTo>
                  <a:lnTo>
                    <a:pt x="603956" y="100317"/>
                  </a:lnTo>
                  <a:lnTo>
                    <a:pt x="656642" y="33306"/>
                  </a:lnTo>
                  <a:close/>
                </a:path>
                <a:path w="683260" h="443230">
                  <a:moveTo>
                    <a:pt x="617968" y="33306"/>
                  </a:moveTo>
                  <a:lnTo>
                    <a:pt x="615566" y="33306"/>
                  </a:lnTo>
                  <a:lnTo>
                    <a:pt x="611162" y="35699"/>
                  </a:lnTo>
                  <a:lnTo>
                    <a:pt x="601151" y="42150"/>
                  </a:lnTo>
                  <a:lnTo>
                    <a:pt x="615566" y="45272"/>
                  </a:lnTo>
                  <a:lnTo>
                    <a:pt x="612678" y="58962"/>
                  </a:lnTo>
                  <a:lnTo>
                    <a:pt x="622773" y="52452"/>
                  </a:lnTo>
                  <a:lnTo>
                    <a:pt x="625175" y="50059"/>
                  </a:lnTo>
                  <a:lnTo>
                    <a:pt x="625175" y="38092"/>
                  </a:lnTo>
                  <a:lnTo>
                    <a:pt x="622773" y="35699"/>
                  </a:lnTo>
                  <a:lnTo>
                    <a:pt x="617968" y="33306"/>
                  </a:lnTo>
                  <a:close/>
                </a:path>
                <a:path w="683260" h="443230">
                  <a:moveTo>
                    <a:pt x="682828" y="0"/>
                  </a:moveTo>
                  <a:lnTo>
                    <a:pt x="560315" y="33306"/>
                  </a:lnTo>
                  <a:lnTo>
                    <a:pt x="601151" y="42150"/>
                  </a:lnTo>
                  <a:lnTo>
                    <a:pt x="611162" y="35699"/>
                  </a:lnTo>
                  <a:lnTo>
                    <a:pt x="615566" y="33306"/>
                  </a:lnTo>
                  <a:lnTo>
                    <a:pt x="656642" y="33306"/>
                  </a:lnTo>
                  <a:lnTo>
                    <a:pt x="68282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3429212" y="1687333"/>
              <a:ext cx="683260" cy="443230"/>
            </a:xfrm>
            <a:custGeom>
              <a:avLst/>
              <a:gdLst/>
              <a:ahLst/>
              <a:cxnLst/>
              <a:rect l="l" t="t" r="r" b="b"/>
              <a:pathLst>
                <a:path w="683260" h="443230">
                  <a:moveTo>
                    <a:pt x="4804" y="426399"/>
                  </a:moveTo>
                  <a:lnTo>
                    <a:pt x="611162" y="35699"/>
                  </a:lnTo>
                  <a:lnTo>
                    <a:pt x="615566" y="33306"/>
                  </a:lnTo>
                  <a:lnTo>
                    <a:pt x="617968" y="33306"/>
                  </a:lnTo>
                  <a:lnTo>
                    <a:pt x="622773" y="35699"/>
                  </a:lnTo>
                  <a:lnTo>
                    <a:pt x="625175" y="38092"/>
                  </a:lnTo>
                  <a:lnTo>
                    <a:pt x="625175" y="42879"/>
                  </a:lnTo>
                  <a:lnTo>
                    <a:pt x="625175" y="45272"/>
                  </a:lnTo>
                  <a:lnTo>
                    <a:pt x="625175" y="50059"/>
                  </a:lnTo>
                  <a:lnTo>
                    <a:pt x="622773" y="52452"/>
                  </a:lnTo>
                  <a:lnTo>
                    <a:pt x="17015" y="443152"/>
                  </a:lnTo>
                  <a:lnTo>
                    <a:pt x="12211" y="443152"/>
                  </a:lnTo>
                  <a:lnTo>
                    <a:pt x="7206" y="443152"/>
                  </a:lnTo>
                  <a:lnTo>
                    <a:pt x="4804" y="443152"/>
                  </a:lnTo>
                  <a:lnTo>
                    <a:pt x="2402" y="440759"/>
                  </a:lnTo>
                  <a:lnTo>
                    <a:pt x="0" y="435972"/>
                  </a:lnTo>
                  <a:lnTo>
                    <a:pt x="0" y="431185"/>
                  </a:lnTo>
                  <a:lnTo>
                    <a:pt x="2402" y="428792"/>
                  </a:lnTo>
                  <a:lnTo>
                    <a:pt x="4804" y="426399"/>
                  </a:lnTo>
                  <a:close/>
                </a:path>
                <a:path w="683260" h="443230">
                  <a:moveTo>
                    <a:pt x="615566" y="45272"/>
                  </a:moveTo>
                  <a:lnTo>
                    <a:pt x="560315" y="33306"/>
                  </a:lnTo>
                  <a:lnTo>
                    <a:pt x="682828" y="0"/>
                  </a:lnTo>
                  <a:lnTo>
                    <a:pt x="603955" y="100317"/>
                  </a:lnTo>
                  <a:lnTo>
                    <a:pt x="615566" y="4527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0" name="object 50" descr=""/>
          <p:cNvGrpSpPr/>
          <p:nvPr/>
        </p:nvGrpSpPr>
        <p:grpSpPr>
          <a:xfrm>
            <a:off x="3396786" y="3265089"/>
            <a:ext cx="727075" cy="262255"/>
            <a:chOff x="3396786" y="3265089"/>
            <a:chExt cx="727075" cy="262255"/>
          </a:xfrm>
        </p:grpSpPr>
        <p:sp>
          <p:nvSpPr>
            <p:cNvPr id="51" name="object 51" descr=""/>
            <p:cNvSpPr/>
            <p:nvPr/>
          </p:nvSpPr>
          <p:spPr>
            <a:xfrm>
              <a:off x="3398184" y="3266486"/>
              <a:ext cx="723900" cy="259079"/>
            </a:xfrm>
            <a:custGeom>
              <a:avLst/>
              <a:gdLst/>
              <a:ahLst/>
              <a:cxnLst/>
              <a:rect l="l" t="t" r="r" b="b"/>
              <a:pathLst>
                <a:path w="723900" h="259079">
                  <a:moveTo>
                    <a:pt x="88307" y="19830"/>
                  </a:moveTo>
                  <a:lnTo>
                    <a:pt x="74668" y="25927"/>
                  </a:lnTo>
                  <a:lnTo>
                    <a:pt x="81256" y="38801"/>
                  </a:lnTo>
                  <a:lnTo>
                    <a:pt x="712055" y="256477"/>
                  </a:lnTo>
                  <a:lnTo>
                    <a:pt x="716259" y="258871"/>
                  </a:lnTo>
                  <a:lnTo>
                    <a:pt x="718861" y="256477"/>
                  </a:lnTo>
                  <a:lnTo>
                    <a:pt x="721264" y="253885"/>
                  </a:lnTo>
                  <a:lnTo>
                    <a:pt x="723666" y="251491"/>
                  </a:lnTo>
                  <a:lnTo>
                    <a:pt x="723666" y="244312"/>
                  </a:lnTo>
                  <a:lnTo>
                    <a:pt x="721264" y="239525"/>
                  </a:lnTo>
                  <a:lnTo>
                    <a:pt x="718861" y="239525"/>
                  </a:lnTo>
                  <a:lnTo>
                    <a:pt x="88307" y="19830"/>
                  </a:lnTo>
                  <a:close/>
                </a:path>
                <a:path w="723900" h="259079">
                  <a:moveTo>
                    <a:pt x="0" y="0"/>
                  </a:moveTo>
                  <a:lnTo>
                    <a:pt x="100692" y="76783"/>
                  </a:lnTo>
                  <a:lnTo>
                    <a:pt x="81256" y="38801"/>
                  </a:lnTo>
                  <a:lnTo>
                    <a:pt x="72266" y="35699"/>
                  </a:lnTo>
                  <a:lnTo>
                    <a:pt x="67261" y="33306"/>
                  </a:lnTo>
                  <a:lnTo>
                    <a:pt x="67261" y="30912"/>
                  </a:lnTo>
                  <a:lnTo>
                    <a:pt x="64859" y="25927"/>
                  </a:lnTo>
                  <a:lnTo>
                    <a:pt x="64859" y="23533"/>
                  </a:lnTo>
                  <a:lnTo>
                    <a:pt x="67261" y="19345"/>
                  </a:lnTo>
                  <a:lnTo>
                    <a:pt x="69864" y="16752"/>
                  </a:lnTo>
                  <a:lnTo>
                    <a:pt x="95192" y="16752"/>
                  </a:lnTo>
                  <a:lnTo>
                    <a:pt x="127317" y="2393"/>
                  </a:lnTo>
                  <a:lnTo>
                    <a:pt x="0" y="0"/>
                  </a:lnTo>
                  <a:close/>
                </a:path>
                <a:path w="723900" h="259079">
                  <a:moveTo>
                    <a:pt x="79473" y="16752"/>
                  </a:moveTo>
                  <a:lnTo>
                    <a:pt x="69864" y="16752"/>
                  </a:lnTo>
                  <a:lnTo>
                    <a:pt x="67261" y="19345"/>
                  </a:lnTo>
                  <a:lnTo>
                    <a:pt x="64859" y="23533"/>
                  </a:lnTo>
                  <a:lnTo>
                    <a:pt x="64859" y="25927"/>
                  </a:lnTo>
                  <a:lnTo>
                    <a:pt x="67261" y="30912"/>
                  </a:lnTo>
                  <a:lnTo>
                    <a:pt x="67261" y="33306"/>
                  </a:lnTo>
                  <a:lnTo>
                    <a:pt x="72266" y="35699"/>
                  </a:lnTo>
                  <a:lnTo>
                    <a:pt x="81256" y="38801"/>
                  </a:lnTo>
                  <a:lnTo>
                    <a:pt x="74668" y="25927"/>
                  </a:lnTo>
                  <a:lnTo>
                    <a:pt x="88307" y="19830"/>
                  </a:lnTo>
                  <a:lnTo>
                    <a:pt x="79473" y="16752"/>
                  </a:lnTo>
                  <a:close/>
                </a:path>
                <a:path w="723900" h="259079">
                  <a:moveTo>
                    <a:pt x="95192" y="16752"/>
                  </a:moveTo>
                  <a:lnTo>
                    <a:pt x="79473" y="16752"/>
                  </a:lnTo>
                  <a:lnTo>
                    <a:pt x="88307" y="19830"/>
                  </a:lnTo>
                  <a:lnTo>
                    <a:pt x="95192" y="167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3398183" y="3266486"/>
              <a:ext cx="723900" cy="259079"/>
            </a:xfrm>
            <a:custGeom>
              <a:avLst/>
              <a:gdLst/>
              <a:ahLst/>
              <a:cxnLst/>
              <a:rect l="l" t="t" r="r" b="b"/>
              <a:pathLst>
                <a:path w="723900" h="259079">
                  <a:moveTo>
                    <a:pt x="712055" y="256477"/>
                  </a:moveTo>
                  <a:lnTo>
                    <a:pt x="72266" y="35699"/>
                  </a:lnTo>
                  <a:lnTo>
                    <a:pt x="67261" y="33306"/>
                  </a:lnTo>
                  <a:lnTo>
                    <a:pt x="67261" y="30912"/>
                  </a:lnTo>
                  <a:lnTo>
                    <a:pt x="64859" y="25927"/>
                  </a:lnTo>
                  <a:lnTo>
                    <a:pt x="64859" y="23533"/>
                  </a:lnTo>
                  <a:lnTo>
                    <a:pt x="67261" y="19345"/>
                  </a:lnTo>
                  <a:lnTo>
                    <a:pt x="69864" y="16752"/>
                  </a:lnTo>
                  <a:lnTo>
                    <a:pt x="74668" y="16752"/>
                  </a:lnTo>
                  <a:lnTo>
                    <a:pt x="79473" y="16752"/>
                  </a:lnTo>
                  <a:lnTo>
                    <a:pt x="718861" y="239525"/>
                  </a:lnTo>
                  <a:lnTo>
                    <a:pt x="721263" y="239525"/>
                  </a:lnTo>
                  <a:lnTo>
                    <a:pt x="723666" y="244312"/>
                  </a:lnTo>
                  <a:lnTo>
                    <a:pt x="723666" y="246705"/>
                  </a:lnTo>
                  <a:lnTo>
                    <a:pt x="723666" y="251491"/>
                  </a:lnTo>
                  <a:lnTo>
                    <a:pt x="721263" y="253885"/>
                  </a:lnTo>
                  <a:lnTo>
                    <a:pt x="718861" y="256477"/>
                  </a:lnTo>
                  <a:lnTo>
                    <a:pt x="716259" y="258871"/>
                  </a:lnTo>
                  <a:lnTo>
                    <a:pt x="712055" y="256477"/>
                  </a:lnTo>
                  <a:close/>
                </a:path>
                <a:path w="723900" h="259079">
                  <a:moveTo>
                    <a:pt x="74668" y="25927"/>
                  </a:moveTo>
                  <a:lnTo>
                    <a:pt x="100692" y="76783"/>
                  </a:lnTo>
                  <a:lnTo>
                    <a:pt x="0" y="0"/>
                  </a:lnTo>
                  <a:lnTo>
                    <a:pt x="127317" y="2393"/>
                  </a:lnTo>
                  <a:lnTo>
                    <a:pt x="74668" y="2592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" name="object 53" descr=""/>
          <p:cNvSpPr txBox="1"/>
          <p:nvPr/>
        </p:nvSpPr>
        <p:spPr>
          <a:xfrm>
            <a:off x="3649727" y="3109792"/>
            <a:ext cx="391160" cy="2413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400" spc="-25">
                <a:solidFill>
                  <a:srgbClr val="000080"/>
                </a:solidFill>
                <a:latin typeface="宋体"/>
                <a:cs typeface="宋体"/>
              </a:rPr>
              <a:t>返回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54" name="object 54" descr=""/>
          <p:cNvSpPr txBox="1"/>
          <p:nvPr/>
        </p:nvSpPr>
        <p:spPr>
          <a:xfrm>
            <a:off x="6293249" y="2918466"/>
            <a:ext cx="1262380" cy="278765"/>
          </a:xfrm>
          <a:prstGeom prst="rect">
            <a:avLst/>
          </a:prstGeom>
          <a:solidFill>
            <a:srgbClr val="CCFFFF"/>
          </a:solidFill>
          <a:ln w="14514">
            <a:solidFill>
              <a:srgbClr val="000000"/>
            </a:solidFill>
          </a:ln>
        </p:spPr>
        <p:txBody>
          <a:bodyPr wrap="square" lIns="0" tIns="33020" rIns="0" bIns="0" rtlCol="0" vert="horz">
            <a:spAutoFit/>
          </a:bodyPr>
          <a:lstStyle/>
          <a:p>
            <a:pPr marL="93345">
              <a:lnSpc>
                <a:spcPct val="100000"/>
              </a:lnSpc>
              <a:spcBef>
                <a:spcPts val="260"/>
              </a:spcBef>
            </a:pPr>
            <a:r>
              <a:rPr dirty="0" sz="1400" spc="-10">
                <a:latin typeface="宋体"/>
                <a:cs typeface="宋体"/>
              </a:rPr>
              <a:t>断开通道指令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55" name="object 55" descr=""/>
          <p:cNvSpPr txBox="1"/>
          <p:nvPr/>
        </p:nvSpPr>
        <p:spPr>
          <a:xfrm>
            <a:off x="6293249" y="1186144"/>
            <a:ext cx="1262380" cy="1732914"/>
          </a:xfrm>
          <a:prstGeom prst="rect">
            <a:avLst/>
          </a:prstGeom>
          <a:solidFill>
            <a:srgbClr val="CCFFFF"/>
          </a:solidFill>
          <a:ln w="14514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35"/>
              </a:spcBef>
            </a:pPr>
            <a:endParaRPr sz="1400">
              <a:latin typeface="Times New Roman"/>
              <a:cs typeface="Times New Roman"/>
            </a:endParaRPr>
          </a:p>
          <a:p>
            <a:pPr marL="271145">
              <a:lnSpc>
                <a:spcPct val="100000"/>
              </a:lnSpc>
              <a:spcBef>
                <a:spcPts val="5"/>
              </a:spcBef>
            </a:pPr>
            <a:r>
              <a:rPr dirty="0" sz="1400" spc="-15">
                <a:latin typeface="宋体"/>
                <a:cs typeface="宋体"/>
              </a:rPr>
              <a:t>通道程序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56" name="object 56" descr=""/>
          <p:cNvSpPr txBox="1"/>
          <p:nvPr/>
        </p:nvSpPr>
        <p:spPr>
          <a:xfrm>
            <a:off x="5811717" y="3998889"/>
            <a:ext cx="1111250" cy="2413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400" spc="-10">
                <a:solidFill>
                  <a:srgbClr val="993300"/>
                </a:solidFill>
                <a:latin typeface="宋体"/>
                <a:cs typeface="宋体"/>
              </a:rPr>
              <a:t>中断处理程序</a:t>
            </a:r>
            <a:endParaRPr sz="1400">
              <a:latin typeface="宋体"/>
              <a:cs typeface="宋体"/>
            </a:endParaRPr>
          </a:p>
        </p:txBody>
      </p:sp>
      <p:grpSp>
        <p:nvGrpSpPr>
          <p:cNvPr id="57" name="object 57" descr=""/>
          <p:cNvGrpSpPr/>
          <p:nvPr/>
        </p:nvGrpSpPr>
        <p:grpSpPr>
          <a:xfrm>
            <a:off x="3438821" y="3224004"/>
            <a:ext cx="2832100" cy="1931035"/>
            <a:chOff x="3438821" y="3224004"/>
            <a:chExt cx="2832100" cy="1931035"/>
          </a:xfrm>
        </p:grpSpPr>
        <p:sp>
          <p:nvSpPr>
            <p:cNvPr id="58" name="object 58" descr=""/>
            <p:cNvSpPr/>
            <p:nvPr/>
          </p:nvSpPr>
          <p:spPr>
            <a:xfrm>
              <a:off x="3438821" y="3225402"/>
              <a:ext cx="2830830" cy="1929764"/>
            </a:xfrm>
            <a:custGeom>
              <a:avLst/>
              <a:gdLst/>
              <a:ahLst/>
              <a:cxnLst/>
              <a:rect l="l" t="t" r="r" b="b"/>
              <a:pathLst>
                <a:path w="2830829" h="1929764">
                  <a:moveTo>
                    <a:pt x="77070" y="1828850"/>
                  </a:moveTo>
                  <a:lnTo>
                    <a:pt x="0" y="1929307"/>
                  </a:lnTo>
                  <a:lnTo>
                    <a:pt x="122712" y="1895981"/>
                  </a:lnTo>
                  <a:lnTo>
                    <a:pt x="111662" y="1893568"/>
                  </a:lnTo>
                  <a:lnTo>
                    <a:pt x="62657" y="1893568"/>
                  </a:lnTo>
                  <a:lnTo>
                    <a:pt x="57653" y="1891155"/>
                  </a:lnTo>
                  <a:lnTo>
                    <a:pt x="57653" y="1879069"/>
                  </a:lnTo>
                  <a:lnTo>
                    <a:pt x="62657" y="1876656"/>
                  </a:lnTo>
                  <a:lnTo>
                    <a:pt x="69547" y="1871966"/>
                  </a:lnTo>
                  <a:lnTo>
                    <a:pt x="77070" y="1828850"/>
                  </a:lnTo>
                  <a:close/>
                </a:path>
                <a:path w="2830829" h="1929764">
                  <a:moveTo>
                    <a:pt x="69547" y="1871966"/>
                  </a:moveTo>
                  <a:lnTo>
                    <a:pt x="62657" y="1876656"/>
                  </a:lnTo>
                  <a:lnTo>
                    <a:pt x="57653" y="1879069"/>
                  </a:lnTo>
                  <a:lnTo>
                    <a:pt x="57653" y="1891155"/>
                  </a:lnTo>
                  <a:lnTo>
                    <a:pt x="62657" y="1893568"/>
                  </a:lnTo>
                  <a:lnTo>
                    <a:pt x="72266" y="1893568"/>
                  </a:lnTo>
                  <a:lnTo>
                    <a:pt x="81835" y="1887054"/>
                  </a:lnTo>
                  <a:lnTo>
                    <a:pt x="67462" y="1883915"/>
                  </a:lnTo>
                  <a:lnTo>
                    <a:pt x="69547" y="1871966"/>
                  </a:lnTo>
                  <a:close/>
                </a:path>
                <a:path w="2830829" h="1929764">
                  <a:moveTo>
                    <a:pt x="81835" y="1887054"/>
                  </a:moveTo>
                  <a:lnTo>
                    <a:pt x="72266" y="1893568"/>
                  </a:lnTo>
                  <a:lnTo>
                    <a:pt x="111662" y="1893568"/>
                  </a:lnTo>
                  <a:lnTo>
                    <a:pt x="81835" y="1887054"/>
                  </a:lnTo>
                  <a:close/>
                </a:path>
                <a:path w="2830829" h="1929764">
                  <a:moveTo>
                    <a:pt x="2823199" y="0"/>
                  </a:moveTo>
                  <a:lnTo>
                    <a:pt x="2818394" y="0"/>
                  </a:lnTo>
                  <a:lnTo>
                    <a:pt x="2815992" y="2393"/>
                  </a:lnTo>
                  <a:lnTo>
                    <a:pt x="69547" y="1871966"/>
                  </a:lnTo>
                  <a:lnTo>
                    <a:pt x="67462" y="1883915"/>
                  </a:lnTo>
                  <a:lnTo>
                    <a:pt x="81835" y="1887054"/>
                  </a:lnTo>
                  <a:lnTo>
                    <a:pt x="2825601" y="19345"/>
                  </a:lnTo>
                  <a:lnTo>
                    <a:pt x="2828003" y="16952"/>
                  </a:lnTo>
                  <a:lnTo>
                    <a:pt x="2830405" y="11966"/>
                  </a:lnTo>
                  <a:lnTo>
                    <a:pt x="2830405" y="9573"/>
                  </a:lnTo>
                  <a:lnTo>
                    <a:pt x="2828003" y="4786"/>
                  </a:lnTo>
                  <a:lnTo>
                    <a:pt x="28231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3496474" y="3225402"/>
              <a:ext cx="2773045" cy="1893570"/>
            </a:xfrm>
            <a:custGeom>
              <a:avLst/>
              <a:gdLst/>
              <a:ahLst/>
              <a:cxnLst/>
              <a:rect l="l" t="t" r="r" b="b"/>
              <a:pathLst>
                <a:path w="2773045" h="1893570">
                  <a:moveTo>
                    <a:pt x="2767948" y="19345"/>
                  </a:moveTo>
                  <a:lnTo>
                    <a:pt x="14613" y="1893568"/>
                  </a:lnTo>
                  <a:lnTo>
                    <a:pt x="12211" y="1893568"/>
                  </a:lnTo>
                  <a:lnTo>
                    <a:pt x="7406" y="1893568"/>
                  </a:lnTo>
                  <a:lnTo>
                    <a:pt x="5004" y="1893568"/>
                  </a:lnTo>
                  <a:lnTo>
                    <a:pt x="0" y="1891155"/>
                  </a:lnTo>
                  <a:lnTo>
                    <a:pt x="0" y="1886328"/>
                  </a:lnTo>
                  <a:lnTo>
                    <a:pt x="0" y="1883915"/>
                  </a:lnTo>
                  <a:lnTo>
                    <a:pt x="0" y="1879069"/>
                  </a:lnTo>
                  <a:lnTo>
                    <a:pt x="5004" y="1876656"/>
                  </a:lnTo>
                  <a:lnTo>
                    <a:pt x="2758339" y="2393"/>
                  </a:lnTo>
                  <a:lnTo>
                    <a:pt x="2760741" y="0"/>
                  </a:lnTo>
                  <a:lnTo>
                    <a:pt x="2765545" y="0"/>
                  </a:lnTo>
                  <a:lnTo>
                    <a:pt x="2767948" y="2393"/>
                  </a:lnTo>
                  <a:lnTo>
                    <a:pt x="2770350" y="4786"/>
                  </a:lnTo>
                  <a:lnTo>
                    <a:pt x="2772752" y="9573"/>
                  </a:lnTo>
                  <a:lnTo>
                    <a:pt x="2772752" y="11966"/>
                  </a:lnTo>
                  <a:lnTo>
                    <a:pt x="2770350" y="16952"/>
                  </a:lnTo>
                  <a:lnTo>
                    <a:pt x="2767948" y="19345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0" name="object 60" descr=""/>
          <p:cNvSpPr txBox="1"/>
          <p:nvPr/>
        </p:nvSpPr>
        <p:spPr>
          <a:xfrm>
            <a:off x="3774642" y="4008462"/>
            <a:ext cx="1054100" cy="2413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400" b="1">
                <a:solidFill>
                  <a:srgbClr val="000080"/>
                </a:solidFill>
                <a:latin typeface="Times New Roman"/>
                <a:cs typeface="Times New Roman"/>
              </a:rPr>
              <a:t>I/O</a:t>
            </a:r>
            <a:r>
              <a:rPr dirty="0" sz="1400" spc="80" b="1">
                <a:solidFill>
                  <a:srgbClr val="000080"/>
                </a:solidFill>
                <a:latin typeface="Times New Roman"/>
                <a:cs typeface="Times New Roman"/>
              </a:rPr>
              <a:t> </a:t>
            </a:r>
            <a:r>
              <a:rPr dirty="0" sz="1400" spc="-15">
                <a:solidFill>
                  <a:srgbClr val="000080"/>
                </a:solidFill>
                <a:latin typeface="宋体"/>
                <a:cs typeface="宋体"/>
              </a:rPr>
              <a:t>中断请求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61" name="object 61" descr=""/>
          <p:cNvSpPr txBox="1"/>
          <p:nvPr/>
        </p:nvSpPr>
        <p:spPr>
          <a:xfrm>
            <a:off x="4587390" y="4820775"/>
            <a:ext cx="1054100" cy="2413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400" b="1">
                <a:solidFill>
                  <a:srgbClr val="000080"/>
                </a:solidFill>
                <a:latin typeface="Times New Roman"/>
                <a:cs typeface="Times New Roman"/>
              </a:rPr>
              <a:t>I/O</a:t>
            </a:r>
            <a:r>
              <a:rPr dirty="0" sz="1400" spc="80" b="1">
                <a:solidFill>
                  <a:srgbClr val="000080"/>
                </a:solidFill>
                <a:latin typeface="Times New Roman"/>
                <a:cs typeface="Times New Roman"/>
              </a:rPr>
              <a:t> </a:t>
            </a:r>
            <a:r>
              <a:rPr dirty="0" sz="1400" spc="-15">
                <a:solidFill>
                  <a:srgbClr val="000080"/>
                </a:solidFill>
                <a:latin typeface="宋体"/>
                <a:cs typeface="宋体"/>
              </a:rPr>
              <a:t>中断响应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62" name="object 62" descr=""/>
          <p:cNvSpPr txBox="1"/>
          <p:nvPr/>
        </p:nvSpPr>
        <p:spPr>
          <a:xfrm>
            <a:off x="3724395" y="5568350"/>
            <a:ext cx="1053465" cy="2413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400" b="1">
                <a:solidFill>
                  <a:srgbClr val="000080"/>
                </a:solidFill>
                <a:latin typeface="Times New Roman"/>
                <a:cs typeface="Times New Roman"/>
              </a:rPr>
              <a:t>I/O</a:t>
            </a:r>
            <a:r>
              <a:rPr dirty="0" sz="1400" spc="75" b="1">
                <a:solidFill>
                  <a:srgbClr val="000080"/>
                </a:solidFill>
                <a:latin typeface="Times New Roman"/>
                <a:cs typeface="Times New Roman"/>
              </a:rPr>
              <a:t> </a:t>
            </a:r>
            <a:r>
              <a:rPr dirty="0" sz="1400" spc="-15">
                <a:solidFill>
                  <a:srgbClr val="000080"/>
                </a:solidFill>
                <a:latin typeface="宋体"/>
                <a:cs typeface="宋体"/>
              </a:rPr>
              <a:t>中断返回</a:t>
            </a:r>
            <a:endParaRPr sz="1400">
              <a:latin typeface="宋体"/>
              <a:cs typeface="宋体"/>
            </a:endParaRPr>
          </a:p>
        </p:txBody>
      </p:sp>
      <p:graphicFrame>
        <p:nvGraphicFramePr>
          <p:cNvPr id="63" name="object 63" descr=""/>
          <p:cNvGraphicFramePr>
            <a:graphicFrameLocks noGrp="1"/>
          </p:cNvGraphicFramePr>
          <p:nvPr/>
        </p:nvGraphicFramePr>
        <p:xfrm>
          <a:off x="1784242" y="1209814"/>
          <a:ext cx="1690370" cy="49498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2915"/>
                <a:gridCol w="631190"/>
                <a:gridCol w="504825"/>
              </a:tblGrid>
              <a:tr h="803910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71780">
                <a:tc>
                  <a:txBody>
                    <a:bodyPr/>
                    <a:lstStyle/>
                    <a:p>
                      <a:pPr algn="ctr" marL="2222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400" spc="-25">
                          <a:latin typeface="宋体"/>
                          <a:cs typeface="宋体"/>
                        </a:rPr>
                        <a:t>访管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B="0" marT="29209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1400" spc="-25">
                          <a:latin typeface="宋体"/>
                          <a:cs typeface="宋体"/>
                        </a:rPr>
                        <a:t>入口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B="0" marT="1968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algn="ctr">
                        <a:lnSpc>
                          <a:spcPts val="1670"/>
                        </a:lnSpc>
                        <a:spcBef>
                          <a:spcPts val="430"/>
                        </a:spcBef>
                      </a:pPr>
                      <a:r>
                        <a:rPr dirty="0" sz="1400" spc="-25" b="1">
                          <a:latin typeface="Times New Roman"/>
                          <a:cs typeface="Times New Roman"/>
                        </a:rPr>
                        <a:t>OC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461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1400" spc="-20">
                          <a:latin typeface="宋体"/>
                          <a:cs typeface="宋体"/>
                        </a:rPr>
                        <a:t>设备号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B="0" marT="26034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</a:tr>
              <a:tr h="277495">
                <a:tc>
                  <a:txBody>
                    <a:bodyPr/>
                    <a:lstStyle/>
                    <a:p>
                      <a:pPr algn="ctr">
                        <a:lnSpc>
                          <a:spcPts val="1645"/>
                        </a:lnSpc>
                        <a:spcBef>
                          <a:spcPts val="434"/>
                        </a:spcBef>
                      </a:pPr>
                      <a:r>
                        <a:rPr dirty="0" sz="1400" spc="-25" b="1">
                          <a:latin typeface="Times New Roman"/>
                          <a:cs typeface="Times New Roman"/>
                        </a:rPr>
                        <a:t>OC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5244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05104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1400" spc="-15">
                          <a:latin typeface="宋体"/>
                          <a:cs typeface="宋体"/>
                        </a:rPr>
                        <a:t>交换长度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B="0" marT="2667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79400">
                <a:tc>
                  <a:txBody>
                    <a:bodyPr/>
                    <a:lstStyle/>
                    <a:p>
                      <a:pPr algn="ctr" marR="17780">
                        <a:lnSpc>
                          <a:spcPts val="1655"/>
                        </a:lnSpc>
                        <a:spcBef>
                          <a:spcPts val="440"/>
                        </a:spcBef>
                      </a:pPr>
                      <a:r>
                        <a:rPr dirty="0" sz="1400" spc="-25" b="1">
                          <a:latin typeface="Times New Roman"/>
                          <a:cs typeface="Times New Roman"/>
                        </a:rPr>
                        <a:t>OC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588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400" spc="-10">
                          <a:latin typeface="宋体"/>
                          <a:cs typeface="宋体"/>
                        </a:rPr>
                        <a:t>主存起始地址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B="0" marT="342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54000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73164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430"/>
                        </a:spcBef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algn="ctr" marR="635">
                        <a:lnSpc>
                          <a:spcPct val="100000"/>
                        </a:lnSpc>
                      </a:pPr>
                      <a:r>
                        <a:rPr dirty="0" sz="1650" spc="-50">
                          <a:latin typeface="宋体"/>
                          <a:cs typeface="宋体"/>
                        </a:rPr>
                        <a:t>…</a:t>
                      </a:r>
                      <a:endParaRPr sz="1650">
                        <a:latin typeface="宋体"/>
                        <a:cs typeface="宋体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49554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802640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64" name="object 64" descr=""/>
          <p:cNvSpPr txBox="1"/>
          <p:nvPr/>
        </p:nvSpPr>
        <p:spPr>
          <a:xfrm>
            <a:off x="2214205" y="881067"/>
            <a:ext cx="5107940" cy="2413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183765" algn="l"/>
                <a:tab pos="4371975" algn="l"/>
              </a:tabLst>
            </a:pPr>
            <a:r>
              <a:rPr dirty="0" sz="1400">
                <a:solidFill>
                  <a:srgbClr val="993300"/>
                </a:solidFill>
                <a:latin typeface="宋体"/>
                <a:cs typeface="宋体"/>
              </a:rPr>
              <a:t>用户程</a:t>
            </a:r>
            <a:r>
              <a:rPr dirty="0" sz="1400" spc="-50">
                <a:solidFill>
                  <a:srgbClr val="993300"/>
                </a:solidFill>
                <a:latin typeface="宋体"/>
                <a:cs typeface="宋体"/>
              </a:rPr>
              <a:t>序</a:t>
            </a:r>
            <a:r>
              <a:rPr dirty="0" sz="1400">
                <a:solidFill>
                  <a:srgbClr val="993300"/>
                </a:solidFill>
                <a:latin typeface="宋体"/>
                <a:cs typeface="宋体"/>
              </a:rPr>
              <a:t>	管理程</a:t>
            </a:r>
            <a:r>
              <a:rPr dirty="0" sz="1400" spc="-50">
                <a:solidFill>
                  <a:srgbClr val="993300"/>
                </a:solidFill>
                <a:latin typeface="宋体"/>
                <a:cs typeface="宋体"/>
              </a:rPr>
              <a:t>序</a:t>
            </a:r>
            <a:r>
              <a:rPr dirty="0" sz="1400">
                <a:solidFill>
                  <a:srgbClr val="993300"/>
                </a:solidFill>
                <a:latin typeface="宋体"/>
                <a:cs typeface="宋体"/>
              </a:rPr>
              <a:t>	通道程</a:t>
            </a:r>
            <a:r>
              <a:rPr dirty="0" sz="1400" spc="-50">
                <a:solidFill>
                  <a:srgbClr val="993300"/>
                </a:solidFill>
                <a:latin typeface="宋体"/>
                <a:cs typeface="宋体"/>
              </a:rPr>
              <a:t>序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65" name="object 65" descr=""/>
          <p:cNvSpPr txBox="1"/>
          <p:nvPr/>
        </p:nvSpPr>
        <p:spPr>
          <a:xfrm>
            <a:off x="1103176" y="1992538"/>
            <a:ext cx="391160" cy="1080770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algn="just" marL="12700" marR="5080">
              <a:lnSpc>
                <a:spcPct val="120200"/>
              </a:lnSpc>
              <a:spcBef>
                <a:spcPts val="40"/>
              </a:spcBef>
            </a:pPr>
            <a:r>
              <a:rPr dirty="0" sz="1400" spc="-25">
                <a:solidFill>
                  <a:srgbClr val="993300"/>
                </a:solidFill>
                <a:latin typeface="宋体"/>
                <a:cs typeface="宋体"/>
              </a:rPr>
              <a:t>广义指令</a:t>
            </a:r>
            <a:r>
              <a:rPr dirty="0" sz="1400" spc="-50">
                <a:solidFill>
                  <a:srgbClr val="993300"/>
                </a:solidFill>
                <a:latin typeface="宋体"/>
                <a:cs typeface="宋体"/>
              </a:rPr>
              <a:t>和</a:t>
            </a:r>
            <a:endParaRPr sz="14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dirty="0" sz="1400" spc="-25">
                <a:solidFill>
                  <a:srgbClr val="993300"/>
                </a:solidFill>
                <a:latin typeface="宋体"/>
                <a:cs typeface="宋体"/>
              </a:rPr>
              <a:t>参数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66" name="object 66" descr=""/>
          <p:cNvSpPr txBox="1"/>
          <p:nvPr/>
        </p:nvSpPr>
        <p:spPr>
          <a:xfrm>
            <a:off x="7747507" y="763270"/>
            <a:ext cx="561340" cy="448309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2700" marR="5080">
              <a:lnSpc>
                <a:spcPts val="1639"/>
              </a:lnSpc>
              <a:spcBef>
                <a:spcPts val="190"/>
              </a:spcBef>
            </a:pPr>
            <a:r>
              <a:rPr dirty="0" sz="1400" spc="-20">
                <a:solidFill>
                  <a:srgbClr val="40458B"/>
                </a:solidFill>
                <a:latin typeface="黑体"/>
                <a:cs typeface="黑体"/>
              </a:rPr>
              <a:t>存放在主存中</a:t>
            </a:r>
            <a:endParaRPr sz="1400">
              <a:latin typeface="黑体"/>
              <a:cs typeface="黑体"/>
            </a:endParaRPr>
          </a:p>
        </p:txBody>
      </p:sp>
      <p:sp>
        <p:nvSpPr>
          <p:cNvPr id="67" name="object 67" descr=""/>
          <p:cNvSpPr txBox="1"/>
          <p:nvPr/>
        </p:nvSpPr>
        <p:spPr>
          <a:xfrm>
            <a:off x="329590" y="4620259"/>
            <a:ext cx="1272540" cy="448309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2700" marR="5080">
              <a:lnSpc>
                <a:spcPts val="1639"/>
              </a:lnSpc>
              <a:spcBef>
                <a:spcPts val="190"/>
              </a:spcBef>
            </a:pPr>
            <a:r>
              <a:rPr dirty="0" sz="1400" spc="-5">
                <a:solidFill>
                  <a:srgbClr val="40458B"/>
                </a:solidFill>
                <a:latin typeface="黑体"/>
                <a:cs typeface="黑体"/>
              </a:rPr>
              <a:t>与通道程序</a:t>
            </a:r>
            <a:r>
              <a:rPr dirty="0" sz="1400">
                <a:solidFill>
                  <a:srgbClr val="40458B"/>
                </a:solidFill>
                <a:latin typeface="黑体"/>
                <a:cs typeface="黑体"/>
              </a:rPr>
              <a:t>（</a:t>
            </a:r>
            <a:r>
              <a:rPr dirty="0" sz="1400" spc="-50">
                <a:solidFill>
                  <a:srgbClr val="40458B"/>
                </a:solidFill>
                <a:latin typeface="黑体"/>
                <a:cs typeface="黑体"/>
              </a:rPr>
              <a:t>启</a:t>
            </a:r>
            <a:r>
              <a:rPr dirty="0" sz="1400">
                <a:solidFill>
                  <a:srgbClr val="40458B"/>
                </a:solidFill>
                <a:latin typeface="黑体"/>
                <a:cs typeface="黑体"/>
              </a:rPr>
              <a:t>动后）</a:t>
            </a:r>
            <a:r>
              <a:rPr dirty="0" sz="1400" spc="-35">
                <a:solidFill>
                  <a:srgbClr val="40458B"/>
                </a:solidFill>
                <a:latin typeface="黑体"/>
                <a:cs typeface="黑体"/>
              </a:rPr>
              <a:t>并行</a:t>
            </a:r>
            <a:endParaRPr sz="1400">
              <a:latin typeface="黑体"/>
              <a:cs typeface="黑体"/>
            </a:endParaRPr>
          </a:p>
        </p:txBody>
      </p:sp>
      <p:sp>
        <p:nvSpPr>
          <p:cNvPr id="68" name="object 68" descr=""/>
          <p:cNvSpPr txBox="1"/>
          <p:nvPr/>
        </p:nvSpPr>
        <p:spPr>
          <a:xfrm>
            <a:off x="2358644" y="6161328"/>
            <a:ext cx="43370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0000"/>
                </a:solidFill>
                <a:latin typeface="Calibri"/>
                <a:cs typeface="Calibri"/>
              </a:rPr>
              <a:t>CPU</a:t>
            </a:r>
            <a:r>
              <a:rPr dirty="0" sz="2400" spc="-20" b="1">
                <a:solidFill>
                  <a:srgbClr val="FF0000"/>
                </a:solidFill>
                <a:latin typeface="黑体"/>
                <a:cs typeface="黑体"/>
              </a:rPr>
              <a:t>专注于计算，通道专注于</a:t>
            </a:r>
            <a:r>
              <a:rPr dirty="0" sz="2400" spc="-25" b="1">
                <a:solidFill>
                  <a:srgbClr val="FF0000"/>
                </a:solidFill>
                <a:latin typeface="Calibri"/>
                <a:cs typeface="Calibri"/>
              </a:rPr>
              <a:t>I/O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9" name="object 69" descr=""/>
          <p:cNvSpPr txBox="1"/>
          <p:nvPr/>
        </p:nvSpPr>
        <p:spPr>
          <a:xfrm>
            <a:off x="7747507" y="1673098"/>
            <a:ext cx="1042669" cy="9931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just" marL="12700" marR="5080">
              <a:lnSpc>
                <a:spcPct val="99000"/>
              </a:lnSpc>
              <a:spcBef>
                <a:spcPts val="114"/>
              </a:spcBef>
            </a:pPr>
            <a:r>
              <a:rPr dirty="0" sz="1600" spc="-30">
                <a:solidFill>
                  <a:srgbClr val="FF0000"/>
                </a:solidFill>
                <a:latin typeface="黑体"/>
                <a:cs typeface="黑体"/>
              </a:rPr>
              <a:t>通道程序：做什么、数据放哪里、做多少</a:t>
            </a:r>
            <a:endParaRPr sz="1600">
              <a:latin typeface="黑体"/>
              <a:cs typeface="黑体"/>
            </a:endParaRPr>
          </a:p>
        </p:txBody>
      </p:sp>
      <p:sp>
        <p:nvSpPr>
          <p:cNvPr id="70" name="object 70" descr=""/>
          <p:cNvSpPr txBox="1"/>
          <p:nvPr/>
        </p:nvSpPr>
        <p:spPr>
          <a:xfrm>
            <a:off x="258267" y="693801"/>
            <a:ext cx="25101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E1115"/>
                </a:solidFill>
                <a:latin typeface="黑体"/>
                <a:cs typeface="黑体"/>
              </a:rPr>
              <a:t>无法直接执行特权指令（如启动</a:t>
            </a:r>
            <a:r>
              <a:rPr dirty="0" sz="1200" spc="-20">
                <a:solidFill>
                  <a:srgbClr val="0E1115"/>
                </a:solidFill>
                <a:latin typeface="Calibri"/>
                <a:cs typeface="Calibri"/>
              </a:rPr>
              <a:t>I/O</a:t>
            </a:r>
            <a:r>
              <a:rPr dirty="0" sz="1200" spc="-20">
                <a:solidFill>
                  <a:srgbClr val="0E1115"/>
                </a:solidFill>
                <a:latin typeface="黑体"/>
                <a:cs typeface="黑体"/>
              </a:rPr>
              <a:t>）</a:t>
            </a:r>
            <a:endParaRPr sz="12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53605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34809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15" b="1">
                <a:solidFill>
                  <a:srgbClr val="40458B"/>
                </a:solidFill>
                <a:latin typeface="宋体"/>
                <a:cs typeface="宋体"/>
              </a:rPr>
              <a:t>78/81</a:t>
            </a:r>
            <a:endParaRPr baseline="1736" sz="2400">
              <a:latin typeface="宋体"/>
              <a:cs typeface="宋体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19062" y="188976"/>
            <a:ext cx="1437005" cy="274955"/>
            <a:chOff x="119062" y="188976"/>
            <a:chExt cx="1437005" cy="274955"/>
          </a:xfrm>
        </p:grpSpPr>
        <p:sp>
          <p:nvSpPr>
            <p:cNvPr id="4" name="object 4" descr=""/>
            <p:cNvSpPr/>
            <p:nvPr/>
          </p:nvSpPr>
          <p:spPr>
            <a:xfrm>
              <a:off x="119062" y="188976"/>
              <a:ext cx="499745" cy="274955"/>
            </a:xfrm>
            <a:custGeom>
              <a:avLst/>
              <a:gdLst/>
              <a:ahLst/>
              <a:cxnLst/>
              <a:rect l="l" t="t" r="r" b="b"/>
              <a:pathLst>
                <a:path w="499745" h="274955">
                  <a:moveTo>
                    <a:pt x="119837" y="0"/>
                  </a:moveTo>
                  <a:lnTo>
                    <a:pt x="4993" y="41528"/>
                  </a:lnTo>
                  <a:lnTo>
                    <a:pt x="264655" y="135508"/>
                  </a:lnTo>
                  <a:lnTo>
                    <a:pt x="0" y="231266"/>
                  </a:lnTo>
                  <a:lnTo>
                    <a:pt x="119837" y="274574"/>
                  </a:lnTo>
                  <a:lnTo>
                    <a:pt x="499338" y="137287"/>
                  </a:lnTo>
                  <a:lnTo>
                    <a:pt x="119837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85546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9621" y="0"/>
                  </a:moveTo>
                  <a:lnTo>
                    <a:pt x="4991" y="41528"/>
                  </a:lnTo>
                  <a:lnTo>
                    <a:pt x="264147" y="135508"/>
                  </a:lnTo>
                  <a:lnTo>
                    <a:pt x="0" y="231266"/>
                  </a:lnTo>
                  <a:lnTo>
                    <a:pt x="119621" y="274574"/>
                  </a:lnTo>
                  <a:lnTo>
                    <a:pt x="497141" y="137287"/>
                  </a:lnTo>
                  <a:lnTo>
                    <a:pt x="119621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058608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8363" y="0"/>
                  </a:moveTo>
                  <a:lnTo>
                    <a:pt x="4978" y="41528"/>
                  </a:lnTo>
                  <a:lnTo>
                    <a:pt x="264096" y="135508"/>
                  </a:lnTo>
                  <a:lnTo>
                    <a:pt x="0" y="231266"/>
                  </a:lnTo>
                  <a:lnTo>
                    <a:pt x="118363" y="274574"/>
                  </a:lnTo>
                  <a:lnTo>
                    <a:pt x="497141" y="137287"/>
                  </a:lnTo>
                  <a:lnTo>
                    <a:pt x="118363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23315" algn="l"/>
                <a:tab pos="1885314" algn="l"/>
                <a:tab pos="7600315" algn="l"/>
              </a:tabLst>
            </a:pPr>
            <a:r>
              <a:rPr dirty="0"/>
              <a:t>	</a:t>
            </a:r>
            <a:r>
              <a:rPr dirty="0" spc="-25"/>
              <a:t>8.5</a:t>
            </a:r>
            <a:r>
              <a:rPr dirty="0"/>
              <a:t>	通道处理</a:t>
            </a:r>
            <a:r>
              <a:rPr dirty="0" spc="-50"/>
              <a:t>机</a:t>
            </a:r>
            <a:r>
              <a:rPr dirty="0"/>
              <a:t>	</a:t>
            </a:r>
          </a:p>
        </p:txBody>
      </p:sp>
      <p:grpSp>
        <p:nvGrpSpPr>
          <p:cNvPr id="9" name="object 9" descr=""/>
          <p:cNvGrpSpPr/>
          <p:nvPr/>
        </p:nvGrpSpPr>
        <p:grpSpPr>
          <a:xfrm>
            <a:off x="2548721" y="1534725"/>
            <a:ext cx="5132070" cy="86995"/>
            <a:chOff x="2548721" y="1534725"/>
            <a:chExt cx="5132070" cy="86995"/>
          </a:xfrm>
        </p:grpSpPr>
        <p:sp>
          <p:nvSpPr>
            <p:cNvPr id="10" name="object 10" descr=""/>
            <p:cNvSpPr/>
            <p:nvPr/>
          </p:nvSpPr>
          <p:spPr>
            <a:xfrm>
              <a:off x="2550201" y="1536205"/>
              <a:ext cx="5128895" cy="84455"/>
            </a:xfrm>
            <a:custGeom>
              <a:avLst/>
              <a:gdLst/>
              <a:ahLst/>
              <a:cxnLst/>
              <a:rect l="l" t="t" r="r" b="b"/>
              <a:pathLst>
                <a:path w="5128895" h="84455">
                  <a:moveTo>
                    <a:pt x="5043975" y="43532"/>
                  </a:moveTo>
                  <a:lnTo>
                    <a:pt x="5000753" y="83895"/>
                  </a:lnTo>
                  <a:lnTo>
                    <a:pt x="5096405" y="53676"/>
                  </a:lnTo>
                  <a:lnTo>
                    <a:pt x="5043975" y="53676"/>
                  </a:lnTo>
                  <a:lnTo>
                    <a:pt x="5043975" y="43532"/>
                  </a:lnTo>
                  <a:close/>
                </a:path>
                <a:path w="5128895" h="84455">
                  <a:moveTo>
                    <a:pt x="5031176" y="30641"/>
                  </a:moveTo>
                  <a:lnTo>
                    <a:pt x="0" y="30641"/>
                  </a:lnTo>
                  <a:lnTo>
                    <a:pt x="0" y="53676"/>
                  </a:lnTo>
                  <a:lnTo>
                    <a:pt x="5033113" y="53676"/>
                  </a:lnTo>
                  <a:lnTo>
                    <a:pt x="5043975" y="43532"/>
                  </a:lnTo>
                  <a:lnTo>
                    <a:pt x="5031176" y="30641"/>
                  </a:lnTo>
                  <a:close/>
                </a:path>
                <a:path w="5128895" h="84455">
                  <a:moveTo>
                    <a:pt x="5090680" y="30641"/>
                  </a:moveTo>
                  <a:lnTo>
                    <a:pt x="5043975" y="30641"/>
                  </a:lnTo>
                  <a:lnTo>
                    <a:pt x="5043975" y="53676"/>
                  </a:lnTo>
                  <a:lnTo>
                    <a:pt x="5096405" y="53676"/>
                  </a:lnTo>
                  <a:lnTo>
                    <a:pt x="5128511" y="43532"/>
                  </a:lnTo>
                  <a:lnTo>
                    <a:pt x="5090680" y="30641"/>
                  </a:lnTo>
                  <a:close/>
                </a:path>
                <a:path w="5128895" h="84455">
                  <a:moveTo>
                    <a:pt x="5000753" y="0"/>
                  </a:moveTo>
                  <a:lnTo>
                    <a:pt x="5043975" y="43532"/>
                  </a:lnTo>
                  <a:lnTo>
                    <a:pt x="5043975" y="30641"/>
                  </a:lnTo>
                  <a:lnTo>
                    <a:pt x="5090680" y="30641"/>
                  </a:lnTo>
                  <a:lnTo>
                    <a:pt x="500075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2550201" y="1536205"/>
              <a:ext cx="5128895" cy="84455"/>
            </a:xfrm>
            <a:custGeom>
              <a:avLst/>
              <a:gdLst/>
              <a:ahLst/>
              <a:cxnLst/>
              <a:rect l="l" t="t" r="r" b="b"/>
              <a:pathLst>
                <a:path w="5128895" h="84455">
                  <a:moveTo>
                    <a:pt x="0" y="30641"/>
                  </a:moveTo>
                  <a:lnTo>
                    <a:pt x="5043975" y="30641"/>
                  </a:lnTo>
                  <a:lnTo>
                    <a:pt x="5043975" y="53676"/>
                  </a:lnTo>
                  <a:lnTo>
                    <a:pt x="0" y="53676"/>
                  </a:lnTo>
                  <a:lnTo>
                    <a:pt x="0" y="30641"/>
                  </a:lnTo>
                  <a:close/>
                </a:path>
                <a:path w="5128895" h="84455">
                  <a:moveTo>
                    <a:pt x="5043975" y="43532"/>
                  </a:moveTo>
                  <a:lnTo>
                    <a:pt x="5000753" y="0"/>
                  </a:lnTo>
                  <a:lnTo>
                    <a:pt x="5128511" y="43532"/>
                  </a:lnTo>
                  <a:lnTo>
                    <a:pt x="5000753" y="83895"/>
                  </a:lnTo>
                  <a:lnTo>
                    <a:pt x="5043975" y="4353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478678" y="2474189"/>
            <a:ext cx="1760855" cy="2940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750">
                <a:solidFill>
                  <a:srgbClr val="000080"/>
                </a:solidFill>
                <a:latin typeface="宋体"/>
                <a:cs typeface="宋体"/>
              </a:rPr>
              <a:t>CPU</a:t>
            </a:r>
            <a:r>
              <a:rPr dirty="0" sz="1750" spc="-80">
                <a:solidFill>
                  <a:srgbClr val="000080"/>
                </a:solidFill>
                <a:latin typeface="宋体"/>
                <a:cs typeface="宋体"/>
              </a:rPr>
              <a:t> 运行用户程序</a:t>
            </a:r>
            <a:endParaRPr sz="1750">
              <a:latin typeface="宋体"/>
              <a:cs typeface="宋体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83274" y="2160030"/>
            <a:ext cx="5853302" cy="2883355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2457795" y="1839160"/>
            <a:ext cx="1817370" cy="2940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750" spc="-145">
                <a:solidFill>
                  <a:srgbClr val="993300"/>
                </a:solidFill>
                <a:latin typeface="宋体"/>
                <a:cs typeface="宋体"/>
              </a:rPr>
              <a:t>请求 </a:t>
            </a:r>
            <a:r>
              <a:rPr dirty="0" sz="1750">
                <a:solidFill>
                  <a:srgbClr val="993300"/>
                </a:solidFill>
                <a:latin typeface="宋体"/>
                <a:cs typeface="宋体"/>
              </a:rPr>
              <a:t>I/O</a:t>
            </a:r>
            <a:r>
              <a:rPr dirty="0" sz="1750" spc="-110">
                <a:solidFill>
                  <a:srgbClr val="993300"/>
                </a:solidFill>
                <a:latin typeface="宋体"/>
                <a:cs typeface="宋体"/>
              </a:rPr>
              <a:t> 访管指令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5062751" y="1856489"/>
            <a:ext cx="1817370" cy="2940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750" spc="-145">
                <a:solidFill>
                  <a:srgbClr val="993300"/>
                </a:solidFill>
                <a:latin typeface="宋体"/>
                <a:cs typeface="宋体"/>
              </a:rPr>
              <a:t>响应 </a:t>
            </a:r>
            <a:r>
              <a:rPr dirty="0" sz="1750">
                <a:solidFill>
                  <a:srgbClr val="993300"/>
                </a:solidFill>
                <a:latin typeface="宋体"/>
                <a:cs typeface="宋体"/>
              </a:rPr>
              <a:t>I/O</a:t>
            </a:r>
            <a:r>
              <a:rPr dirty="0" sz="1750" spc="-110">
                <a:solidFill>
                  <a:srgbClr val="993300"/>
                </a:solidFill>
                <a:latin typeface="宋体"/>
                <a:cs typeface="宋体"/>
              </a:rPr>
              <a:t> 中断请求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402742" y="977010"/>
            <a:ext cx="7816850" cy="9391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</a:tabLst>
            </a:pPr>
            <a:r>
              <a:rPr dirty="0" sz="2400" spc="-25">
                <a:solidFill>
                  <a:srgbClr val="40458B"/>
                </a:solidFill>
                <a:latin typeface="黑体"/>
                <a:cs typeface="黑体"/>
              </a:rPr>
              <a:t>2.</a:t>
            </a:r>
            <a:r>
              <a:rPr dirty="0" sz="24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sz="2400" spc="-10">
                <a:solidFill>
                  <a:srgbClr val="E14B04"/>
                </a:solidFill>
                <a:latin typeface="黑体"/>
                <a:cs typeface="黑体"/>
              </a:rPr>
              <a:t>CPU</a:t>
            </a:r>
            <a:r>
              <a:rPr dirty="0" sz="2400" spc="-5">
                <a:solidFill>
                  <a:srgbClr val="E14B04"/>
                </a:solidFill>
                <a:latin typeface="黑体"/>
                <a:cs typeface="黑体"/>
              </a:rPr>
              <a:t>执行程序和通道执行通道程序的时间关系</a:t>
            </a:r>
            <a:endParaRPr sz="2400">
              <a:latin typeface="黑体"/>
              <a:cs typeface="黑体"/>
            </a:endParaRPr>
          </a:p>
          <a:p>
            <a:pPr algn="r" marR="5080">
              <a:lnSpc>
                <a:spcPct val="100000"/>
              </a:lnSpc>
              <a:spcBef>
                <a:spcPts val="2210"/>
              </a:spcBef>
            </a:pPr>
            <a:r>
              <a:rPr dirty="0" sz="1750" spc="-25">
                <a:latin typeface="宋体"/>
                <a:cs typeface="宋体"/>
              </a:rPr>
              <a:t>时间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499183" y="3579963"/>
            <a:ext cx="2208530" cy="2940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750">
                <a:solidFill>
                  <a:srgbClr val="000080"/>
                </a:solidFill>
                <a:latin typeface="宋体"/>
                <a:cs typeface="宋体"/>
              </a:rPr>
              <a:t>CPU 运行I/O</a:t>
            </a:r>
            <a:r>
              <a:rPr dirty="0" sz="1750" spc="-105">
                <a:solidFill>
                  <a:srgbClr val="000080"/>
                </a:solidFill>
                <a:latin typeface="宋体"/>
                <a:cs typeface="宋体"/>
              </a:rPr>
              <a:t> 管理程序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460738" y="3735997"/>
            <a:ext cx="5480685" cy="1230630"/>
          </a:xfrm>
          <a:prstGeom prst="rect">
            <a:avLst/>
          </a:prstGeom>
        </p:spPr>
        <p:txBody>
          <a:bodyPr wrap="square" lIns="0" tIns="104139" rIns="0" bIns="0" rtlCol="0" vert="horz">
            <a:spAutoFit/>
          </a:bodyPr>
          <a:lstStyle/>
          <a:p>
            <a:pPr marL="3077210">
              <a:lnSpc>
                <a:spcPct val="100000"/>
              </a:lnSpc>
              <a:spcBef>
                <a:spcPts val="819"/>
              </a:spcBef>
            </a:pPr>
            <a:r>
              <a:rPr dirty="0" sz="1750" spc="-15">
                <a:solidFill>
                  <a:srgbClr val="993300"/>
                </a:solidFill>
                <a:latin typeface="宋体"/>
                <a:cs typeface="宋体"/>
              </a:rPr>
              <a:t>编制通道程序</a:t>
            </a:r>
            <a:endParaRPr sz="1750">
              <a:latin typeface="宋体"/>
              <a:cs typeface="宋体"/>
            </a:endParaRPr>
          </a:p>
          <a:p>
            <a:pPr marL="3971290">
              <a:lnSpc>
                <a:spcPts val="1970"/>
              </a:lnSpc>
              <a:spcBef>
                <a:spcPts val="725"/>
              </a:spcBef>
            </a:pPr>
            <a:r>
              <a:rPr dirty="0" sz="1750" spc="-145">
                <a:solidFill>
                  <a:srgbClr val="993300"/>
                </a:solidFill>
                <a:latin typeface="宋体"/>
                <a:cs typeface="宋体"/>
              </a:rPr>
              <a:t>启动 </a:t>
            </a:r>
            <a:r>
              <a:rPr dirty="0" sz="1750">
                <a:solidFill>
                  <a:srgbClr val="993300"/>
                </a:solidFill>
                <a:latin typeface="宋体"/>
                <a:cs typeface="宋体"/>
              </a:rPr>
              <a:t>I/O</a:t>
            </a:r>
            <a:r>
              <a:rPr dirty="0" sz="1750" spc="-170">
                <a:solidFill>
                  <a:srgbClr val="993300"/>
                </a:solidFill>
                <a:latin typeface="宋体"/>
                <a:cs typeface="宋体"/>
              </a:rPr>
              <a:t> 操作</a:t>
            </a:r>
            <a:endParaRPr sz="1750">
              <a:latin typeface="宋体"/>
              <a:cs typeface="宋体"/>
            </a:endParaRPr>
          </a:p>
          <a:p>
            <a:pPr marL="12700">
              <a:lnSpc>
                <a:spcPts val="1920"/>
              </a:lnSpc>
            </a:pPr>
            <a:r>
              <a:rPr dirty="0" sz="1750" spc="-20">
                <a:solidFill>
                  <a:srgbClr val="000080"/>
                </a:solidFill>
                <a:latin typeface="宋体"/>
                <a:cs typeface="宋体"/>
              </a:rPr>
              <a:t>通道运行存放在主存中的通道程序</a:t>
            </a:r>
            <a:endParaRPr sz="1750">
              <a:latin typeface="宋体"/>
              <a:cs typeface="宋体"/>
            </a:endParaRPr>
          </a:p>
          <a:p>
            <a:pPr marL="4121785">
              <a:lnSpc>
                <a:spcPts val="2050"/>
              </a:lnSpc>
            </a:pPr>
            <a:r>
              <a:rPr dirty="0" sz="1750" spc="-145">
                <a:solidFill>
                  <a:srgbClr val="993300"/>
                </a:solidFill>
                <a:latin typeface="宋体"/>
                <a:cs typeface="宋体"/>
              </a:rPr>
              <a:t>组织 </a:t>
            </a:r>
            <a:r>
              <a:rPr dirty="0" sz="1750">
                <a:solidFill>
                  <a:srgbClr val="993300"/>
                </a:solidFill>
                <a:latin typeface="宋体"/>
                <a:cs typeface="宋体"/>
              </a:rPr>
              <a:t>I/O</a:t>
            </a:r>
            <a:r>
              <a:rPr dirty="0" sz="1750" spc="-170">
                <a:solidFill>
                  <a:srgbClr val="993300"/>
                </a:solidFill>
                <a:latin typeface="宋体"/>
                <a:cs typeface="宋体"/>
              </a:rPr>
              <a:t> 操作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5430772" y="5092600"/>
            <a:ext cx="1817370" cy="2940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750" spc="-215">
                <a:solidFill>
                  <a:srgbClr val="993300"/>
                </a:solidFill>
                <a:latin typeface="宋体"/>
                <a:cs typeface="宋体"/>
              </a:rPr>
              <a:t>向 </a:t>
            </a:r>
            <a:r>
              <a:rPr dirty="0" sz="1750">
                <a:solidFill>
                  <a:srgbClr val="993300"/>
                </a:solidFill>
                <a:latin typeface="宋体"/>
                <a:cs typeface="宋体"/>
              </a:rPr>
              <a:t>CPU</a:t>
            </a:r>
            <a:r>
              <a:rPr dirty="0" sz="1750" spc="-90">
                <a:solidFill>
                  <a:srgbClr val="993300"/>
                </a:solidFill>
                <a:latin typeface="宋体"/>
                <a:cs typeface="宋体"/>
              </a:rPr>
              <a:t> 发中断请求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6207491" y="3847077"/>
            <a:ext cx="1144905" cy="2940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750" spc="-15">
                <a:solidFill>
                  <a:srgbClr val="993300"/>
                </a:solidFill>
                <a:latin typeface="宋体"/>
                <a:cs typeface="宋体"/>
              </a:rPr>
              <a:t>登记或处理</a:t>
            </a:r>
            <a:endParaRPr sz="1750">
              <a:latin typeface="宋体"/>
              <a:cs typeface="宋体"/>
            </a:endParaRPr>
          </a:p>
        </p:txBody>
      </p:sp>
      <p:pic>
        <p:nvPicPr>
          <p:cNvPr id="21" name="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19700" y="3397186"/>
            <a:ext cx="644525" cy="935037"/>
          </a:xfrm>
          <a:prstGeom prst="rect">
            <a:avLst/>
          </a:prstGeom>
        </p:spPr>
      </p:pic>
      <p:pic>
        <p:nvPicPr>
          <p:cNvPr id="22" name="object 22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084951" y="5411787"/>
            <a:ext cx="1036729" cy="342900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22325" y="5029262"/>
            <a:ext cx="2149475" cy="1795399"/>
          </a:xfrm>
          <a:prstGeom prst="rect">
            <a:avLst/>
          </a:prstGeom>
        </p:spPr>
      </p:pic>
      <p:grpSp>
        <p:nvGrpSpPr>
          <p:cNvPr id="24" name="object 24" descr=""/>
          <p:cNvGrpSpPr/>
          <p:nvPr/>
        </p:nvGrpSpPr>
        <p:grpSpPr>
          <a:xfrm>
            <a:off x="2533650" y="2192273"/>
            <a:ext cx="5761355" cy="1459230"/>
            <a:chOff x="2533650" y="2192273"/>
            <a:chExt cx="5761355" cy="1459230"/>
          </a:xfrm>
        </p:grpSpPr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533650" y="2816224"/>
              <a:ext cx="852487" cy="612775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873500" y="2273299"/>
              <a:ext cx="698500" cy="137795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43598" y="2646298"/>
              <a:ext cx="573087" cy="930275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596123" y="2962274"/>
              <a:ext cx="698500" cy="590550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137150" y="2192273"/>
              <a:ext cx="809625" cy="37147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53605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34809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15" b="1">
                <a:solidFill>
                  <a:srgbClr val="40458B"/>
                </a:solidFill>
                <a:latin typeface="宋体"/>
                <a:cs typeface="宋体"/>
              </a:rPr>
              <a:t>79/81</a:t>
            </a:r>
            <a:endParaRPr baseline="1736" sz="2400">
              <a:latin typeface="宋体"/>
              <a:cs typeface="宋体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1555750" y="549275"/>
            <a:ext cx="7588250" cy="0"/>
          </a:xfrm>
          <a:custGeom>
            <a:avLst/>
            <a:gdLst/>
            <a:ahLst/>
            <a:cxnLst/>
            <a:rect l="l" t="t" r="r" b="b"/>
            <a:pathLst>
              <a:path w="7588250" h="0">
                <a:moveTo>
                  <a:pt x="0" y="0"/>
                </a:moveTo>
                <a:lnTo>
                  <a:pt x="7588250" y="0"/>
                </a:lnTo>
              </a:path>
            </a:pathLst>
          </a:custGeom>
          <a:ln w="38100">
            <a:solidFill>
              <a:srgbClr val="2C44A3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119062" y="188976"/>
            <a:ext cx="1437005" cy="274955"/>
            <a:chOff x="119062" y="188976"/>
            <a:chExt cx="1437005" cy="274955"/>
          </a:xfrm>
        </p:grpSpPr>
        <p:sp>
          <p:nvSpPr>
            <p:cNvPr id="5" name="object 5" descr=""/>
            <p:cNvSpPr/>
            <p:nvPr/>
          </p:nvSpPr>
          <p:spPr>
            <a:xfrm>
              <a:off x="119062" y="188976"/>
              <a:ext cx="499745" cy="274955"/>
            </a:xfrm>
            <a:custGeom>
              <a:avLst/>
              <a:gdLst/>
              <a:ahLst/>
              <a:cxnLst/>
              <a:rect l="l" t="t" r="r" b="b"/>
              <a:pathLst>
                <a:path w="499745" h="274955">
                  <a:moveTo>
                    <a:pt x="119837" y="0"/>
                  </a:moveTo>
                  <a:lnTo>
                    <a:pt x="4993" y="41528"/>
                  </a:lnTo>
                  <a:lnTo>
                    <a:pt x="264655" y="135508"/>
                  </a:lnTo>
                  <a:lnTo>
                    <a:pt x="0" y="231266"/>
                  </a:lnTo>
                  <a:lnTo>
                    <a:pt x="119837" y="274574"/>
                  </a:lnTo>
                  <a:lnTo>
                    <a:pt x="499338" y="137287"/>
                  </a:lnTo>
                  <a:lnTo>
                    <a:pt x="119837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85546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9621" y="0"/>
                  </a:moveTo>
                  <a:lnTo>
                    <a:pt x="4991" y="41528"/>
                  </a:lnTo>
                  <a:lnTo>
                    <a:pt x="264147" y="135508"/>
                  </a:lnTo>
                  <a:lnTo>
                    <a:pt x="0" y="231266"/>
                  </a:lnTo>
                  <a:lnTo>
                    <a:pt x="119621" y="274574"/>
                  </a:lnTo>
                  <a:lnTo>
                    <a:pt x="497141" y="137287"/>
                  </a:lnTo>
                  <a:lnTo>
                    <a:pt x="119621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058608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8363" y="0"/>
                  </a:moveTo>
                  <a:lnTo>
                    <a:pt x="4978" y="41528"/>
                  </a:lnTo>
                  <a:lnTo>
                    <a:pt x="264096" y="135508"/>
                  </a:lnTo>
                  <a:lnTo>
                    <a:pt x="0" y="231266"/>
                  </a:lnTo>
                  <a:lnTo>
                    <a:pt x="118363" y="274574"/>
                  </a:lnTo>
                  <a:lnTo>
                    <a:pt x="497141" y="137287"/>
                  </a:lnTo>
                  <a:lnTo>
                    <a:pt x="118363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654045" y="138176"/>
            <a:ext cx="2692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065" algn="l"/>
              </a:tabLst>
            </a:pPr>
            <a:r>
              <a:rPr dirty="0" u="none" spc="-25"/>
              <a:t>8.5</a:t>
            </a:r>
            <a:r>
              <a:rPr dirty="0" u="none"/>
              <a:t>	</a:t>
            </a:r>
            <a:r>
              <a:rPr dirty="0" u="none" spc="-10"/>
              <a:t>通道处理机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952601" y="827073"/>
            <a:ext cx="6351905" cy="2797175"/>
          </a:xfrm>
          <a:prstGeom prst="rect">
            <a:avLst/>
          </a:prstGeom>
        </p:spPr>
        <p:txBody>
          <a:bodyPr wrap="square" lIns="0" tIns="149225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175"/>
              </a:spcBef>
              <a:buSzPct val="88636"/>
              <a:buFont typeface="Wingdings"/>
              <a:buChar char=""/>
              <a:tabLst>
                <a:tab pos="469265" algn="l"/>
              </a:tabLst>
            </a:pP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根据信息传送方式的不同，将通道分为</a:t>
            </a:r>
            <a:r>
              <a:rPr dirty="0" sz="2200" spc="-35">
                <a:solidFill>
                  <a:srgbClr val="D50092"/>
                </a:solidFill>
                <a:latin typeface="黑体"/>
                <a:cs typeface="黑体"/>
              </a:rPr>
              <a:t>三种类型</a:t>
            </a:r>
            <a:endParaRPr sz="2200">
              <a:latin typeface="黑体"/>
              <a:cs typeface="黑体"/>
            </a:endParaRPr>
          </a:p>
          <a:p>
            <a:pPr lvl="1" marL="577850" indent="-359410">
              <a:lnSpc>
                <a:spcPct val="100000"/>
              </a:lnSpc>
              <a:spcBef>
                <a:spcPts val="990"/>
              </a:spcBef>
              <a:buClr>
                <a:srgbClr val="4668F5"/>
              </a:buClr>
              <a:buSzPct val="60000"/>
              <a:buFont typeface="Wingdings"/>
              <a:buChar char=""/>
              <a:tabLst>
                <a:tab pos="577850" algn="l"/>
              </a:tabLst>
            </a:pPr>
            <a:r>
              <a:rPr dirty="0" sz="2000" spc="-25" b="1">
                <a:solidFill>
                  <a:srgbClr val="FF5CFF"/>
                </a:solidFill>
                <a:latin typeface="宋体"/>
                <a:cs typeface="宋体"/>
              </a:rPr>
              <a:t>字节多路通道</a:t>
            </a:r>
            <a:endParaRPr sz="2000">
              <a:latin typeface="宋体"/>
              <a:cs typeface="宋体"/>
            </a:endParaRPr>
          </a:p>
          <a:p>
            <a:pPr lvl="1" marL="577850" indent="-359410">
              <a:lnSpc>
                <a:spcPct val="100000"/>
              </a:lnSpc>
              <a:spcBef>
                <a:spcPts val="965"/>
              </a:spcBef>
              <a:buClr>
                <a:srgbClr val="4668F5"/>
              </a:buClr>
              <a:buSzPct val="60000"/>
              <a:buFont typeface="Wingdings"/>
              <a:buChar char=""/>
              <a:tabLst>
                <a:tab pos="577850" algn="l"/>
              </a:tabLst>
            </a:pPr>
            <a:r>
              <a:rPr dirty="0" sz="2000" spc="-20" b="1">
                <a:solidFill>
                  <a:srgbClr val="FF5CFF"/>
                </a:solidFill>
                <a:latin typeface="宋体"/>
                <a:cs typeface="宋体"/>
              </a:rPr>
              <a:t>选择通道</a:t>
            </a:r>
            <a:endParaRPr sz="2000">
              <a:latin typeface="宋体"/>
              <a:cs typeface="宋体"/>
            </a:endParaRPr>
          </a:p>
          <a:p>
            <a:pPr lvl="1" marL="577850" indent="-359410">
              <a:lnSpc>
                <a:spcPct val="100000"/>
              </a:lnSpc>
              <a:spcBef>
                <a:spcPts val="960"/>
              </a:spcBef>
              <a:buClr>
                <a:srgbClr val="4668F5"/>
              </a:buClr>
              <a:buSzPct val="60000"/>
              <a:buFont typeface="Wingdings"/>
              <a:buChar char=""/>
              <a:tabLst>
                <a:tab pos="577850" algn="l"/>
              </a:tabLst>
            </a:pPr>
            <a:r>
              <a:rPr dirty="0" sz="2000" spc="-20" b="1">
                <a:solidFill>
                  <a:srgbClr val="FF5CFF"/>
                </a:solidFill>
                <a:latin typeface="宋体"/>
                <a:cs typeface="宋体"/>
              </a:rPr>
              <a:t>数组多路通道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510"/>
              </a:spcBef>
            </a:pPr>
            <a:endParaRPr sz="2000">
              <a:latin typeface="宋体"/>
              <a:cs typeface="宋体"/>
            </a:endParaRPr>
          </a:p>
          <a:p>
            <a:pPr marL="1709420">
              <a:lnSpc>
                <a:spcPct val="100000"/>
              </a:lnSpc>
            </a:pPr>
            <a:r>
              <a:rPr dirty="0" sz="2400" spc="-25" b="1">
                <a:solidFill>
                  <a:srgbClr val="40458B"/>
                </a:solidFill>
                <a:latin typeface="黑体"/>
                <a:cs typeface="黑体"/>
              </a:rPr>
              <a:t>数据传输方式</a:t>
            </a:r>
            <a:r>
              <a:rPr dirty="0" sz="2400" spc="-10">
                <a:solidFill>
                  <a:srgbClr val="40458B"/>
                </a:solidFill>
                <a:latin typeface="黑体"/>
                <a:cs typeface="黑体"/>
              </a:rPr>
              <a:t>和</a:t>
            </a:r>
            <a:r>
              <a:rPr dirty="0" sz="2400" spc="-30" b="1">
                <a:solidFill>
                  <a:srgbClr val="40458B"/>
                </a:solidFill>
                <a:latin typeface="黑体"/>
                <a:cs typeface="黑体"/>
              </a:rPr>
              <a:t>设备连接特性</a:t>
            </a:r>
            <a:endParaRPr sz="2400">
              <a:latin typeface="黑体"/>
              <a:cs typeface="黑体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875782" y="159765"/>
            <a:ext cx="2669540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>
                <a:solidFill>
                  <a:srgbClr val="0000CC"/>
                </a:solidFill>
                <a:latin typeface="黑体"/>
                <a:cs typeface="黑体"/>
              </a:rPr>
              <a:t>8.5.3</a:t>
            </a:r>
            <a:r>
              <a:rPr dirty="0" sz="2600" spc="-15">
                <a:solidFill>
                  <a:srgbClr val="0000CC"/>
                </a:solidFill>
                <a:latin typeface="黑体"/>
                <a:cs typeface="黑体"/>
              </a:rPr>
              <a:t> 通道的种类</a:t>
            </a:r>
            <a:endParaRPr sz="2600">
              <a:latin typeface="黑体"/>
              <a:cs typeface="黑体"/>
            </a:endParaRPr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8974" y="3916297"/>
            <a:ext cx="8165684" cy="1981802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53605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34809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15" b="1">
                <a:solidFill>
                  <a:srgbClr val="40458B"/>
                </a:solidFill>
                <a:latin typeface="宋体"/>
                <a:cs typeface="宋体"/>
              </a:rPr>
              <a:t>80/81</a:t>
            </a:r>
            <a:endParaRPr baseline="1736" sz="2400">
              <a:latin typeface="宋体"/>
              <a:cs typeface="宋体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19062" y="188976"/>
            <a:ext cx="1437005" cy="274955"/>
            <a:chOff x="119062" y="188976"/>
            <a:chExt cx="1437005" cy="274955"/>
          </a:xfrm>
        </p:grpSpPr>
        <p:sp>
          <p:nvSpPr>
            <p:cNvPr id="4" name="object 4" descr=""/>
            <p:cNvSpPr/>
            <p:nvPr/>
          </p:nvSpPr>
          <p:spPr>
            <a:xfrm>
              <a:off x="119062" y="188976"/>
              <a:ext cx="499745" cy="274955"/>
            </a:xfrm>
            <a:custGeom>
              <a:avLst/>
              <a:gdLst/>
              <a:ahLst/>
              <a:cxnLst/>
              <a:rect l="l" t="t" r="r" b="b"/>
              <a:pathLst>
                <a:path w="499745" h="274955">
                  <a:moveTo>
                    <a:pt x="119837" y="0"/>
                  </a:moveTo>
                  <a:lnTo>
                    <a:pt x="4993" y="41528"/>
                  </a:lnTo>
                  <a:lnTo>
                    <a:pt x="264655" y="135508"/>
                  </a:lnTo>
                  <a:lnTo>
                    <a:pt x="0" y="231266"/>
                  </a:lnTo>
                  <a:lnTo>
                    <a:pt x="119837" y="274574"/>
                  </a:lnTo>
                  <a:lnTo>
                    <a:pt x="499338" y="137287"/>
                  </a:lnTo>
                  <a:lnTo>
                    <a:pt x="119837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85546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9621" y="0"/>
                  </a:moveTo>
                  <a:lnTo>
                    <a:pt x="4991" y="41528"/>
                  </a:lnTo>
                  <a:lnTo>
                    <a:pt x="264147" y="135508"/>
                  </a:lnTo>
                  <a:lnTo>
                    <a:pt x="0" y="231266"/>
                  </a:lnTo>
                  <a:lnTo>
                    <a:pt x="119621" y="274574"/>
                  </a:lnTo>
                  <a:lnTo>
                    <a:pt x="497141" y="137287"/>
                  </a:lnTo>
                  <a:lnTo>
                    <a:pt x="119621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058608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8363" y="0"/>
                  </a:moveTo>
                  <a:lnTo>
                    <a:pt x="4978" y="41528"/>
                  </a:lnTo>
                  <a:lnTo>
                    <a:pt x="264096" y="135508"/>
                  </a:lnTo>
                  <a:lnTo>
                    <a:pt x="0" y="231266"/>
                  </a:lnTo>
                  <a:lnTo>
                    <a:pt x="118363" y="274574"/>
                  </a:lnTo>
                  <a:lnTo>
                    <a:pt x="497141" y="137287"/>
                  </a:lnTo>
                  <a:lnTo>
                    <a:pt x="118363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23315" algn="l"/>
                <a:tab pos="1885314" algn="l"/>
                <a:tab pos="7600315" algn="l"/>
              </a:tabLst>
            </a:pPr>
            <a:r>
              <a:rPr dirty="0"/>
              <a:t>	</a:t>
            </a:r>
            <a:r>
              <a:rPr dirty="0" spc="-25"/>
              <a:t>8.5</a:t>
            </a:r>
            <a:r>
              <a:rPr dirty="0"/>
              <a:t>	通道处理</a:t>
            </a:r>
            <a:r>
              <a:rPr dirty="0" spc="-50"/>
              <a:t>机</a:t>
            </a:r>
            <a:r>
              <a:rPr dirty="0"/>
              <a:t>	</a:t>
            </a:r>
          </a:p>
        </p:txBody>
      </p:sp>
      <p:grpSp>
        <p:nvGrpSpPr>
          <p:cNvPr id="9" name="object 9" descr=""/>
          <p:cNvGrpSpPr/>
          <p:nvPr/>
        </p:nvGrpSpPr>
        <p:grpSpPr>
          <a:xfrm>
            <a:off x="6710598" y="1981140"/>
            <a:ext cx="565785" cy="327025"/>
            <a:chOff x="6710598" y="1981140"/>
            <a:chExt cx="565785" cy="327025"/>
          </a:xfrm>
        </p:grpSpPr>
        <p:sp>
          <p:nvSpPr>
            <p:cNvPr id="10" name="object 10" descr=""/>
            <p:cNvSpPr/>
            <p:nvPr/>
          </p:nvSpPr>
          <p:spPr>
            <a:xfrm>
              <a:off x="6717901" y="1988443"/>
              <a:ext cx="551180" cy="312420"/>
            </a:xfrm>
            <a:custGeom>
              <a:avLst/>
              <a:gdLst/>
              <a:ahLst/>
              <a:cxnLst/>
              <a:rect l="l" t="t" r="r" b="b"/>
              <a:pathLst>
                <a:path w="551179" h="312419">
                  <a:moveTo>
                    <a:pt x="303474" y="0"/>
                  </a:moveTo>
                  <a:lnTo>
                    <a:pt x="274274" y="0"/>
                  </a:lnTo>
                  <a:lnTo>
                    <a:pt x="247491" y="0"/>
                  </a:lnTo>
                  <a:lnTo>
                    <a:pt x="191911" y="4824"/>
                  </a:lnTo>
                  <a:lnTo>
                    <a:pt x="167545" y="12060"/>
                  </a:lnTo>
                  <a:lnTo>
                    <a:pt x="143178" y="16884"/>
                  </a:lnTo>
                  <a:lnTo>
                    <a:pt x="121228" y="26733"/>
                  </a:lnTo>
                  <a:lnTo>
                    <a:pt x="79745" y="43819"/>
                  </a:lnTo>
                  <a:lnTo>
                    <a:pt x="46115" y="67537"/>
                  </a:lnTo>
                  <a:lnTo>
                    <a:pt x="14499" y="101708"/>
                  </a:lnTo>
                  <a:lnTo>
                    <a:pt x="12082" y="108945"/>
                  </a:lnTo>
                  <a:lnTo>
                    <a:pt x="7249" y="116181"/>
                  </a:lnTo>
                  <a:lnTo>
                    <a:pt x="2416" y="130854"/>
                  </a:lnTo>
                  <a:lnTo>
                    <a:pt x="0" y="140503"/>
                  </a:lnTo>
                  <a:lnTo>
                    <a:pt x="0" y="171658"/>
                  </a:lnTo>
                  <a:lnTo>
                    <a:pt x="7249" y="193568"/>
                  </a:lnTo>
                  <a:lnTo>
                    <a:pt x="12082" y="201005"/>
                  </a:lnTo>
                  <a:lnTo>
                    <a:pt x="14499" y="208241"/>
                  </a:lnTo>
                  <a:lnTo>
                    <a:pt x="46115" y="241809"/>
                  </a:lnTo>
                  <a:lnTo>
                    <a:pt x="79745" y="266131"/>
                  </a:lnTo>
                  <a:lnTo>
                    <a:pt x="121228" y="285629"/>
                  </a:lnTo>
                  <a:lnTo>
                    <a:pt x="167545" y="300302"/>
                  </a:lnTo>
                  <a:lnTo>
                    <a:pt x="274274" y="312362"/>
                  </a:lnTo>
                  <a:lnTo>
                    <a:pt x="356637" y="305126"/>
                  </a:lnTo>
                  <a:lnTo>
                    <a:pt x="407787" y="292865"/>
                  </a:lnTo>
                  <a:lnTo>
                    <a:pt x="451486" y="275980"/>
                  </a:lnTo>
                  <a:lnTo>
                    <a:pt x="504649" y="241809"/>
                  </a:lnTo>
                  <a:lnTo>
                    <a:pt x="538682" y="201005"/>
                  </a:lnTo>
                  <a:lnTo>
                    <a:pt x="541098" y="193568"/>
                  </a:lnTo>
                  <a:lnTo>
                    <a:pt x="546133" y="186332"/>
                  </a:lnTo>
                  <a:lnTo>
                    <a:pt x="548549" y="179096"/>
                  </a:lnTo>
                  <a:lnTo>
                    <a:pt x="548549" y="171658"/>
                  </a:lnTo>
                  <a:lnTo>
                    <a:pt x="550966" y="162010"/>
                  </a:lnTo>
                  <a:lnTo>
                    <a:pt x="550966" y="147337"/>
                  </a:lnTo>
                  <a:lnTo>
                    <a:pt x="548549" y="140503"/>
                  </a:lnTo>
                  <a:lnTo>
                    <a:pt x="548549" y="130854"/>
                  </a:lnTo>
                  <a:lnTo>
                    <a:pt x="546133" y="123618"/>
                  </a:lnTo>
                  <a:lnTo>
                    <a:pt x="541098" y="116181"/>
                  </a:lnTo>
                  <a:lnTo>
                    <a:pt x="538682" y="108945"/>
                  </a:lnTo>
                  <a:lnTo>
                    <a:pt x="529016" y="94271"/>
                  </a:lnTo>
                  <a:lnTo>
                    <a:pt x="516732" y="79799"/>
                  </a:lnTo>
                  <a:lnTo>
                    <a:pt x="504649" y="67537"/>
                  </a:lnTo>
                  <a:lnTo>
                    <a:pt x="487532" y="55879"/>
                  </a:lnTo>
                  <a:lnTo>
                    <a:pt x="471019" y="43819"/>
                  </a:lnTo>
                  <a:lnTo>
                    <a:pt x="451486" y="33969"/>
                  </a:lnTo>
                  <a:lnTo>
                    <a:pt x="429536" y="26733"/>
                  </a:lnTo>
                  <a:lnTo>
                    <a:pt x="407787" y="16884"/>
                  </a:lnTo>
                  <a:lnTo>
                    <a:pt x="383420" y="12060"/>
                  </a:lnTo>
                  <a:lnTo>
                    <a:pt x="356637" y="4824"/>
                  </a:lnTo>
                  <a:lnTo>
                    <a:pt x="303474" y="0"/>
                  </a:lnTo>
                  <a:close/>
                </a:path>
              </a:pathLst>
            </a:custGeom>
            <a:solidFill>
              <a:srgbClr val="FFC8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717901" y="1988443"/>
              <a:ext cx="551180" cy="312420"/>
            </a:xfrm>
            <a:custGeom>
              <a:avLst/>
              <a:gdLst/>
              <a:ahLst/>
              <a:cxnLst/>
              <a:rect l="l" t="t" r="r" b="b"/>
              <a:pathLst>
                <a:path w="551179" h="312419">
                  <a:moveTo>
                    <a:pt x="274274" y="0"/>
                  </a:moveTo>
                  <a:lnTo>
                    <a:pt x="247491" y="0"/>
                  </a:lnTo>
                  <a:lnTo>
                    <a:pt x="218090" y="2412"/>
                  </a:lnTo>
                  <a:lnTo>
                    <a:pt x="191911" y="4824"/>
                  </a:lnTo>
                  <a:lnTo>
                    <a:pt x="167545" y="12060"/>
                  </a:lnTo>
                  <a:lnTo>
                    <a:pt x="143178" y="16884"/>
                  </a:lnTo>
                  <a:lnTo>
                    <a:pt x="121228" y="26733"/>
                  </a:lnTo>
                  <a:lnTo>
                    <a:pt x="99278" y="33969"/>
                  </a:lnTo>
                  <a:lnTo>
                    <a:pt x="79745" y="43819"/>
                  </a:lnTo>
                  <a:lnTo>
                    <a:pt x="62829" y="55879"/>
                  </a:lnTo>
                  <a:lnTo>
                    <a:pt x="46115" y="67537"/>
                  </a:lnTo>
                  <a:lnTo>
                    <a:pt x="31616" y="79799"/>
                  </a:lnTo>
                  <a:lnTo>
                    <a:pt x="19332" y="94271"/>
                  </a:lnTo>
                  <a:lnTo>
                    <a:pt x="14499" y="101708"/>
                  </a:lnTo>
                  <a:lnTo>
                    <a:pt x="12082" y="108945"/>
                  </a:lnTo>
                  <a:lnTo>
                    <a:pt x="7249" y="116181"/>
                  </a:lnTo>
                  <a:lnTo>
                    <a:pt x="4833" y="123618"/>
                  </a:lnTo>
                  <a:lnTo>
                    <a:pt x="2416" y="130854"/>
                  </a:lnTo>
                  <a:lnTo>
                    <a:pt x="0" y="140503"/>
                  </a:lnTo>
                  <a:lnTo>
                    <a:pt x="0" y="147337"/>
                  </a:lnTo>
                  <a:lnTo>
                    <a:pt x="0" y="154774"/>
                  </a:lnTo>
                  <a:lnTo>
                    <a:pt x="0" y="162010"/>
                  </a:lnTo>
                  <a:lnTo>
                    <a:pt x="12082" y="201005"/>
                  </a:lnTo>
                  <a:lnTo>
                    <a:pt x="14499" y="208241"/>
                  </a:lnTo>
                  <a:lnTo>
                    <a:pt x="46115" y="241809"/>
                  </a:lnTo>
                  <a:lnTo>
                    <a:pt x="79745" y="266131"/>
                  </a:lnTo>
                  <a:lnTo>
                    <a:pt x="121228" y="285629"/>
                  </a:lnTo>
                  <a:lnTo>
                    <a:pt x="167545" y="300302"/>
                  </a:lnTo>
                  <a:lnTo>
                    <a:pt x="218090" y="307538"/>
                  </a:lnTo>
                  <a:lnTo>
                    <a:pt x="247491" y="309950"/>
                  </a:lnTo>
                  <a:lnTo>
                    <a:pt x="274274" y="312362"/>
                  </a:lnTo>
                  <a:lnTo>
                    <a:pt x="330257" y="307538"/>
                  </a:lnTo>
                  <a:lnTo>
                    <a:pt x="383420" y="300302"/>
                  </a:lnTo>
                  <a:lnTo>
                    <a:pt x="429536" y="285629"/>
                  </a:lnTo>
                  <a:lnTo>
                    <a:pt x="471019" y="266131"/>
                  </a:lnTo>
                  <a:lnTo>
                    <a:pt x="487532" y="254071"/>
                  </a:lnTo>
                  <a:lnTo>
                    <a:pt x="504649" y="241809"/>
                  </a:lnTo>
                  <a:lnTo>
                    <a:pt x="516732" y="229749"/>
                  </a:lnTo>
                  <a:lnTo>
                    <a:pt x="529016" y="215478"/>
                  </a:lnTo>
                  <a:lnTo>
                    <a:pt x="533849" y="208241"/>
                  </a:lnTo>
                  <a:lnTo>
                    <a:pt x="538682" y="201005"/>
                  </a:lnTo>
                  <a:lnTo>
                    <a:pt x="541098" y="193568"/>
                  </a:lnTo>
                  <a:lnTo>
                    <a:pt x="546133" y="186332"/>
                  </a:lnTo>
                  <a:lnTo>
                    <a:pt x="548549" y="179096"/>
                  </a:lnTo>
                  <a:lnTo>
                    <a:pt x="548549" y="171658"/>
                  </a:lnTo>
                  <a:lnTo>
                    <a:pt x="550966" y="162010"/>
                  </a:lnTo>
                  <a:lnTo>
                    <a:pt x="550966" y="154774"/>
                  </a:lnTo>
                  <a:lnTo>
                    <a:pt x="550966" y="147337"/>
                  </a:lnTo>
                  <a:lnTo>
                    <a:pt x="548549" y="140503"/>
                  </a:lnTo>
                  <a:lnTo>
                    <a:pt x="548549" y="130854"/>
                  </a:lnTo>
                  <a:lnTo>
                    <a:pt x="546133" y="123618"/>
                  </a:lnTo>
                  <a:lnTo>
                    <a:pt x="541098" y="116181"/>
                  </a:lnTo>
                  <a:lnTo>
                    <a:pt x="538682" y="108945"/>
                  </a:lnTo>
                  <a:lnTo>
                    <a:pt x="533849" y="101708"/>
                  </a:lnTo>
                  <a:lnTo>
                    <a:pt x="529016" y="94271"/>
                  </a:lnTo>
                  <a:lnTo>
                    <a:pt x="516732" y="79799"/>
                  </a:lnTo>
                  <a:lnTo>
                    <a:pt x="504649" y="67537"/>
                  </a:lnTo>
                  <a:lnTo>
                    <a:pt x="487532" y="55879"/>
                  </a:lnTo>
                  <a:lnTo>
                    <a:pt x="471019" y="43819"/>
                  </a:lnTo>
                  <a:lnTo>
                    <a:pt x="451486" y="33969"/>
                  </a:lnTo>
                  <a:lnTo>
                    <a:pt x="429536" y="26733"/>
                  </a:lnTo>
                  <a:lnTo>
                    <a:pt x="407787" y="16884"/>
                  </a:lnTo>
                  <a:lnTo>
                    <a:pt x="383420" y="12060"/>
                  </a:lnTo>
                  <a:lnTo>
                    <a:pt x="356637" y="4824"/>
                  </a:lnTo>
                  <a:lnTo>
                    <a:pt x="330257" y="2412"/>
                  </a:lnTo>
                  <a:lnTo>
                    <a:pt x="303474" y="0"/>
                  </a:lnTo>
                  <a:lnTo>
                    <a:pt x="274274" y="0"/>
                  </a:lnTo>
                </a:path>
              </a:pathLst>
            </a:custGeom>
            <a:ln w="145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 descr=""/>
          <p:cNvGrpSpPr/>
          <p:nvPr/>
        </p:nvGrpSpPr>
        <p:grpSpPr>
          <a:xfrm>
            <a:off x="5848707" y="1981140"/>
            <a:ext cx="565785" cy="327025"/>
            <a:chOff x="5848707" y="1981140"/>
            <a:chExt cx="565785" cy="327025"/>
          </a:xfrm>
        </p:grpSpPr>
        <p:sp>
          <p:nvSpPr>
            <p:cNvPr id="13" name="object 13" descr=""/>
            <p:cNvSpPr/>
            <p:nvPr/>
          </p:nvSpPr>
          <p:spPr>
            <a:xfrm>
              <a:off x="5856010" y="1988443"/>
              <a:ext cx="551180" cy="312420"/>
            </a:xfrm>
            <a:custGeom>
              <a:avLst/>
              <a:gdLst/>
              <a:ahLst/>
              <a:cxnLst/>
              <a:rect l="l" t="t" r="r" b="b"/>
              <a:pathLst>
                <a:path w="551179" h="312419">
                  <a:moveTo>
                    <a:pt x="303474" y="0"/>
                  </a:moveTo>
                  <a:lnTo>
                    <a:pt x="274274" y="0"/>
                  </a:lnTo>
                  <a:lnTo>
                    <a:pt x="247491" y="0"/>
                  </a:lnTo>
                  <a:lnTo>
                    <a:pt x="191509" y="4824"/>
                  </a:lnTo>
                  <a:lnTo>
                    <a:pt x="167545" y="12060"/>
                  </a:lnTo>
                  <a:lnTo>
                    <a:pt x="143178" y="16884"/>
                  </a:lnTo>
                  <a:lnTo>
                    <a:pt x="121228" y="26733"/>
                  </a:lnTo>
                  <a:lnTo>
                    <a:pt x="99278" y="33969"/>
                  </a:lnTo>
                  <a:lnTo>
                    <a:pt x="79745" y="43819"/>
                  </a:lnTo>
                  <a:lnTo>
                    <a:pt x="62829" y="55879"/>
                  </a:lnTo>
                  <a:lnTo>
                    <a:pt x="45712" y="67537"/>
                  </a:lnTo>
                  <a:lnTo>
                    <a:pt x="31616" y="79799"/>
                  </a:lnTo>
                  <a:lnTo>
                    <a:pt x="19332" y="94271"/>
                  </a:lnTo>
                  <a:lnTo>
                    <a:pt x="14499" y="101708"/>
                  </a:lnTo>
                  <a:lnTo>
                    <a:pt x="12082" y="108945"/>
                  </a:lnTo>
                  <a:lnTo>
                    <a:pt x="7249" y="116181"/>
                  </a:lnTo>
                  <a:lnTo>
                    <a:pt x="2416" y="130854"/>
                  </a:lnTo>
                  <a:lnTo>
                    <a:pt x="0" y="140503"/>
                  </a:lnTo>
                  <a:lnTo>
                    <a:pt x="0" y="171658"/>
                  </a:lnTo>
                  <a:lnTo>
                    <a:pt x="7249" y="193568"/>
                  </a:lnTo>
                  <a:lnTo>
                    <a:pt x="12082" y="201005"/>
                  </a:lnTo>
                  <a:lnTo>
                    <a:pt x="14499" y="208241"/>
                  </a:lnTo>
                  <a:lnTo>
                    <a:pt x="45712" y="241809"/>
                  </a:lnTo>
                  <a:lnTo>
                    <a:pt x="79745" y="266131"/>
                  </a:lnTo>
                  <a:lnTo>
                    <a:pt x="121228" y="285629"/>
                  </a:lnTo>
                  <a:lnTo>
                    <a:pt x="167545" y="300302"/>
                  </a:lnTo>
                  <a:lnTo>
                    <a:pt x="274274" y="312362"/>
                  </a:lnTo>
                  <a:lnTo>
                    <a:pt x="356637" y="305126"/>
                  </a:lnTo>
                  <a:lnTo>
                    <a:pt x="407787" y="292865"/>
                  </a:lnTo>
                  <a:lnTo>
                    <a:pt x="451486" y="275980"/>
                  </a:lnTo>
                  <a:lnTo>
                    <a:pt x="504649" y="241809"/>
                  </a:lnTo>
                  <a:lnTo>
                    <a:pt x="538883" y="201005"/>
                  </a:lnTo>
                  <a:lnTo>
                    <a:pt x="541300" y="193568"/>
                  </a:lnTo>
                  <a:lnTo>
                    <a:pt x="546133" y="186332"/>
                  </a:lnTo>
                  <a:lnTo>
                    <a:pt x="548549" y="179096"/>
                  </a:lnTo>
                  <a:lnTo>
                    <a:pt x="548549" y="171658"/>
                  </a:lnTo>
                  <a:lnTo>
                    <a:pt x="550966" y="162010"/>
                  </a:lnTo>
                  <a:lnTo>
                    <a:pt x="550966" y="147337"/>
                  </a:lnTo>
                  <a:lnTo>
                    <a:pt x="548549" y="140503"/>
                  </a:lnTo>
                  <a:lnTo>
                    <a:pt x="548549" y="130854"/>
                  </a:lnTo>
                  <a:lnTo>
                    <a:pt x="546133" y="123618"/>
                  </a:lnTo>
                  <a:lnTo>
                    <a:pt x="541300" y="116181"/>
                  </a:lnTo>
                  <a:lnTo>
                    <a:pt x="538883" y="108945"/>
                  </a:lnTo>
                  <a:lnTo>
                    <a:pt x="529016" y="94271"/>
                  </a:lnTo>
                  <a:lnTo>
                    <a:pt x="516933" y="79799"/>
                  </a:lnTo>
                  <a:lnTo>
                    <a:pt x="504649" y="67537"/>
                  </a:lnTo>
                  <a:lnTo>
                    <a:pt x="487532" y="55879"/>
                  </a:lnTo>
                  <a:lnTo>
                    <a:pt x="471019" y="43819"/>
                  </a:lnTo>
                  <a:lnTo>
                    <a:pt x="451486" y="33969"/>
                  </a:lnTo>
                  <a:lnTo>
                    <a:pt x="429737" y="26733"/>
                  </a:lnTo>
                  <a:lnTo>
                    <a:pt x="407787" y="16884"/>
                  </a:lnTo>
                  <a:lnTo>
                    <a:pt x="383420" y="12060"/>
                  </a:lnTo>
                  <a:lnTo>
                    <a:pt x="356637" y="4824"/>
                  </a:lnTo>
                  <a:lnTo>
                    <a:pt x="303474" y="0"/>
                  </a:lnTo>
                  <a:close/>
                </a:path>
              </a:pathLst>
            </a:custGeom>
            <a:solidFill>
              <a:srgbClr val="FFC8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5856010" y="1988443"/>
              <a:ext cx="551180" cy="312420"/>
            </a:xfrm>
            <a:custGeom>
              <a:avLst/>
              <a:gdLst/>
              <a:ahLst/>
              <a:cxnLst/>
              <a:rect l="l" t="t" r="r" b="b"/>
              <a:pathLst>
                <a:path w="551179" h="312419">
                  <a:moveTo>
                    <a:pt x="274274" y="0"/>
                  </a:moveTo>
                  <a:lnTo>
                    <a:pt x="247491" y="0"/>
                  </a:lnTo>
                  <a:lnTo>
                    <a:pt x="218292" y="2412"/>
                  </a:lnTo>
                  <a:lnTo>
                    <a:pt x="191509" y="4824"/>
                  </a:lnTo>
                  <a:lnTo>
                    <a:pt x="167545" y="12060"/>
                  </a:lnTo>
                  <a:lnTo>
                    <a:pt x="143178" y="16884"/>
                  </a:lnTo>
                  <a:lnTo>
                    <a:pt x="121228" y="26733"/>
                  </a:lnTo>
                  <a:lnTo>
                    <a:pt x="99278" y="33969"/>
                  </a:lnTo>
                  <a:lnTo>
                    <a:pt x="79745" y="43819"/>
                  </a:lnTo>
                  <a:lnTo>
                    <a:pt x="62829" y="55879"/>
                  </a:lnTo>
                  <a:lnTo>
                    <a:pt x="45712" y="67537"/>
                  </a:lnTo>
                  <a:lnTo>
                    <a:pt x="31616" y="79799"/>
                  </a:lnTo>
                  <a:lnTo>
                    <a:pt x="19332" y="94271"/>
                  </a:lnTo>
                  <a:lnTo>
                    <a:pt x="14499" y="101708"/>
                  </a:lnTo>
                  <a:lnTo>
                    <a:pt x="12082" y="108945"/>
                  </a:lnTo>
                  <a:lnTo>
                    <a:pt x="7249" y="116181"/>
                  </a:lnTo>
                  <a:lnTo>
                    <a:pt x="4833" y="123618"/>
                  </a:lnTo>
                  <a:lnTo>
                    <a:pt x="2416" y="130854"/>
                  </a:lnTo>
                  <a:lnTo>
                    <a:pt x="0" y="140503"/>
                  </a:lnTo>
                  <a:lnTo>
                    <a:pt x="0" y="147337"/>
                  </a:lnTo>
                  <a:lnTo>
                    <a:pt x="0" y="154774"/>
                  </a:lnTo>
                  <a:lnTo>
                    <a:pt x="0" y="162010"/>
                  </a:lnTo>
                  <a:lnTo>
                    <a:pt x="12082" y="201005"/>
                  </a:lnTo>
                  <a:lnTo>
                    <a:pt x="14499" y="208241"/>
                  </a:lnTo>
                  <a:lnTo>
                    <a:pt x="45712" y="241809"/>
                  </a:lnTo>
                  <a:lnTo>
                    <a:pt x="79745" y="266131"/>
                  </a:lnTo>
                  <a:lnTo>
                    <a:pt x="121228" y="285629"/>
                  </a:lnTo>
                  <a:lnTo>
                    <a:pt x="167545" y="300302"/>
                  </a:lnTo>
                  <a:lnTo>
                    <a:pt x="218292" y="307538"/>
                  </a:lnTo>
                  <a:lnTo>
                    <a:pt x="247491" y="309950"/>
                  </a:lnTo>
                  <a:lnTo>
                    <a:pt x="274274" y="312362"/>
                  </a:lnTo>
                  <a:lnTo>
                    <a:pt x="330257" y="307538"/>
                  </a:lnTo>
                  <a:lnTo>
                    <a:pt x="383420" y="300302"/>
                  </a:lnTo>
                  <a:lnTo>
                    <a:pt x="429737" y="285629"/>
                  </a:lnTo>
                  <a:lnTo>
                    <a:pt x="471019" y="266131"/>
                  </a:lnTo>
                  <a:lnTo>
                    <a:pt x="487532" y="254071"/>
                  </a:lnTo>
                  <a:lnTo>
                    <a:pt x="504649" y="241809"/>
                  </a:lnTo>
                  <a:lnTo>
                    <a:pt x="516933" y="229749"/>
                  </a:lnTo>
                  <a:lnTo>
                    <a:pt x="529016" y="215478"/>
                  </a:lnTo>
                  <a:lnTo>
                    <a:pt x="533849" y="208241"/>
                  </a:lnTo>
                  <a:lnTo>
                    <a:pt x="538883" y="201005"/>
                  </a:lnTo>
                  <a:lnTo>
                    <a:pt x="541300" y="193568"/>
                  </a:lnTo>
                  <a:lnTo>
                    <a:pt x="546133" y="186332"/>
                  </a:lnTo>
                  <a:lnTo>
                    <a:pt x="548549" y="179096"/>
                  </a:lnTo>
                  <a:lnTo>
                    <a:pt x="548549" y="171658"/>
                  </a:lnTo>
                  <a:lnTo>
                    <a:pt x="550966" y="162010"/>
                  </a:lnTo>
                  <a:lnTo>
                    <a:pt x="550966" y="154774"/>
                  </a:lnTo>
                  <a:lnTo>
                    <a:pt x="550966" y="147337"/>
                  </a:lnTo>
                  <a:lnTo>
                    <a:pt x="548549" y="140503"/>
                  </a:lnTo>
                  <a:lnTo>
                    <a:pt x="548549" y="130854"/>
                  </a:lnTo>
                  <a:lnTo>
                    <a:pt x="546133" y="123618"/>
                  </a:lnTo>
                  <a:lnTo>
                    <a:pt x="541300" y="116181"/>
                  </a:lnTo>
                  <a:lnTo>
                    <a:pt x="538883" y="108945"/>
                  </a:lnTo>
                  <a:lnTo>
                    <a:pt x="533849" y="101708"/>
                  </a:lnTo>
                  <a:lnTo>
                    <a:pt x="529016" y="94271"/>
                  </a:lnTo>
                  <a:lnTo>
                    <a:pt x="516933" y="79799"/>
                  </a:lnTo>
                  <a:lnTo>
                    <a:pt x="504649" y="67537"/>
                  </a:lnTo>
                  <a:lnTo>
                    <a:pt x="487532" y="55879"/>
                  </a:lnTo>
                  <a:lnTo>
                    <a:pt x="471019" y="43819"/>
                  </a:lnTo>
                  <a:lnTo>
                    <a:pt x="451486" y="33969"/>
                  </a:lnTo>
                  <a:lnTo>
                    <a:pt x="429737" y="26733"/>
                  </a:lnTo>
                  <a:lnTo>
                    <a:pt x="407787" y="16884"/>
                  </a:lnTo>
                  <a:lnTo>
                    <a:pt x="383420" y="12060"/>
                  </a:lnTo>
                  <a:lnTo>
                    <a:pt x="356637" y="4824"/>
                  </a:lnTo>
                  <a:lnTo>
                    <a:pt x="330257" y="2412"/>
                  </a:lnTo>
                  <a:lnTo>
                    <a:pt x="303474" y="0"/>
                  </a:lnTo>
                  <a:lnTo>
                    <a:pt x="274274" y="0"/>
                  </a:lnTo>
                </a:path>
              </a:pathLst>
            </a:custGeom>
            <a:ln w="145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" name="object 15" descr=""/>
          <p:cNvGrpSpPr/>
          <p:nvPr/>
        </p:nvGrpSpPr>
        <p:grpSpPr>
          <a:xfrm>
            <a:off x="3967045" y="1981140"/>
            <a:ext cx="565785" cy="327025"/>
            <a:chOff x="3967045" y="1981140"/>
            <a:chExt cx="565785" cy="327025"/>
          </a:xfrm>
        </p:grpSpPr>
        <p:sp>
          <p:nvSpPr>
            <p:cNvPr id="16" name="object 16" descr=""/>
            <p:cNvSpPr/>
            <p:nvPr/>
          </p:nvSpPr>
          <p:spPr>
            <a:xfrm>
              <a:off x="3974347" y="1988443"/>
              <a:ext cx="551180" cy="312420"/>
            </a:xfrm>
            <a:custGeom>
              <a:avLst/>
              <a:gdLst/>
              <a:ahLst/>
              <a:cxnLst/>
              <a:rect l="l" t="t" r="r" b="b"/>
              <a:pathLst>
                <a:path w="551179" h="312419">
                  <a:moveTo>
                    <a:pt x="303474" y="0"/>
                  </a:moveTo>
                  <a:lnTo>
                    <a:pt x="274274" y="0"/>
                  </a:lnTo>
                  <a:lnTo>
                    <a:pt x="247491" y="0"/>
                  </a:lnTo>
                  <a:lnTo>
                    <a:pt x="191509" y="4824"/>
                  </a:lnTo>
                  <a:lnTo>
                    <a:pt x="167545" y="12060"/>
                  </a:lnTo>
                  <a:lnTo>
                    <a:pt x="143178" y="16884"/>
                  </a:lnTo>
                  <a:lnTo>
                    <a:pt x="121430" y="26733"/>
                  </a:lnTo>
                  <a:lnTo>
                    <a:pt x="99479" y="33969"/>
                  </a:lnTo>
                  <a:lnTo>
                    <a:pt x="79946" y="43819"/>
                  </a:lnTo>
                  <a:lnTo>
                    <a:pt x="45913" y="67537"/>
                  </a:lnTo>
                  <a:lnTo>
                    <a:pt x="14700" y="101708"/>
                  </a:lnTo>
                  <a:lnTo>
                    <a:pt x="12283" y="108945"/>
                  </a:lnTo>
                  <a:lnTo>
                    <a:pt x="7249" y="116181"/>
                  </a:lnTo>
                  <a:lnTo>
                    <a:pt x="2416" y="130854"/>
                  </a:lnTo>
                  <a:lnTo>
                    <a:pt x="0" y="140503"/>
                  </a:lnTo>
                  <a:lnTo>
                    <a:pt x="0" y="171658"/>
                  </a:lnTo>
                  <a:lnTo>
                    <a:pt x="7249" y="193568"/>
                  </a:lnTo>
                  <a:lnTo>
                    <a:pt x="12283" y="201005"/>
                  </a:lnTo>
                  <a:lnTo>
                    <a:pt x="14700" y="208241"/>
                  </a:lnTo>
                  <a:lnTo>
                    <a:pt x="45913" y="241809"/>
                  </a:lnTo>
                  <a:lnTo>
                    <a:pt x="79946" y="266131"/>
                  </a:lnTo>
                  <a:lnTo>
                    <a:pt x="121430" y="285629"/>
                  </a:lnTo>
                  <a:lnTo>
                    <a:pt x="167545" y="300302"/>
                  </a:lnTo>
                  <a:lnTo>
                    <a:pt x="274274" y="312362"/>
                  </a:lnTo>
                  <a:lnTo>
                    <a:pt x="356637" y="305126"/>
                  </a:lnTo>
                  <a:lnTo>
                    <a:pt x="407787" y="292865"/>
                  </a:lnTo>
                  <a:lnTo>
                    <a:pt x="451687" y="275980"/>
                  </a:lnTo>
                  <a:lnTo>
                    <a:pt x="504850" y="241809"/>
                  </a:lnTo>
                  <a:lnTo>
                    <a:pt x="538883" y="201005"/>
                  </a:lnTo>
                  <a:lnTo>
                    <a:pt x="541300" y="193568"/>
                  </a:lnTo>
                  <a:lnTo>
                    <a:pt x="546133" y="186332"/>
                  </a:lnTo>
                  <a:lnTo>
                    <a:pt x="548549" y="179096"/>
                  </a:lnTo>
                  <a:lnTo>
                    <a:pt x="548549" y="171658"/>
                  </a:lnTo>
                  <a:lnTo>
                    <a:pt x="550966" y="162010"/>
                  </a:lnTo>
                  <a:lnTo>
                    <a:pt x="550966" y="147337"/>
                  </a:lnTo>
                  <a:lnTo>
                    <a:pt x="548549" y="140503"/>
                  </a:lnTo>
                  <a:lnTo>
                    <a:pt x="548549" y="130854"/>
                  </a:lnTo>
                  <a:lnTo>
                    <a:pt x="546133" y="123618"/>
                  </a:lnTo>
                  <a:lnTo>
                    <a:pt x="541300" y="116181"/>
                  </a:lnTo>
                  <a:lnTo>
                    <a:pt x="538883" y="108945"/>
                  </a:lnTo>
                  <a:lnTo>
                    <a:pt x="529217" y="94271"/>
                  </a:lnTo>
                  <a:lnTo>
                    <a:pt x="516933" y="79799"/>
                  </a:lnTo>
                  <a:lnTo>
                    <a:pt x="504850" y="67537"/>
                  </a:lnTo>
                  <a:lnTo>
                    <a:pt x="487733" y="55879"/>
                  </a:lnTo>
                  <a:lnTo>
                    <a:pt x="471221" y="43819"/>
                  </a:lnTo>
                  <a:lnTo>
                    <a:pt x="451687" y="33969"/>
                  </a:lnTo>
                  <a:lnTo>
                    <a:pt x="429737" y="26733"/>
                  </a:lnTo>
                  <a:lnTo>
                    <a:pt x="407787" y="16884"/>
                  </a:lnTo>
                  <a:lnTo>
                    <a:pt x="383420" y="12060"/>
                  </a:lnTo>
                  <a:lnTo>
                    <a:pt x="356637" y="4824"/>
                  </a:lnTo>
                  <a:lnTo>
                    <a:pt x="303474" y="0"/>
                  </a:lnTo>
                  <a:close/>
                </a:path>
              </a:pathLst>
            </a:custGeom>
            <a:solidFill>
              <a:srgbClr val="FFC8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3974347" y="1988443"/>
              <a:ext cx="551180" cy="312420"/>
            </a:xfrm>
            <a:custGeom>
              <a:avLst/>
              <a:gdLst/>
              <a:ahLst/>
              <a:cxnLst/>
              <a:rect l="l" t="t" r="r" b="b"/>
              <a:pathLst>
                <a:path w="551179" h="312419">
                  <a:moveTo>
                    <a:pt x="274274" y="0"/>
                  </a:moveTo>
                  <a:lnTo>
                    <a:pt x="247491" y="0"/>
                  </a:lnTo>
                  <a:lnTo>
                    <a:pt x="218292" y="2412"/>
                  </a:lnTo>
                  <a:lnTo>
                    <a:pt x="191509" y="4824"/>
                  </a:lnTo>
                  <a:lnTo>
                    <a:pt x="167545" y="12060"/>
                  </a:lnTo>
                  <a:lnTo>
                    <a:pt x="143178" y="16884"/>
                  </a:lnTo>
                  <a:lnTo>
                    <a:pt x="121430" y="26733"/>
                  </a:lnTo>
                  <a:lnTo>
                    <a:pt x="99479" y="33969"/>
                  </a:lnTo>
                  <a:lnTo>
                    <a:pt x="79946" y="43819"/>
                  </a:lnTo>
                  <a:lnTo>
                    <a:pt x="62829" y="55879"/>
                  </a:lnTo>
                  <a:lnTo>
                    <a:pt x="45913" y="67537"/>
                  </a:lnTo>
                  <a:lnTo>
                    <a:pt x="31616" y="79799"/>
                  </a:lnTo>
                  <a:lnTo>
                    <a:pt x="19533" y="94271"/>
                  </a:lnTo>
                  <a:lnTo>
                    <a:pt x="14700" y="101708"/>
                  </a:lnTo>
                  <a:lnTo>
                    <a:pt x="12283" y="108945"/>
                  </a:lnTo>
                  <a:lnTo>
                    <a:pt x="7249" y="116181"/>
                  </a:lnTo>
                  <a:lnTo>
                    <a:pt x="4833" y="123618"/>
                  </a:lnTo>
                  <a:lnTo>
                    <a:pt x="2416" y="130854"/>
                  </a:lnTo>
                  <a:lnTo>
                    <a:pt x="0" y="140503"/>
                  </a:lnTo>
                  <a:lnTo>
                    <a:pt x="0" y="147337"/>
                  </a:lnTo>
                  <a:lnTo>
                    <a:pt x="0" y="154774"/>
                  </a:lnTo>
                  <a:lnTo>
                    <a:pt x="0" y="162010"/>
                  </a:lnTo>
                  <a:lnTo>
                    <a:pt x="0" y="171658"/>
                  </a:lnTo>
                  <a:lnTo>
                    <a:pt x="2416" y="179096"/>
                  </a:lnTo>
                  <a:lnTo>
                    <a:pt x="4833" y="186332"/>
                  </a:lnTo>
                  <a:lnTo>
                    <a:pt x="7249" y="193568"/>
                  </a:lnTo>
                  <a:lnTo>
                    <a:pt x="12283" y="201005"/>
                  </a:lnTo>
                  <a:lnTo>
                    <a:pt x="14700" y="208241"/>
                  </a:lnTo>
                  <a:lnTo>
                    <a:pt x="45913" y="241809"/>
                  </a:lnTo>
                  <a:lnTo>
                    <a:pt x="79946" y="266131"/>
                  </a:lnTo>
                  <a:lnTo>
                    <a:pt x="121430" y="285629"/>
                  </a:lnTo>
                  <a:lnTo>
                    <a:pt x="167545" y="300302"/>
                  </a:lnTo>
                  <a:lnTo>
                    <a:pt x="218292" y="307538"/>
                  </a:lnTo>
                  <a:lnTo>
                    <a:pt x="247491" y="309950"/>
                  </a:lnTo>
                  <a:lnTo>
                    <a:pt x="274274" y="312362"/>
                  </a:lnTo>
                  <a:lnTo>
                    <a:pt x="303474" y="309950"/>
                  </a:lnTo>
                  <a:lnTo>
                    <a:pt x="329854" y="307538"/>
                  </a:lnTo>
                  <a:lnTo>
                    <a:pt x="356637" y="305126"/>
                  </a:lnTo>
                  <a:lnTo>
                    <a:pt x="407787" y="292865"/>
                  </a:lnTo>
                  <a:lnTo>
                    <a:pt x="451687" y="275980"/>
                  </a:lnTo>
                  <a:lnTo>
                    <a:pt x="487733" y="254071"/>
                  </a:lnTo>
                  <a:lnTo>
                    <a:pt x="504850" y="241809"/>
                  </a:lnTo>
                  <a:lnTo>
                    <a:pt x="534050" y="208241"/>
                  </a:lnTo>
                  <a:lnTo>
                    <a:pt x="541300" y="193568"/>
                  </a:lnTo>
                  <a:lnTo>
                    <a:pt x="546133" y="186332"/>
                  </a:lnTo>
                  <a:lnTo>
                    <a:pt x="548549" y="179096"/>
                  </a:lnTo>
                  <a:lnTo>
                    <a:pt x="548549" y="171658"/>
                  </a:lnTo>
                  <a:lnTo>
                    <a:pt x="550966" y="162010"/>
                  </a:lnTo>
                  <a:lnTo>
                    <a:pt x="550966" y="154774"/>
                  </a:lnTo>
                  <a:lnTo>
                    <a:pt x="550966" y="147337"/>
                  </a:lnTo>
                  <a:lnTo>
                    <a:pt x="548549" y="140503"/>
                  </a:lnTo>
                  <a:lnTo>
                    <a:pt x="548549" y="130854"/>
                  </a:lnTo>
                  <a:lnTo>
                    <a:pt x="546133" y="123618"/>
                  </a:lnTo>
                  <a:lnTo>
                    <a:pt x="541300" y="116181"/>
                  </a:lnTo>
                  <a:lnTo>
                    <a:pt x="538883" y="108945"/>
                  </a:lnTo>
                  <a:lnTo>
                    <a:pt x="534050" y="101708"/>
                  </a:lnTo>
                  <a:lnTo>
                    <a:pt x="529217" y="94271"/>
                  </a:lnTo>
                  <a:lnTo>
                    <a:pt x="516933" y="79799"/>
                  </a:lnTo>
                  <a:lnTo>
                    <a:pt x="504850" y="67537"/>
                  </a:lnTo>
                  <a:lnTo>
                    <a:pt x="487733" y="55879"/>
                  </a:lnTo>
                  <a:lnTo>
                    <a:pt x="471221" y="43819"/>
                  </a:lnTo>
                  <a:lnTo>
                    <a:pt x="451687" y="33969"/>
                  </a:lnTo>
                  <a:lnTo>
                    <a:pt x="429737" y="26733"/>
                  </a:lnTo>
                  <a:lnTo>
                    <a:pt x="407787" y="16884"/>
                  </a:lnTo>
                  <a:lnTo>
                    <a:pt x="383420" y="12060"/>
                  </a:lnTo>
                  <a:lnTo>
                    <a:pt x="356637" y="4824"/>
                  </a:lnTo>
                  <a:lnTo>
                    <a:pt x="329854" y="2412"/>
                  </a:lnTo>
                  <a:lnTo>
                    <a:pt x="303474" y="0"/>
                  </a:lnTo>
                  <a:lnTo>
                    <a:pt x="274274" y="0"/>
                  </a:lnTo>
                </a:path>
              </a:pathLst>
            </a:custGeom>
            <a:ln w="145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/>
          <p:nvPr/>
        </p:nvSpPr>
        <p:spPr>
          <a:xfrm>
            <a:off x="2723739" y="3948429"/>
            <a:ext cx="806450" cy="532765"/>
          </a:xfrm>
          <a:custGeom>
            <a:avLst/>
            <a:gdLst/>
            <a:ahLst/>
            <a:cxnLst/>
            <a:rect l="l" t="t" r="r" b="b"/>
            <a:pathLst>
              <a:path w="806450" h="532764">
                <a:moveTo>
                  <a:pt x="0" y="532484"/>
                </a:moveTo>
                <a:lnTo>
                  <a:pt x="806311" y="532484"/>
                </a:lnTo>
                <a:lnTo>
                  <a:pt x="806311" y="0"/>
                </a:lnTo>
                <a:lnTo>
                  <a:pt x="0" y="0"/>
                </a:lnTo>
                <a:lnTo>
                  <a:pt x="0" y="532484"/>
                </a:lnTo>
                <a:close/>
              </a:path>
            </a:pathLst>
          </a:custGeom>
          <a:ln w="1459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1660662" y="1784759"/>
            <a:ext cx="594995" cy="445770"/>
          </a:xfrm>
          <a:prstGeom prst="rect">
            <a:avLst/>
          </a:prstGeom>
          <a:solidFill>
            <a:srgbClr val="FFCC99"/>
          </a:solidFill>
          <a:ln w="14599">
            <a:solidFill>
              <a:srgbClr val="000000"/>
            </a:solidFill>
          </a:ln>
        </p:spPr>
        <p:txBody>
          <a:bodyPr wrap="square" lIns="0" tIns="88265" rIns="0" bIns="0" rtlCol="0" vert="horz">
            <a:spAutoFit/>
          </a:bodyPr>
          <a:lstStyle/>
          <a:p>
            <a:pPr marL="104139">
              <a:lnSpc>
                <a:spcPct val="100000"/>
              </a:lnSpc>
              <a:spcBef>
                <a:spcPts val="695"/>
              </a:spcBef>
            </a:pPr>
            <a:r>
              <a:rPr dirty="0" sz="1400" spc="-25">
                <a:latin typeface="Times New Roman"/>
                <a:cs typeface="Times New Roman"/>
              </a:rPr>
              <a:t>CPU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2723739" y="822207"/>
            <a:ext cx="806450" cy="526415"/>
          </a:xfrm>
          <a:prstGeom prst="rect">
            <a:avLst/>
          </a:prstGeom>
          <a:solidFill>
            <a:srgbClr val="FFFF99"/>
          </a:solidFill>
          <a:ln w="14597">
            <a:solidFill>
              <a:srgbClr val="000000"/>
            </a:solidFill>
          </a:ln>
        </p:spPr>
        <p:txBody>
          <a:bodyPr wrap="square" lIns="0" tIns="49530" rIns="0" bIns="0" rtlCol="0" vert="horz">
            <a:spAutoFit/>
          </a:bodyPr>
          <a:lstStyle/>
          <a:p>
            <a:pPr marL="213360" marR="220345">
              <a:lnSpc>
                <a:spcPct val="101000"/>
              </a:lnSpc>
              <a:spcBef>
                <a:spcPts val="390"/>
              </a:spcBef>
            </a:pPr>
            <a:r>
              <a:rPr dirty="0" sz="1400" spc="-25">
                <a:latin typeface="宋体"/>
                <a:cs typeface="宋体"/>
              </a:rPr>
              <a:t>选择通道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2723739" y="2385489"/>
            <a:ext cx="806450" cy="532130"/>
          </a:xfrm>
          <a:prstGeom prst="rect">
            <a:avLst/>
          </a:prstGeom>
          <a:solidFill>
            <a:srgbClr val="FFFF99"/>
          </a:solidFill>
          <a:ln w="14597">
            <a:solidFill>
              <a:srgbClr val="000000"/>
            </a:solidFill>
          </a:ln>
        </p:spPr>
        <p:txBody>
          <a:bodyPr wrap="square" lIns="0" tIns="30480" rIns="0" bIns="0" rtlCol="0" vert="horz">
            <a:spAutoFit/>
          </a:bodyPr>
          <a:lstStyle/>
          <a:p>
            <a:pPr marL="145415" marR="106045">
              <a:lnSpc>
                <a:spcPct val="106600"/>
              </a:lnSpc>
              <a:spcBef>
                <a:spcPts val="240"/>
              </a:spcBef>
            </a:pPr>
            <a:r>
              <a:rPr dirty="0" sz="1400" spc="-20">
                <a:latin typeface="宋体"/>
                <a:cs typeface="宋体"/>
              </a:rPr>
              <a:t>字节多路通道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2723739" y="3948429"/>
            <a:ext cx="806450" cy="532765"/>
          </a:xfrm>
          <a:prstGeom prst="rect">
            <a:avLst/>
          </a:prstGeom>
          <a:solidFill>
            <a:srgbClr val="FFFF99"/>
          </a:solidFill>
        </p:spPr>
        <p:txBody>
          <a:bodyPr wrap="square" lIns="0" tIns="34925" rIns="0" bIns="0" rtlCol="0" vert="horz">
            <a:spAutoFit/>
          </a:bodyPr>
          <a:lstStyle/>
          <a:p>
            <a:pPr marL="128905" marR="122555">
              <a:lnSpc>
                <a:spcPct val="104500"/>
              </a:lnSpc>
              <a:spcBef>
                <a:spcPts val="275"/>
              </a:spcBef>
            </a:pPr>
            <a:r>
              <a:rPr dirty="0" sz="1400" spc="-20">
                <a:latin typeface="宋体"/>
                <a:cs typeface="宋体"/>
              </a:rPr>
              <a:t>数组多路通道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1660662" y="3103884"/>
            <a:ext cx="594995" cy="465455"/>
          </a:xfrm>
          <a:prstGeom prst="rect">
            <a:avLst/>
          </a:prstGeom>
          <a:solidFill>
            <a:srgbClr val="FFCC99"/>
          </a:solidFill>
          <a:ln w="14599">
            <a:solidFill>
              <a:srgbClr val="000000"/>
            </a:solidFill>
          </a:ln>
        </p:spPr>
        <p:txBody>
          <a:bodyPr wrap="square" lIns="0" tIns="141605" rIns="0" bIns="0" rtlCol="0" vert="horz">
            <a:spAutoFit/>
          </a:bodyPr>
          <a:lstStyle/>
          <a:p>
            <a:pPr marL="104139">
              <a:lnSpc>
                <a:spcPct val="100000"/>
              </a:lnSpc>
              <a:spcBef>
                <a:spcPts val="1115"/>
              </a:spcBef>
            </a:pPr>
            <a:r>
              <a:rPr dirty="0" sz="1400" spc="-25">
                <a:latin typeface="宋体"/>
                <a:cs typeface="宋体"/>
              </a:rPr>
              <a:t>主存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3913532" y="1348551"/>
            <a:ext cx="680720" cy="436245"/>
          </a:xfrm>
          <a:prstGeom prst="rect">
            <a:avLst/>
          </a:prstGeom>
          <a:solidFill>
            <a:srgbClr val="CCFFFF"/>
          </a:solidFill>
          <a:ln w="14597">
            <a:solidFill>
              <a:srgbClr val="000000"/>
            </a:solidFill>
          </a:ln>
        </p:spPr>
        <p:txBody>
          <a:bodyPr wrap="square" lIns="0" tIns="39369" rIns="0" bIns="0" rtlCol="0" vert="horz">
            <a:spAutoFit/>
          </a:bodyPr>
          <a:lstStyle/>
          <a:p>
            <a:pPr marL="67945" marR="57785" indent="94615">
              <a:lnSpc>
                <a:spcPts val="1460"/>
              </a:lnSpc>
              <a:spcBef>
                <a:spcPts val="309"/>
              </a:spcBef>
            </a:pPr>
            <a:r>
              <a:rPr dirty="0" sz="1400" spc="-25">
                <a:latin typeface="宋体"/>
                <a:cs typeface="宋体"/>
              </a:rPr>
              <a:t>磁盘</a:t>
            </a:r>
            <a:r>
              <a:rPr dirty="0" sz="1400" spc="-20">
                <a:latin typeface="宋体"/>
                <a:cs typeface="宋体"/>
              </a:rPr>
              <a:t>控制器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4065961" y="2024101"/>
            <a:ext cx="389890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-25">
                <a:latin typeface="宋体"/>
                <a:cs typeface="宋体"/>
              </a:rPr>
              <a:t>磁盘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2050887" y="4705417"/>
            <a:ext cx="754380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-15">
                <a:solidFill>
                  <a:srgbClr val="000080"/>
                </a:solidFill>
                <a:latin typeface="宋体"/>
                <a:cs typeface="宋体"/>
              </a:rPr>
              <a:t>内部总线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27" name="object 27" descr=""/>
          <p:cNvSpPr/>
          <p:nvPr/>
        </p:nvSpPr>
        <p:spPr>
          <a:xfrm>
            <a:off x="4253455" y="1792663"/>
            <a:ext cx="0" cy="186055"/>
          </a:xfrm>
          <a:custGeom>
            <a:avLst/>
            <a:gdLst/>
            <a:ahLst/>
            <a:cxnLst/>
            <a:rect l="l" t="t" r="r" b="b"/>
            <a:pathLst>
              <a:path w="0" h="186055">
                <a:moveTo>
                  <a:pt x="0" y="0"/>
                </a:moveTo>
                <a:lnTo>
                  <a:pt x="0" y="185930"/>
                </a:lnTo>
              </a:path>
            </a:pathLst>
          </a:custGeom>
          <a:ln w="146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/>
          <p:nvPr/>
        </p:nvSpPr>
        <p:spPr>
          <a:xfrm>
            <a:off x="3530051" y="1081103"/>
            <a:ext cx="3909060" cy="249554"/>
          </a:xfrm>
          <a:custGeom>
            <a:avLst/>
            <a:gdLst/>
            <a:ahLst/>
            <a:cxnLst/>
            <a:rect l="l" t="t" r="r" b="b"/>
            <a:pathLst>
              <a:path w="3909059" h="249555">
                <a:moveTo>
                  <a:pt x="0" y="0"/>
                </a:moveTo>
                <a:lnTo>
                  <a:pt x="3908778" y="0"/>
                </a:lnTo>
              </a:path>
              <a:path w="3909059" h="249555">
                <a:moveTo>
                  <a:pt x="720988" y="0"/>
                </a:moveTo>
                <a:lnTo>
                  <a:pt x="720988" y="249247"/>
                </a:lnTo>
              </a:path>
            </a:pathLst>
          </a:custGeom>
          <a:ln w="1460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/>
          <p:nvPr/>
        </p:nvSpPr>
        <p:spPr>
          <a:xfrm>
            <a:off x="2255539" y="790448"/>
            <a:ext cx="5183505" cy="3782695"/>
          </a:xfrm>
          <a:custGeom>
            <a:avLst/>
            <a:gdLst/>
            <a:ahLst/>
            <a:cxnLst/>
            <a:rect l="l" t="t" r="r" b="b"/>
            <a:pathLst>
              <a:path w="5183505" h="3782695">
                <a:moveTo>
                  <a:pt x="213398" y="0"/>
                </a:moveTo>
                <a:lnTo>
                  <a:pt x="213398" y="3782465"/>
                </a:lnTo>
              </a:path>
              <a:path w="5183505" h="3782695">
                <a:moveTo>
                  <a:pt x="0" y="1197994"/>
                </a:moveTo>
                <a:lnTo>
                  <a:pt x="213398" y="1197994"/>
                </a:lnTo>
              </a:path>
              <a:path w="5183505" h="3782695">
                <a:moveTo>
                  <a:pt x="0" y="2555385"/>
                </a:moveTo>
                <a:lnTo>
                  <a:pt x="213398" y="2557797"/>
                </a:lnTo>
              </a:path>
              <a:path w="5183505" h="3782695">
                <a:moveTo>
                  <a:pt x="1274511" y="3424233"/>
                </a:moveTo>
                <a:lnTo>
                  <a:pt x="5183290" y="3426665"/>
                </a:lnTo>
              </a:path>
              <a:path w="5183505" h="3782695">
                <a:moveTo>
                  <a:pt x="1995500" y="3438826"/>
                </a:moveTo>
                <a:lnTo>
                  <a:pt x="1995500" y="3690465"/>
                </a:lnTo>
              </a:path>
              <a:path w="5183505" h="3782695">
                <a:moveTo>
                  <a:pt x="4297032" y="3438826"/>
                </a:moveTo>
                <a:lnTo>
                  <a:pt x="4297032" y="3690465"/>
                </a:lnTo>
              </a:path>
            </a:pathLst>
          </a:custGeom>
          <a:ln w="1460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 txBox="1"/>
          <p:nvPr/>
        </p:nvSpPr>
        <p:spPr>
          <a:xfrm>
            <a:off x="6215064" y="1348551"/>
            <a:ext cx="680720" cy="436245"/>
          </a:xfrm>
          <a:prstGeom prst="rect">
            <a:avLst/>
          </a:prstGeom>
          <a:solidFill>
            <a:srgbClr val="CCFFFF"/>
          </a:solidFill>
          <a:ln w="14597">
            <a:solidFill>
              <a:srgbClr val="000000"/>
            </a:solidFill>
          </a:ln>
        </p:spPr>
        <p:txBody>
          <a:bodyPr wrap="square" lIns="0" tIns="39369" rIns="0" bIns="0" rtlCol="0" vert="horz">
            <a:spAutoFit/>
          </a:bodyPr>
          <a:lstStyle/>
          <a:p>
            <a:pPr marL="70485" marR="54610" indent="91440">
              <a:lnSpc>
                <a:spcPts val="1460"/>
              </a:lnSpc>
              <a:spcBef>
                <a:spcPts val="309"/>
              </a:spcBef>
            </a:pPr>
            <a:r>
              <a:rPr dirty="0" sz="1400" spc="-25">
                <a:latin typeface="宋体"/>
                <a:cs typeface="宋体"/>
              </a:rPr>
              <a:t>磁盘</a:t>
            </a:r>
            <a:r>
              <a:rPr dirty="0" sz="1400" spc="-20">
                <a:latin typeface="宋体"/>
                <a:cs typeface="宋体"/>
              </a:rPr>
              <a:t>控制器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31" name="object 31" descr=""/>
          <p:cNvSpPr/>
          <p:nvPr/>
        </p:nvSpPr>
        <p:spPr>
          <a:xfrm>
            <a:off x="6552571" y="1081103"/>
            <a:ext cx="0" cy="249554"/>
          </a:xfrm>
          <a:custGeom>
            <a:avLst/>
            <a:gdLst/>
            <a:ahLst/>
            <a:cxnLst/>
            <a:rect l="l" t="t" r="r" b="b"/>
            <a:pathLst>
              <a:path w="0" h="249555">
                <a:moveTo>
                  <a:pt x="0" y="0"/>
                </a:moveTo>
                <a:lnTo>
                  <a:pt x="0" y="249247"/>
                </a:lnTo>
              </a:path>
            </a:pathLst>
          </a:custGeom>
          <a:ln w="146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 descr=""/>
          <p:cNvSpPr txBox="1"/>
          <p:nvPr/>
        </p:nvSpPr>
        <p:spPr>
          <a:xfrm>
            <a:off x="5947421" y="2024101"/>
            <a:ext cx="1244600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866775" algn="l"/>
              </a:tabLst>
            </a:pPr>
            <a:r>
              <a:rPr dirty="0" sz="1400">
                <a:latin typeface="宋体"/>
                <a:cs typeface="宋体"/>
              </a:rPr>
              <a:t>磁</a:t>
            </a:r>
            <a:r>
              <a:rPr dirty="0" sz="1400" spc="-50">
                <a:latin typeface="宋体"/>
                <a:cs typeface="宋体"/>
              </a:rPr>
              <a:t>盘</a:t>
            </a:r>
            <a:r>
              <a:rPr dirty="0" sz="1400">
                <a:latin typeface="宋体"/>
                <a:cs typeface="宋体"/>
              </a:rPr>
              <a:t>	磁</a:t>
            </a:r>
            <a:r>
              <a:rPr dirty="0" sz="1400" spc="-50">
                <a:latin typeface="宋体"/>
                <a:cs typeface="宋体"/>
              </a:rPr>
              <a:t>盘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33" name="object 33" descr=""/>
          <p:cNvSpPr/>
          <p:nvPr/>
        </p:nvSpPr>
        <p:spPr>
          <a:xfrm>
            <a:off x="6130284" y="1814171"/>
            <a:ext cx="340360" cy="157480"/>
          </a:xfrm>
          <a:custGeom>
            <a:avLst/>
            <a:gdLst/>
            <a:ahLst/>
            <a:cxnLst/>
            <a:rect l="l" t="t" r="r" b="b"/>
            <a:pathLst>
              <a:path w="340360" h="157480">
                <a:moveTo>
                  <a:pt x="340124" y="0"/>
                </a:moveTo>
                <a:lnTo>
                  <a:pt x="0" y="157186"/>
                </a:lnTo>
              </a:path>
            </a:pathLst>
          </a:custGeom>
          <a:ln w="1459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/>
          <p:nvPr/>
        </p:nvSpPr>
        <p:spPr>
          <a:xfrm>
            <a:off x="6632517" y="1814171"/>
            <a:ext cx="340360" cy="157480"/>
          </a:xfrm>
          <a:custGeom>
            <a:avLst/>
            <a:gdLst/>
            <a:ahLst/>
            <a:cxnLst/>
            <a:rect l="l" t="t" r="r" b="b"/>
            <a:pathLst>
              <a:path w="340359" h="157480">
                <a:moveTo>
                  <a:pt x="0" y="0"/>
                </a:moveTo>
                <a:lnTo>
                  <a:pt x="340124" y="157186"/>
                </a:lnTo>
              </a:path>
            </a:pathLst>
          </a:custGeom>
          <a:ln w="1459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 txBox="1"/>
          <p:nvPr/>
        </p:nvSpPr>
        <p:spPr>
          <a:xfrm>
            <a:off x="5289726" y="1404344"/>
            <a:ext cx="239395" cy="2813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50" spc="-50">
                <a:latin typeface="宋体"/>
                <a:cs typeface="宋体"/>
              </a:rPr>
              <a:t>…</a:t>
            </a:r>
            <a:endParaRPr sz="1650">
              <a:latin typeface="宋体"/>
              <a:cs typeface="宋体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3913532" y="2917551"/>
            <a:ext cx="680720" cy="441959"/>
          </a:xfrm>
          <a:prstGeom prst="rect">
            <a:avLst/>
          </a:prstGeom>
          <a:solidFill>
            <a:srgbClr val="CCFFFF"/>
          </a:solidFill>
          <a:ln w="14597">
            <a:solidFill>
              <a:srgbClr val="000000"/>
            </a:solidFill>
          </a:ln>
        </p:spPr>
        <p:txBody>
          <a:bodyPr wrap="square" lIns="0" tIns="41910" rIns="0" bIns="0" rtlCol="0" vert="horz">
            <a:spAutoFit/>
          </a:bodyPr>
          <a:lstStyle/>
          <a:p>
            <a:pPr marL="67945" marR="57785" indent="94615">
              <a:lnSpc>
                <a:spcPts val="1470"/>
              </a:lnSpc>
              <a:spcBef>
                <a:spcPts val="330"/>
              </a:spcBef>
            </a:pPr>
            <a:r>
              <a:rPr dirty="0" sz="1400" spc="-25">
                <a:latin typeface="宋体"/>
                <a:cs typeface="宋体"/>
              </a:rPr>
              <a:t>设备</a:t>
            </a:r>
            <a:r>
              <a:rPr dirty="0" sz="1400" spc="-20">
                <a:latin typeface="宋体"/>
                <a:cs typeface="宋体"/>
              </a:rPr>
              <a:t>控制器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37" name="object 37" descr=""/>
          <p:cNvSpPr/>
          <p:nvPr/>
        </p:nvSpPr>
        <p:spPr>
          <a:xfrm>
            <a:off x="3530051" y="2651360"/>
            <a:ext cx="3909060" cy="249554"/>
          </a:xfrm>
          <a:custGeom>
            <a:avLst/>
            <a:gdLst/>
            <a:ahLst/>
            <a:cxnLst/>
            <a:rect l="l" t="t" r="r" b="b"/>
            <a:pathLst>
              <a:path w="3909059" h="249555">
                <a:moveTo>
                  <a:pt x="0" y="0"/>
                </a:moveTo>
                <a:lnTo>
                  <a:pt x="3908778" y="2412"/>
                </a:lnTo>
              </a:path>
              <a:path w="3909059" h="249555">
                <a:moveTo>
                  <a:pt x="720988" y="0"/>
                </a:moveTo>
                <a:lnTo>
                  <a:pt x="720988" y="249046"/>
                </a:lnTo>
              </a:path>
            </a:pathLst>
          </a:custGeom>
          <a:ln w="1460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 descr=""/>
          <p:cNvSpPr txBox="1"/>
          <p:nvPr/>
        </p:nvSpPr>
        <p:spPr>
          <a:xfrm>
            <a:off x="6215064" y="2917551"/>
            <a:ext cx="680720" cy="441959"/>
          </a:xfrm>
          <a:prstGeom prst="rect">
            <a:avLst/>
          </a:prstGeom>
          <a:solidFill>
            <a:srgbClr val="CCFFFF"/>
          </a:solidFill>
          <a:ln w="14597">
            <a:solidFill>
              <a:srgbClr val="000000"/>
            </a:solidFill>
          </a:ln>
        </p:spPr>
        <p:txBody>
          <a:bodyPr wrap="square" lIns="0" tIns="41910" rIns="0" bIns="0" rtlCol="0" vert="horz">
            <a:spAutoFit/>
          </a:bodyPr>
          <a:lstStyle/>
          <a:p>
            <a:pPr marL="70485" marR="54610" indent="91440">
              <a:lnSpc>
                <a:spcPts val="1470"/>
              </a:lnSpc>
              <a:spcBef>
                <a:spcPts val="330"/>
              </a:spcBef>
            </a:pPr>
            <a:r>
              <a:rPr dirty="0" sz="1400" spc="-25">
                <a:latin typeface="宋体"/>
                <a:cs typeface="宋体"/>
              </a:rPr>
              <a:t>设备</a:t>
            </a:r>
            <a:r>
              <a:rPr dirty="0" sz="1400" spc="-20">
                <a:latin typeface="宋体"/>
                <a:cs typeface="宋体"/>
              </a:rPr>
              <a:t>控制器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39" name="object 39" descr=""/>
          <p:cNvSpPr/>
          <p:nvPr/>
        </p:nvSpPr>
        <p:spPr>
          <a:xfrm>
            <a:off x="6552571" y="2651360"/>
            <a:ext cx="0" cy="249554"/>
          </a:xfrm>
          <a:custGeom>
            <a:avLst/>
            <a:gdLst/>
            <a:ahLst/>
            <a:cxnLst/>
            <a:rect l="l" t="t" r="r" b="b"/>
            <a:pathLst>
              <a:path w="0" h="249555">
                <a:moveTo>
                  <a:pt x="0" y="0"/>
                </a:moveTo>
                <a:lnTo>
                  <a:pt x="0" y="249046"/>
                </a:lnTo>
              </a:path>
            </a:pathLst>
          </a:custGeom>
          <a:ln w="146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 descr=""/>
          <p:cNvSpPr/>
          <p:nvPr/>
        </p:nvSpPr>
        <p:spPr>
          <a:xfrm>
            <a:off x="6130285" y="3384829"/>
            <a:ext cx="340360" cy="157480"/>
          </a:xfrm>
          <a:custGeom>
            <a:avLst/>
            <a:gdLst/>
            <a:ahLst/>
            <a:cxnLst/>
            <a:rect l="l" t="t" r="r" b="b"/>
            <a:pathLst>
              <a:path w="340360" h="157479">
                <a:moveTo>
                  <a:pt x="340124" y="0"/>
                </a:moveTo>
                <a:lnTo>
                  <a:pt x="0" y="157186"/>
                </a:lnTo>
              </a:path>
            </a:pathLst>
          </a:custGeom>
          <a:ln w="1459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 descr=""/>
          <p:cNvSpPr/>
          <p:nvPr/>
        </p:nvSpPr>
        <p:spPr>
          <a:xfrm>
            <a:off x="6632517" y="3387242"/>
            <a:ext cx="340360" cy="154940"/>
          </a:xfrm>
          <a:custGeom>
            <a:avLst/>
            <a:gdLst/>
            <a:ahLst/>
            <a:cxnLst/>
            <a:rect l="l" t="t" r="r" b="b"/>
            <a:pathLst>
              <a:path w="340359" h="154939">
                <a:moveTo>
                  <a:pt x="0" y="0"/>
                </a:moveTo>
                <a:lnTo>
                  <a:pt x="340124" y="154774"/>
                </a:lnTo>
              </a:path>
            </a:pathLst>
          </a:custGeom>
          <a:ln w="1459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 descr=""/>
          <p:cNvSpPr txBox="1"/>
          <p:nvPr/>
        </p:nvSpPr>
        <p:spPr>
          <a:xfrm>
            <a:off x="5280060" y="2977616"/>
            <a:ext cx="239395" cy="2813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50" spc="-50">
                <a:latin typeface="宋体"/>
                <a:cs typeface="宋体"/>
              </a:rPr>
              <a:t>…</a:t>
            </a:r>
            <a:endParaRPr sz="1650">
              <a:latin typeface="宋体"/>
              <a:cs typeface="宋体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4855155" y="2377469"/>
            <a:ext cx="754380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-15">
                <a:solidFill>
                  <a:srgbClr val="000080"/>
                </a:solidFill>
                <a:latin typeface="宋体"/>
                <a:cs typeface="宋体"/>
              </a:rPr>
              <a:t>通道总线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3973140" y="5151147"/>
            <a:ext cx="551180" cy="281305"/>
          </a:xfrm>
          <a:prstGeom prst="rect">
            <a:avLst/>
          </a:prstGeom>
          <a:solidFill>
            <a:srgbClr val="FFC8E3"/>
          </a:solidFill>
          <a:ln w="14594">
            <a:solidFill>
              <a:srgbClr val="000000"/>
            </a:solidFill>
          </a:ln>
        </p:spPr>
        <p:txBody>
          <a:bodyPr wrap="square" lIns="0" tIns="36830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290"/>
              </a:spcBef>
            </a:pPr>
            <a:r>
              <a:rPr dirty="0" sz="1400" spc="-25">
                <a:latin typeface="宋体"/>
                <a:cs typeface="宋体"/>
              </a:rPr>
              <a:t>设备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45" name="object 45" descr=""/>
          <p:cNvSpPr/>
          <p:nvPr/>
        </p:nvSpPr>
        <p:spPr>
          <a:xfrm>
            <a:off x="4253455" y="4947689"/>
            <a:ext cx="0" cy="189230"/>
          </a:xfrm>
          <a:custGeom>
            <a:avLst/>
            <a:gdLst/>
            <a:ahLst/>
            <a:cxnLst/>
            <a:rect l="l" t="t" r="r" b="b"/>
            <a:pathLst>
              <a:path w="0" h="189229">
                <a:moveTo>
                  <a:pt x="0" y="0"/>
                </a:moveTo>
                <a:lnTo>
                  <a:pt x="0" y="188844"/>
                </a:lnTo>
              </a:path>
            </a:pathLst>
          </a:custGeom>
          <a:ln w="146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 descr=""/>
          <p:cNvSpPr txBox="1"/>
          <p:nvPr/>
        </p:nvSpPr>
        <p:spPr>
          <a:xfrm>
            <a:off x="3913532" y="4491873"/>
            <a:ext cx="680720" cy="448945"/>
          </a:xfrm>
          <a:prstGeom prst="rect">
            <a:avLst/>
          </a:prstGeom>
          <a:solidFill>
            <a:srgbClr val="CCFFFF"/>
          </a:solidFill>
          <a:ln w="14597">
            <a:solidFill>
              <a:srgbClr val="000000"/>
            </a:solidFill>
          </a:ln>
        </p:spPr>
        <p:txBody>
          <a:bodyPr wrap="square" lIns="0" tIns="43815" rIns="0" bIns="0" rtlCol="0" vert="horz">
            <a:spAutoFit/>
          </a:bodyPr>
          <a:lstStyle/>
          <a:p>
            <a:pPr marL="67945" marR="57785" indent="94615">
              <a:lnSpc>
                <a:spcPts val="1430"/>
              </a:lnSpc>
              <a:spcBef>
                <a:spcPts val="345"/>
              </a:spcBef>
            </a:pPr>
            <a:r>
              <a:rPr dirty="0" sz="1400" spc="-25">
                <a:latin typeface="宋体"/>
                <a:cs typeface="宋体"/>
              </a:rPr>
              <a:t>设备</a:t>
            </a:r>
            <a:r>
              <a:rPr dirty="0" sz="1400" spc="-20">
                <a:latin typeface="宋体"/>
                <a:cs typeface="宋体"/>
              </a:rPr>
              <a:t>控制器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5297177" y="4562345"/>
            <a:ext cx="239395" cy="2813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50" spc="-50">
                <a:latin typeface="宋体"/>
                <a:cs typeface="宋体"/>
              </a:rPr>
              <a:t>…</a:t>
            </a:r>
            <a:endParaRPr sz="1650">
              <a:latin typeface="宋体"/>
              <a:cs typeface="宋体"/>
            </a:endParaRPr>
          </a:p>
        </p:txBody>
      </p:sp>
      <p:sp>
        <p:nvSpPr>
          <p:cNvPr id="48" name="object 48" descr=""/>
          <p:cNvSpPr/>
          <p:nvPr/>
        </p:nvSpPr>
        <p:spPr>
          <a:xfrm>
            <a:off x="6632517" y="4972031"/>
            <a:ext cx="340360" cy="157480"/>
          </a:xfrm>
          <a:custGeom>
            <a:avLst/>
            <a:gdLst/>
            <a:ahLst/>
            <a:cxnLst/>
            <a:rect l="l" t="t" r="r" b="b"/>
            <a:pathLst>
              <a:path w="340359" h="157479">
                <a:moveTo>
                  <a:pt x="0" y="0"/>
                </a:moveTo>
                <a:lnTo>
                  <a:pt x="340124" y="157206"/>
                </a:lnTo>
              </a:path>
            </a:pathLst>
          </a:custGeom>
          <a:ln w="1459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 descr=""/>
          <p:cNvSpPr/>
          <p:nvPr/>
        </p:nvSpPr>
        <p:spPr>
          <a:xfrm>
            <a:off x="6130285" y="4972031"/>
            <a:ext cx="340360" cy="154940"/>
          </a:xfrm>
          <a:custGeom>
            <a:avLst/>
            <a:gdLst/>
            <a:ahLst/>
            <a:cxnLst/>
            <a:rect l="l" t="t" r="r" b="b"/>
            <a:pathLst>
              <a:path w="340360" h="154939">
                <a:moveTo>
                  <a:pt x="340124" y="0"/>
                </a:moveTo>
                <a:lnTo>
                  <a:pt x="0" y="154774"/>
                </a:lnTo>
              </a:path>
            </a:pathLst>
          </a:custGeom>
          <a:ln w="1459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 descr=""/>
          <p:cNvSpPr txBox="1"/>
          <p:nvPr/>
        </p:nvSpPr>
        <p:spPr>
          <a:xfrm>
            <a:off x="6215064" y="4491873"/>
            <a:ext cx="680720" cy="448945"/>
          </a:xfrm>
          <a:prstGeom prst="rect">
            <a:avLst/>
          </a:prstGeom>
          <a:solidFill>
            <a:srgbClr val="CCFFFF"/>
          </a:solidFill>
          <a:ln w="14597">
            <a:solidFill>
              <a:srgbClr val="000000"/>
            </a:solidFill>
          </a:ln>
        </p:spPr>
        <p:txBody>
          <a:bodyPr wrap="square" lIns="0" tIns="43815" rIns="0" bIns="0" rtlCol="0" vert="horz">
            <a:spAutoFit/>
          </a:bodyPr>
          <a:lstStyle/>
          <a:p>
            <a:pPr marL="70485" marR="54610" indent="91440">
              <a:lnSpc>
                <a:spcPts val="1430"/>
              </a:lnSpc>
              <a:spcBef>
                <a:spcPts val="345"/>
              </a:spcBef>
            </a:pPr>
            <a:r>
              <a:rPr dirty="0" sz="1400" spc="-25">
                <a:latin typeface="宋体"/>
                <a:cs typeface="宋体"/>
              </a:rPr>
              <a:t>设备</a:t>
            </a:r>
            <a:r>
              <a:rPr dirty="0" sz="1400" spc="-20">
                <a:latin typeface="宋体"/>
                <a:cs typeface="宋体"/>
              </a:rPr>
              <a:t>控制器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51" name="object 51" descr=""/>
          <p:cNvSpPr txBox="1"/>
          <p:nvPr/>
        </p:nvSpPr>
        <p:spPr>
          <a:xfrm>
            <a:off x="5848559" y="5151147"/>
            <a:ext cx="553720" cy="281305"/>
          </a:xfrm>
          <a:prstGeom prst="rect">
            <a:avLst/>
          </a:prstGeom>
          <a:solidFill>
            <a:srgbClr val="FFC8E3"/>
          </a:solidFill>
          <a:ln w="14594">
            <a:solidFill>
              <a:srgbClr val="000000"/>
            </a:solidFill>
          </a:ln>
        </p:spPr>
        <p:txBody>
          <a:bodyPr wrap="square" lIns="0" tIns="36830" rIns="0" bIns="0" rtlCol="0" vert="horz">
            <a:spAutoFit/>
          </a:bodyPr>
          <a:lstStyle/>
          <a:p>
            <a:pPr marL="96520">
              <a:lnSpc>
                <a:spcPct val="100000"/>
              </a:lnSpc>
              <a:spcBef>
                <a:spcPts val="290"/>
              </a:spcBef>
            </a:pPr>
            <a:r>
              <a:rPr dirty="0" sz="1400" spc="-25">
                <a:latin typeface="宋体"/>
                <a:cs typeface="宋体"/>
              </a:rPr>
              <a:t>设备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52" name="object 52" descr=""/>
          <p:cNvSpPr txBox="1"/>
          <p:nvPr/>
        </p:nvSpPr>
        <p:spPr>
          <a:xfrm>
            <a:off x="6700784" y="5151147"/>
            <a:ext cx="551180" cy="281305"/>
          </a:xfrm>
          <a:prstGeom prst="rect">
            <a:avLst/>
          </a:prstGeom>
          <a:solidFill>
            <a:srgbClr val="FFC8E3"/>
          </a:solidFill>
          <a:ln w="14594">
            <a:solidFill>
              <a:srgbClr val="000000"/>
            </a:solidFill>
          </a:ln>
        </p:spPr>
        <p:txBody>
          <a:bodyPr wrap="square" lIns="0" tIns="36830" rIns="0" bIns="0" rtlCol="0" vert="horz">
            <a:spAutoFit/>
          </a:bodyPr>
          <a:lstStyle/>
          <a:p>
            <a:pPr marL="96520">
              <a:lnSpc>
                <a:spcPct val="100000"/>
              </a:lnSpc>
              <a:spcBef>
                <a:spcPts val="290"/>
              </a:spcBef>
            </a:pPr>
            <a:r>
              <a:rPr dirty="0" sz="1400" spc="-25">
                <a:latin typeface="宋体"/>
                <a:cs typeface="宋体"/>
              </a:rPr>
              <a:t>设备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53" name="object 53" descr=""/>
          <p:cNvSpPr txBox="1"/>
          <p:nvPr/>
        </p:nvSpPr>
        <p:spPr>
          <a:xfrm>
            <a:off x="3973140" y="3568740"/>
            <a:ext cx="551180" cy="275590"/>
          </a:xfrm>
          <a:prstGeom prst="rect">
            <a:avLst/>
          </a:prstGeom>
          <a:solidFill>
            <a:srgbClr val="FFC8E3"/>
          </a:solidFill>
          <a:ln w="14594">
            <a:solidFill>
              <a:srgbClr val="000000"/>
            </a:solidFill>
          </a:ln>
        </p:spPr>
        <p:txBody>
          <a:bodyPr wrap="square" lIns="0" tIns="3492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275"/>
              </a:spcBef>
            </a:pPr>
            <a:r>
              <a:rPr dirty="0" sz="1400" spc="-25">
                <a:latin typeface="宋体"/>
                <a:cs typeface="宋体"/>
              </a:rPr>
              <a:t>设备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54" name="object 54" descr=""/>
          <p:cNvSpPr/>
          <p:nvPr/>
        </p:nvSpPr>
        <p:spPr>
          <a:xfrm>
            <a:off x="4251039" y="3360508"/>
            <a:ext cx="0" cy="189230"/>
          </a:xfrm>
          <a:custGeom>
            <a:avLst/>
            <a:gdLst/>
            <a:ahLst/>
            <a:cxnLst/>
            <a:rect l="l" t="t" r="r" b="b"/>
            <a:pathLst>
              <a:path w="0" h="189229">
                <a:moveTo>
                  <a:pt x="0" y="0"/>
                </a:moveTo>
                <a:lnTo>
                  <a:pt x="0" y="188744"/>
                </a:lnTo>
              </a:path>
            </a:pathLst>
          </a:custGeom>
          <a:ln w="146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 descr=""/>
          <p:cNvSpPr txBox="1"/>
          <p:nvPr/>
        </p:nvSpPr>
        <p:spPr>
          <a:xfrm>
            <a:off x="5848559" y="3568740"/>
            <a:ext cx="553720" cy="275590"/>
          </a:xfrm>
          <a:prstGeom prst="rect">
            <a:avLst/>
          </a:prstGeom>
          <a:solidFill>
            <a:srgbClr val="FFC8E3"/>
          </a:solidFill>
          <a:ln w="14594">
            <a:solidFill>
              <a:srgbClr val="000000"/>
            </a:solidFill>
          </a:ln>
        </p:spPr>
        <p:txBody>
          <a:bodyPr wrap="square" lIns="0" tIns="34925" rIns="0" bIns="0" rtlCol="0" vert="horz">
            <a:spAutoFit/>
          </a:bodyPr>
          <a:lstStyle/>
          <a:p>
            <a:pPr marL="96520">
              <a:lnSpc>
                <a:spcPct val="100000"/>
              </a:lnSpc>
              <a:spcBef>
                <a:spcPts val="275"/>
              </a:spcBef>
            </a:pPr>
            <a:r>
              <a:rPr dirty="0" sz="1400" spc="-25">
                <a:latin typeface="宋体"/>
                <a:cs typeface="宋体"/>
              </a:rPr>
              <a:t>设备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56" name="object 56" descr=""/>
          <p:cNvSpPr txBox="1"/>
          <p:nvPr/>
        </p:nvSpPr>
        <p:spPr>
          <a:xfrm>
            <a:off x="6700784" y="3568740"/>
            <a:ext cx="551180" cy="275590"/>
          </a:xfrm>
          <a:prstGeom prst="rect">
            <a:avLst/>
          </a:prstGeom>
          <a:solidFill>
            <a:srgbClr val="FFC8E3"/>
          </a:solidFill>
          <a:ln w="14594">
            <a:solidFill>
              <a:srgbClr val="000000"/>
            </a:solidFill>
          </a:ln>
        </p:spPr>
        <p:txBody>
          <a:bodyPr wrap="square" lIns="0" tIns="34925" rIns="0" bIns="0" rtlCol="0" vert="horz">
            <a:spAutoFit/>
          </a:bodyPr>
          <a:lstStyle/>
          <a:p>
            <a:pPr marL="96520">
              <a:lnSpc>
                <a:spcPct val="100000"/>
              </a:lnSpc>
              <a:spcBef>
                <a:spcPts val="275"/>
              </a:spcBef>
            </a:pPr>
            <a:r>
              <a:rPr dirty="0" sz="1400" spc="-25">
                <a:latin typeface="宋体"/>
                <a:cs typeface="宋体"/>
              </a:rPr>
              <a:t>设备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57" name="object 57" descr=""/>
          <p:cNvSpPr txBox="1"/>
          <p:nvPr/>
        </p:nvSpPr>
        <p:spPr>
          <a:xfrm>
            <a:off x="4855155" y="3948067"/>
            <a:ext cx="754380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-15">
                <a:solidFill>
                  <a:srgbClr val="000080"/>
                </a:solidFill>
                <a:latin typeface="宋体"/>
                <a:cs typeface="宋体"/>
              </a:rPr>
              <a:t>通道总线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58" name="object 58" descr=""/>
          <p:cNvSpPr/>
          <p:nvPr/>
        </p:nvSpPr>
        <p:spPr>
          <a:xfrm>
            <a:off x="2468937" y="1073867"/>
            <a:ext cx="255270" cy="3155950"/>
          </a:xfrm>
          <a:custGeom>
            <a:avLst/>
            <a:gdLst/>
            <a:ahLst/>
            <a:cxnLst/>
            <a:rect l="l" t="t" r="r" b="b"/>
            <a:pathLst>
              <a:path w="255269" h="3155950">
                <a:moveTo>
                  <a:pt x="0" y="0"/>
                </a:moveTo>
                <a:lnTo>
                  <a:pt x="254801" y="0"/>
                </a:lnTo>
              </a:path>
              <a:path w="255269" h="3155950">
                <a:moveTo>
                  <a:pt x="0" y="1584729"/>
                </a:moveTo>
                <a:lnTo>
                  <a:pt x="254801" y="1584729"/>
                </a:lnTo>
              </a:path>
              <a:path w="255269" h="3155950">
                <a:moveTo>
                  <a:pt x="0" y="3155408"/>
                </a:moveTo>
                <a:lnTo>
                  <a:pt x="254801" y="3155408"/>
                </a:lnTo>
              </a:path>
            </a:pathLst>
          </a:custGeom>
          <a:ln w="1460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 descr=""/>
          <p:cNvSpPr txBox="1"/>
          <p:nvPr/>
        </p:nvSpPr>
        <p:spPr>
          <a:xfrm>
            <a:off x="4855155" y="829122"/>
            <a:ext cx="754380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-15">
                <a:solidFill>
                  <a:srgbClr val="000080"/>
                </a:solidFill>
                <a:latin typeface="宋体"/>
                <a:cs typeface="宋体"/>
              </a:rPr>
              <a:t>通道总线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60" name="object 60" descr=""/>
          <p:cNvSpPr txBox="1"/>
          <p:nvPr/>
        </p:nvSpPr>
        <p:spPr>
          <a:xfrm>
            <a:off x="988872" y="5798311"/>
            <a:ext cx="7188834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40458B"/>
                </a:solidFill>
                <a:latin typeface="黑体"/>
                <a:cs typeface="黑体"/>
              </a:rPr>
              <a:t>三种类型的通道与</a:t>
            </a:r>
            <a:r>
              <a:rPr dirty="0" sz="2400">
                <a:solidFill>
                  <a:srgbClr val="40458B"/>
                </a:solidFill>
                <a:latin typeface="黑体"/>
                <a:cs typeface="黑体"/>
              </a:rPr>
              <a:t>CPU</a:t>
            </a:r>
            <a:r>
              <a:rPr dirty="0" sz="2400" spc="-5">
                <a:solidFill>
                  <a:srgbClr val="40458B"/>
                </a:solidFill>
                <a:latin typeface="黑体"/>
                <a:cs typeface="黑体"/>
              </a:rPr>
              <a:t>、设备控制器和外设的连接关系</a:t>
            </a:r>
            <a:endParaRPr sz="24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53605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34809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15" b="1">
                <a:solidFill>
                  <a:srgbClr val="40458B"/>
                </a:solidFill>
                <a:latin typeface="宋体"/>
                <a:cs typeface="宋体"/>
              </a:rPr>
              <a:t>81/81</a:t>
            </a:r>
            <a:endParaRPr baseline="1736" sz="2400">
              <a:latin typeface="宋体"/>
              <a:cs typeface="宋体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19062" y="188976"/>
            <a:ext cx="1437005" cy="274955"/>
            <a:chOff x="119062" y="188976"/>
            <a:chExt cx="1437005" cy="274955"/>
          </a:xfrm>
        </p:grpSpPr>
        <p:sp>
          <p:nvSpPr>
            <p:cNvPr id="4" name="object 4" descr=""/>
            <p:cNvSpPr/>
            <p:nvPr/>
          </p:nvSpPr>
          <p:spPr>
            <a:xfrm>
              <a:off x="119062" y="188976"/>
              <a:ext cx="499745" cy="274955"/>
            </a:xfrm>
            <a:custGeom>
              <a:avLst/>
              <a:gdLst/>
              <a:ahLst/>
              <a:cxnLst/>
              <a:rect l="l" t="t" r="r" b="b"/>
              <a:pathLst>
                <a:path w="499745" h="274955">
                  <a:moveTo>
                    <a:pt x="119837" y="0"/>
                  </a:moveTo>
                  <a:lnTo>
                    <a:pt x="4993" y="41528"/>
                  </a:lnTo>
                  <a:lnTo>
                    <a:pt x="264655" y="135508"/>
                  </a:lnTo>
                  <a:lnTo>
                    <a:pt x="0" y="231266"/>
                  </a:lnTo>
                  <a:lnTo>
                    <a:pt x="119837" y="274574"/>
                  </a:lnTo>
                  <a:lnTo>
                    <a:pt x="499338" y="137287"/>
                  </a:lnTo>
                  <a:lnTo>
                    <a:pt x="119837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85546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9621" y="0"/>
                  </a:moveTo>
                  <a:lnTo>
                    <a:pt x="4991" y="41528"/>
                  </a:lnTo>
                  <a:lnTo>
                    <a:pt x="264147" y="135508"/>
                  </a:lnTo>
                  <a:lnTo>
                    <a:pt x="0" y="231266"/>
                  </a:lnTo>
                  <a:lnTo>
                    <a:pt x="119621" y="274574"/>
                  </a:lnTo>
                  <a:lnTo>
                    <a:pt x="497141" y="137287"/>
                  </a:lnTo>
                  <a:lnTo>
                    <a:pt x="119621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058608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8363" y="0"/>
                  </a:moveTo>
                  <a:lnTo>
                    <a:pt x="4978" y="41528"/>
                  </a:lnTo>
                  <a:lnTo>
                    <a:pt x="264096" y="135508"/>
                  </a:lnTo>
                  <a:lnTo>
                    <a:pt x="0" y="231266"/>
                  </a:lnTo>
                  <a:lnTo>
                    <a:pt x="118363" y="274574"/>
                  </a:lnTo>
                  <a:lnTo>
                    <a:pt x="497141" y="137287"/>
                  </a:lnTo>
                  <a:lnTo>
                    <a:pt x="118363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543050" y="138176"/>
            <a:ext cx="761365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23315" algn="l"/>
                <a:tab pos="1885314" algn="l"/>
                <a:tab pos="7600315" algn="l"/>
              </a:tabLst>
            </a:pPr>
            <a:r>
              <a:rPr dirty="0"/>
              <a:t>	</a:t>
            </a:r>
            <a:r>
              <a:rPr dirty="0" spc="-25"/>
              <a:t>8.5</a:t>
            </a:r>
            <a:r>
              <a:rPr dirty="0"/>
              <a:t>	通道处理</a:t>
            </a:r>
            <a:r>
              <a:rPr dirty="0" spc="-50"/>
              <a:t>机</a:t>
            </a:r>
            <a:r>
              <a:rPr dirty="0"/>
              <a:t>	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113792" y="515848"/>
            <a:ext cx="8479790" cy="4872990"/>
          </a:xfrm>
          <a:prstGeom prst="rect">
            <a:avLst/>
          </a:prstGeom>
        </p:spPr>
        <p:txBody>
          <a:bodyPr wrap="square" lIns="0" tIns="168275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325"/>
              </a:spcBef>
              <a:buClr>
                <a:srgbClr val="40458B"/>
              </a:buClr>
              <a:buFont typeface="Tahoma"/>
              <a:buAutoNum type="arabicPeriod"/>
              <a:tabLst>
                <a:tab pos="469265" algn="l"/>
              </a:tabLst>
            </a:pPr>
            <a:r>
              <a:rPr dirty="0" sz="2400" spc="-65">
                <a:solidFill>
                  <a:srgbClr val="E14B04"/>
                </a:solidFill>
                <a:latin typeface="黑体"/>
                <a:cs typeface="黑体"/>
              </a:rPr>
              <a:t>字节多路通道 </a:t>
            </a:r>
            <a:r>
              <a:rPr dirty="0" sz="2400" spc="-10">
                <a:solidFill>
                  <a:srgbClr val="E14B04"/>
                </a:solidFill>
                <a:latin typeface="黑体"/>
                <a:cs typeface="黑体"/>
              </a:rPr>
              <a:t>（分时操作系统</a:t>
            </a:r>
            <a:r>
              <a:rPr dirty="0" sz="2400" spc="-50">
                <a:solidFill>
                  <a:srgbClr val="E14B04"/>
                </a:solidFill>
                <a:latin typeface="黑体"/>
                <a:cs typeface="黑体"/>
              </a:rPr>
              <a:t>）</a:t>
            </a:r>
            <a:endParaRPr sz="2400">
              <a:latin typeface="黑体"/>
              <a:cs typeface="黑体"/>
            </a:endParaRPr>
          </a:p>
          <a:p>
            <a:pPr lvl="1" marL="1099185" marR="5080" indent="-457200">
              <a:lnSpc>
                <a:spcPct val="120000"/>
              </a:lnSpc>
              <a:spcBef>
                <a:spcPts val="550"/>
              </a:spcBef>
              <a:buSzPct val="90000"/>
              <a:buFont typeface="Wingdings"/>
              <a:buChar char=""/>
              <a:tabLst>
                <a:tab pos="1099185" algn="l"/>
              </a:tabLst>
            </a:pPr>
            <a:r>
              <a:rPr dirty="0" sz="2000" spc="-20">
                <a:solidFill>
                  <a:srgbClr val="40458B"/>
                </a:solidFill>
                <a:latin typeface="黑体"/>
                <a:cs typeface="黑体"/>
              </a:rPr>
              <a:t>为多台低速或中速的外设服务。以字节交叉的方式分时轮流地为它</a:t>
            </a:r>
            <a:r>
              <a:rPr dirty="0" sz="2000" spc="-15">
                <a:solidFill>
                  <a:srgbClr val="40458B"/>
                </a:solidFill>
                <a:latin typeface="黑体"/>
                <a:cs typeface="黑体"/>
              </a:rPr>
              <a:t>们服务。</a:t>
            </a:r>
            <a:endParaRPr sz="2000">
              <a:latin typeface="黑体"/>
              <a:cs typeface="黑体"/>
            </a:endParaRPr>
          </a:p>
          <a:p>
            <a:pPr lvl="1" marL="1099185" indent="-457200">
              <a:lnSpc>
                <a:spcPct val="100000"/>
              </a:lnSpc>
              <a:spcBef>
                <a:spcPts val="960"/>
              </a:spcBef>
              <a:buSzPct val="90000"/>
              <a:buFont typeface="Wingdings"/>
              <a:buChar char=""/>
              <a:tabLst>
                <a:tab pos="1099185" algn="l"/>
              </a:tabLst>
            </a:pPr>
            <a:r>
              <a:rPr dirty="0" sz="2000" spc="-25">
                <a:solidFill>
                  <a:srgbClr val="40458B"/>
                </a:solidFill>
                <a:latin typeface="黑体"/>
                <a:cs typeface="黑体"/>
              </a:rPr>
              <a:t>字节多路通道可以包含多个子通道，每个子通道连接一台设备控制</a:t>
            </a:r>
            <a:endParaRPr sz="2000">
              <a:latin typeface="黑体"/>
              <a:cs typeface="黑体"/>
            </a:endParaRPr>
          </a:p>
          <a:p>
            <a:pPr marL="1099185">
              <a:lnSpc>
                <a:spcPct val="100000"/>
              </a:lnSpc>
              <a:spcBef>
                <a:spcPts val="480"/>
              </a:spcBef>
            </a:pPr>
            <a:r>
              <a:rPr dirty="0" sz="2000" spc="-20">
                <a:solidFill>
                  <a:srgbClr val="40458B"/>
                </a:solidFill>
                <a:latin typeface="黑体"/>
                <a:cs typeface="黑体"/>
              </a:rPr>
              <a:t>器。但每次只能选择一个设备进行数据传输。</a:t>
            </a:r>
            <a:endParaRPr sz="2000">
              <a:latin typeface="黑体"/>
              <a:cs typeface="黑体"/>
            </a:endParaRPr>
          </a:p>
          <a:p>
            <a:pPr marL="513715">
              <a:lnSpc>
                <a:spcPct val="100000"/>
              </a:lnSpc>
              <a:spcBef>
                <a:spcPts val="1090"/>
              </a:spcBef>
            </a:pPr>
            <a:r>
              <a:rPr dirty="0" sz="2400" spc="-25">
                <a:solidFill>
                  <a:srgbClr val="E14B04"/>
                </a:solidFill>
                <a:latin typeface="黑体"/>
                <a:cs typeface="黑体"/>
              </a:rPr>
              <a:t>优点</a:t>
            </a:r>
            <a:endParaRPr sz="2400">
              <a:latin typeface="黑体"/>
              <a:cs typeface="黑体"/>
            </a:endParaRPr>
          </a:p>
          <a:p>
            <a:pPr lvl="1" marL="1099185" indent="-457200">
              <a:lnSpc>
                <a:spcPct val="100000"/>
              </a:lnSpc>
              <a:spcBef>
                <a:spcPts val="1025"/>
              </a:spcBef>
              <a:buSzPct val="90000"/>
              <a:buFont typeface="Wingdings"/>
              <a:buChar char=""/>
              <a:tabLst>
                <a:tab pos="1099185" algn="l"/>
              </a:tabLst>
            </a:pPr>
            <a:r>
              <a:rPr dirty="0" sz="2000" spc="-20">
                <a:solidFill>
                  <a:srgbClr val="40458B"/>
                </a:solidFill>
                <a:latin typeface="黑体"/>
                <a:cs typeface="黑体"/>
              </a:rPr>
              <a:t>设备利用率高，因为多个设备可以共享通道。</a:t>
            </a:r>
            <a:endParaRPr sz="2000">
              <a:latin typeface="黑体"/>
              <a:cs typeface="黑体"/>
            </a:endParaRPr>
          </a:p>
          <a:p>
            <a:pPr lvl="1" marL="1099185" indent="-457200">
              <a:lnSpc>
                <a:spcPct val="100000"/>
              </a:lnSpc>
              <a:spcBef>
                <a:spcPts val="960"/>
              </a:spcBef>
              <a:buSzPct val="90000"/>
              <a:buFont typeface="Wingdings"/>
              <a:buChar char=""/>
              <a:tabLst>
                <a:tab pos="1099185" algn="l"/>
              </a:tabLst>
            </a:pPr>
            <a:r>
              <a:rPr dirty="0" sz="2000" spc="-10">
                <a:solidFill>
                  <a:srgbClr val="40458B"/>
                </a:solidFill>
                <a:latin typeface="黑体"/>
                <a:cs typeface="黑体"/>
              </a:rPr>
              <a:t>可以连接多种不同类型的</a:t>
            </a:r>
            <a:r>
              <a:rPr dirty="0" sz="2000" spc="-10">
                <a:solidFill>
                  <a:srgbClr val="40458B"/>
                </a:solidFill>
                <a:latin typeface="Tahoma"/>
                <a:cs typeface="Tahoma"/>
              </a:rPr>
              <a:t>I/O</a:t>
            </a:r>
            <a:r>
              <a:rPr dirty="0" sz="2000" spc="-25">
                <a:solidFill>
                  <a:srgbClr val="40458B"/>
                </a:solidFill>
                <a:latin typeface="黑体"/>
                <a:cs typeface="黑体"/>
              </a:rPr>
              <a:t>设备。</a:t>
            </a:r>
            <a:endParaRPr sz="2000">
              <a:latin typeface="黑体"/>
              <a:cs typeface="黑体"/>
            </a:endParaRPr>
          </a:p>
          <a:p>
            <a:pPr marL="513715">
              <a:lnSpc>
                <a:spcPct val="100000"/>
              </a:lnSpc>
              <a:spcBef>
                <a:spcPts val="1090"/>
              </a:spcBef>
            </a:pPr>
            <a:r>
              <a:rPr dirty="0" sz="2400" spc="-25">
                <a:solidFill>
                  <a:srgbClr val="E14B04"/>
                </a:solidFill>
                <a:latin typeface="黑体"/>
                <a:cs typeface="黑体"/>
              </a:rPr>
              <a:t>缺点</a:t>
            </a:r>
            <a:endParaRPr sz="2400">
              <a:latin typeface="黑体"/>
              <a:cs typeface="黑体"/>
            </a:endParaRPr>
          </a:p>
          <a:p>
            <a:pPr lvl="1" marL="1099185" indent="-457200">
              <a:lnSpc>
                <a:spcPct val="100000"/>
              </a:lnSpc>
              <a:spcBef>
                <a:spcPts val="1025"/>
              </a:spcBef>
              <a:buSzPct val="90000"/>
              <a:buFont typeface="Wingdings"/>
              <a:buChar char=""/>
              <a:tabLst>
                <a:tab pos="1099185" algn="l"/>
              </a:tabLst>
            </a:pPr>
            <a:r>
              <a:rPr dirty="0" sz="2000" spc="-15">
                <a:solidFill>
                  <a:srgbClr val="40458B"/>
                </a:solidFill>
                <a:latin typeface="黑体"/>
                <a:cs typeface="黑体"/>
              </a:rPr>
              <a:t>切换开销大</a:t>
            </a:r>
            <a:endParaRPr sz="2000">
              <a:latin typeface="黑体"/>
              <a:cs typeface="黑体"/>
            </a:endParaRPr>
          </a:p>
          <a:p>
            <a:pPr lvl="1" marL="1099185" indent="-457200">
              <a:lnSpc>
                <a:spcPct val="100000"/>
              </a:lnSpc>
              <a:spcBef>
                <a:spcPts val="960"/>
              </a:spcBef>
              <a:buSzPct val="90000"/>
              <a:buFont typeface="Wingdings"/>
              <a:buChar char=""/>
              <a:tabLst>
                <a:tab pos="1099185" algn="l"/>
              </a:tabLst>
            </a:pPr>
            <a:r>
              <a:rPr dirty="0" sz="2000" spc="-20">
                <a:solidFill>
                  <a:srgbClr val="40458B"/>
                </a:solidFill>
                <a:latin typeface="黑体"/>
                <a:cs typeface="黑体"/>
              </a:rPr>
              <a:t>传输效率相对较低，因为每次只能传输一个字节。</a:t>
            </a:r>
            <a:endParaRPr sz="2000">
              <a:latin typeface="黑体"/>
              <a:cs typeface="黑体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85762" y="5435536"/>
            <a:ext cx="8191500" cy="1427480"/>
            <a:chOff x="385762" y="5435536"/>
            <a:chExt cx="8191500" cy="1427480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5287" y="5445188"/>
              <a:ext cx="8172450" cy="1412810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390525" y="5440298"/>
              <a:ext cx="8181975" cy="1417955"/>
            </a:xfrm>
            <a:custGeom>
              <a:avLst/>
              <a:gdLst/>
              <a:ahLst/>
              <a:cxnLst/>
              <a:rect l="l" t="t" r="r" b="b"/>
              <a:pathLst>
                <a:path w="8181975" h="1417954">
                  <a:moveTo>
                    <a:pt x="8181975" y="1417701"/>
                  </a:moveTo>
                  <a:lnTo>
                    <a:pt x="8181975" y="0"/>
                  </a:lnTo>
                  <a:lnTo>
                    <a:pt x="0" y="0"/>
                  </a:lnTo>
                  <a:lnTo>
                    <a:pt x="0" y="1417701"/>
                  </a:lnTo>
                </a:path>
              </a:pathLst>
            </a:custGeom>
            <a:ln w="9525">
              <a:solidFill>
                <a:srgbClr val="9933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53605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34809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15" b="1">
                <a:solidFill>
                  <a:srgbClr val="40458B"/>
                </a:solidFill>
                <a:latin typeface="宋体"/>
                <a:cs typeface="宋体"/>
              </a:rPr>
              <a:t>82/81</a:t>
            </a:r>
            <a:endParaRPr baseline="1736" sz="2400">
              <a:latin typeface="宋体"/>
              <a:cs typeface="宋体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19062" y="188976"/>
            <a:ext cx="1437005" cy="274955"/>
            <a:chOff x="119062" y="188976"/>
            <a:chExt cx="1437005" cy="274955"/>
          </a:xfrm>
        </p:grpSpPr>
        <p:sp>
          <p:nvSpPr>
            <p:cNvPr id="4" name="object 4" descr=""/>
            <p:cNvSpPr/>
            <p:nvPr/>
          </p:nvSpPr>
          <p:spPr>
            <a:xfrm>
              <a:off x="119062" y="188976"/>
              <a:ext cx="499745" cy="274955"/>
            </a:xfrm>
            <a:custGeom>
              <a:avLst/>
              <a:gdLst/>
              <a:ahLst/>
              <a:cxnLst/>
              <a:rect l="l" t="t" r="r" b="b"/>
              <a:pathLst>
                <a:path w="499745" h="274955">
                  <a:moveTo>
                    <a:pt x="119837" y="0"/>
                  </a:moveTo>
                  <a:lnTo>
                    <a:pt x="4993" y="41528"/>
                  </a:lnTo>
                  <a:lnTo>
                    <a:pt x="264655" y="135508"/>
                  </a:lnTo>
                  <a:lnTo>
                    <a:pt x="0" y="231266"/>
                  </a:lnTo>
                  <a:lnTo>
                    <a:pt x="119837" y="274574"/>
                  </a:lnTo>
                  <a:lnTo>
                    <a:pt x="499338" y="137287"/>
                  </a:lnTo>
                  <a:lnTo>
                    <a:pt x="119837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85546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9621" y="0"/>
                  </a:moveTo>
                  <a:lnTo>
                    <a:pt x="4991" y="41528"/>
                  </a:lnTo>
                  <a:lnTo>
                    <a:pt x="264147" y="135508"/>
                  </a:lnTo>
                  <a:lnTo>
                    <a:pt x="0" y="231266"/>
                  </a:lnTo>
                  <a:lnTo>
                    <a:pt x="119621" y="274574"/>
                  </a:lnTo>
                  <a:lnTo>
                    <a:pt x="497141" y="137287"/>
                  </a:lnTo>
                  <a:lnTo>
                    <a:pt x="119621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058608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8363" y="0"/>
                  </a:moveTo>
                  <a:lnTo>
                    <a:pt x="4978" y="41528"/>
                  </a:lnTo>
                  <a:lnTo>
                    <a:pt x="264096" y="135508"/>
                  </a:lnTo>
                  <a:lnTo>
                    <a:pt x="0" y="231266"/>
                  </a:lnTo>
                  <a:lnTo>
                    <a:pt x="118363" y="274574"/>
                  </a:lnTo>
                  <a:lnTo>
                    <a:pt x="497141" y="137287"/>
                  </a:lnTo>
                  <a:lnTo>
                    <a:pt x="118363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23315" algn="l"/>
                <a:tab pos="1885314" algn="l"/>
                <a:tab pos="7600315" algn="l"/>
              </a:tabLst>
            </a:pPr>
            <a:r>
              <a:rPr dirty="0"/>
              <a:t>	</a:t>
            </a:r>
            <a:r>
              <a:rPr dirty="0" spc="-25"/>
              <a:t>8.5</a:t>
            </a:r>
            <a:r>
              <a:rPr dirty="0"/>
              <a:t>	通道处理</a:t>
            </a:r>
            <a:r>
              <a:rPr dirty="0" spc="-50"/>
              <a:t>机</a:t>
            </a:r>
            <a:r>
              <a:rPr dirty="0"/>
              <a:t>	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78739" y="757554"/>
            <a:ext cx="9070340" cy="4435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65760" indent="-353060">
              <a:lnSpc>
                <a:spcPct val="100000"/>
              </a:lnSpc>
              <a:spcBef>
                <a:spcPts val="100"/>
              </a:spcBef>
              <a:buFont typeface="Tahoma"/>
              <a:buAutoNum type="arabicPeriod" startAt="2"/>
              <a:tabLst>
                <a:tab pos="365760" algn="l"/>
              </a:tabLst>
            </a:pPr>
            <a:r>
              <a:rPr dirty="0" sz="2400" spc="-90">
                <a:solidFill>
                  <a:srgbClr val="E14B04"/>
                </a:solidFill>
                <a:latin typeface="黑体"/>
                <a:cs typeface="黑体"/>
              </a:rPr>
              <a:t>选择通道 </a:t>
            </a:r>
            <a:r>
              <a:rPr dirty="0" sz="2400">
                <a:solidFill>
                  <a:srgbClr val="E14B04"/>
                </a:solidFill>
                <a:latin typeface="黑体"/>
                <a:cs typeface="黑体"/>
              </a:rPr>
              <a:t>（长时间独占一个设备）（批处理系统</a:t>
            </a:r>
            <a:r>
              <a:rPr dirty="0" sz="2400" spc="-50">
                <a:solidFill>
                  <a:srgbClr val="E14B04"/>
                </a:solidFill>
                <a:latin typeface="黑体"/>
                <a:cs typeface="黑体"/>
              </a:rPr>
              <a:t>）</a:t>
            </a:r>
            <a:endParaRPr sz="2400">
              <a:latin typeface="黑体"/>
              <a:cs typeface="黑体"/>
            </a:endParaRPr>
          </a:p>
          <a:p>
            <a:pPr lvl="1" marL="1099185" marR="140970" indent="-457834">
              <a:lnSpc>
                <a:spcPct val="150100"/>
              </a:lnSpc>
              <a:spcBef>
                <a:spcPts val="580"/>
              </a:spcBef>
              <a:buSzPct val="88636"/>
              <a:buFont typeface="Wingdings"/>
              <a:buChar char=""/>
              <a:tabLst>
                <a:tab pos="1099185" algn="l"/>
              </a:tabLst>
            </a:pPr>
            <a:r>
              <a:rPr dirty="0" sz="2200" spc="-50">
                <a:solidFill>
                  <a:srgbClr val="40458B"/>
                </a:solidFill>
                <a:latin typeface="黑体"/>
                <a:cs typeface="黑体"/>
              </a:rPr>
              <a:t>为多台高速外围设备服务。 在一段时间内只为一台高速外设独</a:t>
            </a: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占使用。但它允许在数据传输过程中进行其他设备的选择和准备</a:t>
            </a:r>
            <a:endParaRPr sz="2200">
              <a:latin typeface="黑体"/>
              <a:cs typeface="黑体"/>
            </a:endParaRPr>
          </a:p>
          <a:p>
            <a:pPr lvl="1" marL="1099185" indent="-457200">
              <a:lnSpc>
                <a:spcPct val="100000"/>
              </a:lnSpc>
              <a:spcBef>
                <a:spcPts val="1850"/>
              </a:spcBef>
              <a:buSzPct val="88636"/>
              <a:buFont typeface="Wingdings"/>
              <a:buChar char=""/>
              <a:tabLst>
                <a:tab pos="1099185" algn="l"/>
              </a:tabLst>
            </a:pP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适用于连接需要高速、大量数据传输的</a:t>
            </a:r>
            <a:r>
              <a:rPr dirty="0" sz="2200" spc="-25">
                <a:solidFill>
                  <a:srgbClr val="40458B"/>
                </a:solidFill>
                <a:latin typeface="Tahoma"/>
                <a:cs typeface="Tahoma"/>
              </a:rPr>
              <a:t>I/O</a:t>
            </a: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设备，如磁盘阵列等。</a:t>
            </a:r>
            <a:endParaRPr sz="2200">
              <a:latin typeface="黑体"/>
              <a:cs typeface="黑体"/>
            </a:endParaRPr>
          </a:p>
          <a:p>
            <a:pPr lvl="1" marL="1099185" indent="-457200">
              <a:lnSpc>
                <a:spcPct val="100000"/>
              </a:lnSpc>
              <a:spcBef>
                <a:spcPts val="1850"/>
              </a:spcBef>
              <a:buSzPct val="88636"/>
              <a:buFont typeface="Wingdings"/>
              <a:buChar char=""/>
              <a:tabLst>
                <a:tab pos="1099185" algn="l"/>
              </a:tabLst>
            </a:pP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选择通道的硬件</a:t>
            </a:r>
            <a:endParaRPr sz="2200">
              <a:latin typeface="黑体"/>
              <a:cs typeface="黑体"/>
            </a:endParaRPr>
          </a:p>
          <a:p>
            <a:pPr lvl="2" marL="1163320" marR="294640" indent="-358140">
              <a:lnSpc>
                <a:spcPct val="150000"/>
              </a:lnSpc>
              <a:spcBef>
                <a:spcPts val="530"/>
              </a:spcBef>
              <a:buClr>
                <a:srgbClr val="006600"/>
              </a:buClr>
              <a:buSzPct val="63888"/>
              <a:buFont typeface="Wingdings"/>
              <a:buChar char=""/>
              <a:tabLst>
                <a:tab pos="1163320" algn="l"/>
              </a:tabLst>
            </a:pPr>
            <a:r>
              <a:rPr dirty="0" sz="1800" spc="-10" b="1">
                <a:solidFill>
                  <a:srgbClr val="006FC0"/>
                </a:solidFill>
                <a:latin typeface="宋体"/>
                <a:cs typeface="宋体"/>
              </a:rPr>
              <a:t>5</a:t>
            </a:r>
            <a:r>
              <a:rPr dirty="0" sz="1800" spc="-15" b="1">
                <a:solidFill>
                  <a:srgbClr val="006FC0"/>
                </a:solidFill>
                <a:latin typeface="宋体"/>
                <a:cs typeface="宋体"/>
              </a:rPr>
              <a:t>个寄存器： 数据缓冲寄存器、设备地址寄存器、主存地址计数器、交换字节数计数器、设备状态/控制寄存器</a:t>
            </a:r>
            <a:endParaRPr sz="1800">
              <a:latin typeface="宋体"/>
              <a:cs typeface="宋体"/>
            </a:endParaRPr>
          </a:p>
          <a:p>
            <a:pPr lvl="2" marL="1163320" indent="-358140">
              <a:lnSpc>
                <a:spcPct val="100000"/>
              </a:lnSpc>
              <a:spcBef>
                <a:spcPts val="1515"/>
              </a:spcBef>
              <a:buClr>
                <a:srgbClr val="006600"/>
              </a:buClr>
              <a:buSzPct val="63888"/>
              <a:buFont typeface="Wingdings"/>
              <a:buChar char=""/>
              <a:tabLst>
                <a:tab pos="1163320" algn="l"/>
              </a:tabLst>
            </a:pPr>
            <a:r>
              <a:rPr dirty="0" sz="1800" spc="-15" b="1">
                <a:solidFill>
                  <a:srgbClr val="006FC0"/>
                </a:solidFill>
                <a:latin typeface="宋体"/>
                <a:cs typeface="宋体"/>
              </a:rPr>
              <a:t>格式变换部件：用于在主存和设备之间进行字与字节的拆分和装配</a:t>
            </a:r>
            <a:endParaRPr sz="1800">
              <a:latin typeface="宋体"/>
              <a:cs typeface="宋体"/>
            </a:endParaRPr>
          </a:p>
          <a:p>
            <a:pPr lvl="2" marL="1163320" indent="-358140">
              <a:lnSpc>
                <a:spcPct val="100000"/>
              </a:lnSpc>
              <a:spcBef>
                <a:spcPts val="1510"/>
              </a:spcBef>
              <a:buClr>
                <a:srgbClr val="006600"/>
              </a:buClr>
              <a:buSzPct val="63888"/>
              <a:buFont typeface="Wingdings"/>
              <a:buChar char=""/>
              <a:tabLst>
                <a:tab pos="1163320" algn="l"/>
              </a:tabLst>
            </a:pPr>
            <a:r>
              <a:rPr dirty="0" sz="1800" spc="-20" b="1">
                <a:solidFill>
                  <a:srgbClr val="006FC0"/>
                </a:solidFill>
                <a:latin typeface="宋体"/>
                <a:cs typeface="宋体"/>
              </a:rPr>
              <a:t>通道控制部件</a:t>
            </a:r>
            <a:endParaRPr sz="1800">
              <a:latin typeface="宋体"/>
              <a:cs typeface="宋体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46125" y="5291137"/>
            <a:ext cx="7529830" cy="1571625"/>
            <a:chOff x="746125" y="5291137"/>
            <a:chExt cx="7529830" cy="1571625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5650" y="5300724"/>
              <a:ext cx="7510399" cy="1557274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750887" y="5295900"/>
              <a:ext cx="7520305" cy="1562100"/>
            </a:xfrm>
            <a:custGeom>
              <a:avLst/>
              <a:gdLst/>
              <a:ahLst/>
              <a:cxnLst/>
              <a:rect l="l" t="t" r="r" b="b"/>
              <a:pathLst>
                <a:path w="7520305" h="1562100">
                  <a:moveTo>
                    <a:pt x="7520051" y="1562100"/>
                  </a:moveTo>
                  <a:lnTo>
                    <a:pt x="7520051" y="0"/>
                  </a:lnTo>
                  <a:lnTo>
                    <a:pt x="0" y="0"/>
                  </a:lnTo>
                  <a:lnTo>
                    <a:pt x="0" y="1562100"/>
                  </a:lnTo>
                </a:path>
              </a:pathLst>
            </a:custGeom>
            <a:ln w="9525">
              <a:solidFill>
                <a:srgbClr val="9933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53605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34809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15" b="1">
                <a:solidFill>
                  <a:srgbClr val="40458B"/>
                </a:solidFill>
                <a:latin typeface="宋体"/>
                <a:cs typeface="宋体"/>
              </a:rPr>
              <a:t>83/81</a:t>
            </a:r>
            <a:endParaRPr baseline="1736" sz="2400">
              <a:latin typeface="宋体"/>
              <a:cs typeface="宋体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19062" y="188976"/>
            <a:ext cx="1437005" cy="274955"/>
            <a:chOff x="119062" y="188976"/>
            <a:chExt cx="1437005" cy="274955"/>
          </a:xfrm>
        </p:grpSpPr>
        <p:sp>
          <p:nvSpPr>
            <p:cNvPr id="4" name="object 4" descr=""/>
            <p:cNvSpPr/>
            <p:nvPr/>
          </p:nvSpPr>
          <p:spPr>
            <a:xfrm>
              <a:off x="119062" y="188976"/>
              <a:ext cx="499745" cy="274955"/>
            </a:xfrm>
            <a:custGeom>
              <a:avLst/>
              <a:gdLst/>
              <a:ahLst/>
              <a:cxnLst/>
              <a:rect l="l" t="t" r="r" b="b"/>
              <a:pathLst>
                <a:path w="499745" h="274955">
                  <a:moveTo>
                    <a:pt x="119837" y="0"/>
                  </a:moveTo>
                  <a:lnTo>
                    <a:pt x="4993" y="41528"/>
                  </a:lnTo>
                  <a:lnTo>
                    <a:pt x="264655" y="135508"/>
                  </a:lnTo>
                  <a:lnTo>
                    <a:pt x="0" y="231266"/>
                  </a:lnTo>
                  <a:lnTo>
                    <a:pt x="119837" y="274574"/>
                  </a:lnTo>
                  <a:lnTo>
                    <a:pt x="499338" y="137287"/>
                  </a:lnTo>
                  <a:lnTo>
                    <a:pt x="119837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85546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9621" y="0"/>
                  </a:moveTo>
                  <a:lnTo>
                    <a:pt x="4991" y="41528"/>
                  </a:lnTo>
                  <a:lnTo>
                    <a:pt x="264147" y="135508"/>
                  </a:lnTo>
                  <a:lnTo>
                    <a:pt x="0" y="231266"/>
                  </a:lnTo>
                  <a:lnTo>
                    <a:pt x="119621" y="274574"/>
                  </a:lnTo>
                  <a:lnTo>
                    <a:pt x="497141" y="137287"/>
                  </a:lnTo>
                  <a:lnTo>
                    <a:pt x="119621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058608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8363" y="0"/>
                  </a:moveTo>
                  <a:lnTo>
                    <a:pt x="4978" y="41528"/>
                  </a:lnTo>
                  <a:lnTo>
                    <a:pt x="264096" y="135508"/>
                  </a:lnTo>
                  <a:lnTo>
                    <a:pt x="0" y="231266"/>
                  </a:lnTo>
                  <a:lnTo>
                    <a:pt x="118363" y="274574"/>
                  </a:lnTo>
                  <a:lnTo>
                    <a:pt x="497141" y="137287"/>
                  </a:lnTo>
                  <a:lnTo>
                    <a:pt x="118363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543050" y="138176"/>
            <a:ext cx="761365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23315" algn="l"/>
                <a:tab pos="1885314" algn="l"/>
                <a:tab pos="7600315" algn="l"/>
              </a:tabLst>
            </a:pPr>
            <a:r>
              <a:rPr dirty="0"/>
              <a:t>	</a:t>
            </a:r>
            <a:r>
              <a:rPr dirty="0" spc="-25"/>
              <a:t>8.5</a:t>
            </a:r>
            <a:r>
              <a:rPr dirty="0"/>
              <a:t>	通道处理</a:t>
            </a:r>
            <a:r>
              <a:rPr dirty="0" spc="-50"/>
              <a:t>机</a:t>
            </a:r>
            <a:r>
              <a:rPr dirty="0"/>
              <a:t>	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78739" y="523692"/>
            <a:ext cx="8933815" cy="2894330"/>
          </a:xfrm>
          <a:prstGeom prst="rect">
            <a:avLst/>
          </a:prstGeom>
        </p:spPr>
        <p:txBody>
          <a:bodyPr wrap="square" lIns="0" tIns="163830" rIns="0" bIns="0" rtlCol="0" vert="horz">
            <a:spAutoFit/>
          </a:bodyPr>
          <a:lstStyle/>
          <a:p>
            <a:pPr marL="365760" indent="-353060">
              <a:lnSpc>
                <a:spcPct val="100000"/>
              </a:lnSpc>
              <a:spcBef>
                <a:spcPts val="1290"/>
              </a:spcBef>
              <a:buFont typeface="Tahoma"/>
              <a:buAutoNum type="arabicPeriod" startAt="2"/>
              <a:tabLst>
                <a:tab pos="365760" algn="l"/>
              </a:tabLst>
            </a:pPr>
            <a:r>
              <a:rPr dirty="0" sz="2400" spc="-90">
                <a:solidFill>
                  <a:srgbClr val="E14B04"/>
                </a:solidFill>
                <a:latin typeface="黑体"/>
                <a:cs typeface="黑体"/>
              </a:rPr>
              <a:t>选择通道 </a:t>
            </a:r>
            <a:r>
              <a:rPr dirty="0" sz="2400">
                <a:solidFill>
                  <a:srgbClr val="E14B04"/>
                </a:solidFill>
                <a:latin typeface="黑体"/>
                <a:cs typeface="黑体"/>
              </a:rPr>
              <a:t>（长时间独占一个设备）（批处理系统</a:t>
            </a:r>
            <a:r>
              <a:rPr dirty="0" sz="2400" spc="-50">
                <a:solidFill>
                  <a:srgbClr val="E14B04"/>
                </a:solidFill>
                <a:latin typeface="黑体"/>
                <a:cs typeface="黑体"/>
              </a:rPr>
              <a:t>）</a:t>
            </a:r>
            <a:endParaRPr sz="2400">
              <a:latin typeface="黑体"/>
              <a:cs typeface="黑体"/>
            </a:endParaRPr>
          </a:p>
          <a:p>
            <a:pPr marL="641985">
              <a:lnSpc>
                <a:spcPct val="100000"/>
              </a:lnSpc>
              <a:spcBef>
                <a:spcPts val="1090"/>
              </a:spcBef>
            </a:pPr>
            <a:r>
              <a:rPr dirty="0" sz="2200" spc="-35">
                <a:solidFill>
                  <a:srgbClr val="FF0000"/>
                </a:solidFill>
                <a:latin typeface="黑体"/>
                <a:cs typeface="黑体"/>
              </a:rPr>
              <a:t>优点</a:t>
            </a:r>
            <a:endParaRPr sz="2200">
              <a:latin typeface="黑体"/>
              <a:cs typeface="黑体"/>
            </a:endParaRPr>
          </a:p>
          <a:p>
            <a:pPr lvl="1" marL="1099185" indent="-457200">
              <a:lnSpc>
                <a:spcPct val="100000"/>
              </a:lnSpc>
              <a:spcBef>
                <a:spcPts val="1060"/>
              </a:spcBef>
              <a:buSzPct val="88636"/>
              <a:buFont typeface="Wingdings"/>
              <a:buChar char=""/>
              <a:tabLst>
                <a:tab pos="1099185" algn="l"/>
              </a:tabLst>
            </a:pP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数据传输速度非常快，因为每次只连接一个设备进行数据传输。</a:t>
            </a:r>
            <a:endParaRPr sz="2200">
              <a:latin typeface="黑体"/>
              <a:cs typeface="黑体"/>
            </a:endParaRPr>
          </a:p>
          <a:p>
            <a:pPr lvl="1" marL="641985" marR="2519045" indent="457200">
              <a:lnSpc>
                <a:spcPct val="140000"/>
              </a:lnSpc>
              <a:buSzPct val="88636"/>
              <a:buFont typeface="Wingdings"/>
              <a:buChar char=""/>
              <a:tabLst>
                <a:tab pos="1099185" algn="l"/>
              </a:tabLst>
            </a:pP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减少了数据传输过程中的冲突和等待时间。</a:t>
            </a:r>
            <a:r>
              <a:rPr dirty="0" sz="2200" spc="-35">
                <a:solidFill>
                  <a:srgbClr val="FF0000"/>
                </a:solidFill>
                <a:latin typeface="黑体"/>
                <a:cs typeface="黑体"/>
              </a:rPr>
              <a:t>缺点</a:t>
            </a:r>
            <a:endParaRPr sz="2200">
              <a:latin typeface="黑体"/>
              <a:cs typeface="黑体"/>
            </a:endParaRPr>
          </a:p>
          <a:p>
            <a:pPr lvl="1" marL="1099185" indent="-457200">
              <a:lnSpc>
                <a:spcPct val="100000"/>
              </a:lnSpc>
              <a:spcBef>
                <a:spcPts val="1055"/>
              </a:spcBef>
              <a:buSzPct val="88636"/>
              <a:buFont typeface="Wingdings"/>
              <a:buChar char=""/>
              <a:tabLst>
                <a:tab pos="1099185" algn="l"/>
              </a:tabLst>
            </a:pP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设备利用率相对较低，因为每次只能连接一个设备。</a:t>
            </a:r>
            <a:endParaRPr sz="22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53605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34809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15" b="1">
                <a:solidFill>
                  <a:srgbClr val="40458B"/>
                </a:solidFill>
                <a:latin typeface="宋体"/>
                <a:cs typeface="宋体"/>
              </a:rPr>
              <a:t>84/81</a:t>
            </a:r>
            <a:endParaRPr baseline="1736" sz="2400">
              <a:latin typeface="宋体"/>
              <a:cs typeface="宋体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19062" y="188976"/>
            <a:ext cx="1437005" cy="274955"/>
            <a:chOff x="119062" y="188976"/>
            <a:chExt cx="1437005" cy="274955"/>
          </a:xfrm>
        </p:grpSpPr>
        <p:sp>
          <p:nvSpPr>
            <p:cNvPr id="4" name="object 4" descr=""/>
            <p:cNvSpPr/>
            <p:nvPr/>
          </p:nvSpPr>
          <p:spPr>
            <a:xfrm>
              <a:off x="119062" y="188976"/>
              <a:ext cx="499745" cy="274955"/>
            </a:xfrm>
            <a:custGeom>
              <a:avLst/>
              <a:gdLst/>
              <a:ahLst/>
              <a:cxnLst/>
              <a:rect l="l" t="t" r="r" b="b"/>
              <a:pathLst>
                <a:path w="499745" h="274955">
                  <a:moveTo>
                    <a:pt x="119837" y="0"/>
                  </a:moveTo>
                  <a:lnTo>
                    <a:pt x="4993" y="41528"/>
                  </a:lnTo>
                  <a:lnTo>
                    <a:pt x="264655" y="135508"/>
                  </a:lnTo>
                  <a:lnTo>
                    <a:pt x="0" y="231266"/>
                  </a:lnTo>
                  <a:lnTo>
                    <a:pt x="119837" y="274574"/>
                  </a:lnTo>
                  <a:lnTo>
                    <a:pt x="499338" y="137287"/>
                  </a:lnTo>
                  <a:lnTo>
                    <a:pt x="119837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85546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9621" y="0"/>
                  </a:moveTo>
                  <a:lnTo>
                    <a:pt x="4991" y="41528"/>
                  </a:lnTo>
                  <a:lnTo>
                    <a:pt x="264147" y="135508"/>
                  </a:lnTo>
                  <a:lnTo>
                    <a:pt x="0" y="231266"/>
                  </a:lnTo>
                  <a:lnTo>
                    <a:pt x="119621" y="274574"/>
                  </a:lnTo>
                  <a:lnTo>
                    <a:pt x="497141" y="137287"/>
                  </a:lnTo>
                  <a:lnTo>
                    <a:pt x="119621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058608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8363" y="0"/>
                  </a:moveTo>
                  <a:lnTo>
                    <a:pt x="4978" y="41528"/>
                  </a:lnTo>
                  <a:lnTo>
                    <a:pt x="264096" y="135508"/>
                  </a:lnTo>
                  <a:lnTo>
                    <a:pt x="0" y="231266"/>
                  </a:lnTo>
                  <a:lnTo>
                    <a:pt x="118363" y="274574"/>
                  </a:lnTo>
                  <a:lnTo>
                    <a:pt x="497141" y="137287"/>
                  </a:lnTo>
                  <a:lnTo>
                    <a:pt x="118363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23315" algn="l"/>
                <a:tab pos="1885314" algn="l"/>
                <a:tab pos="7600315" algn="l"/>
              </a:tabLst>
            </a:pPr>
            <a:r>
              <a:rPr dirty="0"/>
              <a:t>	</a:t>
            </a:r>
            <a:r>
              <a:rPr dirty="0" spc="-25"/>
              <a:t>8.5</a:t>
            </a:r>
            <a:r>
              <a:rPr dirty="0"/>
              <a:t>	通道处理</a:t>
            </a:r>
            <a:r>
              <a:rPr dirty="0" spc="-50"/>
              <a:t>机</a:t>
            </a:r>
            <a:r>
              <a:rPr dirty="0"/>
              <a:t>	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78739" y="722564"/>
            <a:ext cx="8933815" cy="4912995"/>
          </a:xfrm>
          <a:prstGeom prst="rect">
            <a:avLst/>
          </a:prstGeom>
        </p:spPr>
        <p:txBody>
          <a:bodyPr wrap="square" lIns="0" tIns="163830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290"/>
              </a:spcBef>
              <a:buClr>
                <a:srgbClr val="40458B"/>
              </a:buClr>
              <a:buFont typeface="Tahoma"/>
              <a:buAutoNum type="arabicPeriod" startAt="3"/>
              <a:tabLst>
                <a:tab pos="469265" algn="l"/>
              </a:tabLst>
            </a:pPr>
            <a:r>
              <a:rPr dirty="0" sz="2400" spc="-65">
                <a:solidFill>
                  <a:srgbClr val="E14B04"/>
                </a:solidFill>
                <a:latin typeface="黑体"/>
                <a:cs typeface="黑体"/>
              </a:rPr>
              <a:t>数组多路通道 </a:t>
            </a:r>
            <a:r>
              <a:rPr dirty="0" sz="2400">
                <a:solidFill>
                  <a:srgbClr val="E14B04"/>
                </a:solidFill>
                <a:latin typeface="黑体"/>
                <a:cs typeface="黑体"/>
              </a:rPr>
              <a:t>（前两个折中）（多任务操作系统</a:t>
            </a:r>
            <a:r>
              <a:rPr dirty="0" sz="2400" spc="-50">
                <a:solidFill>
                  <a:srgbClr val="E14B04"/>
                </a:solidFill>
                <a:latin typeface="黑体"/>
                <a:cs typeface="黑体"/>
              </a:rPr>
              <a:t>）</a:t>
            </a:r>
            <a:endParaRPr sz="2400">
              <a:latin typeface="黑体"/>
              <a:cs typeface="黑体"/>
            </a:endParaRPr>
          </a:p>
          <a:p>
            <a:pPr lvl="1" marL="1099185" indent="-457200">
              <a:lnSpc>
                <a:spcPct val="100000"/>
              </a:lnSpc>
              <a:spcBef>
                <a:spcPts val="1085"/>
              </a:spcBef>
              <a:buSzPct val="88636"/>
              <a:buFont typeface="Wingdings"/>
              <a:buChar char=""/>
              <a:tabLst>
                <a:tab pos="1099185" algn="l"/>
              </a:tabLst>
            </a:pP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适用于高速设备，磁盘等。</a:t>
            </a:r>
            <a:endParaRPr sz="2200">
              <a:latin typeface="黑体"/>
              <a:cs typeface="黑体"/>
            </a:endParaRPr>
          </a:p>
          <a:p>
            <a:pPr lvl="1" marL="1099185" marR="283845" indent="-457834">
              <a:lnSpc>
                <a:spcPct val="120000"/>
              </a:lnSpc>
              <a:spcBef>
                <a:spcPts val="530"/>
              </a:spcBef>
              <a:buSzPct val="88636"/>
              <a:buFont typeface="Wingdings"/>
              <a:buChar char=""/>
              <a:tabLst>
                <a:tab pos="1099185" algn="l"/>
              </a:tabLst>
            </a:pP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每次选择一个高速设备后传送一个数据块，轮流为多台外围设备服务。</a:t>
            </a:r>
            <a:endParaRPr sz="2200">
              <a:latin typeface="黑体"/>
              <a:cs typeface="黑体"/>
            </a:endParaRPr>
          </a:p>
          <a:p>
            <a:pPr lvl="1" marL="1099185" indent="-457200">
              <a:lnSpc>
                <a:spcPct val="100000"/>
              </a:lnSpc>
              <a:spcBef>
                <a:spcPts val="1060"/>
              </a:spcBef>
              <a:buSzPct val="88636"/>
              <a:buFont typeface="Wingdings"/>
              <a:buChar char=""/>
              <a:tabLst>
                <a:tab pos="1099185" algn="l"/>
              </a:tabLst>
            </a:pP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数组多路通道之所以能够并行地为多台高速设备服务，是因为</a:t>
            </a:r>
            <a:endParaRPr sz="2200">
              <a:latin typeface="黑体"/>
              <a:cs typeface="黑体"/>
            </a:endParaRPr>
          </a:p>
          <a:p>
            <a:pPr marL="1099185">
              <a:lnSpc>
                <a:spcPct val="100000"/>
              </a:lnSpc>
              <a:spcBef>
                <a:spcPts val="530"/>
              </a:spcBef>
            </a:pP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虽然其所连设备的传输速率很高，但寻址等辅助操作时间很长。</a:t>
            </a:r>
            <a:endParaRPr sz="2200">
              <a:latin typeface="黑体"/>
              <a:cs typeface="黑体"/>
            </a:endParaRPr>
          </a:p>
          <a:p>
            <a:pPr>
              <a:lnSpc>
                <a:spcPct val="100000"/>
              </a:lnSpc>
              <a:spcBef>
                <a:spcPts val="1335"/>
              </a:spcBef>
            </a:pPr>
            <a:endParaRPr sz="2200">
              <a:latin typeface="黑体"/>
              <a:cs typeface="黑体"/>
            </a:endParaRPr>
          </a:p>
          <a:p>
            <a:pPr marL="957580">
              <a:lnSpc>
                <a:spcPct val="100000"/>
              </a:lnSpc>
            </a:pPr>
            <a:r>
              <a:rPr dirty="0" sz="2200" spc="-35">
                <a:solidFill>
                  <a:srgbClr val="E14B04"/>
                </a:solidFill>
                <a:latin typeface="黑体"/>
                <a:cs typeface="黑体"/>
              </a:rPr>
              <a:t>以从磁盘存储器读出一个文件的过程为例：</a:t>
            </a:r>
            <a:endParaRPr sz="2200">
              <a:latin typeface="黑体"/>
              <a:cs typeface="黑体"/>
            </a:endParaRPr>
          </a:p>
          <a:p>
            <a:pPr lvl="2" marL="1264285" indent="-360045">
              <a:lnSpc>
                <a:spcPct val="100000"/>
              </a:lnSpc>
              <a:spcBef>
                <a:spcPts val="994"/>
              </a:spcBef>
              <a:buClr>
                <a:srgbClr val="4668F5"/>
              </a:buClr>
              <a:buSzPct val="60000"/>
              <a:buFont typeface="Wingdings"/>
              <a:buChar char=""/>
              <a:tabLst>
                <a:tab pos="1264285" algn="l"/>
              </a:tabLst>
            </a:pPr>
            <a:r>
              <a:rPr dirty="0" sz="2000" spc="-10" b="1">
                <a:solidFill>
                  <a:srgbClr val="FF5CFF"/>
                </a:solidFill>
                <a:latin typeface="宋体"/>
                <a:cs typeface="宋体"/>
              </a:rPr>
              <a:t>数据读出过程可以分为</a:t>
            </a:r>
            <a:r>
              <a:rPr dirty="0" sz="2000" spc="-10" b="1">
                <a:solidFill>
                  <a:srgbClr val="9933FF"/>
                </a:solidFill>
                <a:latin typeface="Times New Roman"/>
                <a:cs typeface="Times New Roman"/>
              </a:rPr>
              <a:t>3</a:t>
            </a:r>
            <a:r>
              <a:rPr dirty="0" sz="2000" spc="-25" b="1">
                <a:solidFill>
                  <a:srgbClr val="FF5CFF"/>
                </a:solidFill>
                <a:latin typeface="宋体"/>
                <a:cs typeface="宋体"/>
              </a:rPr>
              <a:t>个步骤：磁头定位，找扇区和读出数据。</a:t>
            </a:r>
            <a:endParaRPr sz="2000">
              <a:latin typeface="宋体"/>
              <a:cs typeface="宋体"/>
            </a:endParaRPr>
          </a:p>
          <a:p>
            <a:pPr lvl="2" marL="1264285" indent="-360045">
              <a:lnSpc>
                <a:spcPct val="100000"/>
              </a:lnSpc>
              <a:spcBef>
                <a:spcPts val="960"/>
              </a:spcBef>
              <a:buClr>
                <a:srgbClr val="4668F5"/>
              </a:buClr>
              <a:buSzPct val="60000"/>
              <a:buFont typeface="Wingdings"/>
              <a:buChar char=""/>
              <a:tabLst>
                <a:tab pos="1264285" algn="l"/>
              </a:tabLst>
            </a:pPr>
            <a:r>
              <a:rPr dirty="0" sz="2000" spc="-70" b="1">
                <a:solidFill>
                  <a:srgbClr val="FF0000"/>
                </a:solidFill>
                <a:latin typeface="宋体"/>
                <a:cs typeface="宋体"/>
              </a:rPr>
              <a:t>磁盘的寻址时间 </a:t>
            </a:r>
            <a:r>
              <a:rPr dirty="0" sz="2000" spc="-20" b="1">
                <a:solidFill>
                  <a:srgbClr val="FF5CFF"/>
                </a:solidFill>
                <a:latin typeface="宋体"/>
                <a:cs typeface="宋体"/>
              </a:rPr>
              <a:t>：磁头定位和找扇区的时间加起来</a:t>
            </a:r>
            <a:endParaRPr sz="2000">
              <a:latin typeface="宋体"/>
              <a:cs typeface="宋体"/>
            </a:endParaRPr>
          </a:p>
          <a:p>
            <a:pPr lvl="2" marL="1264285" indent="-360045">
              <a:lnSpc>
                <a:spcPct val="100000"/>
              </a:lnSpc>
              <a:spcBef>
                <a:spcPts val="960"/>
              </a:spcBef>
              <a:buClr>
                <a:srgbClr val="4668F5"/>
              </a:buClr>
              <a:buSzPct val="60000"/>
              <a:buFont typeface="Wingdings"/>
              <a:buChar char=""/>
              <a:tabLst>
                <a:tab pos="1264285" algn="l"/>
              </a:tabLst>
            </a:pPr>
            <a:r>
              <a:rPr dirty="0" sz="2000" spc="-30" b="1">
                <a:solidFill>
                  <a:srgbClr val="FF5CFF"/>
                </a:solidFill>
                <a:latin typeface="宋体"/>
                <a:cs typeface="宋体"/>
              </a:rPr>
              <a:t>磁盘存储器的寻址时间要比数据传输时间长两个数量级以上。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53605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34809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15" b="1">
                <a:solidFill>
                  <a:srgbClr val="40458B"/>
                </a:solidFill>
                <a:latin typeface="宋体"/>
                <a:cs typeface="宋体"/>
              </a:rPr>
              <a:t>85/81</a:t>
            </a:r>
            <a:endParaRPr baseline="1736" sz="2400">
              <a:latin typeface="宋体"/>
              <a:cs typeface="宋体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19062" y="188976"/>
            <a:ext cx="1437005" cy="274955"/>
            <a:chOff x="119062" y="188976"/>
            <a:chExt cx="1437005" cy="274955"/>
          </a:xfrm>
        </p:grpSpPr>
        <p:sp>
          <p:nvSpPr>
            <p:cNvPr id="4" name="object 4" descr=""/>
            <p:cNvSpPr/>
            <p:nvPr/>
          </p:nvSpPr>
          <p:spPr>
            <a:xfrm>
              <a:off x="119062" y="188976"/>
              <a:ext cx="499745" cy="274955"/>
            </a:xfrm>
            <a:custGeom>
              <a:avLst/>
              <a:gdLst/>
              <a:ahLst/>
              <a:cxnLst/>
              <a:rect l="l" t="t" r="r" b="b"/>
              <a:pathLst>
                <a:path w="499745" h="274955">
                  <a:moveTo>
                    <a:pt x="119837" y="0"/>
                  </a:moveTo>
                  <a:lnTo>
                    <a:pt x="4993" y="41528"/>
                  </a:lnTo>
                  <a:lnTo>
                    <a:pt x="264655" y="135508"/>
                  </a:lnTo>
                  <a:lnTo>
                    <a:pt x="0" y="231266"/>
                  </a:lnTo>
                  <a:lnTo>
                    <a:pt x="119837" y="274574"/>
                  </a:lnTo>
                  <a:lnTo>
                    <a:pt x="499338" y="137287"/>
                  </a:lnTo>
                  <a:lnTo>
                    <a:pt x="119837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85546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9621" y="0"/>
                  </a:moveTo>
                  <a:lnTo>
                    <a:pt x="4991" y="41528"/>
                  </a:lnTo>
                  <a:lnTo>
                    <a:pt x="264147" y="135508"/>
                  </a:lnTo>
                  <a:lnTo>
                    <a:pt x="0" y="231266"/>
                  </a:lnTo>
                  <a:lnTo>
                    <a:pt x="119621" y="274574"/>
                  </a:lnTo>
                  <a:lnTo>
                    <a:pt x="497141" y="137287"/>
                  </a:lnTo>
                  <a:lnTo>
                    <a:pt x="119621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058608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8363" y="0"/>
                  </a:moveTo>
                  <a:lnTo>
                    <a:pt x="4978" y="41528"/>
                  </a:lnTo>
                  <a:lnTo>
                    <a:pt x="264096" y="135508"/>
                  </a:lnTo>
                  <a:lnTo>
                    <a:pt x="0" y="231266"/>
                  </a:lnTo>
                  <a:lnTo>
                    <a:pt x="118363" y="274574"/>
                  </a:lnTo>
                  <a:lnTo>
                    <a:pt x="497141" y="137287"/>
                  </a:lnTo>
                  <a:lnTo>
                    <a:pt x="118363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23315" algn="l"/>
                <a:tab pos="1885314" algn="l"/>
                <a:tab pos="7600315" algn="l"/>
              </a:tabLst>
            </a:pPr>
            <a:r>
              <a:rPr dirty="0"/>
              <a:t>	</a:t>
            </a:r>
            <a:r>
              <a:rPr dirty="0" spc="-25"/>
              <a:t>8.5</a:t>
            </a:r>
            <a:r>
              <a:rPr dirty="0"/>
              <a:t>	通道处理</a:t>
            </a:r>
            <a:r>
              <a:rPr dirty="0" spc="-50"/>
              <a:t>机</a:t>
            </a:r>
            <a:r>
              <a:rPr dirty="0"/>
              <a:t>	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78739" y="722564"/>
            <a:ext cx="8933815" cy="4638040"/>
          </a:xfrm>
          <a:prstGeom prst="rect">
            <a:avLst/>
          </a:prstGeom>
        </p:spPr>
        <p:txBody>
          <a:bodyPr wrap="square" lIns="0" tIns="163830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290"/>
              </a:spcBef>
              <a:buClr>
                <a:srgbClr val="40458B"/>
              </a:buClr>
              <a:buFont typeface="Tahoma"/>
              <a:buAutoNum type="arabicPeriod" startAt="3"/>
              <a:tabLst>
                <a:tab pos="469265" algn="l"/>
              </a:tabLst>
            </a:pPr>
            <a:r>
              <a:rPr dirty="0" sz="2400" spc="-65">
                <a:solidFill>
                  <a:srgbClr val="E14B04"/>
                </a:solidFill>
                <a:latin typeface="黑体"/>
                <a:cs typeface="黑体"/>
              </a:rPr>
              <a:t>数组多路通道 </a:t>
            </a:r>
            <a:r>
              <a:rPr dirty="0" sz="2400">
                <a:solidFill>
                  <a:srgbClr val="E14B04"/>
                </a:solidFill>
                <a:latin typeface="黑体"/>
                <a:cs typeface="黑体"/>
              </a:rPr>
              <a:t>（前两个折中）（多任务操作系统</a:t>
            </a:r>
            <a:r>
              <a:rPr dirty="0" sz="2400" spc="-50">
                <a:solidFill>
                  <a:srgbClr val="E14B04"/>
                </a:solidFill>
                <a:latin typeface="黑体"/>
                <a:cs typeface="黑体"/>
              </a:rPr>
              <a:t>）</a:t>
            </a:r>
            <a:endParaRPr sz="2400">
              <a:latin typeface="黑体"/>
              <a:cs typeface="黑体"/>
            </a:endParaRPr>
          </a:p>
          <a:p>
            <a:pPr lvl="1" marL="1099185" indent="-457200">
              <a:lnSpc>
                <a:spcPct val="100000"/>
              </a:lnSpc>
              <a:spcBef>
                <a:spcPts val="1085"/>
              </a:spcBef>
              <a:buSzPct val="88636"/>
              <a:buFont typeface="Wingdings"/>
              <a:buChar char=""/>
              <a:tabLst>
                <a:tab pos="1099185" algn="l"/>
              </a:tabLst>
            </a:pP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适用于高速设备，磁盘等。</a:t>
            </a:r>
            <a:endParaRPr sz="2200">
              <a:latin typeface="黑体"/>
              <a:cs typeface="黑体"/>
            </a:endParaRPr>
          </a:p>
          <a:p>
            <a:pPr lvl="1" marL="1099185" marR="283845" indent="-457834">
              <a:lnSpc>
                <a:spcPct val="120000"/>
              </a:lnSpc>
              <a:spcBef>
                <a:spcPts val="530"/>
              </a:spcBef>
              <a:buSzPct val="88636"/>
              <a:buFont typeface="Wingdings"/>
              <a:buChar char=""/>
              <a:tabLst>
                <a:tab pos="1099185" algn="l"/>
              </a:tabLst>
            </a:pP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每次选择一个高速设备后传送一个数据块，轮流为多台外围设备服务。</a:t>
            </a:r>
            <a:endParaRPr sz="2200">
              <a:latin typeface="黑体"/>
              <a:cs typeface="黑体"/>
            </a:endParaRPr>
          </a:p>
          <a:p>
            <a:pPr lvl="1" marL="1099185" indent="-457200">
              <a:lnSpc>
                <a:spcPct val="100000"/>
              </a:lnSpc>
              <a:spcBef>
                <a:spcPts val="1060"/>
              </a:spcBef>
              <a:buSzPct val="88636"/>
              <a:buFont typeface="Wingdings"/>
              <a:buChar char=""/>
              <a:tabLst>
                <a:tab pos="1099185" algn="l"/>
              </a:tabLst>
            </a:pP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数组多路通道之所以能够并行地为多台高速设备服务，是因为</a:t>
            </a:r>
            <a:endParaRPr sz="2200">
              <a:latin typeface="黑体"/>
              <a:cs typeface="黑体"/>
            </a:endParaRPr>
          </a:p>
          <a:p>
            <a:pPr marL="1099185">
              <a:lnSpc>
                <a:spcPct val="100000"/>
              </a:lnSpc>
              <a:spcBef>
                <a:spcPts val="530"/>
              </a:spcBef>
            </a:pP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虽然其所连设备的传输速率很高，但寻址等辅助操作时间很长。</a:t>
            </a:r>
            <a:endParaRPr sz="2200">
              <a:latin typeface="黑体"/>
              <a:cs typeface="黑体"/>
            </a:endParaRPr>
          </a:p>
          <a:p>
            <a:pPr marL="641985">
              <a:lnSpc>
                <a:spcPct val="100000"/>
              </a:lnSpc>
              <a:spcBef>
                <a:spcPts val="1055"/>
              </a:spcBef>
            </a:pPr>
            <a:r>
              <a:rPr dirty="0" sz="2200" spc="-35">
                <a:solidFill>
                  <a:srgbClr val="FF0000"/>
                </a:solidFill>
                <a:latin typeface="黑体"/>
                <a:cs typeface="黑体"/>
              </a:rPr>
              <a:t>优点</a:t>
            </a:r>
            <a:endParaRPr sz="2200">
              <a:latin typeface="黑体"/>
              <a:cs typeface="黑体"/>
            </a:endParaRPr>
          </a:p>
          <a:p>
            <a:pPr lvl="1" marL="1099185" indent="-457200">
              <a:lnSpc>
                <a:spcPct val="100000"/>
              </a:lnSpc>
              <a:spcBef>
                <a:spcPts val="1055"/>
              </a:spcBef>
              <a:buSzPct val="88636"/>
              <a:buFont typeface="Wingdings"/>
              <a:buChar char=""/>
              <a:tabLst>
                <a:tab pos="1099185" algn="l"/>
              </a:tabLst>
            </a:pP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数据传输效率高，因为每次可以传输一个数据块。</a:t>
            </a:r>
            <a:endParaRPr sz="2200">
              <a:latin typeface="黑体"/>
              <a:cs typeface="黑体"/>
            </a:endParaRPr>
          </a:p>
          <a:p>
            <a:pPr marL="641985">
              <a:lnSpc>
                <a:spcPct val="100000"/>
              </a:lnSpc>
              <a:spcBef>
                <a:spcPts val="1060"/>
              </a:spcBef>
            </a:pPr>
            <a:r>
              <a:rPr dirty="0" sz="2200" spc="-35">
                <a:solidFill>
                  <a:srgbClr val="FF0000"/>
                </a:solidFill>
                <a:latin typeface="黑体"/>
                <a:cs typeface="黑体"/>
              </a:rPr>
              <a:t>缺点</a:t>
            </a:r>
            <a:endParaRPr sz="2200">
              <a:latin typeface="黑体"/>
              <a:cs typeface="黑体"/>
            </a:endParaRPr>
          </a:p>
          <a:p>
            <a:pPr lvl="1" marL="1099185" indent="-457200">
              <a:lnSpc>
                <a:spcPct val="100000"/>
              </a:lnSpc>
              <a:spcBef>
                <a:spcPts val="1055"/>
              </a:spcBef>
              <a:buSzPct val="88636"/>
              <a:buFont typeface="Wingdings"/>
              <a:buChar char=""/>
              <a:tabLst>
                <a:tab pos="1099185" algn="l"/>
              </a:tabLst>
            </a:pP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设备之间的数据传输可能存在冲突，需要额外的仲裁机制</a:t>
            </a:r>
            <a:endParaRPr sz="22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53605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34809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15" b="1">
                <a:solidFill>
                  <a:srgbClr val="40458B"/>
                </a:solidFill>
                <a:latin typeface="宋体"/>
                <a:cs typeface="宋体"/>
              </a:rPr>
              <a:t>86/81</a:t>
            </a:r>
            <a:endParaRPr baseline="1736" sz="2400">
              <a:latin typeface="宋体"/>
              <a:cs typeface="宋体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1555750" y="549275"/>
            <a:ext cx="7588250" cy="0"/>
          </a:xfrm>
          <a:custGeom>
            <a:avLst/>
            <a:gdLst/>
            <a:ahLst/>
            <a:cxnLst/>
            <a:rect l="l" t="t" r="r" b="b"/>
            <a:pathLst>
              <a:path w="7588250" h="0">
                <a:moveTo>
                  <a:pt x="0" y="0"/>
                </a:moveTo>
                <a:lnTo>
                  <a:pt x="7588250" y="0"/>
                </a:lnTo>
              </a:path>
            </a:pathLst>
          </a:custGeom>
          <a:ln w="38100">
            <a:solidFill>
              <a:srgbClr val="2C44A3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119062" y="188976"/>
            <a:ext cx="1437005" cy="274955"/>
            <a:chOff x="119062" y="188976"/>
            <a:chExt cx="1437005" cy="274955"/>
          </a:xfrm>
        </p:grpSpPr>
        <p:sp>
          <p:nvSpPr>
            <p:cNvPr id="5" name="object 5" descr=""/>
            <p:cNvSpPr/>
            <p:nvPr/>
          </p:nvSpPr>
          <p:spPr>
            <a:xfrm>
              <a:off x="119062" y="188976"/>
              <a:ext cx="499745" cy="274955"/>
            </a:xfrm>
            <a:custGeom>
              <a:avLst/>
              <a:gdLst/>
              <a:ahLst/>
              <a:cxnLst/>
              <a:rect l="l" t="t" r="r" b="b"/>
              <a:pathLst>
                <a:path w="499745" h="274955">
                  <a:moveTo>
                    <a:pt x="119837" y="0"/>
                  </a:moveTo>
                  <a:lnTo>
                    <a:pt x="4993" y="41528"/>
                  </a:lnTo>
                  <a:lnTo>
                    <a:pt x="264655" y="135508"/>
                  </a:lnTo>
                  <a:lnTo>
                    <a:pt x="0" y="231266"/>
                  </a:lnTo>
                  <a:lnTo>
                    <a:pt x="119837" y="274574"/>
                  </a:lnTo>
                  <a:lnTo>
                    <a:pt x="499338" y="137287"/>
                  </a:lnTo>
                  <a:lnTo>
                    <a:pt x="119837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85546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9621" y="0"/>
                  </a:moveTo>
                  <a:lnTo>
                    <a:pt x="4991" y="41528"/>
                  </a:lnTo>
                  <a:lnTo>
                    <a:pt x="264147" y="135508"/>
                  </a:lnTo>
                  <a:lnTo>
                    <a:pt x="0" y="231266"/>
                  </a:lnTo>
                  <a:lnTo>
                    <a:pt x="119621" y="274574"/>
                  </a:lnTo>
                  <a:lnTo>
                    <a:pt x="497141" y="137287"/>
                  </a:lnTo>
                  <a:lnTo>
                    <a:pt x="119621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058608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8363" y="0"/>
                  </a:moveTo>
                  <a:lnTo>
                    <a:pt x="4978" y="41528"/>
                  </a:lnTo>
                  <a:lnTo>
                    <a:pt x="264096" y="135508"/>
                  </a:lnTo>
                  <a:lnTo>
                    <a:pt x="0" y="231266"/>
                  </a:lnTo>
                  <a:lnTo>
                    <a:pt x="118363" y="274574"/>
                  </a:lnTo>
                  <a:lnTo>
                    <a:pt x="497141" y="137287"/>
                  </a:lnTo>
                  <a:lnTo>
                    <a:pt x="118363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816989" y="63500"/>
            <a:ext cx="269303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none"/>
              <a:t>8.5</a:t>
            </a:r>
            <a:r>
              <a:rPr dirty="0" u="none" spc="-10"/>
              <a:t> 通道处理机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65100" rIns="0" bIns="0" rtlCol="0" vert="horz">
            <a:spAutoFit/>
          </a:bodyPr>
          <a:lstStyle/>
          <a:p>
            <a:pPr marL="48260">
              <a:lnSpc>
                <a:spcPct val="100000"/>
              </a:lnSpc>
              <a:spcBef>
                <a:spcPts val="1300"/>
              </a:spcBef>
            </a:pPr>
            <a:r>
              <a:rPr dirty="0" spc="-20"/>
              <a:t>通道流量</a:t>
            </a:r>
          </a:p>
          <a:p>
            <a:pPr marL="1134745" marR="5080" indent="-457200">
              <a:lnSpc>
                <a:spcPct val="120000"/>
              </a:lnSpc>
              <a:spcBef>
                <a:spcPts val="560"/>
              </a:spcBef>
              <a:buSzPct val="88636"/>
              <a:buFont typeface="Wingdings"/>
              <a:buChar char=""/>
              <a:tabLst>
                <a:tab pos="1134745" algn="l"/>
              </a:tabLst>
            </a:pPr>
            <a:r>
              <a:rPr dirty="0" sz="2200" spc="-35">
                <a:solidFill>
                  <a:srgbClr val="40458B"/>
                </a:solidFill>
              </a:rPr>
              <a:t>一个通道在数据传送期间，单位时间内能够传送的数据量。</a:t>
            </a:r>
            <a:r>
              <a:rPr dirty="0" sz="2200" spc="-30">
                <a:solidFill>
                  <a:srgbClr val="40458B"/>
                </a:solidFill>
              </a:rPr>
              <a:t>所用单位一般为</a:t>
            </a:r>
            <a:r>
              <a:rPr dirty="0" sz="2200" spc="-20">
                <a:solidFill>
                  <a:srgbClr val="40458B"/>
                </a:solidFill>
                <a:latin typeface="Tahoma"/>
                <a:cs typeface="Tahoma"/>
              </a:rPr>
              <a:t>B/s</a:t>
            </a:r>
            <a:r>
              <a:rPr dirty="0" sz="2200" spc="-50">
                <a:solidFill>
                  <a:srgbClr val="40458B"/>
                </a:solidFill>
              </a:rPr>
              <a:t>。</a:t>
            </a:r>
            <a:endParaRPr sz="2200">
              <a:latin typeface="Tahoma"/>
              <a:cs typeface="Tahoma"/>
            </a:endParaRPr>
          </a:p>
          <a:p>
            <a:pPr marL="1134745" indent="-457200">
              <a:lnSpc>
                <a:spcPct val="100000"/>
              </a:lnSpc>
              <a:spcBef>
                <a:spcPts val="1055"/>
              </a:spcBef>
              <a:buSzPct val="88636"/>
              <a:buFont typeface="Wingdings"/>
              <a:buChar char=""/>
              <a:tabLst>
                <a:tab pos="1134745" algn="l"/>
              </a:tabLst>
            </a:pPr>
            <a:r>
              <a:rPr dirty="0" sz="2200" spc="-30">
                <a:solidFill>
                  <a:srgbClr val="40458B"/>
                </a:solidFill>
              </a:rPr>
              <a:t>又称为</a:t>
            </a:r>
            <a:r>
              <a:rPr dirty="0" sz="2200" spc="-30"/>
              <a:t>通道吞吐率</a:t>
            </a:r>
            <a:r>
              <a:rPr dirty="0" sz="2200" spc="-20">
                <a:solidFill>
                  <a:srgbClr val="40458B"/>
                </a:solidFill>
              </a:rPr>
              <a:t>、</a:t>
            </a:r>
            <a:r>
              <a:rPr dirty="0" sz="2200" spc="-30"/>
              <a:t>通道数据传输率</a:t>
            </a:r>
            <a:r>
              <a:rPr dirty="0" sz="2200" spc="-40">
                <a:solidFill>
                  <a:srgbClr val="40458B"/>
                </a:solidFill>
              </a:rPr>
              <a:t>等。</a:t>
            </a:r>
            <a:endParaRPr sz="2200"/>
          </a:p>
          <a:p>
            <a:pPr marL="1134745" indent="-457200">
              <a:lnSpc>
                <a:spcPct val="100000"/>
              </a:lnSpc>
              <a:spcBef>
                <a:spcPts val="1060"/>
              </a:spcBef>
              <a:buClr>
                <a:srgbClr val="40458B"/>
              </a:buClr>
              <a:buSzPct val="88636"/>
              <a:buFont typeface="Wingdings"/>
              <a:buChar char=""/>
              <a:tabLst>
                <a:tab pos="1134745" algn="l"/>
              </a:tabLst>
            </a:pPr>
            <a:r>
              <a:rPr dirty="0" sz="2200" spc="-25"/>
              <a:t>通道最大流量</a:t>
            </a:r>
            <a:endParaRPr sz="2200"/>
          </a:p>
          <a:p>
            <a:pPr marL="624205">
              <a:lnSpc>
                <a:spcPct val="100000"/>
              </a:lnSpc>
              <a:spcBef>
                <a:spcPts val="990"/>
              </a:spcBef>
            </a:pPr>
            <a:r>
              <a:rPr dirty="0" sz="2000" spc="-50" b="1">
                <a:solidFill>
                  <a:srgbClr val="FF5CFF"/>
                </a:solidFill>
                <a:latin typeface="宋体"/>
                <a:cs typeface="宋体"/>
              </a:rPr>
              <a:t>一个通道在满负荷工作状态下的流量 。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164707" y="174117"/>
            <a:ext cx="3000375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>
                <a:solidFill>
                  <a:srgbClr val="0000CC"/>
                </a:solidFill>
                <a:latin typeface="黑体"/>
                <a:cs typeface="黑体"/>
              </a:rPr>
              <a:t>8.5.4</a:t>
            </a:r>
            <a:r>
              <a:rPr dirty="0" sz="2600" spc="-20">
                <a:solidFill>
                  <a:srgbClr val="0000CC"/>
                </a:solidFill>
                <a:latin typeface="黑体"/>
                <a:cs typeface="黑体"/>
              </a:rPr>
              <a:t> 通道流量分析</a:t>
            </a:r>
            <a:endParaRPr sz="26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53605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34809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15" b="1">
                <a:solidFill>
                  <a:srgbClr val="40458B"/>
                </a:solidFill>
                <a:latin typeface="宋体"/>
                <a:cs typeface="宋体"/>
              </a:rPr>
              <a:t>87/81</a:t>
            </a:r>
            <a:endParaRPr baseline="1736" sz="2400">
              <a:latin typeface="宋体"/>
              <a:cs typeface="宋体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19062" y="188976"/>
            <a:ext cx="1437005" cy="274955"/>
            <a:chOff x="119062" y="188976"/>
            <a:chExt cx="1437005" cy="274955"/>
          </a:xfrm>
        </p:grpSpPr>
        <p:sp>
          <p:nvSpPr>
            <p:cNvPr id="4" name="object 4" descr=""/>
            <p:cNvSpPr/>
            <p:nvPr/>
          </p:nvSpPr>
          <p:spPr>
            <a:xfrm>
              <a:off x="119062" y="188976"/>
              <a:ext cx="499745" cy="274955"/>
            </a:xfrm>
            <a:custGeom>
              <a:avLst/>
              <a:gdLst/>
              <a:ahLst/>
              <a:cxnLst/>
              <a:rect l="l" t="t" r="r" b="b"/>
              <a:pathLst>
                <a:path w="499745" h="274955">
                  <a:moveTo>
                    <a:pt x="119837" y="0"/>
                  </a:moveTo>
                  <a:lnTo>
                    <a:pt x="4993" y="41528"/>
                  </a:lnTo>
                  <a:lnTo>
                    <a:pt x="264655" y="135508"/>
                  </a:lnTo>
                  <a:lnTo>
                    <a:pt x="0" y="231266"/>
                  </a:lnTo>
                  <a:lnTo>
                    <a:pt x="119837" y="274574"/>
                  </a:lnTo>
                  <a:lnTo>
                    <a:pt x="499338" y="137287"/>
                  </a:lnTo>
                  <a:lnTo>
                    <a:pt x="119837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85546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9621" y="0"/>
                  </a:moveTo>
                  <a:lnTo>
                    <a:pt x="4991" y="41528"/>
                  </a:lnTo>
                  <a:lnTo>
                    <a:pt x="264147" y="135508"/>
                  </a:lnTo>
                  <a:lnTo>
                    <a:pt x="0" y="231266"/>
                  </a:lnTo>
                  <a:lnTo>
                    <a:pt x="119621" y="274574"/>
                  </a:lnTo>
                  <a:lnTo>
                    <a:pt x="497141" y="137287"/>
                  </a:lnTo>
                  <a:lnTo>
                    <a:pt x="119621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058608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8363" y="0"/>
                  </a:moveTo>
                  <a:lnTo>
                    <a:pt x="4978" y="41528"/>
                  </a:lnTo>
                  <a:lnTo>
                    <a:pt x="264096" y="135508"/>
                  </a:lnTo>
                  <a:lnTo>
                    <a:pt x="0" y="231266"/>
                  </a:lnTo>
                  <a:lnTo>
                    <a:pt x="118363" y="274574"/>
                  </a:lnTo>
                  <a:lnTo>
                    <a:pt x="497141" y="137287"/>
                  </a:lnTo>
                  <a:lnTo>
                    <a:pt x="118363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23315" algn="l"/>
                <a:tab pos="1885314" algn="l"/>
                <a:tab pos="7600315" algn="l"/>
              </a:tabLst>
            </a:pPr>
            <a:r>
              <a:rPr dirty="0"/>
              <a:t>	</a:t>
            </a:r>
            <a:r>
              <a:rPr dirty="0" spc="-25"/>
              <a:t>8.5</a:t>
            </a:r>
            <a:r>
              <a:rPr dirty="0"/>
              <a:t>	通道处理</a:t>
            </a:r>
            <a:r>
              <a:rPr dirty="0" spc="-50"/>
              <a:t>机</a:t>
            </a:r>
            <a:r>
              <a:rPr dirty="0"/>
              <a:t>	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242620" y="765886"/>
            <a:ext cx="8823325" cy="3514090"/>
          </a:xfrm>
          <a:prstGeom prst="rect">
            <a:avLst/>
          </a:prstGeom>
        </p:spPr>
        <p:txBody>
          <a:bodyPr wrap="square" lIns="0" tIns="114300" rIns="0" bIns="0" rtlCol="0" vert="horz">
            <a:spAutoFit/>
          </a:bodyPr>
          <a:lstStyle/>
          <a:p>
            <a:pPr marL="495300" indent="-457200">
              <a:lnSpc>
                <a:spcPct val="100000"/>
              </a:lnSpc>
              <a:spcBef>
                <a:spcPts val="900"/>
              </a:spcBef>
              <a:buSzPct val="88636"/>
              <a:buFont typeface="Wingdings"/>
              <a:buChar char=""/>
              <a:tabLst>
                <a:tab pos="495300" algn="l"/>
              </a:tabLst>
            </a:pP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参数的定义</a:t>
            </a:r>
            <a:endParaRPr sz="2200">
              <a:latin typeface="黑体"/>
              <a:cs typeface="黑体"/>
            </a:endParaRPr>
          </a:p>
          <a:p>
            <a:pPr lvl="1" marL="603250" marR="75565" indent="-360045">
              <a:lnSpc>
                <a:spcPct val="110000"/>
              </a:lnSpc>
              <a:spcBef>
                <a:spcPts val="500"/>
              </a:spcBef>
              <a:buClr>
                <a:srgbClr val="4668F5"/>
              </a:buClr>
              <a:buSzPct val="60000"/>
              <a:buFont typeface="Wingdings"/>
              <a:buChar char=""/>
              <a:tabLst>
                <a:tab pos="603250" algn="l"/>
              </a:tabLst>
            </a:pPr>
            <a:r>
              <a:rPr dirty="0" sz="2000" b="1">
                <a:solidFill>
                  <a:srgbClr val="9933FF"/>
                </a:solidFill>
                <a:latin typeface="宋体"/>
                <a:cs typeface="宋体"/>
              </a:rPr>
              <a:t>T</a:t>
            </a:r>
            <a:r>
              <a:rPr dirty="0" baseline="-21367" sz="1950" b="1">
                <a:solidFill>
                  <a:srgbClr val="9933FF"/>
                </a:solidFill>
                <a:latin typeface="宋体"/>
                <a:cs typeface="宋体"/>
              </a:rPr>
              <a:t>S</a:t>
            </a:r>
            <a:r>
              <a:rPr dirty="0" sz="2000" b="1">
                <a:solidFill>
                  <a:srgbClr val="9933FF"/>
                </a:solidFill>
                <a:latin typeface="宋体"/>
                <a:cs typeface="宋体"/>
              </a:rPr>
              <a:t>：</a:t>
            </a:r>
            <a:r>
              <a:rPr dirty="0" sz="2000" spc="-25" b="1">
                <a:solidFill>
                  <a:srgbClr val="FF5CFF"/>
                </a:solidFill>
                <a:latin typeface="宋体"/>
                <a:cs typeface="宋体"/>
              </a:rPr>
              <a:t>设备选择时间。从通道响应设备发出的数据传送请求开始，到通道实际为这台设备传送数据所需要的时间。</a:t>
            </a:r>
            <a:endParaRPr sz="2000">
              <a:latin typeface="宋体"/>
              <a:cs typeface="宋体"/>
            </a:endParaRPr>
          </a:p>
          <a:p>
            <a:pPr lvl="1" marL="603250" indent="-359410">
              <a:lnSpc>
                <a:spcPct val="100000"/>
              </a:lnSpc>
              <a:spcBef>
                <a:spcPts val="725"/>
              </a:spcBef>
              <a:buClr>
                <a:srgbClr val="4668F5"/>
              </a:buClr>
              <a:buSzPct val="60000"/>
              <a:buFont typeface="Wingdings"/>
              <a:buChar char=""/>
              <a:tabLst>
                <a:tab pos="603250" algn="l"/>
              </a:tabLst>
            </a:pPr>
            <a:r>
              <a:rPr dirty="0" sz="2000" b="1">
                <a:solidFill>
                  <a:srgbClr val="9933FF"/>
                </a:solidFill>
                <a:latin typeface="宋体"/>
                <a:cs typeface="宋体"/>
              </a:rPr>
              <a:t>T</a:t>
            </a:r>
            <a:r>
              <a:rPr dirty="0" baseline="-21367" sz="1950" b="1">
                <a:solidFill>
                  <a:srgbClr val="9933FF"/>
                </a:solidFill>
                <a:latin typeface="宋体"/>
                <a:cs typeface="宋体"/>
              </a:rPr>
              <a:t>D</a:t>
            </a:r>
            <a:r>
              <a:rPr dirty="0" sz="2000" b="1">
                <a:solidFill>
                  <a:srgbClr val="9933FF"/>
                </a:solidFill>
                <a:latin typeface="宋体"/>
                <a:cs typeface="宋体"/>
              </a:rPr>
              <a:t>：</a:t>
            </a:r>
            <a:r>
              <a:rPr dirty="0" sz="2000" spc="-25" b="1">
                <a:solidFill>
                  <a:srgbClr val="FF5CFF"/>
                </a:solidFill>
                <a:latin typeface="宋体"/>
                <a:cs typeface="宋体"/>
              </a:rPr>
              <a:t>传送一个字节所用的时间。</a:t>
            </a:r>
            <a:endParaRPr sz="2000">
              <a:latin typeface="宋体"/>
              <a:cs typeface="宋体"/>
            </a:endParaRPr>
          </a:p>
          <a:p>
            <a:pPr lvl="1" marL="603250" indent="-359410">
              <a:lnSpc>
                <a:spcPct val="100000"/>
              </a:lnSpc>
              <a:spcBef>
                <a:spcPts val="720"/>
              </a:spcBef>
              <a:buClr>
                <a:srgbClr val="4668F5"/>
              </a:buClr>
              <a:buSzPct val="60000"/>
              <a:buFont typeface="Wingdings"/>
              <a:buChar char=""/>
              <a:tabLst>
                <a:tab pos="603250" algn="l"/>
              </a:tabLst>
            </a:pPr>
            <a:r>
              <a:rPr dirty="0" sz="2000" spc="-10" b="1">
                <a:solidFill>
                  <a:srgbClr val="9933FF"/>
                </a:solidFill>
                <a:latin typeface="宋体"/>
                <a:cs typeface="宋体"/>
              </a:rPr>
              <a:t>p：</a:t>
            </a:r>
            <a:r>
              <a:rPr dirty="0" sz="2000" spc="-25" b="1">
                <a:solidFill>
                  <a:srgbClr val="FF5CFF"/>
                </a:solidFill>
                <a:latin typeface="宋体"/>
                <a:cs typeface="宋体"/>
              </a:rPr>
              <a:t>在一个通道上连接的设备台数，且这些设备同时都在工作。</a:t>
            </a:r>
            <a:endParaRPr sz="2000">
              <a:latin typeface="宋体"/>
              <a:cs typeface="宋体"/>
            </a:endParaRPr>
          </a:p>
          <a:p>
            <a:pPr lvl="1" marL="603250" indent="-359410">
              <a:lnSpc>
                <a:spcPct val="100000"/>
              </a:lnSpc>
              <a:spcBef>
                <a:spcPts val="720"/>
              </a:spcBef>
              <a:buClr>
                <a:srgbClr val="4668F5"/>
              </a:buClr>
              <a:buSzPct val="60000"/>
              <a:buFont typeface="Wingdings"/>
              <a:buChar char=""/>
              <a:tabLst>
                <a:tab pos="603250" algn="l"/>
              </a:tabLst>
            </a:pPr>
            <a:r>
              <a:rPr dirty="0" sz="2000" spc="-10" b="1">
                <a:solidFill>
                  <a:srgbClr val="9933FF"/>
                </a:solidFill>
                <a:latin typeface="宋体"/>
                <a:cs typeface="宋体"/>
              </a:rPr>
              <a:t>n：</a:t>
            </a:r>
            <a:r>
              <a:rPr dirty="0" sz="2000" spc="-25" b="1">
                <a:solidFill>
                  <a:srgbClr val="FF5CFF"/>
                </a:solidFill>
                <a:latin typeface="宋体"/>
                <a:cs typeface="宋体"/>
              </a:rPr>
              <a:t>每台设备传送的字节数，这里假设每台设备传送的字节数都相同。</a:t>
            </a:r>
            <a:endParaRPr sz="2000">
              <a:latin typeface="宋体"/>
              <a:cs typeface="宋体"/>
            </a:endParaRPr>
          </a:p>
          <a:p>
            <a:pPr lvl="1" marL="603250" indent="-359410">
              <a:lnSpc>
                <a:spcPct val="100000"/>
              </a:lnSpc>
              <a:spcBef>
                <a:spcPts val="720"/>
              </a:spcBef>
              <a:buClr>
                <a:srgbClr val="4668F5"/>
              </a:buClr>
              <a:buSzPct val="60000"/>
              <a:buFont typeface="Wingdings"/>
              <a:buChar char=""/>
              <a:tabLst>
                <a:tab pos="603250" algn="l"/>
              </a:tabLst>
            </a:pPr>
            <a:r>
              <a:rPr dirty="0" sz="2000" spc="-10" b="1">
                <a:solidFill>
                  <a:srgbClr val="9933FF"/>
                </a:solidFill>
                <a:latin typeface="宋体"/>
                <a:cs typeface="宋体"/>
              </a:rPr>
              <a:t>k：</a:t>
            </a:r>
            <a:r>
              <a:rPr dirty="0" sz="2000" spc="-20" b="1">
                <a:solidFill>
                  <a:srgbClr val="FF5CFF"/>
                </a:solidFill>
                <a:latin typeface="宋体"/>
                <a:cs typeface="宋体"/>
              </a:rPr>
              <a:t>数组多路通道传输的一个数据块中包含的字节数。在一般情况下，k&lt;n</a:t>
            </a:r>
            <a:endParaRPr sz="2000">
              <a:latin typeface="宋体"/>
              <a:cs typeface="宋体"/>
            </a:endParaRPr>
          </a:p>
          <a:p>
            <a:pPr algn="r" marR="2963545">
              <a:lnSpc>
                <a:spcPct val="100000"/>
              </a:lnSpc>
              <a:spcBef>
                <a:spcPts val="240"/>
              </a:spcBef>
            </a:pPr>
            <a:r>
              <a:rPr dirty="0" sz="2000" spc="-20" b="1">
                <a:solidFill>
                  <a:srgbClr val="FF5CFF"/>
                </a:solidFill>
                <a:latin typeface="宋体"/>
                <a:cs typeface="宋体"/>
              </a:rPr>
              <a:t>对于磁盘、磁带等磁表面存储器，通常</a:t>
            </a:r>
            <a:r>
              <a:rPr dirty="0" sz="2000" spc="-20" b="1">
                <a:solidFill>
                  <a:srgbClr val="9933FF"/>
                </a:solidFill>
                <a:latin typeface="宋体"/>
                <a:cs typeface="宋体"/>
              </a:rPr>
              <a:t>k=512</a:t>
            </a:r>
            <a:r>
              <a:rPr dirty="0" sz="2000" spc="-50" b="1">
                <a:solidFill>
                  <a:srgbClr val="FF5CFF"/>
                </a:solidFill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  <a:p>
            <a:pPr algn="r" lvl="1" marL="359410" marR="2965450" indent="-359410">
              <a:lnSpc>
                <a:spcPct val="100000"/>
              </a:lnSpc>
              <a:spcBef>
                <a:spcPts val="720"/>
              </a:spcBef>
              <a:buClr>
                <a:srgbClr val="4668F5"/>
              </a:buClr>
              <a:buSzPct val="60000"/>
              <a:buFont typeface="Wingdings"/>
              <a:buChar char=""/>
              <a:tabLst>
                <a:tab pos="359410" algn="l"/>
              </a:tabLst>
            </a:pPr>
            <a:r>
              <a:rPr dirty="0" sz="2000" spc="-10" b="1">
                <a:solidFill>
                  <a:srgbClr val="9933FF"/>
                </a:solidFill>
                <a:latin typeface="宋体"/>
                <a:cs typeface="宋体"/>
              </a:rPr>
              <a:t>T：</a:t>
            </a:r>
            <a:r>
              <a:rPr dirty="0" sz="2000" spc="-25" b="1">
                <a:solidFill>
                  <a:srgbClr val="FF5CFF"/>
                </a:solidFill>
                <a:latin typeface="宋体"/>
                <a:cs typeface="宋体"/>
              </a:rPr>
              <a:t>通道完成全部数据传送工作所需要的时间。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53605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34809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15" b="1">
                <a:solidFill>
                  <a:srgbClr val="40458B"/>
                </a:solidFill>
                <a:latin typeface="宋体"/>
                <a:cs typeface="宋体"/>
              </a:rPr>
              <a:t>88/81</a:t>
            </a:r>
            <a:endParaRPr baseline="1736" sz="2400">
              <a:latin typeface="宋体"/>
              <a:cs typeface="宋体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19062" y="188976"/>
            <a:ext cx="1437005" cy="274955"/>
            <a:chOff x="119062" y="188976"/>
            <a:chExt cx="1437005" cy="274955"/>
          </a:xfrm>
        </p:grpSpPr>
        <p:sp>
          <p:nvSpPr>
            <p:cNvPr id="4" name="object 4" descr=""/>
            <p:cNvSpPr/>
            <p:nvPr/>
          </p:nvSpPr>
          <p:spPr>
            <a:xfrm>
              <a:off x="119062" y="188976"/>
              <a:ext cx="499745" cy="274955"/>
            </a:xfrm>
            <a:custGeom>
              <a:avLst/>
              <a:gdLst/>
              <a:ahLst/>
              <a:cxnLst/>
              <a:rect l="l" t="t" r="r" b="b"/>
              <a:pathLst>
                <a:path w="499745" h="274955">
                  <a:moveTo>
                    <a:pt x="119837" y="0"/>
                  </a:moveTo>
                  <a:lnTo>
                    <a:pt x="4993" y="41528"/>
                  </a:lnTo>
                  <a:lnTo>
                    <a:pt x="264655" y="135508"/>
                  </a:lnTo>
                  <a:lnTo>
                    <a:pt x="0" y="231266"/>
                  </a:lnTo>
                  <a:lnTo>
                    <a:pt x="119837" y="274574"/>
                  </a:lnTo>
                  <a:lnTo>
                    <a:pt x="499338" y="137287"/>
                  </a:lnTo>
                  <a:lnTo>
                    <a:pt x="119837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85546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9621" y="0"/>
                  </a:moveTo>
                  <a:lnTo>
                    <a:pt x="4991" y="41528"/>
                  </a:lnTo>
                  <a:lnTo>
                    <a:pt x="264147" y="135508"/>
                  </a:lnTo>
                  <a:lnTo>
                    <a:pt x="0" y="231266"/>
                  </a:lnTo>
                  <a:lnTo>
                    <a:pt x="119621" y="274574"/>
                  </a:lnTo>
                  <a:lnTo>
                    <a:pt x="497141" y="137287"/>
                  </a:lnTo>
                  <a:lnTo>
                    <a:pt x="119621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058608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8363" y="0"/>
                  </a:moveTo>
                  <a:lnTo>
                    <a:pt x="4978" y="41528"/>
                  </a:lnTo>
                  <a:lnTo>
                    <a:pt x="264096" y="135508"/>
                  </a:lnTo>
                  <a:lnTo>
                    <a:pt x="0" y="231266"/>
                  </a:lnTo>
                  <a:lnTo>
                    <a:pt x="118363" y="274574"/>
                  </a:lnTo>
                  <a:lnTo>
                    <a:pt x="497141" y="137287"/>
                  </a:lnTo>
                  <a:lnTo>
                    <a:pt x="118363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600315" algn="l"/>
              </a:tabLst>
            </a:pPr>
            <a:r>
              <a:rPr dirty="0" spc="-100"/>
              <a:t>  </a:t>
            </a:r>
            <a:r>
              <a:rPr dirty="0"/>
              <a:t>8.5</a:t>
            </a:r>
            <a:r>
              <a:rPr dirty="0" spc="5"/>
              <a:t> </a:t>
            </a:r>
            <a:r>
              <a:rPr dirty="0"/>
              <a:t>通道处理</a:t>
            </a:r>
            <a:r>
              <a:rPr dirty="0" spc="-50"/>
              <a:t>机</a:t>
            </a:r>
            <a:r>
              <a:rPr dirty="0"/>
              <a:t>	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474065" y="804428"/>
            <a:ext cx="2788285" cy="946150"/>
          </a:xfrm>
          <a:prstGeom prst="rect">
            <a:avLst/>
          </a:prstGeom>
        </p:spPr>
        <p:txBody>
          <a:bodyPr wrap="square" lIns="0" tIns="127635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5"/>
              </a:spcBef>
              <a:buClr>
                <a:srgbClr val="40458B"/>
              </a:buClr>
              <a:buFont typeface="Tahoma"/>
              <a:buAutoNum type="arabicPeriod"/>
              <a:tabLst>
                <a:tab pos="469265" algn="l"/>
              </a:tabLst>
            </a:pPr>
            <a:r>
              <a:rPr dirty="0" sz="2400" spc="-10">
                <a:solidFill>
                  <a:srgbClr val="E14B04"/>
                </a:solidFill>
                <a:latin typeface="黑体"/>
                <a:cs typeface="黑体"/>
              </a:rPr>
              <a:t>字节多路通道</a:t>
            </a:r>
            <a:endParaRPr sz="2400">
              <a:latin typeface="黑体"/>
              <a:cs typeface="黑体"/>
            </a:endParaRPr>
          </a:p>
          <a:p>
            <a:pPr lvl="1" marL="1099185" indent="-457200">
              <a:lnSpc>
                <a:spcPct val="100000"/>
              </a:lnSpc>
              <a:spcBef>
                <a:spcPts val="819"/>
              </a:spcBef>
              <a:buSzPct val="88636"/>
              <a:buFont typeface="Wingdings"/>
              <a:buChar char=""/>
              <a:tabLst>
                <a:tab pos="1099185" algn="l"/>
              </a:tabLst>
            </a:pP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数据传送过程</a:t>
            </a:r>
            <a:endParaRPr sz="2200">
              <a:latin typeface="黑体"/>
              <a:cs typeface="黑体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103477" y="3971950"/>
            <a:ext cx="7186930" cy="1199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 marR="5080" indent="-457834">
              <a:lnSpc>
                <a:spcPct val="110000"/>
              </a:lnSpc>
              <a:spcBef>
                <a:spcPts val="100"/>
              </a:spcBef>
              <a:buSzPct val="88636"/>
              <a:buFont typeface="Wingdings"/>
              <a:buChar char=""/>
              <a:tabLst>
                <a:tab pos="469900" algn="l"/>
              </a:tabLst>
            </a:pP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通道每连接一台个外设，只传送一个字节，然后又与另一台设备连接，并传送一个字节。</a:t>
            </a:r>
            <a:endParaRPr sz="2200">
              <a:latin typeface="黑体"/>
              <a:cs typeface="黑体"/>
            </a:endParaRPr>
          </a:p>
          <a:p>
            <a:pPr marL="469900" indent="-457200">
              <a:lnSpc>
                <a:spcPct val="100000"/>
              </a:lnSpc>
              <a:spcBef>
                <a:spcPts val="790"/>
              </a:spcBef>
              <a:buClr>
                <a:srgbClr val="40458B"/>
              </a:buClr>
              <a:buSzPct val="88636"/>
              <a:buFont typeface="Wingdings"/>
              <a:buChar char=""/>
              <a:tabLst>
                <a:tab pos="469900" algn="l"/>
              </a:tabLst>
            </a:pPr>
            <a:r>
              <a:rPr dirty="0" sz="2200" spc="-20">
                <a:solidFill>
                  <a:srgbClr val="9933FF"/>
                </a:solidFill>
                <a:latin typeface="黑体"/>
                <a:cs typeface="黑体"/>
              </a:rPr>
              <a:t>p</a:t>
            </a: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台设备每台传送</a:t>
            </a:r>
            <a:r>
              <a:rPr dirty="0" sz="2200" spc="-20">
                <a:solidFill>
                  <a:srgbClr val="9933FF"/>
                </a:solidFill>
                <a:latin typeface="黑体"/>
                <a:cs typeface="黑体"/>
              </a:rPr>
              <a:t>n</a:t>
            </a:r>
            <a:r>
              <a:rPr dirty="0" sz="2200" spc="-40">
                <a:solidFill>
                  <a:srgbClr val="40458B"/>
                </a:solidFill>
                <a:latin typeface="黑体"/>
                <a:cs typeface="黑体"/>
              </a:rPr>
              <a:t>个数据总共所需的时间为</a:t>
            </a:r>
            <a:endParaRPr sz="2200">
              <a:latin typeface="黑体"/>
              <a:cs typeface="黑体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203575" y="5554662"/>
            <a:ext cx="3240405" cy="466725"/>
          </a:xfrm>
          <a:prstGeom prst="rect">
            <a:avLst/>
          </a:prstGeom>
          <a:solidFill>
            <a:srgbClr val="EAEAEA"/>
          </a:solidFill>
        </p:spPr>
        <p:txBody>
          <a:bodyPr wrap="square" lIns="0" tIns="635" rIns="0" bIns="0" rtlCol="0" vert="horz">
            <a:spAutoFit/>
          </a:bodyPr>
          <a:lstStyle/>
          <a:p>
            <a:pPr marL="52705">
              <a:lnSpc>
                <a:spcPct val="100000"/>
              </a:lnSpc>
              <a:spcBef>
                <a:spcPts val="5"/>
              </a:spcBef>
            </a:pPr>
            <a:r>
              <a:rPr dirty="0" sz="2450">
                <a:latin typeface="Times New Roman"/>
                <a:cs typeface="Times New Roman"/>
              </a:rPr>
              <a:t>T</a:t>
            </a:r>
            <a:r>
              <a:rPr dirty="0" baseline="-19607" sz="2550">
                <a:latin typeface="Times New Roman"/>
                <a:cs typeface="Times New Roman"/>
              </a:rPr>
              <a:t>BYTE</a:t>
            </a:r>
            <a:r>
              <a:rPr dirty="0" baseline="-19607" sz="2550" spc="592">
                <a:latin typeface="Times New Roman"/>
                <a:cs typeface="Times New Roman"/>
              </a:rPr>
              <a:t> </a:t>
            </a:r>
            <a:r>
              <a:rPr dirty="0" sz="2450">
                <a:latin typeface="Symbol"/>
                <a:cs typeface="Symbol"/>
              </a:rPr>
              <a:t></a:t>
            </a:r>
            <a:r>
              <a:rPr dirty="0" sz="2450" spc="-114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(T</a:t>
            </a:r>
            <a:r>
              <a:rPr dirty="0" baseline="-19607" sz="2550">
                <a:latin typeface="Times New Roman"/>
                <a:cs typeface="Times New Roman"/>
              </a:rPr>
              <a:t>S</a:t>
            </a:r>
            <a:r>
              <a:rPr dirty="0" baseline="-19607" sz="2550" spc="277">
                <a:latin typeface="Times New Roman"/>
                <a:cs typeface="Times New Roman"/>
              </a:rPr>
              <a:t> </a:t>
            </a:r>
            <a:r>
              <a:rPr dirty="0" sz="2450">
                <a:latin typeface="Symbol"/>
                <a:cs typeface="Symbol"/>
              </a:rPr>
              <a:t></a:t>
            </a:r>
            <a:r>
              <a:rPr dirty="0" sz="2450" spc="-175">
                <a:latin typeface="Times New Roman"/>
                <a:cs typeface="Times New Roman"/>
              </a:rPr>
              <a:t> </a:t>
            </a:r>
            <a:r>
              <a:rPr dirty="0" sz="2450" spc="-45">
                <a:latin typeface="Times New Roman"/>
                <a:cs typeface="Times New Roman"/>
              </a:rPr>
              <a:t>T</a:t>
            </a:r>
            <a:r>
              <a:rPr dirty="0" baseline="-19607" sz="2550" spc="-67">
                <a:latin typeface="Times New Roman"/>
                <a:cs typeface="Times New Roman"/>
              </a:rPr>
              <a:t>D</a:t>
            </a:r>
            <a:r>
              <a:rPr dirty="0" baseline="-19607" sz="2550" spc="-262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)</a:t>
            </a:r>
            <a:r>
              <a:rPr dirty="0" sz="2450" spc="-320">
                <a:latin typeface="Times New Roman"/>
                <a:cs typeface="Times New Roman"/>
              </a:rPr>
              <a:t> </a:t>
            </a:r>
            <a:r>
              <a:rPr dirty="0" sz="2450">
                <a:latin typeface="Symbol"/>
                <a:cs typeface="Symbol"/>
              </a:rPr>
              <a:t></a:t>
            </a:r>
            <a:r>
              <a:rPr dirty="0" sz="2450" spc="-260">
                <a:latin typeface="Times New Roman"/>
                <a:cs typeface="Times New Roman"/>
              </a:rPr>
              <a:t> </a:t>
            </a:r>
            <a:r>
              <a:rPr dirty="0" sz="2450" spc="185">
                <a:latin typeface="Times New Roman"/>
                <a:cs typeface="Times New Roman"/>
              </a:rPr>
              <a:t>p</a:t>
            </a:r>
            <a:r>
              <a:rPr dirty="0" sz="2450" spc="185">
                <a:latin typeface="Symbol"/>
                <a:cs typeface="Symbol"/>
              </a:rPr>
              <a:t></a:t>
            </a:r>
            <a:r>
              <a:rPr dirty="0" sz="2450" spc="-254">
                <a:latin typeface="Times New Roman"/>
                <a:cs typeface="Times New Roman"/>
              </a:rPr>
              <a:t> </a:t>
            </a:r>
            <a:r>
              <a:rPr dirty="0" sz="2450" spc="-50">
                <a:latin typeface="Times New Roman"/>
                <a:cs typeface="Times New Roman"/>
              </a:rPr>
              <a:t>n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037100" y="2416675"/>
            <a:ext cx="526415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sz="1500">
                <a:latin typeface="Times New Roman"/>
                <a:cs typeface="Times New Roman"/>
              </a:rPr>
              <a:t>T</a:t>
            </a:r>
            <a:r>
              <a:rPr dirty="0" baseline="-11111" sz="1500">
                <a:latin typeface="Times New Roman"/>
                <a:cs typeface="Times New Roman"/>
              </a:rPr>
              <a:t>S</a:t>
            </a:r>
            <a:r>
              <a:rPr dirty="0" baseline="-11111" sz="1500" spc="195">
                <a:latin typeface="Times New Roman"/>
                <a:cs typeface="Times New Roman"/>
              </a:rPr>
              <a:t> </a:t>
            </a:r>
            <a:r>
              <a:rPr dirty="0" sz="1500" spc="-25">
                <a:latin typeface="Times New Roman"/>
                <a:cs typeface="Times New Roman"/>
              </a:rPr>
              <a:t>T</a:t>
            </a:r>
            <a:r>
              <a:rPr dirty="0" baseline="-11111" sz="1500" spc="-37">
                <a:latin typeface="Times New Roman"/>
                <a:cs typeface="Times New Roman"/>
              </a:rPr>
              <a:t>D</a:t>
            </a:r>
            <a:endParaRPr baseline="-11111" sz="1500">
              <a:latin typeface="Times New Roman"/>
              <a:cs typeface="Times New Roman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1002920" y="2404038"/>
            <a:ext cx="4445000" cy="1551305"/>
          </a:xfrm>
          <a:custGeom>
            <a:avLst/>
            <a:gdLst/>
            <a:ahLst/>
            <a:cxnLst/>
            <a:rect l="l" t="t" r="r" b="b"/>
            <a:pathLst>
              <a:path w="4445000" h="1551304">
                <a:moveTo>
                  <a:pt x="2694" y="14628"/>
                </a:moveTo>
                <a:lnTo>
                  <a:pt x="0" y="1551273"/>
                </a:lnTo>
              </a:path>
              <a:path w="4445000" h="1551304">
                <a:moveTo>
                  <a:pt x="9877" y="316451"/>
                </a:moveTo>
                <a:lnTo>
                  <a:pt x="4444963" y="316451"/>
                </a:lnTo>
              </a:path>
              <a:path w="4445000" h="1551304">
                <a:moveTo>
                  <a:pt x="560725" y="0"/>
                </a:moveTo>
                <a:lnTo>
                  <a:pt x="564334" y="547368"/>
                </a:lnTo>
              </a:path>
              <a:path w="4445000" h="1551304">
                <a:moveTo>
                  <a:pt x="1110691" y="0"/>
                </a:moveTo>
                <a:lnTo>
                  <a:pt x="1116525" y="540729"/>
                </a:lnTo>
              </a:path>
              <a:path w="4445000" h="1551304">
                <a:moveTo>
                  <a:pt x="1672324" y="0"/>
                </a:moveTo>
                <a:lnTo>
                  <a:pt x="1670529" y="548256"/>
                </a:lnTo>
              </a:path>
            </a:pathLst>
          </a:custGeom>
          <a:ln w="1384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4116857" y="3692709"/>
            <a:ext cx="552450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baseline="7407" sz="2250" spc="-15" b="1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dirty="0" sz="1000" spc="-10" b="1">
                <a:solidFill>
                  <a:srgbClr val="FF0000"/>
                </a:solidFill>
                <a:latin typeface="Times New Roman"/>
                <a:cs typeface="Times New Roman"/>
              </a:rPr>
              <a:t>BYTE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1041979" y="2382326"/>
            <a:ext cx="7507605" cy="1572260"/>
          </a:xfrm>
          <a:custGeom>
            <a:avLst/>
            <a:gdLst/>
            <a:ahLst/>
            <a:cxnLst/>
            <a:rect l="l" t="t" r="r" b="b"/>
            <a:pathLst>
              <a:path w="7507605" h="1572260">
                <a:moveTo>
                  <a:pt x="0" y="648419"/>
                </a:moveTo>
                <a:lnTo>
                  <a:pt x="34855" y="694297"/>
                </a:lnTo>
                <a:lnTo>
                  <a:pt x="73993" y="711064"/>
                </a:lnTo>
                <a:lnTo>
                  <a:pt x="123668" y="722045"/>
                </a:lnTo>
                <a:lnTo>
                  <a:pt x="180925" y="725983"/>
                </a:lnTo>
                <a:lnTo>
                  <a:pt x="903729" y="725983"/>
                </a:lnTo>
                <a:lnTo>
                  <a:pt x="960766" y="729874"/>
                </a:lnTo>
                <a:lnTo>
                  <a:pt x="1010306" y="740723"/>
                </a:lnTo>
                <a:lnTo>
                  <a:pt x="1049374" y="757294"/>
                </a:lnTo>
                <a:lnTo>
                  <a:pt x="1074995" y="778351"/>
                </a:lnTo>
                <a:lnTo>
                  <a:pt x="1084197" y="802660"/>
                </a:lnTo>
                <a:lnTo>
                  <a:pt x="1093402" y="778351"/>
                </a:lnTo>
                <a:lnTo>
                  <a:pt x="1119050" y="757294"/>
                </a:lnTo>
                <a:lnTo>
                  <a:pt x="1158189" y="740723"/>
                </a:lnTo>
                <a:lnTo>
                  <a:pt x="1207867" y="729874"/>
                </a:lnTo>
                <a:lnTo>
                  <a:pt x="1265132" y="725983"/>
                </a:lnTo>
                <a:lnTo>
                  <a:pt x="1987955" y="725983"/>
                </a:lnTo>
                <a:lnTo>
                  <a:pt x="2045190" y="722045"/>
                </a:lnTo>
                <a:lnTo>
                  <a:pt x="2094877" y="711065"/>
                </a:lnTo>
                <a:lnTo>
                  <a:pt x="2134046" y="694297"/>
                </a:lnTo>
                <a:lnTo>
                  <a:pt x="2159726" y="672998"/>
                </a:lnTo>
                <a:lnTo>
                  <a:pt x="2168946" y="648419"/>
                </a:lnTo>
              </a:path>
              <a:path w="7507605" h="1572260">
                <a:moveTo>
                  <a:pt x="7507243" y="0"/>
                </a:moveTo>
                <a:lnTo>
                  <a:pt x="7507243" y="1572099"/>
                </a:lnTo>
              </a:path>
              <a:path w="7507605" h="1572260">
                <a:moveTo>
                  <a:pt x="2202601" y="36340"/>
                </a:moveTo>
                <a:lnTo>
                  <a:pt x="2206154" y="577069"/>
                </a:lnTo>
              </a:path>
              <a:path w="7507605" h="1572260">
                <a:moveTo>
                  <a:pt x="2760158" y="21711"/>
                </a:moveTo>
                <a:lnTo>
                  <a:pt x="2764084" y="569080"/>
                </a:lnTo>
              </a:path>
              <a:path w="7507605" h="1572260">
                <a:moveTo>
                  <a:pt x="3310610" y="21711"/>
                </a:moveTo>
                <a:lnTo>
                  <a:pt x="3315845" y="562441"/>
                </a:lnTo>
              </a:path>
              <a:path w="7507605" h="1572260">
                <a:moveTo>
                  <a:pt x="3872093" y="21711"/>
                </a:moveTo>
                <a:lnTo>
                  <a:pt x="3870410" y="569968"/>
                </a:lnTo>
              </a:path>
              <a:path w="7507605" h="1572260">
                <a:moveTo>
                  <a:pt x="2238874" y="648419"/>
                </a:moveTo>
                <a:lnTo>
                  <a:pt x="2273882" y="694297"/>
                </a:lnTo>
                <a:lnTo>
                  <a:pt x="2313104" y="711065"/>
                </a:lnTo>
                <a:lnTo>
                  <a:pt x="2362774" y="722045"/>
                </a:lnTo>
                <a:lnTo>
                  <a:pt x="2419865" y="725983"/>
                </a:lnTo>
                <a:lnTo>
                  <a:pt x="3142707" y="725983"/>
                </a:lnTo>
                <a:lnTo>
                  <a:pt x="3199740" y="729874"/>
                </a:lnTo>
                <a:lnTo>
                  <a:pt x="3249270" y="740723"/>
                </a:lnTo>
                <a:lnTo>
                  <a:pt x="3288327" y="757294"/>
                </a:lnTo>
                <a:lnTo>
                  <a:pt x="3313939" y="778352"/>
                </a:lnTo>
                <a:lnTo>
                  <a:pt x="3323137" y="802660"/>
                </a:lnTo>
                <a:lnTo>
                  <a:pt x="3332373" y="778352"/>
                </a:lnTo>
                <a:lnTo>
                  <a:pt x="3358079" y="757294"/>
                </a:lnTo>
                <a:lnTo>
                  <a:pt x="3397246" y="740723"/>
                </a:lnTo>
                <a:lnTo>
                  <a:pt x="3446869" y="729874"/>
                </a:lnTo>
                <a:lnTo>
                  <a:pt x="3503941" y="725983"/>
                </a:lnTo>
                <a:lnTo>
                  <a:pt x="4226783" y="725983"/>
                </a:lnTo>
                <a:lnTo>
                  <a:pt x="4283816" y="722045"/>
                </a:lnTo>
                <a:lnTo>
                  <a:pt x="4333346" y="711065"/>
                </a:lnTo>
                <a:lnTo>
                  <a:pt x="4372403" y="694297"/>
                </a:lnTo>
                <a:lnTo>
                  <a:pt x="4398015" y="672998"/>
                </a:lnTo>
                <a:lnTo>
                  <a:pt x="4407213" y="648419"/>
                </a:lnTo>
              </a:path>
            </a:pathLst>
          </a:custGeom>
          <a:ln w="1384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1088079" y="2764160"/>
            <a:ext cx="4356735" cy="667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01600">
              <a:lnSpc>
                <a:spcPct val="100000"/>
              </a:lnSpc>
              <a:spcBef>
                <a:spcPts val="125"/>
              </a:spcBef>
              <a:tabLst>
                <a:tab pos="654050" algn="l"/>
                <a:tab pos="1219835" algn="l"/>
                <a:tab pos="1765935" algn="l"/>
                <a:tab pos="2338705" algn="l"/>
                <a:tab pos="2891790" algn="l"/>
                <a:tab pos="3463925" algn="l"/>
                <a:tab pos="4003675" algn="l"/>
              </a:tabLst>
            </a:pPr>
            <a:r>
              <a:rPr dirty="0" baseline="9259" sz="2250" spc="-37">
                <a:latin typeface="Times New Roman"/>
                <a:cs typeface="Times New Roman"/>
              </a:rPr>
              <a:t>D</a:t>
            </a:r>
            <a:r>
              <a:rPr dirty="0" baseline="2777" sz="1500" spc="-37">
                <a:latin typeface="Times New Roman"/>
                <a:cs typeface="Times New Roman"/>
              </a:rPr>
              <a:t>11</a:t>
            </a:r>
            <a:r>
              <a:rPr dirty="0" baseline="2777" sz="1500">
                <a:latin typeface="Times New Roman"/>
                <a:cs typeface="Times New Roman"/>
              </a:rPr>
              <a:t>	</a:t>
            </a:r>
            <a:r>
              <a:rPr dirty="0" baseline="7407" sz="2250" spc="-37">
                <a:latin typeface="Times New Roman"/>
                <a:cs typeface="Times New Roman"/>
              </a:rPr>
              <a:t>D</a:t>
            </a:r>
            <a:r>
              <a:rPr dirty="0" sz="1000" spc="-25">
                <a:latin typeface="Times New Roman"/>
                <a:cs typeface="Times New Roman"/>
              </a:rPr>
              <a:t>21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baseline="7407" sz="2250" spc="-75">
                <a:latin typeface="宋体"/>
                <a:cs typeface="宋体"/>
              </a:rPr>
              <a:t>…</a:t>
            </a:r>
            <a:r>
              <a:rPr dirty="0" baseline="7407" sz="2250">
                <a:latin typeface="宋体"/>
                <a:cs typeface="宋体"/>
              </a:rPr>
              <a:t>	</a:t>
            </a:r>
            <a:r>
              <a:rPr dirty="0" baseline="9259" sz="2250" spc="-37">
                <a:latin typeface="Times New Roman"/>
                <a:cs typeface="Times New Roman"/>
              </a:rPr>
              <a:t>D</a:t>
            </a:r>
            <a:r>
              <a:rPr dirty="0" baseline="2777" sz="1500" spc="-37">
                <a:latin typeface="Times New Roman"/>
                <a:cs typeface="Times New Roman"/>
              </a:rPr>
              <a:t>p1</a:t>
            </a:r>
            <a:r>
              <a:rPr dirty="0" baseline="2777" sz="1500">
                <a:latin typeface="Times New Roman"/>
                <a:cs typeface="Times New Roman"/>
              </a:rPr>
              <a:t>	</a:t>
            </a:r>
            <a:r>
              <a:rPr dirty="0" baseline="9259" sz="2250" spc="-37">
                <a:latin typeface="Times New Roman"/>
                <a:cs typeface="Times New Roman"/>
              </a:rPr>
              <a:t>D</a:t>
            </a:r>
            <a:r>
              <a:rPr dirty="0" baseline="2777" sz="1500" spc="-37">
                <a:latin typeface="Times New Roman"/>
                <a:cs typeface="Times New Roman"/>
              </a:rPr>
              <a:t>12</a:t>
            </a:r>
            <a:r>
              <a:rPr dirty="0" baseline="2777" sz="1500">
                <a:latin typeface="Times New Roman"/>
                <a:cs typeface="Times New Roman"/>
              </a:rPr>
              <a:t>	</a:t>
            </a:r>
            <a:r>
              <a:rPr dirty="0" baseline="7407" sz="2250" spc="-37">
                <a:latin typeface="Times New Roman"/>
                <a:cs typeface="Times New Roman"/>
              </a:rPr>
              <a:t>D</a:t>
            </a:r>
            <a:r>
              <a:rPr dirty="0" sz="1000" spc="-25">
                <a:latin typeface="Times New Roman"/>
                <a:cs typeface="Times New Roman"/>
              </a:rPr>
              <a:t>22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baseline="7407" sz="2250" spc="-75">
                <a:latin typeface="宋体"/>
                <a:cs typeface="宋体"/>
              </a:rPr>
              <a:t>…</a:t>
            </a:r>
            <a:r>
              <a:rPr dirty="0" baseline="7407" sz="2250">
                <a:latin typeface="宋体"/>
                <a:cs typeface="宋体"/>
              </a:rPr>
              <a:t>	</a:t>
            </a:r>
            <a:r>
              <a:rPr dirty="0" baseline="9259" sz="2250" spc="-37">
                <a:latin typeface="Times New Roman"/>
                <a:cs typeface="Times New Roman"/>
              </a:rPr>
              <a:t>D</a:t>
            </a:r>
            <a:r>
              <a:rPr dirty="0" baseline="2777" sz="1500" spc="-37">
                <a:latin typeface="Times New Roman"/>
                <a:cs typeface="Times New Roman"/>
              </a:rPr>
              <a:t>p2</a:t>
            </a:r>
            <a:endParaRPr baseline="2777"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9"/>
              </a:spcBef>
            </a:pPr>
            <a:endParaRPr sz="1000">
              <a:latin typeface="Times New Roman"/>
              <a:cs typeface="Times New Roman"/>
            </a:endParaRPr>
          </a:p>
          <a:p>
            <a:pPr marL="114935">
              <a:lnSpc>
                <a:spcPct val="100000"/>
              </a:lnSpc>
              <a:tabLst>
                <a:tab pos="2352040" algn="l"/>
              </a:tabLst>
            </a:pPr>
            <a:r>
              <a:rPr dirty="0" sz="1300" b="1">
                <a:solidFill>
                  <a:srgbClr val="0000FF"/>
                </a:solidFill>
                <a:latin typeface="宋体"/>
                <a:cs typeface="宋体"/>
              </a:rPr>
              <a:t>传输各设</a:t>
            </a:r>
            <a:r>
              <a:rPr dirty="0" sz="1300" spc="65" b="1">
                <a:solidFill>
                  <a:srgbClr val="0000FF"/>
                </a:solidFill>
                <a:latin typeface="宋体"/>
                <a:cs typeface="宋体"/>
              </a:rPr>
              <a:t>备</a:t>
            </a:r>
            <a:r>
              <a:rPr dirty="0" sz="1300" b="1">
                <a:solidFill>
                  <a:srgbClr val="0000FF"/>
                </a:solidFill>
                <a:latin typeface="宋体"/>
                <a:cs typeface="宋体"/>
              </a:rPr>
              <a:t>的第</a:t>
            </a:r>
            <a:r>
              <a:rPr dirty="0" sz="1300" spc="-200" b="1">
                <a:solidFill>
                  <a:srgbClr val="0000FF"/>
                </a:solidFill>
                <a:latin typeface="宋体"/>
                <a:cs typeface="宋体"/>
              </a:rPr>
              <a:t> </a:t>
            </a:r>
            <a:r>
              <a:rPr dirty="0" sz="1300" b="1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r>
              <a:rPr dirty="0" sz="1300" spc="25" b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1300" b="1">
                <a:solidFill>
                  <a:srgbClr val="0000FF"/>
                </a:solidFill>
                <a:latin typeface="宋体"/>
                <a:cs typeface="宋体"/>
              </a:rPr>
              <a:t>个字</a:t>
            </a:r>
            <a:r>
              <a:rPr dirty="0" sz="1300" spc="-50" b="1">
                <a:solidFill>
                  <a:srgbClr val="0000FF"/>
                </a:solidFill>
                <a:latin typeface="宋体"/>
                <a:cs typeface="宋体"/>
              </a:rPr>
              <a:t>节</a:t>
            </a:r>
            <a:r>
              <a:rPr dirty="0" sz="1300" b="1">
                <a:solidFill>
                  <a:srgbClr val="0000FF"/>
                </a:solidFill>
                <a:latin typeface="宋体"/>
                <a:cs typeface="宋体"/>
              </a:rPr>
              <a:t>	传输各设</a:t>
            </a:r>
            <a:r>
              <a:rPr dirty="0" sz="1300" spc="65" b="1">
                <a:solidFill>
                  <a:srgbClr val="0000FF"/>
                </a:solidFill>
                <a:latin typeface="宋体"/>
                <a:cs typeface="宋体"/>
              </a:rPr>
              <a:t>备</a:t>
            </a:r>
            <a:r>
              <a:rPr dirty="0" sz="1300" b="1">
                <a:solidFill>
                  <a:srgbClr val="0000FF"/>
                </a:solidFill>
                <a:latin typeface="宋体"/>
                <a:cs typeface="宋体"/>
              </a:rPr>
              <a:t>的第</a:t>
            </a:r>
            <a:r>
              <a:rPr dirty="0" sz="1300" spc="-320" b="1">
                <a:solidFill>
                  <a:srgbClr val="0000FF"/>
                </a:solidFill>
                <a:latin typeface="宋体"/>
                <a:cs typeface="宋体"/>
              </a:rPr>
              <a:t> </a:t>
            </a:r>
            <a:r>
              <a:rPr dirty="0" sz="1300" b="1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r>
              <a:rPr dirty="0" sz="1300" spc="-30" b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1300" b="1">
                <a:solidFill>
                  <a:srgbClr val="0000FF"/>
                </a:solidFill>
                <a:latin typeface="宋体"/>
                <a:cs typeface="宋体"/>
              </a:rPr>
              <a:t>个</a:t>
            </a:r>
            <a:r>
              <a:rPr dirty="0" sz="1300" spc="65" b="1">
                <a:solidFill>
                  <a:srgbClr val="0000FF"/>
                </a:solidFill>
                <a:latin typeface="宋体"/>
                <a:cs typeface="宋体"/>
              </a:rPr>
              <a:t>字</a:t>
            </a:r>
            <a:r>
              <a:rPr dirty="0" sz="1300" spc="-50" b="1">
                <a:solidFill>
                  <a:srgbClr val="0000FF"/>
                </a:solidFill>
                <a:latin typeface="宋体"/>
                <a:cs typeface="宋体"/>
              </a:rPr>
              <a:t>节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6306842" y="2404038"/>
            <a:ext cx="1670050" cy="555625"/>
          </a:xfrm>
          <a:custGeom>
            <a:avLst/>
            <a:gdLst/>
            <a:ahLst/>
            <a:cxnLst/>
            <a:rect l="l" t="t" r="r" b="b"/>
            <a:pathLst>
              <a:path w="1670050" h="555625">
                <a:moveTo>
                  <a:pt x="0" y="14628"/>
                </a:moveTo>
                <a:lnTo>
                  <a:pt x="3926" y="555357"/>
                </a:lnTo>
              </a:path>
              <a:path w="1670050" h="555625">
                <a:moveTo>
                  <a:pt x="557930" y="0"/>
                </a:moveTo>
                <a:lnTo>
                  <a:pt x="561483" y="547368"/>
                </a:lnTo>
              </a:path>
              <a:path w="1670050" h="555625">
                <a:moveTo>
                  <a:pt x="1108382" y="0"/>
                </a:moveTo>
                <a:lnTo>
                  <a:pt x="1113804" y="540729"/>
                </a:lnTo>
              </a:path>
              <a:path w="1670050" h="555625">
                <a:moveTo>
                  <a:pt x="1669491" y="0"/>
                </a:moveTo>
                <a:lnTo>
                  <a:pt x="1668182" y="548256"/>
                </a:lnTo>
              </a:path>
            </a:pathLst>
          </a:custGeom>
          <a:ln w="1384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7599595" y="2737566"/>
            <a:ext cx="221615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-50">
                <a:latin typeface="宋体"/>
                <a:cs typeface="宋体"/>
              </a:rPr>
              <a:t>…</a:t>
            </a:r>
            <a:endParaRPr sz="1500">
              <a:latin typeface="宋体"/>
              <a:cs typeface="宋体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6343489" y="3030746"/>
            <a:ext cx="2168525" cy="154305"/>
          </a:xfrm>
          <a:custGeom>
            <a:avLst/>
            <a:gdLst/>
            <a:ahLst/>
            <a:cxnLst/>
            <a:rect l="l" t="t" r="r" b="b"/>
            <a:pathLst>
              <a:path w="2168525" h="154305">
                <a:moveTo>
                  <a:pt x="0" y="0"/>
                </a:moveTo>
                <a:lnTo>
                  <a:pt x="34899" y="45877"/>
                </a:lnTo>
                <a:lnTo>
                  <a:pt x="74068" y="62645"/>
                </a:lnTo>
                <a:lnTo>
                  <a:pt x="123755" y="73625"/>
                </a:lnTo>
                <a:lnTo>
                  <a:pt x="180990" y="77564"/>
                </a:lnTo>
                <a:lnTo>
                  <a:pt x="903458" y="77564"/>
                </a:lnTo>
                <a:lnTo>
                  <a:pt x="960674" y="81454"/>
                </a:lnTo>
                <a:lnTo>
                  <a:pt x="1010315" y="92303"/>
                </a:lnTo>
                <a:lnTo>
                  <a:pt x="1049428" y="108874"/>
                </a:lnTo>
                <a:lnTo>
                  <a:pt x="1075062" y="129932"/>
                </a:lnTo>
                <a:lnTo>
                  <a:pt x="1084262" y="154240"/>
                </a:lnTo>
                <a:lnTo>
                  <a:pt x="1093460" y="129932"/>
                </a:lnTo>
                <a:lnTo>
                  <a:pt x="1119072" y="108874"/>
                </a:lnTo>
                <a:lnTo>
                  <a:pt x="1158129" y="92303"/>
                </a:lnTo>
                <a:lnTo>
                  <a:pt x="1207659" y="81454"/>
                </a:lnTo>
                <a:lnTo>
                  <a:pt x="1264692" y="77564"/>
                </a:lnTo>
                <a:lnTo>
                  <a:pt x="1987534" y="77564"/>
                </a:lnTo>
                <a:lnTo>
                  <a:pt x="2044841" y="73625"/>
                </a:lnTo>
                <a:lnTo>
                  <a:pt x="2094537" y="62645"/>
                </a:lnTo>
                <a:lnTo>
                  <a:pt x="2133679" y="45878"/>
                </a:lnTo>
                <a:lnTo>
                  <a:pt x="2159323" y="24578"/>
                </a:lnTo>
                <a:lnTo>
                  <a:pt x="2168525" y="0"/>
                </a:lnTo>
              </a:path>
            </a:pathLst>
          </a:custGeom>
          <a:ln w="13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6453818" y="3198119"/>
            <a:ext cx="1892300" cy="2266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300" spc="-25" b="1">
                <a:solidFill>
                  <a:srgbClr val="0000FF"/>
                </a:solidFill>
                <a:latin typeface="宋体"/>
                <a:cs typeface="宋体"/>
              </a:rPr>
              <a:t>传输各设备的第 </a:t>
            </a:r>
            <a:r>
              <a:rPr dirty="0" sz="1300" b="1">
                <a:solidFill>
                  <a:srgbClr val="0000FF"/>
                </a:solidFill>
                <a:latin typeface="Times New Roman"/>
                <a:cs typeface="Times New Roman"/>
              </a:rPr>
              <a:t>n</a:t>
            </a:r>
            <a:r>
              <a:rPr dirty="0" sz="1300" spc="5" b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1300" spc="-20" b="1">
                <a:solidFill>
                  <a:srgbClr val="0000FF"/>
                </a:solidFill>
                <a:latin typeface="宋体"/>
                <a:cs typeface="宋体"/>
              </a:rPr>
              <a:t>个字节</a:t>
            </a:r>
            <a:endParaRPr sz="1300">
              <a:latin typeface="宋体"/>
              <a:cs typeface="宋体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1006611" y="2391283"/>
            <a:ext cx="7546340" cy="1326515"/>
            <a:chOff x="1006611" y="2391283"/>
            <a:chExt cx="7546340" cy="1326515"/>
          </a:xfrm>
        </p:grpSpPr>
        <p:sp>
          <p:nvSpPr>
            <p:cNvPr id="22" name="object 22" descr=""/>
            <p:cNvSpPr/>
            <p:nvPr/>
          </p:nvSpPr>
          <p:spPr>
            <a:xfrm>
              <a:off x="1010103" y="3638849"/>
              <a:ext cx="7539355" cy="75565"/>
            </a:xfrm>
            <a:custGeom>
              <a:avLst/>
              <a:gdLst/>
              <a:ahLst/>
              <a:cxnLst/>
              <a:rect l="l" t="t" r="r" b="b"/>
              <a:pathLst>
                <a:path w="7539355" h="75564">
                  <a:moveTo>
                    <a:pt x="112246" y="887"/>
                  </a:moveTo>
                  <a:lnTo>
                    <a:pt x="0" y="38116"/>
                  </a:lnTo>
                  <a:lnTo>
                    <a:pt x="112246" y="75344"/>
                  </a:lnTo>
                  <a:lnTo>
                    <a:pt x="84287" y="47418"/>
                  </a:lnTo>
                  <a:lnTo>
                    <a:pt x="70036" y="47418"/>
                  </a:lnTo>
                  <a:lnTo>
                    <a:pt x="65545" y="42998"/>
                  </a:lnTo>
                  <a:lnTo>
                    <a:pt x="65545" y="33252"/>
                  </a:lnTo>
                  <a:lnTo>
                    <a:pt x="70036" y="28813"/>
                  </a:lnTo>
                  <a:lnTo>
                    <a:pt x="84287" y="28813"/>
                  </a:lnTo>
                  <a:lnTo>
                    <a:pt x="112246" y="887"/>
                  </a:lnTo>
                  <a:close/>
                </a:path>
                <a:path w="7539355" h="75564">
                  <a:moveTo>
                    <a:pt x="7427308" y="0"/>
                  </a:moveTo>
                  <a:lnTo>
                    <a:pt x="7464703" y="37228"/>
                  </a:lnTo>
                  <a:lnTo>
                    <a:pt x="7427308" y="74457"/>
                  </a:lnTo>
                  <a:lnTo>
                    <a:pt x="7511119" y="46551"/>
                  </a:lnTo>
                  <a:lnTo>
                    <a:pt x="7469937" y="46551"/>
                  </a:lnTo>
                  <a:lnTo>
                    <a:pt x="7474052" y="42110"/>
                  </a:lnTo>
                  <a:lnTo>
                    <a:pt x="7474052" y="32364"/>
                  </a:lnTo>
                  <a:lnTo>
                    <a:pt x="7469940" y="27927"/>
                  </a:lnTo>
                  <a:lnTo>
                    <a:pt x="7511184" y="27927"/>
                  </a:lnTo>
                  <a:lnTo>
                    <a:pt x="7427308" y="0"/>
                  </a:lnTo>
                  <a:close/>
                </a:path>
                <a:path w="7539355" h="75564">
                  <a:moveTo>
                    <a:pt x="84287" y="28813"/>
                  </a:moveTo>
                  <a:lnTo>
                    <a:pt x="70036" y="28813"/>
                  </a:lnTo>
                  <a:lnTo>
                    <a:pt x="65545" y="33252"/>
                  </a:lnTo>
                  <a:lnTo>
                    <a:pt x="65545" y="42998"/>
                  </a:lnTo>
                  <a:lnTo>
                    <a:pt x="70036" y="47418"/>
                  </a:lnTo>
                  <a:lnTo>
                    <a:pt x="84287" y="47418"/>
                  </a:lnTo>
                  <a:lnTo>
                    <a:pt x="74974" y="38116"/>
                  </a:lnTo>
                  <a:lnTo>
                    <a:pt x="84287" y="28813"/>
                  </a:lnTo>
                  <a:close/>
                </a:path>
                <a:path w="7539355" h="75564">
                  <a:moveTo>
                    <a:pt x="7455360" y="27927"/>
                  </a:moveTo>
                  <a:lnTo>
                    <a:pt x="74974" y="28813"/>
                  </a:lnTo>
                  <a:lnTo>
                    <a:pt x="84287" y="28813"/>
                  </a:lnTo>
                  <a:lnTo>
                    <a:pt x="74974" y="38116"/>
                  </a:lnTo>
                  <a:lnTo>
                    <a:pt x="84287" y="47418"/>
                  </a:lnTo>
                  <a:lnTo>
                    <a:pt x="74974" y="47418"/>
                  </a:lnTo>
                  <a:lnTo>
                    <a:pt x="7455339" y="46551"/>
                  </a:lnTo>
                  <a:lnTo>
                    <a:pt x="7464703" y="37228"/>
                  </a:lnTo>
                  <a:lnTo>
                    <a:pt x="7455360" y="27927"/>
                  </a:lnTo>
                  <a:close/>
                </a:path>
                <a:path w="7539355" h="75564">
                  <a:moveTo>
                    <a:pt x="7511184" y="27927"/>
                  </a:moveTo>
                  <a:lnTo>
                    <a:pt x="7469940" y="27927"/>
                  </a:lnTo>
                  <a:lnTo>
                    <a:pt x="7474052" y="32364"/>
                  </a:lnTo>
                  <a:lnTo>
                    <a:pt x="7474052" y="42110"/>
                  </a:lnTo>
                  <a:lnTo>
                    <a:pt x="7469937" y="46551"/>
                  </a:lnTo>
                  <a:lnTo>
                    <a:pt x="7511119" y="46551"/>
                  </a:lnTo>
                  <a:lnTo>
                    <a:pt x="7539119" y="37228"/>
                  </a:lnTo>
                  <a:lnTo>
                    <a:pt x="7511184" y="279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010103" y="3638849"/>
              <a:ext cx="7539355" cy="75565"/>
            </a:xfrm>
            <a:custGeom>
              <a:avLst/>
              <a:gdLst/>
              <a:ahLst/>
              <a:cxnLst/>
              <a:rect l="l" t="t" r="r" b="b"/>
              <a:pathLst>
                <a:path w="7539355" h="75564">
                  <a:moveTo>
                    <a:pt x="74974" y="28813"/>
                  </a:moveTo>
                  <a:lnTo>
                    <a:pt x="7464703" y="27926"/>
                  </a:lnTo>
                  <a:lnTo>
                    <a:pt x="7469938" y="27926"/>
                  </a:lnTo>
                  <a:lnTo>
                    <a:pt x="7474052" y="32364"/>
                  </a:lnTo>
                  <a:lnTo>
                    <a:pt x="7474052" y="37228"/>
                  </a:lnTo>
                  <a:lnTo>
                    <a:pt x="7474052" y="42110"/>
                  </a:lnTo>
                  <a:lnTo>
                    <a:pt x="7469938" y="46549"/>
                  </a:lnTo>
                  <a:lnTo>
                    <a:pt x="7464703" y="46549"/>
                  </a:lnTo>
                  <a:lnTo>
                    <a:pt x="74974" y="47418"/>
                  </a:lnTo>
                  <a:lnTo>
                    <a:pt x="70036" y="47418"/>
                  </a:lnTo>
                  <a:lnTo>
                    <a:pt x="65545" y="42998"/>
                  </a:lnTo>
                  <a:lnTo>
                    <a:pt x="65545" y="38116"/>
                  </a:lnTo>
                  <a:lnTo>
                    <a:pt x="65545" y="33252"/>
                  </a:lnTo>
                  <a:lnTo>
                    <a:pt x="70036" y="28813"/>
                  </a:lnTo>
                  <a:lnTo>
                    <a:pt x="74974" y="28813"/>
                  </a:lnTo>
                  <a:close/>
                </a:path>
                <a:path w="7539355" h="75564">
                  <a:moveTo>
                    <a:pt x="74974" y="38116"/>
                  </a:moveTo>
                  <a:lnTo>
                    <a:pt x="112246" y="75344"/>
                  </a:lnTo>
                  <a:lnTo>
                    <a:pt x="0" y="38116"/>
                  </a:lnTo>
                  <a:lnTo>
                    <a:pt x="112246" y="887"/>
                  </a:lnTo>
                  <a:lnTo>
                    <a:pt x="74974" y="38116"/>
                  </a:lnTo>
                  <a:close/>
                </a:path>
                <a:path w="7539355" h="75564">
                  <a:moveTo>
                    <a:pt x="7464703" y="37228"/>
                  </a:moveTo>
                  <a:lnTo>
                    <a:pt x="7427308" y="0"/>
                  </a:lnTo>
                  <a:lnTo>
                    <a:pt x="7539119" y="37228"/>
                  </a:lnTo>
                  <a:lnTo>
                    <a:pt x="7427308" y="74457"/>
                  </a:lnTo>
                  <a:lnTo>
                    <a:pt x="7464703" y="37228"/>
                  </a:lnTo>
                  <a:close/>
                </a:path>
              </a:pathLst>
            </a:custGeom>
            <a:ln w="66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5443957" y="2398268"/>
              <a:ext cx="3098165" cy="541020"/>
            </a:xfrm>
            <a:custGeom>
              <a:avLst/>
              <a:gdLst/>
              <a:ahLst/>
              <a:cxnLst/>
              <a:rect l="l" t="t" r="r" b="b"/>
              <a:pathLst>
                <a:path w="3098165" h="541019">
                  <a:moveTo>
                    <a:pt x="0" y="0"/>
                  </a:moveTo>
                  <a:lnTo>
                    <a:pt x="3926" y="540729"/>
                  </a:lnTo>
                </a:path>
                <a:path w="3098165" h="541019">
                  <a:moveTo>
                    <a:pt x="873169" y="309812"/>
                  </a:moveTo>
                  <a:lnTo>
                    <a:pt x="3098160" y="309812"/>
                  </a:lnTo>
                </a:path>
              </a:pathLst>
            </a:custGeom>
            <a:ln w="138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5631245" y="2315339"/>
            <a:ext cx="2926080" cy="707390"/>
          </a:xfrm>
          <a:prstGeom prst="rect">
            <a:avLst/>
          </a:prstGeom>
        </p:spPr>
        <p:txBody>
          <a:bodyPr wrap="square" lIns="0" tIns="123825" rIns="0" bIns="0" rtlCol="0" vert="horz">
            <a:spAutoFit/>
          </a:bodyPr>
          <a:lstStyle/>
          <a:p>
            <a:pPr marL="114300">
              <a:lnSpc>
                <a:spcPct val="100000"/>
              </a:lnSpc>
              <a:spcBef>
                <a:spcPts val="975"/>
              </a:spcBef>
              <a:tabLst>
                <a:tab pos="740410" algn="l"/>
                <a:tab pos="1980564" algn="l"/>
                <a:tab pos="2411730" algn="l"/>
              </a:tabLst>
            </a:pPr>
            <a:r>
              <a:rPr dirty="0" baseline="1851" sz="2250" spc="-75">
                <a:latin typeface="宋体"/>
                <a:cs typeface="宋体"/>
              </a:rPr>
              <a:t>…</a:t>
            </a:r>
            <a:r>
              <a:rPr dirty="0" baseline="1851" sz="2250">
                <a:latin typeface="宋体"/>
                <a:cs typeface="宋体"/>
              </a:rPr>
              <a:t>	</a:t>
            </a:r>
            <a:r>
              <a:rPr dirty="0" baseline="1851" sz="2250">
                <a:latin typeface="Times New Roman"/>
                <a:cs typeface="Times New Roman"/>
              </a:rPr>
              <a:t>T</a:t>
            </a:r>
            <a:r>
              <a:rPr dirty="0" baseline="-8333" sz="1500">
                <a:latin typeface="Times New Roman"/>
                <a:cs typeface="Times New Roman"/>
              </a:rPr>
              <a:t>S</a:t>
            </a:r>
            <a:r>
              <a:rPr dirty="0" baseline="-8333" sz="1500" spc="179">
                <a:latin typeface="Times New Roman"/>
                <a:cs typeface="Times New Roman"/>
              </a:rPr>
              <a:t> </a:t>
            </a:r>
            <a:r>
              <a:rPr dirty="0" baseline="1851" sz="2250">
                <a:latin typeface="Times New Roman"/>
                <a:cs typeface="Times New Roman"/>
              </a:rPr>
              <a:t>T</a:t>
            </a:r>
            <a:r>
              <a:rPr dirty="0" baseline="-8333" sz="1500">
                <a:latin typeface="Times New Roman"/>
                <a:cs typeface="Times New Roman"/>
              </a:rPr>
              <a:t>D</a:t>
            </a:r>
            <a:r>
              <a:rPr dirty="0" baseline="-8333" sz="1500" spc="284">
                <a:latin typeface="Times New Roman"/>
                <a:cs typeface="Times New Roman"/>
              </a:rPr>
              <a:t>  </a:t>
            </a:r>
            <a:r>
              <a:rPr dirty="0" baseline="1851" sz="2250">
                <a:latin typeface="Times New Roman"/>
                <a:cs typeface="Times New Roman"/>
              </a:rPr>
              <a:t>T</a:t>
            </a:r>
            <a:r>
              <a:rPr dirty="0" baseline="-8333" sz="1500">
                <a:latin typeface="Times New Roman"/>
                <a:cs typeface="Times New Roman"/>
              </a:rPr>
              <a:t>S</a:t>
            </a:r>
            <a:r>
              <a:rPr dirty="0" baseline="-8333" sz="1500" spc="179">
                <a:latin typeface="Times New Roman"/>
                <a:cs typeface="Times New Roman"/>
              </a:rPr>
              <a:t> </a:t>
            </a:r>
            <a:r>
              <a:rPr dirty="0" baseline="1851" sz="2250" spc="-52">
                <a:latin typeface="Times New Roman"/>
                <a:cs typeface="Times New Roman"/>
              </a:rPr>
              <a:t>T</a:t>
            </a:r>
            <a:r>
              <a:rPr dirty="0" baseline="-8333" sz="1500" spc="-52">
                <a:latin typeface="Times New Roman"/>
                <a:cs typeface="Times New Roman"/>
              </a:rPr>
              <a:t>D</a:t>
            </a:r>
            <a:r>
              <a:rPr dirty="0" baseline="-8333" sz="1500">
                <a:latin typeface="Times New Roman"/>
                <a:cs typeface="Times New Roman"/>
              </a:rPr>
              <a:t>	</a:t>
            </a:r>
            <a:r>
              <a:rPr dirty="0" sz="1500" spc="-50">
                <a:latin typeface="宋体"/>
                <a:cs typeface="宋体"/>
              </a:rPr>
              <a:t>…</a:t>
            </a:r>
            <a:r>
              <a:rPr dirty="0" sz="1500">
                <a:latin typeface="宋体"/>
                <a:cs typeface="宋体"/>
              </a:rPr>
              <a:t>	</a:t>
            </a:r>
            <a:r>
              <a:rPr dirty="0" baseline="1851" sz="2250">
                <a:latin typeface="Times New Roman"/>
                <a:cs typeface="Times New Roman"/>
              </a:rPr>
              <a:t>T</a:t>
            </a:r>
            <a:r>
              <a:rPr dirty="0" baseline="-8333" sz="1500">
                <a:latin typeface="Times New Roman"/>
                <a:cs typeface="Times New Roman"/>
              </a:rPr>
              <a:t>S</a:t>
            </a:r>
            <a:r>
              <a:rPr dirty="0" baseline="-8333" sz="1500" spc="195">
                <a:latin typeface="Times New Roman"/>
                <a:cs typeface="Times New Roman"/>
              </a:rPr>
              <a:t> </a:t>
            </a:r>
            <a:r>
              <a:rPr dirty="0" baseline="1851" sz="2250" spc="-37">
                <a:latin typeface="Times New Roman"/>
                <a:cs typeface="Times New Roman"/>
              </a:rPr>
              <a:t>T</a:t>
            </a:r>
            <a:r>
              <a:rPr dirty="0" baseline="-8333" sz="1500" spc="-37">
                <a:latin typeface="Times New Roman"/>
                <a:cs typeface="Times New Roman"/>
              </a:rPr>
              <a:t>D</a:t>
            </a:r>
            <a:endParaRPr baseline="-8333" sz="1500">
              <a:latin typeface="Times New Roman"/>
              <a:cs typeface="Times New Roman"/>
            </a:endParaRPr>
          </a:p>
          <a:p>
            <a:pPr marL="120650">
              <a:lnSpc>
                <a:spcPct val="100000"/>
              </a:lnSpc>
              <a:spcBef>
                <a:spcPts val="885"/>
              </a:spcBef>
              <a:tabLst>
                <a:tab pos="855344" algn="l"/>
                <a:tab pos="1407795" algn="l"/>
                <a:tab pos="2519680" algn="l"/>
              </a:tabLst>
            </a:pPr>
            <a:r>
              <a:rPr dirty="0" baseline="24074" sz="2250" spc="-75">
                <a:latin typeface="宋体"/>
                <a:cs typeface="宋体"/>
              </a:rPr>
              <a:t>…</a:t>
            </a:r>
            <a:r>
              <a:rPr dirty="0" baseline="24074" sz="2250">
                <a:latin typeface="宋体"/>
                <a:cs typeface="宋体"/>
              </a:rPr>
              <a:t>	</a:t>
            </a:r>
            <a:r>
              <a:rPr dirty="0" baseline="9259" sz="2250" spc="-37">
                <a:latin typeface="Times New Roman"/>
                <a:cs typeface="Times New Roman"/>
              </a:rPr>
              <a:t>D</a:t>
            </a:r>
            <a:r>
              <a:rPr dirty="0" baseline="2777" sz="1500" spc="-37">
                <a:latin typeface="Times New Roman"/>
                <a:cs typeface="Times New Roman"/>
              </a:rPr>
              <a:t>1n</a:t>
            </a:r>
            <a:r>
              <a:rPr dirty="0" baseline="2777" sz="1500">
                <a:latin typeface="Times New Roman"/>
                <a:cs typeface="Times New Roman"/>
              </a:rPr>
              <a:t>	</a:t>
            </a:r>
            <a:r>
              <a:rPr dirty="0" baseline="7407" sz="2250" spc="-37">
                <a:latin typeface="Times New Roman"/>
                <a:cs typeface="Times New Roman"/>
              </a:rPr>
              <a:t>D</a:t>
            </a:r>
            <a:r>
              <a:rPr dirty="0" sz="1000" spc="-25">
                <a:latin typeface="Times New Roman"/>
                <a:cs typeface="Times New Roman"/>
              </a:rPr>
              <a:t>2n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baseline="9259" sz="2250" spc="-37">
                <a:latin typeface="Times New Roman"/>
                <a:cs typeface="Times New Roman"/>
              </a:rPr>
              <a:t>D</a:t>
            </a:r>
            <a:r>
              <a:rPr dirty="0" baseline="2777" sz="1500" spc="-37">
                <a:latin typeface="Times New Roman"/>
                <a:cs typeface="Times New Roman"/>
              </a:rPr>
              <a:t>pn</a:t>
            </a:r>
            <a:endParaRPr baseline="2777" sz="1500">
              <a:latin typeface="Times New Roman"/>
              <a:cs typeface="Times New Roman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1373695" y="1911413"/>
            <a:ext cx="4898390" cy="815340"/>
            <a:chOff x="1373695" y="1911413"/>
            <a:chExt cx="4898390" cy="815340"/>
          </a:xfrm>
        </p:grpSpPr>
        <p:sp>
          <p:nvSpPr>
            <p:cNvPr id="27" name="object 27" descr=""/>
            <p:cNvSpPr/>
            <p:nvPr/>
          </p:nvSpPr>
          <p:spPr>
            <a:xfrm>
              <a:off x="5426007" y="2708524"/>
              <a:ext cx="842644" cy="14604"/>
            </a:xfrm>
            <a:custGeom>
              <a:avLst/>
              <a:gdLst/>
              <a:ahLst/>
              <a:cxnLst/>
              <a:rect l="l" t="t" r="r" b="b"/>
              <a:pathLst>
                <a:path w="842645" h="14605">
                  <a:moveTo>
                    <a:pt x="52913" y="0"/>
                  </a:moveTo>
                  <a:lnTo>
                    <a:pt x="2617" y="0"/>
                  </a:lnTo>
                  <a:lnTo>
                    <a:pt x="0" y="3550"/>
                  </a:lnTo>
                  <a:lnTo>
                    <a:pt x="0" y="11077"/>
                  </a:lnTo>
                  <a:lnTo>
                    <a:pt x="2617" y="14184"/>
                  </a:lnTo>
                  <a:lnTo>
                    <a:pt x="52913" y="14184"/>
                  </a:lnTo>
                  <a:lnTo>
                    <a:pt x="56092" y="11077"/>
                  </a:lnTo>
                  <a:lnTo>
                    <a:pt x="56092" y="3550"/>
                  </a:lnTo>
                  <a:lnTo>
                    <a:pt x="52913" y="0"/>
                  </a:lnTo>
                  <a:close/>
                </a:path>
                <a:path w="842645" h="14605">
                  <a:moveTo>
                    <a:pt x="151262" y="0"/>
                  </a:moveTo>
                  <a:lnTo>
                    <a:pt x="100966" y="0"/>
                  </a:lnTo>
                  <a:lnTo>
                    <a:pt x="97787" y="3550"/>
                  </a:lnTo>
                  <a:lnTo>
                    <a:pt x="97787" y="11077"/>
                  </a:lnTo>
                  <a:lnTo>
                    <a:pt x="100966" y="14184"/>
                  </a:lnTo>
                  <a:lnTo>
                    <a:pt x="151262" y="14184"/>
                  </a:lnTo>
                  <a:lnTo>
                    <a:pt x="153879" y="11077"/>
                  </a:lnTo>
                  <a:lnTo>
                    <a:pt x="153879" y="3550"/>
                  </a:lnTo>
                  <a:lnTo>
                    <a:pt x="151262" y="0"/>
                  </a:lnTo>
                  <a:close/>
                </a:path>
                <a:path w="842645" h="14605">
                  <a:moveTo>
                    <a:pt x="249049" y="0"/>
                  </a:moveTo>
                  <a:lnTo>
                    <a:pt x="199314" y="0"/>
                  </a:lnTo>
                  <a:lnTo>
                    <a:pt x="196135" y="3550"/>
                  </a:lnTo>
                  <a:lnTo>
                    <a:pt x="196135" y="11077"/>
                  </a:lnTo>
                  <a:lnTo>
                    <a:pt x="199314" y="14184"/>
                  </a:lnTo>
                  <a:lnTo>
                    <a:pt x="249049" y="14184"/>
                  </a:lnTo>
                  <a:lnTo>
                    <a:pt x="252602" y="11077"/>
                  </a:lnTo>
                  <a:lnTo>
                    <a:pt x="252602" y="3550"/>
                  </a:lnTo>
                  <a:lnTo>
                    <a:pt x="249049" y="0"/>
                  </a:lnTo>
                  <a:close/>
                </a:path>
                <a:path w="842645" h="14605">
                  <a:moveTo>
                    <a:pt x="347771" y="0"/>
                  </a:moveTo>
                  <a:lnTo>
                    <a:pt x="297662" y="0"/>
                  </a:lnTo>
                  <a:lnTo>
                    <a:pt x="294484" y="3550"/>
                  </a:lnTo>
                  <a:lnTo>
                    <a:pt x="294484" y="11077"/>
                  </a:lnTo>
                  <a:lnTo>
                    <a:pt x="297662" y="14184"/>
                  </a:lnTo>
                  <a:lnTo>
                    <a:pt x="347771" y="14184"/>
                  </a:lnTo>
                  <a:lnTo>
                    <a:pt x="350576" y="11077"/>
                  </a:lnTo>
                  <a:lnTo>
                    <a:pt x="350576" y="3550"/>
                  </a:lnTo>
                  <a:lnTo>
                    <a:pt x="347771" y="0"/>
                  </a:lnTo>
                  <a:close/>
                </a:path>
                <a:path w="842645" h="14605">
                  <a:moveTo>
                    <a:pt x="445746" y="0"/>
                  </a:moveTo>
                  <a:lnTo>
                    <a:pt x="395824" y="0"/>
                  </a:lnTo>
                  <a:lnTo>
                    <a:pt x="392832" y="3550"/>
                  </a:lnTo>
                  <a:lnTo>
                    <a:pt x="392832" y="11077"/>
                  </a:lnTo>
                  <a:lnTo>
                    <a:pt x="395824" y="14184"/>
                  </a:lnTo>
                  <a:lnTo>
                    <a:pt x="445746" y="14184"/>
                  </a:lnTo>
                  <a:lnTo>
                    <a:pt x="448924" y="11077"/>
                  </a:lnTo>
                  <a:lnTo>
                    <a:pt x="448924" y="3550"/>
                  </a:lnTo>
                  <a:lnTo>
                    <a:pt x="445746" y="0"/>
                  </a:lnTo>
                  <a:close/>
                </a:path>
                <a:path w="842645" h="14605">
                  <a:moveTo>
                    <a:pt x="544094" y="0"/>
                  </a:moveTo>
                  <a:lnTo>
                    <a:pt x="494172" y="0"/>
                  </a:lnTo>
                  <a:lnTo>
                    <a:pt x="490994" y="3550"/>
                  </a:lnTo>
                  <a:lnTo>
                    <a:pt x="490994" y="11077"/>
                  </a:lnTo>
                  <a:lnTo>
                    <a:pt x="494172" y="14184"/>
                  </a:lnTo>
                  <a:lnTo>
                    <a:pt x="544094" y="14184"/>
                  </a:lnTo>
                  <a:lnTo>
                    <a:pt x="547273" y="11077"/>
                  </a:lnTo>
                  <a:lnTo>
                    <a:pt x="547273" y="3550"/>
                  </a:lnTo>
                  <a:lnTo>
                    <a:pt x="544094" y="0"/>
                  </a:lnTo>
                  <a:close/>
                </a:path>
                <a:path w="842645" h="14605">
                  <a:moveTo>
                    <a:pt x="642443" y="0"/>
                  </a:moveTo>
                  <a:lnTo>
                    <a:pt x="592520" y="0"/>
                  </a:lnTo>
                  <a:lnTo>
                    <a:pt x="589342" y="3550"/>
                  </a:lnTo>
                  <a:lnTo>
                    <a:pt x="589342" y="11077"/>
                  </a:lnTo>
                  <a:lnTo>
                    <a:pt x="592520" y="14184"/>
                  </a:lnTo>
                  <a:lnTo>
                    <a:pt x="642443" y="14184"/>
                  </a:lnTo>
                  <a:lnTo>
                    <a:pt x="645434" y="11077"/>
                  </a:lnTo>
                  <a:lnTo>
                    <a:pt x="645434" y="3550"/>
                  </a:lnTo>
                  <a:lnTo>
                    <a:pt x="642443" y="0"/>
                  </a:lnTo>
                  <a:close/>
                </a:path>
                <a:path w="842645" h="14605">
                  <a:moveTo>
                    <a:pt x="740604" y="0"/>
                  </a:moveTo>
                  <a:lnTo>
                    <a:pt x="690495" y="0"/>
                  </a:lnTo>
                  <a:lnTo>
                    <a:pt x="687690" y="3550"/>
                  </a:lnTo>
                  <a:lnTo>
                    <a:pt x="687690" y="11077"/>
                  </a:lnTo>
                  <a:lnTo>
                    <a:pt x="690495" y="14184"/>
                  </a:lnTo>
                  <a:lnTo>
                    <a:pt x="740604" y="14184"/>
                  </a:lnTo>
                  <a:lnTo>
                    <a:pt x="743782" y="11077"/>
                  </a:lnTo>
                  <a:lnTo>
                    <a:pt x="743782" y="3550"/>
                  </a:lnTo>
                  <a:lnTo>
                    <a:pt x="740604" y="0"/>
                  </a:lnTo>
                  <a:close/>
                </a:path>
                <a:path w="842645" h="14605">
                  <a:moveTo>
                    <a:pt x="838952" y="0"/>
                  </a:moveTo>
                  <a:lnTo>
                    <a:pt x="789217" y="0"/>
                  </a:lnTo>
                  <a:lnTo>
                    <a:pt x="785665" y="3550"/>
                  </a:lnTo>
                  <a:lnTo>
                    <a:pt x="785665" y="11077"/>
                  </a:lnTo>
                  <a:lnTo>
                    <a:pt x="789217" y="14184"/>
                  </a:lnTo>
                  <a:lnTo>
                    <a:pt x="838952" y="14184"/>
                  </a:lnTo>
                  <a:lnTo>
                    <a:pt x="842131" y="11077"/>
                  </a:lnTo>
                  <a:lnTo>
                    <a:pt x="842131" y="3550"/>
                  </a:lnTo>
                  <a:lnTo>
                    <a:pt x="8389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5426007" y="2708524"/>
              <a:ext cx="842644" cy="14604"/>
            </a:xfrm>
            <a:custGeom>
              <a:avLst/>
              <a:gdLst/>
              <a:ahLst/>
              <a:cxnLst/>
              <a:rect l="l" t="t" r="r" b="b"/>
              <a:pathLst>
                <a:path w="842645" h="14605">
                  <a:moveTo>
                    <a:pt x="6731" y="0"/>
                  </a:moveTo>
                  <a:lnTo>
                    <a:pt x="48800" y="0"/>
                  </a:lnTo>
                  <a:lnTo>
                    <a:pt x="52913" y="0"/>
                  </a:lnTo>
                  <a:lnTo>
                    <a:pt x="56092" y="3550"/>
                  </a:lnTo>
                  <a:lnTo>
                    <a:pt x="56092" y="7101"/>
                  </a:lnTo>
                  <a:lnTo>
                    <a:pt x="56092" y="11077"/>
                  </a:lnTo>
                  <a:lnTo>
                    <a:pt x="52913" y="14184"/>
                  </a:lnTo>
                  <a:lnTo>
                    <a:pt x="6731" y="14184"/>
                  </a:lnTo>
                  <a:lnTo>
                    <a:pt x="0" y="7101"/>
                  </a:lnTo>
                  <a:lnTo>
                    <a:pt x="0" y="3550"/>
                  </a:lnTo>
                  <a:lnTo>
                    <a:pt x="2617" y="0"/>
                  </a:lnTo>
                  <a:lnTo>
                    <a:pt x="6731" y="0"/>
                  </a:lnTo>
                  <a:close/>
                </a:path>
                <a:path w="842645" h="14605">
                  <a:moveTo>
                    <a:pt x="104892" y="0"/>
                  </a:moveTo>
                  <a:lnTo>
                    <a:pt x="147148" y="0"/>
                  </a:lnTo>
                  <a:lnTo>
                    <a:pt x="151262" y="0"/>
                  </a:lnTo>
                  <a:lnTo>
                    <a:pt x="153879" y="3550"/>
                  </a:lnTo>
                  <a:lnTo>
                    <a:pt x="153879" y="7101"/>
                  </a:lnTo>
                  <a:lnTo>
                    <a:pt x="153879" y="11077"/>
                  </a:lnTo>
                  <a:lnTo>
                    <a:pt x="151262" y="14184"/>
                  </a:lnTo>
                  <a:lnTo>
                    <a:pt x="104892" y="14184"/>
                  </a:lnTo>
                  <a:lnTo>
                    <a:pt x="97787" y="7101"/>
                  </a:lnTo>
                  <a:lnTo>
                    <a:pt x="97787" y="3550"/>
                  </a:lnTo>
                  <a:lnTo>
                    <a:pt x="100966" y="0"/>
                  </a:lnTo>
                  <a:lnTo>
                    <a:pt x="104892" y="0"/>
                  </a:lnTo>
                  <a:close/>
                </a:path>
                <a:path w="842645" h="14605">
                  <a:moveTo>
                    <a:pt x="203240" y="0"/>
                  </a:moveTo>
                  <a:lnTo>
                    <a:pt x="245496" y="0"/>
                  </a:lnTo>
                  <a:lnTo>
                    <a:pt x="252602" y="11077"/>
                  </a:lnTo>
                  <a:lnTo>
                    <a:pt x="249049" y="14184"/>
                  </a:lnTo>
                  <a:lnTo>
                    <a:pt x="245496" y="14184"/>
                  </a:lnTo>
                  <a:lnTo>
                    <a:pt x="203240" y="14184"/>
                  </a:lnTo>
                  <a:lnTo>
                    <a:pt x="199314" y="14184"/>
                  </a:lnTo>
                  <a:lnTo>
                    <a:pt x="196135" y="11077"/>
                  </a:lnTo>
                  <a:lnTo>
                    <a:pt x="196135" y="7101"/>
                  </a:lnTo>
                  <a:lnTo>
                    <a:pt x="196135" y="3550"/>
                  </a:lnTo>
                  <a:lnTo>
                    <a:pt x="199314" y="0"/>
                  </a:lnTo>
                  <a:lnTo>
                    <a:pt x="203240" y="0"/>
                  </a:lnTo>
                  <a:close/>
                </a:path>
                <a:path w="842645" h="14605">
                  <a:moveTo>
                    <a:pt x="301589" y="0"/>
                  </a:moveTo>
                  <a:lnTo>
                    <a:pt x="343284" y="0"/>
                  </a:lnTo>
                  <a:lnTo>
                    <a:pt x="347771" y="0"/>
                  </a:lnTo>
                  <a:lnTo>
                    <a:pt x="350576" y="3550"/>
                  </a:lnTo>
                  <a:lnTo>
                    <a:pt x="350576" y="7101"/>
                  </a:lnTo>
                  <a:lnTo>
                    <a:pt x="350576" y="11077"/>
                  </a:lnTo>
                  <a:lnTo>
                    <a:pt x="347771" y="14184"/>
                  </a:lnTo>
                  <a:lnTo>
                    <a:pt x="343284" y="14184"/>
                  </a:lnTo>
                  <a:lnTo>
                    <a:pt x="301589" y="14184"/>
                  </a:lnTo>
                  <a:lnTo>
                    <a:pt x="297662" y="14184"/>
                  </a:lnTo>
                  <a:lnTo>
                    <a:pt x="294484" y="11077"/>
                  </a:lnTo>
                  <a:lnTo>
                    <a:pt x="294484" y="7101"/>
                  </a:lnTo>
                  <a:lnTo>
                    <a:pt x="294484" y="3550"/>
                  </a:lnTo>
                  <a:lnTo>
                    <a:pt x="297662" y="0"/>
                  </a:lnTo>
                  <a:lnTo>
                    <a:pt x="301589" y="0"/>
                  </a:lnTo>
                  <a:close/>
                </a:path>
                <a:path w="842645" h="14605">
                  <a:moveTo>
                    <a:pt x="399937" y="0"/>
                  </a:moveTo>
                  <a:lnTo>
                    <a:pt x="442193" y="0"/>
                  </a:lnTo>
                  <a:lnTo>
                    <a:pt x="448924" y="11077"/>
                  </a:lnTo>
                  <a:lnTo>
                    <a:pt x="445746" y="14184"/>
                  </a:lnTo>
                  <a:lnTo>
                    <a:pt x="442193" y="14184"/>
                  </a:lnTo>
                  <a:lnTo>
                    <a:pt x="399937" y="14184"/>
                  </a:lnTo>
                  <a:lnTo>
                    <a:pt x="395824" y="14184"/>
                  </a:lnTo>
                  <a:lnTo>
                    <a:pt x="392832" y="11077"/>
                  </a:lnTo>
                  <a:lnTo>
                    <a:pt x="392832" y="7101"/>
                  </a:lnTo>
                  <a:lnTo>
                    <a:pt x="392832" y="3550"/>
                  </a:lnTo>
                  <a:lnTo>
                    <a:pt x="395824" y="0"/>
                  </a:lnTo>
                  <a:lnTo>
                    <a:pt x="399937" y="0"/>
                  </a:lnTo>
                  <a:close/>
                </a:path>
                <a:path w="842645" h="14605">
                  <a:moveTo>
                    <a:pt x="498285" y="0"/>
                  </a:moveTo>
                  <a:lnTo>
                    <a:pt x="539981" y="0"/>
                  </a:lnTo>
                  <a:lnTo>
                    <a:pt x="547273" y="11077"/>
                  </a:lnTo>
                  <a:lnTo>
                    <a:pt x="544094" y="14184"/>
                  </a:lnTo>
                  <a:lnTo>
                    <a:pt x="539981" y="14184"/>
                  </a:lnTo>
                  <a:lnTo>
                    <a:pt x="498285" y="14184"/>
                  </a:lnTo>
                  <a:lnTo>
                    <a:pt x="494172" y="14184"/>
                  </a:lnTo>
                  <a:lnTo>
                    <a:pt x="490993" y="11077"/>
                  </a:lnTo>
                  <a:lnTo>
                    <a:pt x="490993" y="7101"/>
                  </a:lnTo>
                  <a:lnTo>
                    <a:pt x="490993" y="3550"/>
                  </a:lnTo>
                  <a:lnTo>
                    <a:pt x="494172" y="0"/>
                  </a:lnTo>
                  <a:lnTo>
                    <a:pt x="498285" y="0"/>
                  </a:lnTo>
                  <a:close/>
                </a:path>
                <a:path w="842645" h="14605">
                  <a:moveTo>
                    <a:pt x="596073" y="0"/>
                  </a:moveTo>
                  <a:lnTo>
                    <a:pt x="638329" y="0"/>
                  </a:lnTo>
                  <a:lnTo>
                    <a:pt x="645434" y="11077"/>
                  </a:lnTo>
                  <a:lnTo>
                    <a:pt x="642443" y="14184"/>
                  </a:lnTo>
                  <a:lnTo>
                    <a:pt x="638329" y="14184"/>
                  </a:lnTo>
                  <a:lnTo>
                    <a:pt x="596073" y="14184"/>
                  </a:lnTo>
                  <a:lnTo>
                    <a:pt x="592520" y="14184"/>
                  </a:lnTo>
                  <a:lnTo>
                    <a:pt x="589342" y="11077"/>
                  </a:lnTo>
                  <a:lnTo>
                    <a:pt x="589342" y="7101"/>
                  </a:lnTo>
                  <a:lnTo>
                    <a:pt x="589342" y="3550"/>
                  </a:lnTo>
                  <a:lnTo>
                    <a:pt x="592520" y="0"/>
                  </a:lnTo>
                  <a:lnTo>
                    <a:pt x="596073" y="0"/>
                  </a:lnTo>
                  <a:close/>
                </a:path>
                <a:path w="842645" h="14605">
                  <a:moveTo>
                    <a:pt x="694982" y="0"/>
                  </a:moveTo>
                  <a:lnTo>
                    <a:pt x="737051" y="0"/>
                  </a:lnTo>
                  <a:lnTo>
                    <a:pt x="743782" y="11077"/>
                  </a:lnTo>
                  <a:lnTo>
                    <a:pt x="740604" y="14184"/>
                  </a:lnTo>
                  <a:lnTo>
                    <a:pt x="737051" y="14184"/>
                  </a:lnTo>
                  <a:lnTo>
                    <a:pt x="694982" y="14184"/>
                  </a:lnTo>
                  <a:lnTo>
                    <a:pt x="690495" y="14184"/>
                  </a:lnTo>
                  <a:lnTo>
                    <a:pt x="687690" y="11077"/>
                  </a:lnTo>
                  <a:lnTo>
                    <a:pt x="687690" y="7101"/>
                  </a:lnTo>
                  <a:lnTo>
                    <a:pt x="687690" y="3550"/>
                  </a:lnTo>
                  <a:lnTo>
                    <a:pt x="690495" y="0"/>
                  </a:lnTo>
                  <a:lnTo>
                    <a:pt x="694982" y="0"/>
                  </a:lnTo>
                  <a:close/>
                </a:path>
                <a:path w="842645" h="14605">
                  <a:moveTo>
                    <a:pt x="792770" y="0"/>
                  </a:moveTo>
                  <a:lnTo>
                    <a:pt x="835026" y="0"/>
                  </a:lnTo>
                  <a:lnTo>
                    <a:pt x="842131" y="11077"/>
                  </a:lnTo>
                  <a:lnTo>
                    <a:pt x="838952" y="14184"/>
                  </a:lnTo>
                  <a:lnTo>
                    <a:pt x="835026" y="14184"/>
                  </a:lnTo>
                  <a:lnTo>
                    <a:pt x="792770" y="14184"/>
                  </a:lnTo>
                  <a:lnTo>
                    <a:pt x="789217" y="14184"/>
                  </a:lnTo>
                  <a:lnTo>
                    <a:pt x="785665" y="11077"/>
                  </a:lnTo>
                  <a:lnTo>
                    <a:pt x="785665" y="7101"/>
                  </a:lnTo>
                  <a:lnTo>
                    <a:pt x="785665" y="3550"/>
                  </a:lnTo>
                  <a:lnTo>
                    <a:pt x="789217" y="0"/>
                  </a:lnTo>
                  <a:lnTo>
                    <a:pt x="792770" y="0"/>
                  </a:lnTo>
                  <a:close/>
                </a:path>
              </a:pathLst>
            </a:custGeom>
            <a:ln w="66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1403350" y="1916176"/>
              <a:ext cx="2160905" cy="288925"/>
            </a:xfrm>
            <a:custGeom>
              <a:avLst/>
              <a:gdLst/>
              <a:ahLst/>
              <a:cxnLst/>
              <a:rect l="l" t="t" r="r" b="b"/>
              <a:pathLst>
                <a:path w="2160904" h="288925">
                  <a:moveTo>
                    <a:pt x="2160651" y="0"/>
                  </a:moveTo>
                  <a:lnTo>
                    <a:pt x="0" y="0"/>
                  </a:lnTo>
                  <a:lnTo>
                    <a:pt x="0" y="288925"/>
                  </a:lnTo>
                  <a:lnTo>
                    <a:pt x="2160651" y="288925"/>
                  </a:lnTo>
                  <a:lnTo>
                    <a:pt x="2160651" y="0"/>
                  </a:lnTo>
                  <a:close/>
                </a:path>
              </a:pathLst>
            </a:custGeom>
            <a:solidFill>
              <a:srgbClr val="ACC1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378458" y="1916176"/>
              <a:ext cx="2185670" cy="561975"/>
            </a:xfrm>
            <a:custGeom>
              <a:avLst/>
              <a:gdLst/>
              <a:ahLst/>
              <a:cxnLst/>
              <a:rect l="l" t="t" r="r" b="b"/>
              <a:pathLst>
                <a:path w="2185670" h="561975">
                  <a:moveTo>
                    <a:pt x="24891" y="288925"/>
                  </a:moveTo>
                  <a:lnTo>
                    <a:pt x="2185542" y="288925"/>
                  </a:lnTo>
                  <a:lnTo>
                    <a:pt x="2185542" y="0"/>
                  </a:lnTo>
                  <a:lnTo>
                    <a:pt x="24891" y="0"/>
                  </a:lnTo>
                  <a:lnTo>
                    <a:pt x="24891" y="288925"/>
                  </a:lnTo>
                  <a:close/>
                </a:path>
                <a:path w="2185670" h="561975">
                  <a:moveTo>
                    <a:pt x="61213" y="83693"/>
                  </a:moveTo>
                  <a:lnTo>
                    <a:pt x="18795" y="162560"/>
                  </a:lnTo>
                  <a:lnTo>
                    <a:pt x="0" y="561721"/>
                  </a:lnTo>
                </a:path>
              </a:pathLst>
            </a:custGeom>
            <a:ln w="9525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/>
          <p:nvPr/>
        </p:nvSpPr>
        <p:spPr>
          <a:xfrm>
            <a:off x="1492630" y="1949576"/>
            <a:ext cx="3998595" cy="7321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76200">
              <a:lnSpc>
                <a:spcPct val="100000"/>
              </a:lnSpc>
              <a:spcBef>
                <a:spcPts val="95"/>
              </a:spcBef>
            </a:pPr>
            <a:r>
              <a:rPr dirty="0" sz="1600" spc="-30">
                <a:solidFill>
                  <a:srgbClr val="40458B"/>
                </a:solidFill>
                <a:latin typeface="黑体"/>
                <a:cs typeface="黑体"/>
              </a:rPr>
              <a:t>传送一个字节的时间</a:t>
            </a:r>
            <a:endParaRPr sz="1600">
              <a:latin typeface="黑体"/>
              <a:cs typeface="黑体"/>
            </a:endParaRPr>
          </a:p>
          <a:p>
            <a:pPr marL="128270">
              <a:lnSpc>
                <a:spcPct val="100000"/>
              </a:lnSpc>
              <a:spcBef>
                <a:spcPts val="1839"/>
              </a:spcBef>
              <a:tabLst>
                <a:tab pos="815340" algn="l"/>
                <a:tab pos="1247140" algn="l"/>
                <a:tab pos="3059430" algn="l"/>
                <a:tab pos="3484245" algn="l"/>
              </a:tabLst>
            </a:pPr>
            <a:r>
              <a:rPr dirty="0" baseline="1851" sz="2250">
                <a:latin typeface="Times New Roman"/>
                <a:cs typeface="Times New Roman"/>
              </a:rPr>
              <a:t>T</a:t>
            </a:r>
            <a:r>
              <a:rPr dirty="0" baseline="-8333" sz="1500">
                <a:latin typeface="Times New Roman"/>
                <a:cs typeface="Times New Roman"/>
              </a:rPr>
              <a:t>S</a:t>
            </a:r>
            <a:r>
              <a:rPr dirty="0" baseline="-8333" sz="1500" spc="202">
                <a:latin typeface="Times New Roman"/>
                <a:cs typeface="Times New Roman"/>
              </a:rPr>
              <a:t> </a:t>
            </a:r>
            <a:r>
              <a:rPr dirty="0" baseline="1851" sz="2250" spc="-52">
                <a:latin typeface="Times New Roman"/>
                <a:cs typeface="Times New Roman"/>
              </a:rPr>
              <a:t>T</a:t>
            </a:r>
            <a:r>
              <a:rPr dirty="0" baseline="-8333" sz="1500" spc="-52">
                <a:latin typeface="Times New Roman"/>
                <a:cs typeface="Times New Roman"/>
              </a:rPr>
              <a:t>D</a:t>
            </a:r>
            <a:r>
              <a:rPr dirty="0" baseline="-8333" sz="1500">
                <a:latin typeface="Times New Roman"/>
                <a:cs typeface="Times New Roman"/>
              </a:rPr>
              <a:t>	</a:t>
            </a:r>
            <a:r>
              <a:rPr dirty="0" sz="1500" spc="-50">
                <a:latin typeface="宋体"/>
                <a:cs typeface="宋体"/>
              </a:rPr>
              <a:t>…</a:t>
            </a:r>
            <a:r>
              <a:rPr dirty="0" sz="1500">
                <a:latin typeface="宋体"/>
                <a:cs typeface="宋体"/>
              </a:rPr>
              <a:t>	</a:t>
            </a:r>
            <a:r>
              <a:rPr dirty="0" baseline="1851" sz="2250">
                <a:latin typeface="Times New Roman"/>
                <a:cs typeface="Times New Roman"/>
              </a:rPr>
              <a:t>T</a:t>
            </a:r>
            <a:r>
              <a:rPr dirty="0" baseline="-8333" sz="1500">
                <a:latin typeface="Times New Roman"/>
                <a:cs typeface="Times New Roman"/>
              </a:rPr>
              <a:t>S</a:t>
            </a:r>
            <a:r>
              <a:rPr dirty="0" baseline="-8333" sz="1500" spc="165">
                <a:latin typeface="Times New Roman"/>
                <a:cs typeface="Times New Roman"/>
              </a:rPr>
              <a:t> </a:t>
            </a:r>
            <a:r>
              <a:rPr dirty="0" baseline="1851" sz="2250">
                <a:latin typeface="Times New Roman"/>
                <a:cs typeface="Times New Roman"/>
              </a:rPr>
              <a:t>T</a:t>
            </a:r>
            <a:r>
              <a:rPr dirty="0" baseline="-8333" sz="1500">
                <a:latin typeface="Times New Roman"/>
                <a:cs typeface="Times New Roman"/>
              </a:rPr>
              <a:t>D</a:t>
            </a:r>
            <a:r>
              <a:rPr dirty="0" baseline="-8333" sz="1500" spc="405">
                <a:latin typeface="Times New Roman"/>
                <a:cs typeface="Times New Roman"/>
              </a:rPr>
              <a:t>  </a:t>
            </a:r>
            <a:r>
              <a:rPr dirty="0" baseline="1851" sz="2250">
                <a:latin typeface="Times New Roman"/>
                <a:cs typeface="Times New Roman"/>
              </a:rPr>
              <a:t>T</a:t>
            </a:r>
            <a:r>
              <a:rPr dirty="0" baseline="-8333" sz="1500">
                <a:latin typeface="Times New Roman"/>
                <a:cs typeface="Times New Roman"/>
              </a:rPr>
              <a:t>S</a:t>
            </a:r>
            <a:r>
              <a:rPr dirty="0" baseline="-8333" sz="1500" spc="172">
                <a:latin typeface="Times New Roman"/>
                <a:cs typeface="Times New Roman"/>
              </a:rPr>
              <a:t> </a:t>
            </a:r>
            <a:r>
              <a:rPr dirty="0" baseline="1851" sz="2250">
                <a:latin typeface="Times New Roman"/>
                <a:cs typeface="Times New Roman"/>
              </a:rPr>
              <a:t>T</a:t>
            </a:r>
            <a:r>
              <a:rPr dirty="0" baseline="-8333" sz="1500">
                <a:latin typeface="Times New Roman"/>
                <a:cs typeface="Times New Roman"/>
              </a:rPr>
              <a:t>D</a:t>
            </a:r>
            <a:r>
              <a:rPr dirty="0" baseline="-8333" sz="1500" spc="232">
                <a:latin typeface="Times New Roman"/>
                <a:cs typeface="Times New Roman"/>
              </a:rPr>
              <a:t>  </a:t>
            </a:r>
            <a:r>
              <a:rPr dirty="0" baseline="1851" sz="2250">
                <a:latin typeface="Times New Roman"/>
                <a:cs typeface="Times New Roman"/>
              </a:rPr>
              <a:t>T</a:t>
            </a:r>
            <a:r>
              <a:rPr dirty="0" baseline="-8333" sz="1500">
                <a:latin typeface="Times New Roman"/>
                <a:cs typeface="Times New Roman"/>
              </a:rPr>
              <a:t>S</a:t>
            </a:r>
            <a:r>
              <a:rPr dirty="0" baseline="-8333" sz="1500" spc="165">
                <a:latin typeface="Times New Roman"/>
                <a:cs typeface="Times New Roman"/>
              </a:rPr>
              <a:t> </a:t>
            </a:r>
            <a:r>
              <a:rPr dirty="0" baseline="1851" sz="2250" spc="-37">
                <a:latin typeface="Times New Roman"/>
                <a:cs typeface="Times New Roman"/>
              </a:rPr>
              <a:t>T</a:t>
            </a:r>
            <a:r>
              <a:rPr dirty="0" baseline="-8333" sz="1500" spc="-37">
                <a:latin typeface="Times New Roman"/>
                <a:cs typeface="Times New Roman"/>
              </a:rPr>
              <a:t>D</a:t>
            </a:r>
            <a:r>
              <a:rPr dirty="0" baseline="-8333" sz="1500">
                <a:latin typeface="Times New Roman"/>
                <a:cs typeface="Times New Roman"/>
              </a:rPr>
              <a:t>	</a:t>
            </a:r>
            <a:r>
              <a:rPr dirty="0" sz="1500" spc="-50">
                <a:latin typeface="宋体"/>
                <a:cs typeface="宋体"/>
              </a:rPr>
              <a:t>…</a:t>
            </a:r>
            <a:r>
              <a:rPr dirty="0" sz="1500">
                <a:latin typeface="宋体"/>
                <a:cs typeface="宋体"/>
              </a:rPr>
              <a:t>	</a:t>
            </a:r>
            <a:r>
              <a:rPr dirty="0" baseline="1851" sz="2250">
                <a:latin typeface="Times New Roman"/>
                <a:cs typeface="Times New Roman"/>
              </a:rPr>
              <a:t>T</a:t>
            </a:r>
            <a:r>
              <a:rPr dirty="0" baseline="-8333" sz="1500">
                <a:latin typeface="Times New Roman"/>
                <a:cs typeface="Times New Roman"/>
              </a:rPr>
              <a:t>S</a:t>
            </a:r>
            <a:r>
              <a:rPr dirty="0" baseline="-8333" sz="1500" spc="195">
                <a:latin typeface="Times New Roman"/>
                <a:cs typeface="Times New Roman"/>
              </a:rPr>
              <a:t> </a:t>
            </a:r>
            <a:r>
              <a:rPr dirty="0" baseline="1851" sz="2250" spc="-37">
                <a:latin typeface="Times New Roman"/>
                <a:cs typeface="Times New Roman"/>
              </a:rPr>
              <a:t>T</a:t>
            </a:r>
            <a:r>
              <a:rPr dirty="0" baseline="-8333" sz="1500" spc="-37">
                <a:latin typeface="Times New Roman"/>
                <a:cs typeface="Times New Roman"/>
              </a:rPr>
              <a:t>D</a:t>
            </a:r>
            <a:endParaRPr baseline="-8333" sz="1500">
              <a:latin typeface="Times New Roman"/>
              <a:cs typeface="Times New Roman"/>
            </a:endParaRPr>
          </a:p>
        </p:txBody>
      </p:sp>
      <p:sp>
        <p:nvSpPr>
          <p:cNvPr id="32" name="object 32" descr=""/>
          <p:cNvSpPr/>
          <p:nvPr/>
        </p:nvSpPr>
        <p:spPr>
          <a:xfrm>
            <a:off x="4980685" y="1928495"/>
            <a:ext cx="28575" cy="508000"/>
          </a:xfrm>
          <a:custGeom>
            <a:avLst/>
            <a:gdLst/>
            <a:ahLst/>
            <a:cxnLst/>
            <a:rect l="l" t="t" r="r" b="b"/>
            <a:pathLst>
              <a:path w="28575" h="508000">
                <a:moveTo>
                  <a:pt x="28575" y="0"/>
                </a:moveTo>
                <a:lnTo>
                  <a:pt x="0" y="78866"/>
                </a:lnTo>
                <a:lnTo>
                  <a:pt x="27050" y="507491"/>
                </a:lnTo>
              </a:path>
            </a:pathLst>
          </a:custGeom>
          <a:ln w="9525">
            <a:solidFill>
              <a:srgbClr val="FFC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 txBox="1"/>
          <p:nvPr/>
        </p:nvSpPr>
        <p:spPr>
          <a:xfrm>
            <a:off x="4984750" y="1844675"/>
            <a:ext cx="1459230" cy="288925"/>
          </a:xfrm>
          <a:prstGeom prst="rect">
            <a:avLst/>
          </a:prstGeom>
          <a:solidFill>
            <a:srgbClr val="ACC1FA"/>
          </a:solidFill>
          <a:ln w="9525">
            <a:solidFill>
              <a:srgbClr val="FFC000"/>
            </a:solidFill>
          </a:ln>
        </p:spPr>
        <p:txBody>
          <a:bodyPr wrap="square" lIns="0" tIns="45720" rIns="0" bIns="0" rtlCol="0" vert="horz">
            <a:spAutoFit/>
          </a:bodyPr>
          <a:lstStyle/>
          <a:p>
            <a:pPr marL="120014">
              <a:lnSpc>
                <a:spcPts val="1914"/>
              </a:lnSpc>
              <a:spcBef>
                <a:spcPts val="360"/>
              </a:spcBef>
            </a:pPr>
            <a:r>
              <a:rPr dirty="0" sz="1600" spc="-30">
                <a:solidFill>
                  <a:srgbClr val="40458B"/>
                </a:solidFill>
                <a:latin typeface="黑体"/>
                <a:cs typeface="黑体"/>
              </a:rPr>
              <a:t>设备选择时间</a:t>
            </a:r>
            <a:endParaRPr sz="1600">
              <a:latin typeface="黑体"/>
              <a:cs typeface="黑体"/>
            </a:endParaRPr>
          </a:p>
        </p:txBody>
      </p:sp>
      <p:sp>
        <p:nvSpPr>
          <p:cNvPr id="34" name="object 34" descr=""/>
          <p:cNvSpPr/>
          <p:nvPr/>
        </p:nvSpPr>
        <p:spPr>
          <a:xfrm>
            <a:off x="7015480" y="1463802"/>
            <a:ext cx="29209" cy="933450"/>
          </a:xfrm>
          <a:custGeom>
            <a:avLst/>
            <a:gdLst/>
            <a:ahLst/>
            <a:cxnLst/>
            <a:rect l="l" t="t" r="r" b="b"/>
            <a:pathLst>
              <a:path w="29209" h="933450">
                <a:moveTo>
                  <a:pt x="28701" y="0"/>
                </a:moveTo>
                <a:lnTo>
                  <a:pt x="0" y="146685"/>
                </a:lnTo>
                <a:lnTo>
                  <a:pt x="17272" y="933323"/>
                </a:lnTo>
              </a:path>
            </a:pathLst>
          </a:custGeom>
          <a:ln w="9524">
            <a:solidFill>
              <a:srgbClr val="FFC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 txBox="1"/>
          <p:nvPr/>
        </p:nvSpPr>
        <p:spPr>
          <a:xfrm>
            <a:off x="7019670" y="1308163"/>
            <a:ext cx="1461135" cy="537210"/>
          </a:xfrm>
          <a:prstGeom prst="rect">
            <a:avLst/>
          </a:prstGeom>
          <a:solidFill>
            <a:srgbClr val="ACC1FA"/>
          </a:solidFill>
          <a:ln w="9525">
            <a:solidFill>
              <a:srgbClr val="FFC000"/>
            </a:solidFill>
          </a:ln>
        </p:spPr>
        <p:txBody>
          <a:bodyPr wrap="square" lIns="0" tIns="64135" rIns="0" bIns="0" rtlCol="0" vert="horz">
            <a:spAutoFit/>
          </a:bodyPr>
          <a:lstStyle/>
          <a:p>
            <a:pPr marL="325120" marR="111125" indent="-203200">
              <a:lnSpc>
                <a:spcPts val="1860"/>
              </a:lnSpc>
              <a:spcBef>
                <a:spcPts val="505"/>
              </a:spcBef>
            </a:pPr>
            <a:r>
              <a:rPr dirty="0" sz="1600" spc="-30">
                <a:solidFill>
                  <a:srgbClr val="40458B"/>
                </a:solidFill>
                <a:latin typeface="黑体"/>
                <a:cs typeface="黑体"/>
              </a:rPr>
              <a:t>传送一个字节</a:t>
            </a:r>
            <a:r>
              <a:rPr dirty="0" sz="1600" spc="-35">
                <a:solidFill>
                  <a:srgbClr val="40458B"/>
                </a:solidFill>
                <a:latin typeface="黑体"/>
                <a:cs typeface="黑体"/>
              </a:rPr>
              <a:t>所需时间</a:t>
            </a:r>
            <a:endParaRPr sz="1600">
              <a:latin typeface="黑体"/>
              <a:cs typeface="黑体"/>
            </a:endParaRPr>
          </a:p>
        </p:txBody>
      </p:sp>
      <p:sp>
        <p:nvSpPr>
          <p:cNvPr id="36" name="object 36" descr=""/>
          <p:cNvSpPr/>
          <p:nvPr/>
        </p:nvSpPr>
        <p:spPr>
          <a:xfrm>
            <a:off x="6875526" y="2348992"/>
            <a:ext cx="576580" cy="288290"/>
          </a:xfrm>
          <a:custGeom>
            <a:avLst/>
            <a:gdLst/>
            <a:ahLst/>
            <a:cxnLst/>
            <a:rect l="l" t="t" r="r" b="b"/>
            <a:pathLst>
              <a:path w="576579" h="288289">
                <a:moveTo>
                  <a:pt x="0" y="143891"/>
                </a:moveTo>
                <a:lnTo>
                  <a:pt x="22649" y="87921"/>
                </a:lnTo>
                <a:lnTo>
                  <a:pt x="84423" y="42179"/>
                </a:lnTo>
                <a:lnTo>
                  <a:pt x="127086" y="24599"/>
                </a:lnTo>
                <a:lnTo>
                  <a:pt x="176057" y="11320"/>
                </a:lnTo>
                <a:lnTo>
                  <a:pt x="230178" y="2927"/>
                </a:lnTo>
                <a:lnTo>
                  <a:pt x="288290" y="0"/>
                </a:lnTo>
                <a:lnTo>
                  <a:pt x="346365" y="2927"/>
                </a:lnTo>
                <a:lnTo>
                  <a:pt x="400468" y="11320"/>
                </a:lnTo>
                <a:lnTo>
                  <a:pt x="449437" y="24599"/>
                </a:lnTo>
                <a:lnTo>
                  <a:pt x="492109" y="42179"/>
                </a:lnTo>
                <a:lnTo>
                  <a:pt x="527321" y="63481"/>
                </a:lnTo>
                <a:lnTo>
                  <a:pt x="570719" y="114918"/>
                </a:lnTo>
                <a:lnTo>
                  <a:pt x="576579" y="143891"/>
                </a:lnTo>
                <a:lnTo>
                  <a:pt x="570719" y="172905"/>
                </a:lnTo>
                <a:lnTo>
                  <a:pt x="527321" y="224396"/>
                </a:lnTo>
                <a:lnTo>
                  <a:pt x="492109" y="245713"/>
                </a:lnTo>
                <a:lnTo>
                  <a:pt x="449437" y="263303"/>
                </a:lnTo>
                <a:lnTo>
                  <a:pt x="400468" y="276586"/>
                </a:lnTo>
                <a:lnTo>
                  <a:pt x="346365" y="284981"/>
                </a:lnTo>
                <a:lnTo>
                  <a:pt x="288290" y="287909"/>
                </a:lnTo>
                <a:lnTo>
                  <a:pt x="230178" y="284981"/>
                </a:lnTo>
                <a:lnTo>
                  <a:pt x="176057" y="276586"/>
                </a:lnTo>
                <a:lnTo>
                  <a:pt x="127086" y="263303"/>
                </a:lnTo>
                <a:lnTo>
                  <a:pt x="84423" y="245713"/>
                </a:lnTo>
                <a:lnTo>
                  <a:pt x="49224" y="224396"/>
                </a:lnTo>
                <a:lnTo>
                  <a:pt x="5855" y="172905"/>
                </a:lnTo>
                <a:lnTo>
                  <a:pt x="0" y="143891"/>
                </a:lnTo>
                <a:close/>
              </a:path>
            </a:pathLst>
          </a:custGeom>
          <a:ln w="9524">
            <a:solidFill>
              <a:srgbClr val="FFC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53605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34809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15" b="1">
                <a:solidFill>
                  <a:srgbClr val="40458B"/>
                </a:solidFill>
                <a:latin typeface="宋体"/>
                <a:cs typeface="宋体"/>
              </a:rPr>
              <a:t>89/81</a:t>
            </a:r>
            <a:endParaRPr baseline="1736" sz="2400">
              <a:latin typeface="宋体"/>
              <a:cs typeface="宋体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19062" y="188976"/>
            <a:ext cx="1437005" cy="274955"/>
            <a:chOff x="119062" y="188976"/>
            <a:chExt cx="1437005" cy="274955"/>
          </a:xfrm>
        </p:grpSpPr>
        <p:sp>
          <p:nvSpPr>
            <p:cNvPr id="4" name="object 4" descr=""/>
            <p:cNvSpPr/>
            <p:nvPr/>
          </p:nvSpPr>
          <p:spPr>
            <a:xfrm>
              <a:off x="119062" y="188976"/>
              <a:ext cx="499745" cy="274955"/>
            </a:xfrm>
            <a:custGeom>
              <a:avLst/>
              <a:gdLst/>
              <a:ahLst/>
              <a:cxnLst/>
              <a:rect l="l" t="t" r="r" b="b"/>
              <a:pathLst>
                <a:path w="499745" h="274955">
                  <a:moveTo>
                    <a:pt x="119837" y="0"/>
                  </a:moveTo>
                  <a:lnTo>
                    <a:pt x="4993" y="41528"/>
                  </a:lnTo>
                  <a:lnTo>
                    <a:pt x="264655" y="135508"/>
                  </a:lnTo>
                  <a:lnTo>
                    <a:pt x="0" y="231266"/>
                  </a:lnTo>
                  <a:lnTo>
                    <a:pt x="119837" y="274574"/>
                  </a:lnTo>
                  <a:lnTo>
                    <a:pt x="499338" y="137287"/>
                  </a:lnTo>
                  <a:lnTo>
                    <a:pt x="119837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85546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9621" y="0"/>
                  </a:moveTo>
                  <a:lnTo>
                    <a:pt x="4991" y="41528"/>
                  </a:lnTo>
                  <a:lnTo>
                    <a:pt x="264147" y="135508"/>
                  </a:lnTo>
                  <a:lnTo>
                    <a:pt x="0" y="231266"/>
                  </a:lnTo>
                  <a:lnTo>
                    <a:pt x="119621" y="274574"/>
                  </a:lnTo>
                  <a:lnTo>
                    <a:pt x="497141" y="137287"/>
                  </a:lnTo>
                  <a:lnTo>
                    <a:pt x="119621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058608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8363" y="0"/>
                  </a:moveTo>
                  <a:lnTo>
                    <a:pt x="4978" y="41528"/>
                  </a:lnTo>
                  <a:lnTo>
                    <a:pt x="264096" y="135508"/>
                  </a:lnTo>
                  <a:lnTo>
                    <a:pt x="0" y="231266"/>
                  </a:lnTo>
                  <a:lnTo>
                    <a:pt x="118363" y="274574"/>
                  </a:lnTo>
                  <a:lnTo>
                    <a:pt x="497141" y="137287"/>
                  </a:lnTo>
                  <a:lnTo>
                    <a:pt x="118363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23315" algn="l"/>
                <a:tab pos="1885314" algn="l"/>
                <a:tab pos="7600315" algn="l"/>
              </a:tabLst>
            </a:pPr>
            <a:r>
              <a:rPr dirty="0"/>
              <a:t>	</a:t>
            </a:r>
            <a:r>
              <a:rPr dirty="0" spc="-25"/>
              <a:t>8.5</a:t>
            </a:r>
            <a:r>
              <a:rPr dirty="0"/>
              <a:t>	通道处理</a:t>
            </a:r>
            <a:r>
              <a:rPr dirty="0" spc="-50"/>
              <a:t>机</a:t>
            </a:r>
            <a:r>
              <a:rPr dirty="0"/>
              <a:t>	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1468882" y="1108710"/>
            <a:ext cx="159956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5"/>
              </a:spcBef>
              <a:buSzPct val="88636"/>
              <a:buFont typeface="Wingdings"/>
              <a:buChar char=""/>
              <a:tabLst>
                <a:tab pos="469265" algn="l"/>
              </a:tabLst>
            </a:pP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最大流量</a:t>
            </a:r>
            <a:endParaRPr sz="2200">
              <a:latin typeface="黑体"/>
              <a:cs typeface="黑体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468882" y="1921256"/>
            <a:ext cx="6915150" cy="1724660"/>
          </a:xfrm>
          <a:prstGeom prst="rect">
            <a:avLst/>
          </a:prstGeom>
        </p:spPr>
        <p:txBody>
          <a:bodyPr wrap="square" lIns="0" tIns="121920" rIns="0" bIns="0" rtlCol="0" vert="horz">
            <a:spAutoFit/>
          </a:bodyPr>
          <a:lstStyle/>
          <a:p>
            <a:pPr marL="1043940" indent="-457200">
              <a:lnSpc>
                <a:spcPct val="100000"/>
              </a:lnSpc>
              <a:spcBef>
                <a:spcPts val="960"/>
              </a:spcBef>
              <a:buClr>
                <a:srgbClr val="006600"/>
              </a:buClr>
              <a:buSzPct val="63888"/>
              <a:buFont typeface="Wingdings"/>
              <a:buChar char=""/>
              <a:tabLst>
                <a:tab pos="1043940" algn="l"/>
              </a:tabLst>
            </a:pPr>
            <a:r>
              <a:rPr dirty="0" sz="1800" spc="-10" b="1">
                <a:solidFill>
                  <a:srgbClr val="006FC0"/>
                </a:solidFill>
                <a:latin typeface="宋体"/>
                <a:cs typeface="宋体"/>
              </a:rPr>
              <a:t>每隔</a:t>
            </a:r>
            <a:r>
              <a:rPr dirty="0" sz="1800" spc="-10" b="1">
                <a:solidFill>
                  <a:srgbClr val="006FC0"/>
                </a:solidFill>
                <a:latin typeface="Tahoma"/>
                <a:cs typeface="Tahoma"/>
              </a:rPr>
              <a:t>Ts+Td</a:t>
            </a:r>
            <a:r>
              <a:rPr dirty="0" sz="1800" spc="-20" b="1">
                <a:solidFill>
                  <a:srgbClr val="006FC0"/>
                </a:solidFill>
                <a:latin typeface="宋体"/>
                <a:cs typeface="宋体"/>
              </a:rPr>
              <a:t>传送一个字节数据</a:t>
            </a:r>
            <a:endParaRPr sz="1800">
              <a:latin typeface="宋体"/>
              <a:cs typeface="宋体"/>
            </a:endParaRPr>
          </a:p>
          <a:p>
            <a:pPr marL="1043940" indent="-457200">
              <a:lnSpc>
                <a:spcPct val="100000"/>
              </a:lnSpc>
              <a:spcBef>
                <a:spcPts val="865"/>
              </a:spcBef>
              <a:buClr>
                <a:srgbClr val="006600"/>
              </a:buClr>
              <a:buSzPct val="63888"/>
              <a:buFont typeface="Wingdings"/>
              <a:buChar char=""/>
              <a:tabLst>
                <a:tab pos="1043940" algn="l"/>
              </a:tabLst>
            </a:pPr>
            <a:r>
              <a:rPr dirty="0" sz="1800" spc="-20" b="1">
                <a:solidFill>
                  <a:srgbClr val="006FC0"/>
                </a:solidFill>
                <a:latin typeface="宋体"/>
                <a:cs typeface="宋体"/>
              </a:rPr>
              <a:t>不考虑调度开销</a:t>
            </a:r>
            <a:endParaRPr sz="18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1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800">
              <a:latin typeface="宋体"/>
              <a:cs typeface="宋体"/>
            </a:endParaRPr>
          </a:p>
          <a:p>
            <a:pPr marL="469265" indent="-456565">
              <a:lnSpc>
                <a:spcPct val="100000"/>
              </a:lnSpc>
              <a:buClr>
                <a:srgbClr val="40458B"/>
              </a:buClr>
              <a:buSzPct val="88636"/>
              <a:buFont typeface="Wingdings"/>
              <a:buChar char=""/>
              <a:tabLst>
                <a:tab pos="469265" algn="l"/>
              </a:tabLst>
            </a:pPr>
            <a:r>
              <a:rPr dirty="0" sz="2200" spc="-25">
                <a:solidFill>
                  <a:srgbClr val="FF0000"/>
                </a:solidFill>
                <a:latin typeface="黑体"/>
                <a:cs typeface="黑体"/>
              </a:rPr>
              <a:t>实际流量</a:t>
            </a: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是连接在这个通道上的所有设备的数据传输</a:t>
            </a:r>
            <a:endParaRPr sz="2200">
              <a:latin typeface="黑体"/>
              <a:cs typeface="黑体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926082" y="3687826"/>
            <a:ext cx="114236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率之和。</a:t>
            </a:r>
            <a:endParaRPr sz="2200">
              <a:latin typeface="黑体"/>
              <a:cs typeface="黑体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390141" y="5087239"/>
            <a:ext cx="4104004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97510" indent="-359410">
              <a:lnSpc>
                <a:spcPct val="100000"/>
              </a:lnSpc>
              <a:spcBef>
                <a:spcPts val="100"/>
              </a:spcBef>
              <a:buClr>
                <a:srgbClr val="4668F5"/>
              </a:buClr>
              <a:buSzPct val="60000"/>
              <a:buFont typeface="Wingdings"/>
              <a:buChar char=""/>
              <a:tabLst>
                <a:tab pos="397510" algn="l"/>
              </a:tabLst>
            </a:pPr>
            <a:r>
              <a:rPr dirty="0" sz="2000" b="1">
                <a:solidFill>
                  <a:srgbClr val="9933FF"/>
                </a:solidFill>
                <a:latin typeface="宋体"/>
                <a:cs typeface="宋体"/>
              </a:rPr>
              <a:t>f</a:t>
            </a:r>
            <a:r>
              <a:rPr dirty="0" baseline="-21367" sz="1950" b="1">
                <a:solidFill>
                  <a:srgbClr val="9933FF"/>
                </a:solidFill>
                <a:latin typeface="宋体"/>
                <a:cs typeface="宋体"/>
              </a:rPr>
              <a:t>i</a:t>
            </a:r>
            <a:r>
              <a:rPr dirty="0" sz="2000" b="1">
                <a:solidFill>
                  <a:srgbClr val="9933FF"/>
                </a:solidFill>
                <a:latin typeface="宋体"/>
                <a:cs typeface="宋体"/>
              </a:rPr>
              <a:t>：</a:t>
            </a:r>
            <a:r>
              <a:rPr dirty="0" sz="2000" spc="-10" b="1">
                <a:solidFill>
                  <a:srgbClr val="FF5CFF"/>
                </a:solidFill>
                <a:latin typeface="宋体"/>
                <a:cs typeface="宋体"/>
              </a:rPr>
              <a:t>第i</a:t>
            </a:r>
            <a:r>
              <a:rPr dirty="0" sz="2000" spc="-25" b="1">
                <a:solidFill>
                  <a:srgbClr val="FF5CFF"/>
                </a:solidFill>
                <a:latin typeface="宋体"/>
                <a:cs typeface="宋体"/>
              </a:rPr>
              <a:t>台设备的实际数据传输率</a:t>
            </a:r>
            <a:endParaRPr sz="2000">
              <a:latin typeface="宋体"/>
              <a:cs typeface="宋体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3564001" y="973200"/>
            <a:ext cx="3888104" cy="781050"/>
            <a:chOff x="3564001" y="973200"/>
            <a:chExt cx="3888104" cy="781050"/>
          </a:xfrm>
        </p:grpSpPr>
        <p:sp>
          <p:nvSpPr>
            <p:cNvPr id="14" name="object 14" descr=""/>
            <p:cNvSpPr/>
            <p:nvPr/>
          </p:nvSpPr>
          <p:spPr>
            <a:xfrm>
              <a:off x="3564001" y="973200"/>
              <a:ext cx="3888104" cy="781050"/>
            </a:xfrm>
            <a:custGeom>
              <a:avLst/>
              <a:gdLst/>
              <a:ahLst/>
              <a:cxnLst/>
              <a:rect l="l" t="t" r="r" b="b"/>
              <a:pathLst>
                <a:path w="3888104" h="781050">
                  <a:moveTo>
                    <a:pt x="3887724" y="0"/>
                  </a:moveTo>
                  <a:lnTo>
                    <a:pt x="0" y="0"/>
                  </a:lnTo>
                  <a:lnTo>
                    <a:pt x="0" y="781050"/>
                  </a:lnTo>
                  <a:lnTo>
                    <a:pt x="3887724" y="781050"/>
                  </a:lnTo>
                  <a:lnTo>
                    <a:pt x="3887724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4998089" y="1351125"/>
              <a:ext cx="2394585" cy="0"/>
            </a:xfrm>
            <a:custGeom>
              <a:avLst/>
              <a:gdLst/>
              <a:ahLst/>
              <a:cxnLst/>
              <a:rect l="l" t="t" r="r" b="b"/>
              <a:pathLst>
                <a:path w="2394584" h="0">
                  <a:moveTo>
                    <a:pt x="0" y="0"/>
                  </a:moveTo>
                  <a:lnTo>
                    <a:pt x="1281118" y="0"/>
                  </a:lnTo>
                </a:path>
                <a:path w="2394584" h="0">
                  <a:moveTo>
                    <a:pt x="1558963" y="0"/>
                  </a:moveTo>
                  <a:lnTo>
                    <a:pt x="2394053" y="0"/>
                  </a:lnTo>
                </a:path>
              </a:pathLst>
            </a:custGeom>
            <a:ln w="130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7216675" y="1494060"/>
            <a:ext cx="14732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1400" spc="-50">
                <a:latin typeface="Times New Roman"/>
                <a:cs typeface="Times New Roman"/>
              </a:rPr>
              <a:t>D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6710490" y="1494060"/>
            <a:ext cx="116839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1400" spc="-50">
                <a:latin typeface="Times New Roman"/>
                <a:cs typeface="Times New Roman"/>
              </a:rPr>
              <a:t>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3711359" y="1286363"/>
            <a:ext cx="989965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1400" spc="60">
                <a:latin typeface="Times New Roman"/>
                <a:cs typeface="Times New Roman"/>
              </a:rPr>
              <a:t>MAX-</a:t>
            </a:r>
            <a:r>
              <a:rPr dirty="0" sz="1400" spc="-20">
                <a:latin typeface="Times New Roman"/>
                <a:cs typeface="Times New Roman"/>
              </a:rPr>
              <a:t>BYTE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5506633" y="974864"/>
            <a:ext cx="287655" cy="3378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050" spc="25">
                <a:latin typeface="Times New Roman"/>
                <a:cs typeface="Times New Roman"/>
              </a:rPr>
              <a:t>pn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6348669" y="1143245"/>
            <a:ext cx="158750" cy="3378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050" spc="-50">
                <a:latin typeface="Symbol"/>
                <a:cs typeface="Symbol"/>
              </a:rPr>
              <a:t></a:t>
            </a:r>
            <a:endParaRPr sz="2050">
              <a:latin typeface="Symbol"/>
              <a:cs typeface="Symbol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4978158" y="911169"/>
            <a:ext cx="2294890" cy="777875"/>
          </a:xfrm>
          <a:prstGeom prst="rect">
            <a:avLst/>
          </a:prstGeom>
        </p:spPr>
        <p:txBody>
          <a:bodyPr wrap="square" lIns="0" tIns="76200" rIns="0" bIns="0" rtlCol="0" vert="horz">
            <a:spAutoFit/>
          </a:bodyPr>
          <a:lstStyle/>
          <a:p>
            <a:pPr algn="r" marR="221615">
              <a:lnSpc>
                <a:spcPct val="100000"/>
              </a:lnSpc>
              <a:spcBef>
                <a:spcPts val="600"/>
              </a:spcBef>
            </a:pPr>
            <a:r>
              <a:rPr dirty="0" sz="2050" spc="-50">
                <a:latin typeface="Times New Roman"/>
                <a:cs typeface="Times New Roman"/>
              </a:rPr>
              <a:t>1</a:t>
            </a:r>
            <a:endParaRPr sz="205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500"/>
              </a:spcBef>
              <a:tabLst>
                <a:tab pos="1595755" algn="l"/>
                <a:tab pos="1901825" algn="l"/>
              </a:tabLst>
            </a:pPr>
            <a:r>
              <a:rPr dirty="0" sz="2050">
                <a:latin typeface="Times New Roman"/>
                <a:cs typeface="Times New Roman"/>
              </a:rPr>
              <a:t>(T</a:t>
            </a:r>
            <a:r>
              <a:rPr dirty="0" baseline="-19841" sz="2100">
                <a:latin typeface="Times New Roman"/>
                <a:cs typeface="Times New Roman"/>
              </a:rPr>
              <a:t>S</a:t>
            </a:r>
            <a:r>
              <a:rPr dirty="0" baseline="-19841" sz="2100" spc="44">
                <a:latin typeface="Times New Roman"/>
                <a:cs typeface="Times New Roman"/>
              </a:rPr>
              <a:t> </a:t>
            </a:r>
            <a:r>
              <a:rPr dirty="0" sz="2050">
                <a:latin typeface="Symbol"/>
                <a:cs typeface="Symbol"/>
              </a:rPr>
              <a:t></a:t>
            </a:r>
            <a:r>
              <a:rPr dirty="0" sz="2050" spc="-155">
                <a:latin typeface="Times New Roman"/>
                <a:cs typeface="Times New Roman"/>
              </a:rPr>
              <a:t> </a:t>
            </a:r>
            <a:r>
              <a:rPr dirty="0" sz="2050" spc="-45">
                <a:latin typeface="Times New Roman"/>
                <a:cs typeface="Times New Roman"/>
              </a:rPr>
              <a:t>T</a:t>
            </a:r>
            <a:r>
              <a:rPr dirty="0" baseline="-19841" sz="2100" spc="-67">
                <a:latin typeface="Times New Roman"/>
                <a:cs typeface="Times New Roman"/>
              </a:rPr>
              <a:t>D</a:t>
            </a:r>
            <a:r>
              <a:rPr dirty="0" baseline="-19841" sz="2100" spc="-209">
                <a:latin typeface="Times New Roman"/>
                <a:cs typeface="Times New Roman"/>
              </a:rPr>
              <a:t> </a:t>
            </a:r>
            <a:r>
              <a:rPr dirty="0" sz="2050" spc="-25">
                <a:latin typeface="Times New Roman"/>
                <a:cs typeface="Times New Roman"/>
              </a:rPr>
              <a:t>)pn</a:t>
            </a:r>
            <a:r>
              <a:rPr dirty="0" sz="2050">
                <a:latin typeface="Times New Roman"/>
                <a:cs typeface="Times New Roman"/>
              </a:rPr>
              <a:t>	</a:t>
            </a:r>
            <a:r>
              <a:rPr dirty="0" sz="2050" spc="-50">
                <a:latin typeface="Times New Roman"/>
                <a:cs typeface="Times New Roman"/>
              </a:rPr>
              <a:t>T</a:t>
            </a:r>
            <a:r>
              <a:rPr dirty="0" sz="2050">
                <a:latin typeface="Times New Roman"/>
                <a:cs typeface="Times New Roman"/>
              </a:rPr>
              <a:t>	</a:t>
            </a:r>
            <a:r>
              <a:rPr dirty="0" sz="2050">
                <a:latin typeface="Symbol"/>
                <a:cs typeface="Symbol"/>
              </a:rPr>
              <a:t></a:t>
            </a:r>
            <a:r>
              <a:rPr dirty="0" sz="2050" spc="-135">
                <a:latin typeface="Times New Roman"/>
                <a:cs typeface="Times New Roman"/>
              </a:rPr>
              <a:t> </a:t>
            </a:r>
            <a:r>
              <a:rPr dirty="0" sz="2050" spc="-50">
                <a:latin typeface="Times New Roman"/>
                <a:cs typeface="Times New Roman"/>
              </a:rPr>
              <a:t>T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3607893" y="1143245"/>
            <a:ext cx="1341120" cy="3378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1181735" algn="l"/>
              </a:tabLst>
            </a:pPr>
            <a:r>
              <a:rPr dirty="0" sz="2050" spc="-50">
                <a:latin typeface="Times New Roman"/>
                <a:cs typeface="Times New Roman"/>
              </a:rPr>
              <a:t>f</a:t>
            </a:r>
            <a:r>
              <a:rPr dirty="0" sz="2050">
                <a:latin typeface="Times New Roman"/>
                <a:cs typeface="Times New Roman"/>
              </a:rPr>
              <a:t>	</a:t>
            </a:r>
            <a:r>
              <a:rPr dirty="0" sz="2050" spc="-50">
                <a:latin typeface="Symbol"/>
                <a:cs typeface="Symbol"/>
              </a:rPr>
              <a:t></a:t>
            </a:r>
            <a:endParaRPr sz="2050">
              <a:latin typeface="Symbol"/>
              <a:cs typeface="Symbol"/>
            </a:endParaRPr>
          </a:p>
        </p:txBody>
      </p:sp>
      <p:sp>
        <p:nvSpPr>
          <p:cNvPr id="23" name="object 23" descr=""/>
          <p:cNvSpPr/>
          <p:nvPr/>
        </p:nvSpPr>
        <p:spPr>
          <a:xfrm>
            <a:off x="3779901" y="3860736"/>
            <a:ext cx="2376805" cy="890905"/>
          </a:xfrm>
          <a:custGeom>
            <a:avLst/>
            <a:gdLst/>
            <a:ahLst/>
            <a:cxnLst/>
            <a:rect l="l" t="t" r="r" b="b"/>
            <a:pathLst>
              <a:path w="2376804" h="890904">
                <a:moveTo>
                  <a:pt x="2376424" y="0"/>
                </a:moveTo>
                <a:lnTo>
                  <a:pt x="0" y="0"/>
                </a:lnTo>
                <a:lnTo>
                  <a:pt x="0" y="890587"/>
                </a:lnTo>
                <a:lnTo>
                  <a:pt x="2376424" y="890587"/>
                </a:lnTo>
                <a:lnTo>
                  <a:pt x="2376424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 txBox="1"/>
          <p:nvPr/>
        </p:nvSpPr>
        <p:spPr>
          <a:xfrm>
            <a:off x="5446642" y="3885965"/>
            <a:ext cx="164465" cy="2654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1550" spc="360">
                <a:latin typeface="Times New Roman"/>
                <a:cs typeface="Times New Roman"/>
              </a:rPr>
              <a:t>p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5324433" y="4461900"/>
            <a:ext cx="427355" cy="2654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1550" spc="370">
                <a:latin typeface="Times New Roman"/>
                <a:cs typeface="Times New Roman"/>
              </a:rPr>
              <a:t>i</a:t>
            </a:r>
            <a:r>
              <a:rPr dirty="0" sz="1550" spc="370">
                <a:latin typeface="Symbol"/>
                <a:cs typeface="Symbol"/>
              </a:rPr>
              <a:t></a:t>
            </a:r>
            <a:r>
              <a:rPr dirty="0" sz="1550" spc="370">
                <a:latin typeface="Times New Roman"/>
                <a:cs typeface="Times New Roman"/>
              </a:rPr>
              <a:t>1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4939513" y="3991485"/>
            <a:ext cx="1123950" cy="5048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dirty="0" sz="2250" spc="615">
                <a:latin typeface="Symbol"/>
                <a:cs typeface="Symbol"/>
              </a:rPr>
              <a:t></a:t>
            </a:r>
            <a:r>
              <a:rPr dirty="0" sz="2250" spc="270">
                <a:latin typeface="Times New Roman"/>
                <a:cs typeface="Times New Roman"/>
              </a:rPr>
              <a:t> </a:t>
            </a:r>
            <a:r>
              <a:rPr dirty="0" baseline="-7936" sz="4725" spc="1057">
                <a:latin typeface="Symbol"/>
                <a:cs typeface="Symbol"/>
              </a:rPr>
              <a:t></a:t>
            </a:r>
            <a:r>
              <a:rPr dirty="0" sz="2250" spc="705">
                <a:latin typeface="Times New Roman"/>
                <a:cs typeface="Times New Roman"/>
              </a:rPr>
              <a:t>f</a:t>
            </a:r>
            <a:r>
              <a:rPr dirty="0" baseline="-19713" sz="2325" spc="1057">
                <a:latin typeface="Times New Roman"/>
                <a:cs typeface="Times New Roman"/>
              </a:rPr>
              <a:t>i</a:t>
            </a:r>
            <a:endParaRPr baseline="-19713" sz="2325">
              <a:latin typeface="Times New Roman"/>
              <a:cs typeface="Times New Roman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3826890" y="4176733"/>
            <a:ext cx="999490" cy="3676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dirty="0" baseline="13580" sz="3375" spc="742">
                <a:latin typeface="Times New Roman"/>
                <a:cs typeface="Times New Roman"/>
              </a:rPr>
              <a:t>f</a:t>
            </a:r>
            <a:r>
              <a:rPr dirty="0" sz="1550" spc="495">
                <a:latin typeface="Times New Roman"/>
                <a:cs typeface="Times New Roman"/>
              </a:rPr>
              <a:t>BYTE</a:t>
            </a:r>
            <a:endParaRPr sz="15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53605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34809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15" b="1">
                <a:solidFill>
                  <a:srgbClr val="40458B"/>
                </a:solidFill>
                <a:latin typeface="宋体"/>
                <a:cs typeface="宋体"/>
              </a:rPr>
              <a:t>90/81</a:t>
            </a:r>
            <a:endParaRPr baseline="1736" sz="2400">
              <a:latin typeface="宋体"/>
              <a:cs typeface="宋体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1555750" y="549275"/>
            <a:ext cx="7588250" cy="0"/>
          </a:xfrm>
          <a:custGeom>
            <a:avLst/>
            <a:gdLst/>
            <a:ahLst/>
            <a:cxnLst/>
            <a:rect l="l" t="t" r="r" b="b"/>
            <a:pathLst>
              <a:path w="7588250" h="0">
                <a:moveTo>
                  <a:pt x="0" y="0"/>
                </a:moveTo>
                <a:lnTo>
                  <a:pt x="7588250" y="0"/>
                </a:lnTo>
              </a:path>
            </a:pathLst>
          </a:custGeom>
          <a:ln w="38100">
            <a:solidFill>
              <a:srgbClr val="2C44A3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119062" y="188976"/>
            <a:ext cx="1437005" cy="274955"/>
            <a:chOff x="119062" y="188976"/>
            <a:chExt cx="1437005" cy="274955"/>
          </a:xfrm>
        </p:grpSpPr>
        <p:sp>
          <p:nvSpPr>
            <p:cNvPr id="5" name="object 5" descr=""/>
            <p:cNvSpPr/>
            <p:nvPr/>
          </p:nvSpPr>
          <p:spPr>
            <a:xfrm>
              <a:off x="119062" y="188976"/>
              <a:ext cx="499745" cy="274955"/>
            </a:xfrm>
            <a:custGeom>
              <a:avLst/>
              <a:gdLst/>
              <a:ahLst/>
              <a:cxnLst/>
              <a:rect l="l" t="t" r="r" b="b"/>
              <a:pathLst>
                <a:path w="499745" h="274955">
                  <a:moveTo>
                    <a:pt x="119837" y="0"/>
                  </a:moveTo>
                  <a:lnTo>
                    <a:pt x="4993" y="41528"/>
                  </a:lnTo>
                  <a:lnTo>
                    <a:pt x="264655" y="135508"/>
                  </a:lnTo>
                  <a:lnTo>
                    <a:pt x="0" y="231266"/>
                  </a:lnTo>
                  <a:lnTo>
                    <a:pt x="119837" y="274574"/>
                  </a:lnTo>
                  <a:lnTo>
                    <a:pt x="499338" y="137287"/>
                  </a:lnTo>
                  <a:lnTo>
                    <a:pt x="119837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85546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9621" y="0"/>
                  </a:moveTo>
                  <a:lnTo>
                    <a:pt x="4991" y="41528"/>
                  </a:lnTo>
                  <a:lnTo>
                    <a:pt x="264147" y="135508"/>
                  </a:lnTo>
                  <a:lnTo>
                    <a:pt x="0" y="231266"/>
                  </a:lnTo>
                  <a:lnTo>
                    <a:pt x="119621" y="274574"/>
                  </a:lnTo>
                  <a:lnTo>
                    <a:pt x="497141" y="137287"/>
                  </a:lnTo>
                  <a:lnTo>
                    <a:pt x="119621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058608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8363" y="0"/>
                  </a:moveTo>
                  <a:lnTo>
                    <a:pt x="4978" y="41528"/>
                  </a:lnTo>
                  <a:lnTo>
                    <a:pt x="264096" y="135508"/>
                  </a:lnTo>
                  <a:lnTo>
                    <a:pt x="0" y="231266"/>
                  </a:lnTo>
                  <a:lnTo>
                    <a:pt x="118363" y="274574"/>
                  </a:lnTo>
                  <a:lnTo>
                    <a:pt x="497141" y="137287"/>
                  </a:lnTo>
                  <a:lnTo>
                    <a:pt x="118363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 descr=""/>
          <p:cNvGrpSpPr/>
          <p:nvPr/>
        </p:nvGrpSpPr>
        <p:grpSpPr>
          <a:xfrm>
            <a:off x="0" y="5664200"/>
            <a:ext cx="9144000" cy="1195705"/>
            <a:chOff x="0" y="5664200"/>
            <a:chExt cx="9144000" cy="1195705"/>
          </a:xfrm>
        </p:grpSpPr>
        <p:sp>
          <p:nvSpPr>
            <p:cNvPr id="9" name="object 9" descr=""/>
            <p:cNvSpPr/>
            <p:nvPr/>
          </p:nvSpPr>
          <p:spPr>
            <a:xfrm>
              <a:off x="0" y="6526212"/>
              <a:ext cx="9144000" cy="333375"/>
            </a:xfrm>
            <a:custGeom>
              <a:avLst/>
              <a:gdLst/>
              <a:ahLst/>
              <a:cxnLst/>
              <a:rect l="l" t="t" r="r" b="b"/>
              <a:pathLst>
                <a:path w="9144000" h="333375">
                  <a:moveTo>
                    <a:pt x="9144000" y="0"/>
                  </a:moveTo>
                  <a:lnTo>
                    <a:pt x="0" y="0"/>
                  </a:lnTo>
                  <a:lnTo>
                    <a:pt x="0" y="333375"/>
                  </a:lnTo>
                  <a:lnTo>
                    <a:pt x="9144000" y="333375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4477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311525" y="5664200"/>
              <a:ext cx="3384550" cy="841375"/>
            </a:xfrm>
            <a:custGeom>
              <a:avLst/>
              <a:gdLst/>
              <a:ahLst/>
              <a:cxnLst/>
              <a:rect l="l" t="t" r="r" b="b"/>
              <a:pathLst>
                <a:path w="3384550" h="841375">
                  <a:moveTo>
                    <a:pt x="3384550" y="0"/>
                  </a:moveTo>
                  <a:lnTo>
                    <a:pt x="0" y="0"/>
                  </a:lnTo>
                  <a:lnTo>
                    <a:pt x="0" y="841375"/>
                  </a:lnTo>
                  <a:lnTo>
                    <a:pt x="3384550" y="841375"/>
                  </a:lnTo>
                  <a:lnTo>
                    <a:pt x="3384550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711473" y="6235681"/>
              <a:ext cx="236220" cy="0"/>
            </a:xfrm>
            <a:custGeom>
              <a:avLst/>
              <a:gdLst/>
              <a:ahLst/>
              <a:cxnLst/>
              <a:rect l="l" t="t" r="r" b="b"/>
              <a:pathLst>
                <a:path w="236220" h="0">
                  <a:moveTo>
                    <a:pt x="0" y="0"/>
                  </a:moveTo>
                  <a:lnTo>
                    <a:pt x="236224" y="0"/>
                  </a:lnTo>
                </a:path>
              </a:pathLst>
            </a:custGeom>
            <a:ln w="50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617591" y="5967779"/>
              <a:ext cx="1080770" cy="0"/>
            </a:xfrm>
            <a:custGeom>
              <a:avLst/>
              <a:gdLst/>
              <a:ahLst/>
              <a:cxnLst/>
              <a:rect l="l" t="t" r="r" b="b"/>
              <a:pathLst>
                <a:path w="1080770" h="0">
                  <a:moveTo>
                    <a:pt x="0" y="0"/>
                  </a:moveTo>
                  <a:lnTo>
                    <a:pt x="1080638" y="0"/>
                  </a:lnTo>
                </a:path>
              </a:pathLst>
            </a:custGeom>
            <a:ln w="105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5943057" y="6235681"/>
              <a:ext cx="236854" cy="0"/>
            </a:xfrm>
            <a:custGeom>
              <a:avLst/>
              <a:gdLst/>
              <a:ahLst/>
              <a:cxnLst/>
              <a:rect l="l" t="t" r="r" b="b"/>
              <a:pathLst>
                <a:path w="236854" h="0">
                  <a:moveTo>
                    <a:pt x="0" y="0"/>
                  </a:moveTo>
                  <a:lnTo>
                    <a:pt x="236814" y="0"/>
                  </a:lnTo>
                </a:path>
              </a:pathLst>
            </a:custGeom>
            <a:ln w="50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5922180" y="5967779"/>
              <a:ext cx="717550" cy="0"/>
            </a:xfrm>
            <a:custGeom>
              <a:avLst/>
              <a:gdLst/>
              <a:ahLst/>
              <a:cxnLst/>
              <a:rect l="l" t="t" r="r" b="b"/>
              <a:pathLst>
                <a:path w="717550" h="0">
                  <a:moveTo>
                    <a:pt x="0" y="0"/>
                  </a:moveTo>
                  <a:lnTo>
                    <a:pt x="717192" y="0"/>
                  </a:lnTo>
                </a:path>
              </a:pathLst>
            </a:custGeom>
            <a:ln w="105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2105914" y="58673"/>
            <a:ext cx="269303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none"/>
              <a:t>8.5</a:t>
            </a:r>
            <a:r>
              <a:rPr dirty="0" u="none" spc="-10"/>
              <a:t> 通道处理机</a:t>
            </a:r>
          </a:p>
        </p:txBody>
      </p:sp>
      <p:sp>
        <p:nvSpPr>
          <p:cNvPr id="16" name="object 16" descr=""/>
          <p:cNvSpPr txBox="1"/>
          <p:nvPr/>
        </p:nvSpPr>
        <p:spPr>
          <a:xfrm>
            <a:off x="78739" y="535672"/>
            <a:ext cx="9216390" cy="1315720"/>
          </a:xfrm>
          <a:prstGeom prst="rect">
            <a:avLst/>
          </a:prstGeom>
        </p:spPr>
        <p:txBody>
          <a:bodyPr wrap="square" lIns="0" tIns="127635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5"/>
              </a:spcBef>
              <a:buClr>
                <a:srgbClr val="40458B"/>
              </a:buClr>
              <a:buFont typeface="Tahoma"/>
              <a:buAutoNum type="arabicPeriod" startAt="2"/>
              <a:tabLst>
                <a:tab pos="469265" algn="l"/>
              </a:tabLst>
            </a:pPr>
            <a:r>
              <a:rPr dirty="0" sz="2400" spc="-15">
                <a:solidFill>
                  <a:srgbClr val="E14B04"/>
                </a:solidFill>
                <a:latin typeface="黑体"/>
                <a:cs typeface="黑体"/>
              </a:rPr>
              <a:t>选择通道</a:t>
            </a:r>
            <a:endParaRPr sz="2400">
              <a:latin typeface="黑体"/>
              <a:cs typeface="黑体"/>
            </a:endParaRPr>
          </a:p>
          <a:p>
            <a:pPr lvl="1" marL="1099185" marR="5080" indent="-457834">
              <a:lnSpc>
                <a:spcPct val="110000"/>
              </a:lnSpc>
              <a:spcBef>
                <a:spcPts val="565"/>
              </a:spcBef>
              <a:buSzPct val="88636"/>
              <a:buFont typeface="Wingdings"/>
              <a:buChar char=""/>
              <a:tabLst>
                <a:tab pos="1099185" algn="l"/>
              </a:tabLst>
            </a:pP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在一段时间内只能单独为一台高速外设服务，当这台设备的数据</a:t>
            </a:r>
            <a:r>
              <a:rPr dirty="0" sz="2200" spc="-50">
                <a:solidFill>
                  <a:srgbClr val="40458B"/>
                </a:solidFill>
                <a:latin typeface="黑体"/>
                <a:cs typeface="黑体"/>
              </a:rPr>
              <a:t> </a:t>
            </a: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传送工作全部完成后（</a:t>
            </a:r>
            <a:r>
              <a:rPr dirty="0" sz="2200" spc="-25">
                <a:solidFill>
                  <a:srgbClr val="FF0000"/>
                </a:solidFill>
                <a:latin typeface="黑体"/>
                <a:cs typeface="黑体"/>
              </a:rPr>
              <a:t>固定字节</a:t>
            </a:r>
            <a:r>
              <a:rPr dirty="0" sz="2200" spc="-25">
                <a:solidFill>
                  <a:srgbClr val="40458B"/>
                </a:solidFill>
                <a:latin typeface="黑体"/>
                <a:cs typeface="黑体"/>
              </a:rPr>
              <a:t>）</a:t>
            </a: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，通道才能为另一台设备服务。</a:t>
            </a:r>
            <a:endParaRPr sz="2200">
              <a:latin typeface="黑体"/>
              <a:cs typeface="黑体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708151" y="1926717"/>
            <a:ext cx="160020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95"/>
              </a:spcBef>
              <a:buClr>
                <a:srgbClr val="40458B"/>
              </a:buClr>
              <a:buSzPct val="88636"/>
              <a:buFont typeface="Wingdings"/>
              <a:buChar char=""/>
              <a:tabLst>
                <a:tab pos="469900" algn="l"/>
              </a:tabLst>
            </a:pPr>
            <a:r>
              <a:rPr dirty="0" sz="2200" spc="-35">
                <a:solidFill>
                  <a:srgbClr val="2C44A3"/>
                </a:solidFill>
                <a:latin typeface="黑体"/>
                <a:cs typeface="黑体"/>
              </a:rPr>
              <a:t>工作过程</a:t>
            </a:r>
            <a:endParaRPr sz="2200">
              <a:latin typeface="黑体"/>
              <a:cs typeface="黑体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954022" y="3685488"/>
            <a:ext cx="37973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13888" sz="3000" spc="-37" b="1">
                <a:latin typeface="宋体"/>
                <a:cs typeface="宋体"/>
              </a:rPr>
              <a:t>T</a:t>
            </a:r>
            <a:r>
              <a:rPr dirty="0" sz="1300" spc="-25" b="1">
                <a:latin typeface="宋体"/>
                <a:cs typeface="宋体"/>
              </a:rPr>
              <a:t>D1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2382266" y="3623005"/>
            <a:ext cx="249872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723900" algn="l"/>
                <a:tab pos="2051050" algn="l"/>
              </a:tabLst>
            </a:pPr>
            <a:r>
              <a:rPr dirty="0" sz="2000" b="1">
                <a:latin typeface="宋体"/>
                <a:cs typeface="宋体"/>
              </a:rPr>
              <a:t>=</a:t>
            </a:r>
            <a:r>
              <a:rPr dirty="0" sz="2000" spc="-5" b="1">
                <a:latin typeface="宋体"/>
                <a:cs typeface="宋体"/>
              </a:rPr>
              <a:t> </a:t>
            </a:r>
            <a:r>
              <a:rPr dirty="0" sz="2000" spc="-25" b="1">
                <a:latin typeface="宋体"/>
                <a:cs typeface="宋体"/>
              </a:rPr>
              <a:t>T</a:t>
            </a:r>
            <a:r>
              <a:rPr dirty="0" baseline="-21367" sz="1950" spc="-37" b="1">
                <a:latin typeface="宋体"/>
                <a:cs typeface="宋体"/>
              </a:rPr>
              <a:t>D2</a:t>
            </a:r>
            <a:r>
              <a:rPr dirty="0" baseline="-21367" sz="1950" b="1">
                <a:latin typeface="宋体"/>
                <a:cs typeface="宋体"/>
              </a:rPr>
              <a:t>	</a:t>
            </a:r>
            <a:r>
              <a:rPr dirty="0" sz="2000" b="1">
                <a:latin typeface="宋体"/>
                <a:cs typeface="宋体"/>
              </a:rPr>
              <a:t>=</a:t>
            </a:r>
            <a:r>
              <a:rPr dirty="0" sz="2000" spc="-10" b="1">
                <a:latin typeface="宋体"/>
                <a:cs typeface="宋体"/>
              </a:rPr>
              <a:t> </a:t>
            </a:r>
            <a:r>
              <a:rPr dirty="0" sz="2000" b="1">
                <a:latin typeface="宋体"/>
                <a:cs typeface="宋体"/>
              </a:rPr>
              <a:t>…</a:t>
            </a:r>
            <a:r>
              <a:rPr dirty="0" sz="2000" spc="-10" b="1">
                <a:latin typeface="宋体"/>
                <a:cs typeface="宋体"/>
              </a:rPr>
              <a:t> </a:t>
            </a:r>
            <a:r>
              <a:rPr dirty="0" sz="2000" b="1">
                <a:latin typeface="宋体"/>
                <a:cs typeface="宋体"/>
              </a:rPr>
              <a:t>=</a:t>
            </a:r>
            <a:r>
              <a:rPr dirty="0" sz="2000" spc="15" b="1">
                <a:latin typeface="宋体"/>
                <a:cs typeface="宋体"/>
              </a:rPr>
              <a:t> </a:t>
            </a:r>
            <a:r>
              <a:rPr dirty="0" sz="2000" spc="-25" b="1">
                <a:latin typeface="宋体"/>
                <a:cs typeface="宋体"/>
              </a:rPr>
              <a:t>T</a:t>
            </a:r>
            <a:r>
              <a:rPr dirty="0" baseline="-21367" sz="1950" spc="-37" b="1">
                <a:latin typeface="宋体"/>
                <a:cs typeface="宋体"/>
              </a:rPr>
              <a:t>Dn</a:t>
            </a:r>
            <a:r>
              <a:rPr dirty="0" baseline="-21367" sz="1950" b="1">
                <a:latin typeface="宋体"/>
                <a:cs typeface="宋体"/>
              </a:rPr>
              <a:t>	</a:t>
            </a:r>
            <a:r>
              <a:rPr dirty="0" sz="2000" b="1">
                <a:latin typeface="宋体"/>
                <a:cs typeface="宋体"/>
              </a:rPr>
              <a:t>=</a:t>
            </a:r>
            <a:r>
              <a:rPr dirty="0" sz="2000" spc="5" b="1">
                <a:latin typeface="宋体"/>
                <a:cs typeface="宋体"/>
              </a:rPr>
              <a:t> </a:t>
            </a:r>
            <a:r>
              <a:rPr dirty="0" sz="1400" spc="-25" b="1">
                <a:solidFill>
                  <a:srgbClr val="FF0000"/>
                </a:solidFill>
                <a:latin typeface="宋体"/>
                <a:cs typeface="宋体"/>
              </a:rPr>
              <a:t>T</a:t>
            </a:r>
            <a:r>
              <a:rPr dirty="0" baseline="-21604" sz="1350" spc="-37" b="1">
                <a:solidFill>
                  <a:srgbClr val="FF0000"/>
                </a:solidFill>
                <a:latin typeface="宋体"/>
                <a:cs typeface="宋体"/>
              </a:rPr>
              <a:t>D</a:t>
            </a:r>
            <a:endParaRPr baseline="-21604" sz="1350">
              <a:latin typeface="宋体"/>
              <a:cs typeface="宋体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5095113" y="3699205"/>
            <a:ext cx="340931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0" b="1">
                <a:solidFill>
                  <a:srgbClr val="FF0000"/>
                </a:solidFill>
                <a:latin typeface="宋体"/>
                <a:cs typeface="宋体"/>
              </a:rPr>
              <a:t>可以表示为每传一个字节的数据时间相等的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21" name="object 21" descr=""/>
          <p:cNvSpPr/>
          <p:nvPr/>
        </p:nvSpPr>
        <p:spPr>
          <a:xfrm>
            <a:off x="2474885" y="2055227"/>
            <a:ext cx="5791200" cy="1003935"/>
          </a:xfrm>
          <a:custGeom>
            <a:avLst/>
            <a:gdLst/>
            <a:ahLst/>
            <a:cxnLst/>
            <a:rect l="l" t="t" r="r" b="b"/>
            <a:pathLst>
              <a:path w="5791200" h="1003935">
                <a:moveTo>
                  <a:pt x="2654" y="0"/>
                </a:moveTo>
                <a:lnTo>
                  <a:pt x="0" y="1003390"/>
                </a:lnTo>
              </a:path>
              <a:path w="5791200" h="1003935">
                <a:moveTo>
                  <a:pt x="2654" y="379900"/>
                </a:moveTo>
                <a:lnTo>
                  <a:pt x="5791069" y="374183"/>
                </a:lnTo>
              </a:path>
              <a:path w="5791200" h="1003935">
                <a:moveTo>
                  <a:pt x="1664068" y="0"/>
                </a:moveTo>
                <a:lnTo>
                  <a:pt x="1669359" y="653134"/>
                </a:lnTo>
              </a:path>
              <a:path w="5791200" h="1003935">
                <a:moveTo>
                  <a:pt x="5785800" y="0"/>
                </a:moveTo>
                <a:lnTo>
                  <a:pt x="5791069" y="995583"/>
                </a:lnTo>
              </a:path>
            </a:pathLst>
          </a:custGeom>
          <a:ln w="15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 txBox="1"/>
          <p:nvPr/>
        </p:nvSpPr>
        <p:spPr>
          <a:xfrm>
            <a:off x="6097394" y="2080204"/>
            <a:ext cx="264160" cy="3060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800" spc="20">
                <a:latin typeface="宋体"/>
                <a:cs typeface="宋体"/>
              </a:rPr>
              <a:t>…</a:t>
            </a:r>
            <a:endParaRPr sz="1800">
              <a:latin typeface="宋体"/>
              <a:cs typeface="宋体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2484184" y="2046972"/>
            <a:ext cx="5791835" cy="987425"/>
            <a:chOff x="2484184" y="2046972"/>
            <a:chExt cx="5791835" cy="987425"/>
          </a:xfrm>
        </p:grpSpPr>
        <p:sp>
          <p:nvSpPr>
            <p:cNvPr id="24" name="object 24" descr=""/>
            <p:cNvSpPr/>
            <p:nvPr/>
          </p:nvSpPr>
          <p:spPr>
            <a:xfrm>
              <a:off x="2485772" y="2941769"/>
              <a:ext cx="2722245" cy="87630"/>
            </a:xfrm>
            <a:custGeom>
              <a:avLst/>
              <a:gdLst/>
              <a:ahLst/>
              <a:cxnLst/>
              <a:rect l="l" t="t" r="r" b="b"/>
              <a:pathLst>
                <a:path w="2722245" h="87630">
                  <a:moveTo>
                    <a:pt x="132247" y="0"/>
                  </a:moveTo>
                  <a:lnTo>
                    <a:pt x="0" y="42686"/>
                  </a:lnTo>
                  <a:lnTo>
                    <a:pt x="132247" y="87444"/>
                  </a:lnTo>
                  <a:lnTo>
                    <a:pt x="100232" y="55697"/>
                  </a:lnTo>
                  <a:lnTo>
                    <a:pt x="87110" y="55697"/>
                  </a:lnTo>
                  <a:lnTo>
                    <a:pt x="84453" y="53094"/>
                  </a:lnTo>
                  <a:lnTo>
                    <a:pt x="79141" y="50492"/>
                  </a:lnTo>
                  <a:lnTo>
                    <a:pt x="79141" y="47889"/>
                  </a:lnTo>
                  <a:lnTo>
                    <a:pt x="76484" y="42686"/>
                  </a:lnTo>
                  <a:lnTo>
                    <a:pt x="79141" y="40083"/>
                  </a:lnTo>
                  <a:lnTo>
                    <a:pt x="79141" y="37480"/>
                  </a:lnTo>
                  <a:lnTo>
                    <a:pt x="84453" y="34357"/>
                  </a:lnTo>
                  <a:lnTo>
                    <a:pt x="87110" y="31757"/>
                  </a:lnTo>
                  <a:lnTo>
                    <a:pt x="98666" y="31757"/>
                  </a:lnTo>
                  <a:lnTo>
                    <a:pt x="132247" y="0"/>
                  </a:lnTo>
                  <a:close/>
                </a:path>
                <a:path w="2722245" h="87630">
                  <a:moveTo>
                    <a:pt x="98666" y="31757"/>
                  </a:moveTo>
                  <a:lnTo>
                    <a:pt x="87110" y="31757"/>
                  </a:lnTo>
                  <a:lnTo>
                    <a:pt x="84453" y="34357"/>
                  </a:lnTo>
                  <a:lnTo>
                    <a:pt x="79141" y="37480"/>
                  </a:lnTo>
                  <a:lnTo>
                    <a:pt x="79141" y="40083"/>
                  </a:lnTo>
                  <a:lnTo>
                    <a:pt x="76484" y="42686"/>
                  </a:lnTo>
                  <a:lnTo>
                    <a:pt x="79141" y="47889"/>
                  </a:lnTo>
                  <a:lnTo>
                    <a:pt x="79141" y="50492"/>
                  </a:lnTo>
                  <a:lnTo>
                    <a:pt x="84453" y="53094"/>
                  </a:lnTo>
                  <a:lnTo>
                    <a:pt x="87110" y="55697"/>
                  </a:lnTo>
                  <a:lnTo>
                    <a:pt x="100232" y="55697"/>
                  </a:lnTo>
                  <a:lnTo>
                    <a:pt x="87110" y="42686"/>
                  </a:lnTo>
                  <a:lnTo>
                    <a:pt x="98666" y="31757"/>
                  </a:lnTo>
                  <a:close/>
                </a:path>
                <a:path w="2722245" h="87630">
                  <a:moveTo>
                    <a:pt x="2711485" y="31757"/>
                  </a:moveTo>
                  <a:lnTo>
                    <a:pt x="98666" y="31757"/>
                  </a:lnTo>
                  <a:lnTo>
                    <a:pt x="87110" y="42686"/>
                  </a:lnTo>
                  <a:lnTo>
                    <a:pt x="100232" y="55697"/>
                  </a:lnTo>
                  <a:lnTo>
                    <a:pt x="2711485" y="55697"/>
                  </a:lnTo>
                  <a:lnTo>
                    <a:pt x="2716754" y="53094"/>
                  </a:lnTo>
                  <a:lnTo>
                    <a:pt x="2722023" y="47889"/>
                  </a:lnTo>
                  <a:lnTo>
                    <a:pt x="2722023" y="40083"/>
                  </a:lnTo>
                  <a:lnTo>
                    <a:pt x="2719388" y="37480"/>
                  </a:lnTo>
                  <a:lnTo>
                    <a:pt x="2716754" y="34357"/>
                  </a:lnTo>
                  <a:lnTo>
                    <a:pt x="2711485" y="317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2485772" y="2941769"/>
              <a:ext cx="2722245" cy="87630"/>
            </a:xfrm>
            <a:custGeom>
              <a:avLst/>
              <a:gdLst/>
              <a:ahLst/>
              <a:cxnLst/>
              <a:rect l="l" t="t" r="r" b="b"/>
              <a:pathLst>
                <a:path w="2722245" h="87630">
                  <a:moveTo>
                    <a:pt x="2711485" y="55697"/>
                  </a:moveTo>
                  <a:lnTo>
                    <a:pt x="87110" y="55697"/>
                  </a:lnTo>
                  <a:lnTo>
                    <a:pt x="84453" y="53094"/>
                  </a:lnTo>
                  <a:lnTo>
                    <a:pt x="79141" y="50492"/>
                  </a:lnTo>
                  <a:lnTo>
                    <a:pt x="79141" y="47889"/>
                  </a:lnTo>
                  <a:lnTo>
                    <a:pt x="76484" y="42686"/>
                  </a:lnTo>
                  <a:lnTo>
                    <a:pt x="79141" y="40083"/>
                  </a:lnTo>
                  <a:lnTo>
                    <a:pt x="79141" y="37480"/>
                  </a:lnTo>
                  <a:lnTo>
                    <a:pt x="84453" y="34357"/>
                  </a:lnTo>
                  <a:lnTo>
                    <a:pt x="87110" y="31757"/>
                  </a:lnTo>
                  <a:lnTo>
                    <a:pt x="2711485" y="31757"/>
                  </a:lnTo>
                  <a:lnTo>
                    <a:pt x="2716754" y="34357"/>
                  </a:lnTo>
                  <a:lnTo>
                    <a:pt x="2719388" y="37480"/>
                  </a:lnTo>
                  <a:lnTo>
                    <a:pt x="2722023" y="40083"/>
                  </a:lnTo>
                  <a:lnTo>
                    <a:pt x="2722023" y="42686"/>
                  </a:lnTo>
                  <a:lnTo>
                    <a:pt x="2722023" y="47889"/>
                  </a:lnTo>
                  <a:lnTo>
                    <a:pt x="2719388" y="50492"/>
                  </a:lnTo>
                  <a:lnTo>
                    <a:pt x="2716754" y="53094"/>
                  </a:lnTo>
                  <a:lnTo>
                    <a:pt x="2711485" y="55697"/>
                  </a:lnTo>
                  <a:close/>
                </a:path>
                <a:path w="2722245" h="87630">
                  <a:moveTo>
                    <a:pt x="87110" y="42686"/>
                  </a:moveTo>
                  <a:lnTo>
                    <a:pt x="132247" y="87444"/>
                  </a:lnTo>
                  <a:lnTo>
                    <a:pt x="0" y="42686"/>
                  </a:lnTo>
                  <a:lnTo>
                    <a:pt x="132247" y="0"/>
                  </a:lnTo>
                  <a:lnTo>
                    <a:pt x="87110" y="4268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5578594" y="2944391"/>
              <a:ext cx="2695575" cy="88265"/>
            </a:xfrm>
            <a:custGeom>
              <a:avLst/>
              <a:gdLst/>
              <a:ahLst/>
              <a:cxnLst/>
              <a:rect l="l" t="t" r="r" b="b"/>
              <a:pathLst>
                <a:path w="2695575" h="88264">
                  <a:moveTo>
                    <a:pt x="2563321" y="0"/>
                  </a:moveTo>
                  <a:lnTo>
                    <a:pt x="2605692" y="45267"/>
                  </a:lnTo>
                  <a:lnTo>
                    <a:pt x="2563321" y="87942"/>
                  </a:lnTo>
                  <a:lnTo>
                    <a:pt x="2663248" y="55676"/>
                  </a:lnTo>
                  <a:lnTo>
                    <a:pt x="2611180" y="55676"/>
                  </a:lnTo>
                  <a:lnTo>
                    <a:pt x="2613815" y="53075"/>
                  </a:lnTo>
                  <a:lnTo>
                    <a:pt x="2616449" y="47870"/>
                  </a:lnTo>
                  <a:lnTo>
                    <a:pt x="2616449" y="40064"/>
                  </a:lnTo>
                  <a:lnTo>
                    <a:pt x="2611180" y="34858"/>
                  </a:lnTo>
                  <a:lnTo>
                    <a:pt x="2665093" y="34858"/>
                  </a:lnTo>
                  <a:lnTo>
                    <a:pt x="2563321" y="0"/>
                  </a:lnTo>
                  <a:close/>
                </a:path>
                <a:path w="2695575" h="88264">
                  <a:moveTo>
                    <a:pt x="2595949" y="34858"/>
                  </a:moveTo>
                  <a:lnTo>
                    <a:pt x="7903" y="34858"/>
                  </a:lnTo>
                  <a:lnTo>
                    <a:pt x="2634" y="37461"/>
                  </a:lnTo>
                  <a:lnTo>
                    <a:pt x="2634" y="42666"/>
                  </a:lnTo>
                  <a:lnTo>
                    <a:pt x="0" y="45267"/>
                  </a:lnTo>
                  <a:lnTo>
                    <a:pt x="2634" y="50472"/>
                  </a:lnTo>
                  <a:lnTo>
                    <a:pt x="2634" y="53075"/>
                  </a:lnTo>
                  <a:lnTo>
                    <a:pt x="7903" y="55676"/>
                  </a:lnTo>
                  <a:lnTo>
                    <a:pt x="2595357" y="55676"/>
                  </a:lnTo>
                  <a:lnTo>
                    <a:pt x="2605692" y="45267"/>
                  </a:lnTo>
                  <a:lnTo>
                    <a:pt x="2595949" y="34858"/>
                  </a:lnTo>
                  <a:close/>
                </a:path>
                <a:path w="2695575" h="88264">
                  <a:moveTo>
                    <a:pt x="2665093" y="34858"/>
                  </a:moveTo>
                  <a:lnTo>
                    <a:pt x="2611180" y="34858"/>
                  </a:lnTo>
                  <a:lnTo>
                    <a:pt x="2616449" y="40064"/>
                  </a:lnTo>
                  <a:lnTo>
                    <a:pt x="2616449" y="47870"/>
                  </a:lnTo>
                  <a:lnTo>
                    <a:pt x="2613815" y="53075"/>
                  </a:lnTo>
                  <a:lnTo>
                    <a:pt x="2611180" y="55676"/>
                  </a:lnTo>
                  <a:lnTo>
                    <a:pt x="2663248" y="55676"/>
                  </a:lnTo>
                  <a:lnTo>
                    <a:pt x="2695483" y="45267"/>
                  </a:lnTo>
                  <a:lnTo>
                    <a:pt x="2665093" y="348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5578594" y="2944391"/>
              <a:ext cx="2695575" cy="88265"/>
            </a:xfrm>
            <a:custGeom>
              <a:avLst/>
              <a:gdLst/>
              <a:ahLst/>
              <a:cxnLst/>
              <a:rect l="l" t="t" r="r" b="b"/>
              <a:pathLst>
                <a:path w="2695575" h="88264">
                  <a:moveTo>
                    <a:pt x="10537" y="34858"/>
                  </a:moveTo>
                  <a:lnTo>
                    <a:pt x="2605692" y="34858"/>
                  </a:lnTo>
                  <a:lnTo>
                    <a:pt x="2611180" y="34858"/>
                  </a:lnTo>
                  <a:lnTo>
                    <a:pt x="2613815" y="37461"/>
                  </a:lnTo>
                  <a:lnTo>
                    <a:pt x="2616449" y="40064"/>
                  </a:lnTo>
                  <a:lnTo>
                    <a:pt x="2616449" y="45267"/>
                  </a:lnTo>
                  <a:lnTo>
                    <a:pt x="2616449" y="47870"/>
                  </a:lnTo>
                  <a:lnTo>
                    <a:pt x="2613815" y="53075"/>
                  </a:lnTo>
                  <a:lnTo>
                    <a:pt x="2611180" y="55676"/>
                  </a:lnTo>
                  <a:lnTo>
                    <a:pt x="2605692" y="55676"/>
                  </a:lnTo>
                  <a:lnTo>
                    <a:pt x="10537" y="55676"/>
                  </a:lnTo>
                  <a:lnTo>
                    <a:pt x="7903" y="55676"/>
                  </a:lnTo>
                  <a:lnTo>
                    <a:pt x="2634" y="53075"/>
                  </a:lnTo>
                  <a:lnTo>
                    <a:pt x="2634" y="50472"/>
                  </a:lnTo>
                  <a:lnTo>
                    <a:pt x="0" y="45267"/>
                  </a:lnTo>
                  <a:lnTo>
                    <a:pt x="2634" y="42666"/>
                  </a:lnTo>
                  <a:lnTo>
                    <a:pt x="2634" y="37461"/>
                  </a:lnTo>
                  <a:lnTo>
                    <a:pt x="7903" y="34858"/>
                  </a:lnTo>
                  <a:lnTo>
                    <a:pt x="10537" y="34858"/>
                  </a:lnTo>
                  <a:close/>
                </a:path>
                <a:path w="2695575" h="88264">
                  <a:moveTo>
                    <a:pt x="2605692" y="45267"/>
                  </a:moveTo>
                  <a:lnTo>
                    <a:pt x="2563321" y="0"/>
                  </a:lnTo>
                  <a:lnTo>
                    <a:pt x="2695483" y="45267"/>
                  </a:lnTo>
                  <a:lnTo>
                    <a:pt x="2563321" y="87942"/>
                  </a:lnTo>
                  <a:lnTo>
                    <a:pt x="2605692" y="4526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5805595" y="2055227"/>
              <a:ext cx="5715" cy="653415"/>
            </a:xfrm>
            <a:custGeom>
              <a:avLst/>
              <a:gdLst/>
              <a:ahLst/>
              <a:cxnLst/>
              <a:rect l="l" t="t" r="r" b="b"/>
              <a:pathLst>
                <a:path w="5714" h="653414">
                  <a:moveTo>
                    <a:pt x="0" y="0"/>
                  </a:moveTo>
                  <a:lnTo>
                    <a:pt x="5268" y="653134"/>
                  </a:lnTo>
                </a:path>
              </a:pathLst>
            </a:custGeom>
            <a:ln w="159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 descr=""/>
          <p:cNvSpPr txBox="1"/>
          <p:nvPr/>
        </p:nvSpPr>
        <p:spPr>
          <a:xfrm>
            <a:off x="2483088" y="2114549"/>
            <a:ext cx="5788660" cy="3060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135"/>
              </a:spcBef>
              <a:tabLst>
                <a:tab pos="4182110" algn="l"/>
              </a:tabLst>
            </a:pPr>
            <a:r>
              <a:rPr dirty="0" baseline="9259" sz="2700">
                <a:latin typeface="Times New Roman"/>
                <a:cs typeface="Times New Roman"/>
              </a:rPr>
              <a:t>T</a:t>
            </a:r>
            <a:r>
              <a:rPr dirty="0" baseline="2314" sz="1800">
                <a:latin typeface="Times New Roman"/>
                <a:cs typeface="Times New Roman"/>
              </a:rPr>
              <a:t>S</a:t>
            </a:r>
            <a:r>
              <a:rPr dirty="0" baseline="2314" sz="1800" spc="157">
                <a:latin typeface="Times New Roman"/>
                <a:cs typeface="Times New Roman"/>
              </a:rPr>
              <a:t> </a:t>
            </a:r>
            <a:r>
              <a:rPr dirty="0" baseline="7716" sz="2700">
                <a:latin typeface="Times New Roman"/>
                <a:cs typeface="Times New Roman"/>
              </a:rPr>
              <a:t>T</a:t>
            </a:r>
            <a:r>
              <a:rPr dirty="0" sz="1200">
                <a:latin typeface="Times New Roman"/>
                <a:cs typeface="Times New Roman"/>
              </a:rPr>
              <a:t>D1</a:t>
            </a:r>
            <a:r>
              <a:rPr dirty="0" sz="1200" spc="150">
                <a:latin typeface="Times New Roman"/>
                <a:cs typeface="Times New Roman"/>
              </a:rPr>
              <a:t> </a:t>
            </a:r>
            <a:r>
              <a:rPr dirty="0" baseline="7716" sz="2700">
                <a:latin typeface="Times New Roman"/>
                <a:cs typeface="Times New Roman"/>
              </a:rPr>
              <a:t>T</a:t>
            </a:r>
            <a:r>
              <a:rPr dirty="0" sz="1200">
                <a:latin typeface="Times New Roman"/>
                <a:cs typeface="Times New Roman"/>
              </a:rPr>
              <a:t>D2</a:t>
            </a:r>
            <a:r>
              <a:rPr dirty="0" baseline="7716" sz="2700">
                <a:latin typeface="宋体"/>
                <a:cs typeface="宋体"/>
              </a:rPr>
              <a:t>…</a:t>
            </a:r>
            <a:r>
              <a:rPr dirty="0" baseline="7716" sz="2700">
                <a:latin typeface="Times New Roman"/>
                <a:cs typeface="Times New Roman"/>
              </a:rPr>
              <a:t>T</a:t>
            </a:r>
            <a:r>
              <a:rPr dirty="0" sz="1200">
                <a:latin typeface="Times New Roman"/>
                <a:cs typeface="Times New Roman"/>
              </a:rPr>
              <a:t>Dn</a:t>
            </a:r>
            <a:r>
              <a:rPr dirty="0" sz="1200" spc="170">
                <a:latin typeface="Times New Roman"/>
                <a:cs typeface="Times New Roman"/>
              </a:rPr>
              <a:t>  </a:t>
            </a:r>
            <a:r>
              <a:rPr dirty="0" baseline="9259" sz="2700">
                <a:latin typeface="Times New Roman"/>
                <a:cs typeface="Times New Roman"/>
              </a:rPr>
              <a:t>T</a:t>
            </a:r>
            <a:r>
              <a:rPr dirty="0" baseline="2314" sz="1800">
                <a:latin typeface="Times New Roman"/>
                <a:cs typeface="Times New Roman"/>
              </a:rPr>
              <a:t>S</a:t>
            </a:r>
            <a:r>
              <a:rPr dirty="0" baseline="2314" sz="1800" spc="165">
                <a:latin typeface="Times New Roman"/>
                <a:cs typeface="Times New Roman"/>
              </a:rPr>
              <a:t> </a:t>
            </a:r>
            <a:r>
              <a:rPr dirty="0" baseline="7716" sz="2700">
                <a:latin typeface="Times New Roman"/>
                <a:cs typeface="Times New Roman"/>
              </a:rPr>
              <a:t>T</a:t>
            </a:r>
            <a:r>
              <a:rPr dirty="0" sz="1200">
                <a:latin typeface="Times New Roman"/>
                <a:cs typeface="Times New Roman"/>
              </a:rPr>
              <a:t>D1</a:t>
            </a:r>
            <a:r>
              <a:rPr dirty="0" sz="1200" spc="145">
                <a:latin typeface="Times New Roman"/>
                <a:cs typeface="Times New Roman"/>
              </a:rPr>
              <a:t> </a:t>
            </a:r>
            <a:r>
              <a:rPr dirty="0" baseline="7716" sz="2700" spc="-15">
                <a:latin typeface="Times New Roman"/>
                <a:cs typeface="Times New Roman"/>
              </a:rPr>
              <a:t>T</a:t>
            </a:r>
            <a:r>
              <a:rPr dirty="0" sz="1200" spc="-10">
                <a:latin typeface="Times New Roman"/>
                <a:cs typeface="Times New Roman"/>
              </a:rPr>
              <a:t>D2</a:t>
            </a:r>
            <a:r>
              <a:rPr dirty="0" baseline="7716" sz="2700" spc="-15">
                <a:latin typeface="宋体"/>
                <a:cs typeface="宋体"/>
              </a:rPr>
              <a:t>…</a:t>
            </a:r>
            <a:r>
              <a:rPr dirty="0" baseline="7716" sz="2700" spc="-15">
                <a:latin typeface="Times New Roman"/>
                <a:cs typeface="Times New Roman"/>
              </a:rPr>
              <a:t>T</a:t>
            </a:r>
            <a:r>
              <a:rPr dirty="0" sz="1200" spc="-10">
                <a:latin typeface="Times New Roman"/>
                <a:cs typeface="Times New Roman"/>
              </a:rPr>
              <a:t>Dn</a:t>
            </a:r>
            <a:r>
              <a:rPr dirty="0" sz="1200">
                <a:latin typeface="Times New Roman"/>
                <a:cs typeface="Times New Roman"/>
              </a:rPr>
              <a:t>	</a:t>
            </a:r>
            <a:r>
              <a:rPr dirty="0" baseline="9259" sz="2700">
                <a:latin typeface="Times New Roman"/>
                <a:cs typeface="Times New Roman"/>
              </a:rPr>
              <a:t>T</a:t>
            </a:r>
            <a:r>
              <a:rPr dirty="0" baseline="2314" sz="1800">
                <a:latin typeface="Times New Roman"/>
                <a:cs typeface="Times New Roman"/>
              </a:rPr>
              <a:t>S</a:t>
            </a:r>
            <a:r>
              <a:rPr dirty="0" baseline="2314" sz="1800" spc="157">
                <a:latin typeface="Times New Roman"/>
                <a:cs typeface="Times New Roman"/>
              </a:rPr>
              <a:t> </a:t>
            </a:r>
            <a:r>
              <a:rPr dirty="0" baseline="7716" sz="2700">
                <a:latin typeface="Times New Roman"/>
                <a:cs typeface="Times New Roman"/>
              </a:rPr>
              <a:t>T</a:t>
            </a:r>
            <a:r>
              <a:rPr dirty="0" sz="1200">
                <a:latin typeface="Times New Roman"/>
                <a:cs typeface="Times New Roman"/>
              </a:rPr>
              <a:t>D1</a:t>
            </a:r>
            <a:r>
              <a:rPr dirty="0" sz="1200" spc="145">
                <a:latin typeface="Times New Roman"/>
                <a:cs typeface="Times New Roman"/>
              </a:rPr>
              <a:t> </a:t>
            </a:r>
            <a:r>
              <a:rPr dirty="0" baseline="7716" sz="2700" spc="-15">
                <a:latin typeface="Times New Roman"/>
                <a:cs typeface="Times New Roman"/>
              </a:rPr>
              <a:t>T</a:t>
            </a:r>
            <a:r>
              <a:rPr dirty="0" sz="1200" spc="-10">
                <a:latin typeface="Times New Roman"/>
                <a:cs typeface="Times New Roman"/>
              </a:rPr>
              <a:t>D2</a:t>
            </a:r>
            <a:r>
              <a:rPr dirty="0" baseline="7716" sz="2700" spc="-15">
                <a:latin typeface="宋体"/>
                <a:cs typeface="宋体"/>
              </a:rPr>
              <a:t>…</a:t>
            </a:r>
            <a:r>
              <a:rPr dirty="0" baseline="7716" sz="2700" spc="-15">
                <a:latin typeface="Times New Roman"/>
                <a:cs typeface="Times New Roman"/>
              </a:rPr>
              <a:t>T</a:t>
            </a:r>
            <a:r>
              <a:rPr dirty="0" sz="1200" spc="-10">
                <a:latin typeface="Times New Roman"/>
                <a:cs typeface="Times New Roman"/>
              </a:rPr>
              <a:t>Dn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0" name="object 30" descr=""/>
          <p:cNvSpPr/>
          <p:nvPr/>
        </p:nvSpPr>
        <p:spPr>
          <a:xfrm>
            <a:off x="6599224" y="2055227"/>
            <a:ext cx="3175" cy="653415"/>
          </a:xfrm>
          <a:custGeom>
            <a:avLst/>
            <a:gdLst/>
            <a:ahLst/>
            <a:cxnLst/>
            <a:rect l="l" t="t" r="r" b="b"/>
            <a:pathLst>
              <a:path w="3175" h="653414">
                <a:moveTo>
                  <a:pt x="0" y="0"/>
                </a:moveTo>
                <a:lnTo>
                  <a:pt x="2634" y="653134"/>
                </a:lnTo>
              </a:path>
            </a:pathLst>
          </a:custGeom>
          <a:ln w="1593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 txBox="1"/>
          <p:nvPr/>
        </p:nvSpPr>
        <p:spPr>
          <a:xfrm>
            <a:off x="1298194" y="2373891"/>
            <a:ext cx="6339840" cy="11842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4025265" marR="68580" indent="-2129790">
              <a:lnSpc>
                <a:spcPct val="132400"/>
              </a:lnSpc>
              <a:spcBef>
                <a:spcPts val="90"/>
              </a:spcBef>
              <a:tabLst>
                <a:tab pos="3562985" algn="l"/>
                <a:tab pos="4811395" algn="l"/>
                <a:tab pos="6014720" algn="l"/>
              </a:tabLst>
            </a:pPr>
            <a:r>
              <a:rPr dirty="0" baseline="1543" sz="2700" spc="-37">
                <a:latin typeface="Times New Roman"/>
                <a:cs typeface="Times New Roman"/>
              </a:rPr>
              <a:t>D</a:t>
            </a:r>
            <a:r>
              <a:rPr dirty="0" baseline="-9259" sz="1800" spc="-37">
                <a:latin typeface="Times New Roman"/>
                <a:cs typeface="Times New Roman"/>
              </a:rPr>
              <a:t>1</a:t>
            </a:r>
            <a:r>
              <a:rPr dirty="0" baseline="-9259" sz="1800">
                <a:latin typeface="Times New Roman"/>
                <a:cs typeface="Times New Roman"/>
              </a:rPr>
              <a:t>	</a:t>
            </a:r>
            <a:r>
              <a:rPr dirty="0" baseline="1543" sz="2700" spc="-37">
                <a:latin typeface="Times New Roman"/>
                <a:cs typeface="Times New Roman"/>
              </a:rPr>
              <a:t>D</a:t>
            </a:r>
            <a:r>
              <a:rPr dirty="0" baseline="-9259" sz="1800" spc="-37">
                <a:latin typeface="Times New Roman"/>
                <a:cs typeface="Times New Roman"/>
              </a:rPr>
              <a:t>2</a:t>
            </a:r>
            <a:r>
              <a:rPr dirty="0" baseline="-9259" sz="1800">
                <a:latin typeface="Times New Roman"/>
                <a:cs typeface="Times New Roman"/>
              </a:rPr>
              <a:t>		</a:t>
            </a:r>
            <a:r>
              <a:rPr dirty="0" sz="1800" spc="20">
                <a:latin typeface="宋体"/>
                <a:cs typeface="宋体"/>
              </a:rPr>
              <a:t>…</a:t>
            </a:r>
            <a:r>
              <a:rPr dirty="0" sz="1800">
                <a:latin typeface="宋体"/>
                <a:cs typeface="宋体"/>
              </a:rPr>
              <a:t>	</a:t>
            </a:r>
            <a:r>
              <a:rPr dirty="0" baseline="1543" sz="2700" spc="-37">
                <a:latin typeface="Times New Roman"/>
                <a:cs typeface="Times New Roman"/>
              </a:rPr>
              <a:t>D</a:t>
            </a:r>
            <a:r>
              <a:rPr dirty="0" baseline="-9259" sz="1800" spc="-37">
                <a:latin typeface="Times New Roman"/>
                <a:cs typeface="Times New Roman"/>
              </a:rPr>
              <a:t>p </a:t>
            </a:r>
            <a:r>
              <a:rPr dirty="0" sz="1800" spc="-50">
                <a:latin typeface="Times New Roman"/>
                <a:cs typeface="Times New Roman"/>
              </a:rPr>
              <a:t>T</a:t>
            </a:r>
            <a:endParaRPr sz="18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1010"/>
              </a:spcBef>
            </a:pPr>
            <a:r>
              <a:rPr dirty="0" sz="1800" spc="-10" b="1">
                <a:solidFill>
                  <a:srgbClr val="D50092"/>
                </a:solidFill>
                <a:latin typeface="宋体"/>
                <a:cs typeface="宋体"/>
              </a:rPr>
              <a:t>其中：</a:t>
            </a:r>
            <a:r>
              <a:rPr dirty="0" sz="2000" b="1">
                <a:solidFill>
                  <a:srgbClr val="9933FF"/>
                </a:solidFill>
                <a:latin typeface="宋体"/>
                <a:cs typeface="宋体"/>
              </a:rPr>
              <a:t>D</a:t>
            </a:r>
            <a:r>
              <a:rPr dirty="0" baseline="-21367" sz="1950" b="1">
                <a:solidFill>
                  <a:srgbClr val="9933FF"/>
                </a:solidFill>
                <a:latin typeface="宋体"/>
                <a:cs typeface="宋体"/>
              </a:rPr>
              <a:t>i</a:t>
            </a:r>
            <a:r>
              <a:rPr dirty="0" sz="2000" spc="-15" b="1">
                <a:latin typeface="宋体"/>
                <a:cs typeface="宋体"/>
              </a:rPr>
              <a:t>表示通道正在为第</a:t>
            </a:r>
            <a:r>
              <a:rPr dirty="0" sz="2000" spc="-10" b="1">
                <a:latin typeface="宋体"/>
                <a:cs typeface="宋体"/>
              </a:rPr>
              <a:t>i</a:t>
            </a:r>
            <a:r>
              <a:rPr dirty="0" sz="2000" spc="-25" b="1">
                <a:latin typeface="宋体"/>
                <a:cs typeface="宋体"/>
              </a:rPr>
              <a:t>台设备服务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959002" y="4206621"/>
            <a:ext cx="551180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95"/>
              </a:spcBef>
              <a:buClr>
                <a:srgbClr val="40458B"/>
              </a:buClr>
              <a:buSzPct val="88636"/>
              <a:buFont typeface="Wingdings"/>
              <a:buChar char=""/>
              <a:tabLst>
                <a:tab pos="469900" algn="l"/>
              </a:tabLst>
            </a:pPr>
            <a:r>
              <a:rPr dirty="0" sz="2200" spc="-10">
                <a:solidFill>
                  <a:srgbClr val="9933FF"/>
                </a:solidFill>
                <a:latin typeface="黑体"/>
                <a:cs typeface="黑体"/>
              </a:rPr>
              <a:t>p</a:t>
            </a: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台设备每台传送</a:t>
            </a:r>
            <a:r>
              <a:rPr dirty="0" sz="2200" spc="-10">
                <a:solidFill>
                  <a:srgbClr val="9933FF"/>
                </a:solidFill>
                <a:latin typeface="黑体"/>
                <a:cs typeface="黑体"/>
              </a:rPr>
              <a:t>n</a:t>
            </a: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个数据总共所需的时间</a:t>
            </a:r>
            <a:endParaRPr sz="2200">
              <a:latin typeface="黑体"/>
              <a:cs typeface="黑体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959002" y="5615127"/>
            <a:ext cx="160020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95"/>
              </a:spcBef>
              <a:buSzPct val="88636"/>
              <a:buFont typeface="Wingdings"/>
              <a:buChar char=""/>
              <a:tabLst>
                <a:tab pos="469900" algn="l"/>
              </a:tabLst>
            </a:pP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最大流量</a:t>
            </a:r>
            <a:endParaRPr sz="2200">
              <a:latin typeface="黑体"/>
              <a:cs typeface="黑体"/>
            </a:endParaRPr>
          </a:p>
        </p:txBody>
      </p:sp>
      <p:grpSp>
        <p:nvGrpSpPr>
          <p:cNvPr id="34" name="object 34" descr=""/>
          <p:cNvGrpSpPr/>
          <p:nvPr/>
        </p:nvGrpSpPr>
        <p:grpSpPr>
          <a:xfrm>
            <a:off x="3635375" y="4729226"/>
            <a:ext cx="2736850" cy="635000"/>
            <a:chOff x="3635375" y="4729226"/>
            <a:chExt cx="2736850" cy="635000"/>
          </a:xfrm>
        </p:grpSpPr>
        <p:sp>
          <p:nvSpPr>
            <p:cNvPr id="35" name="object 35" descr=""/>
            <p:cNvSpPr/>
            <p:nvPr/>
          </p:nvSpPr>
          <p:spPr>
            <a:xfrm>
              <a:off x="3635375" y="4729226"/>
              <a:ext cx="2736850" cy="635000"/>
            </a:xfrm>
            <a:custGeom>
              <a:avLst/>
              <a:gdLst/>
              <a:ahLst/>
              <a:cxnLst/>
              <a:rect l="l" t="t" r="r" b="b"/>
              <a:pathLst>
                <a:path w="2736850" h="635000">
                  <a:moveTo>
                    <a:pt x="2736850" y="0"/>
                  </a:moveTo>
                  <a:lnTo>
                    <a:pt x="0" y="0"/>
                  </a:lnTo>
                  <a:lnTo>
                    <a:pt x="0" y="635000"/>
                  </a:lnTo>
                  <a:lnTo>
                    <a:pt x="2736850" y="635000"/>
                  </a:lnTo>
                  <a:lnTo>
                    <a:pt x="2736850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4792985" y="5062532"/>
              <a:ext cx="274320" cy="0"/>
            </a:xfrm>
            <a:custGeom>
              <a:avLst/>
              <a:gdLst/>
              <a:ahLst/>
              <a:cxnLst/>
              <a:rect l="l" t="t" r="r" b="b"/>
              <a:pathLst>
                <a:path w="274320" h="0">
                  <a:moveTo>
                    <a:pt x="0" y="0"/>
                  </a:moveTo>
                  <a:lnTo>
                    <a:pt x="274145" y="0"/>
                  </a:lnTo>
                </a:path>
              </a:pathLst>
            </a:custGeom>
            <a:ln w="1193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 descr=""/>
          <p:cNvSpPr txBox="1"/>
          <p:nvPr/>
        </p:nvSpPr>
        <p:spPr>
          <a:xfrm>
            <a:off x="4867337" y="5055741"/>
            <a:ext cx="139065" cy="3219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1950" spc="-50">
                <a:latin typeface="Times New Roman"/>
                <a:cs typeface="Times New Roman"/>
              </a:rPr>
              <a:t>n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4809814" y="4708084"/>
            <a:ext cx="154305" cy="3219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1950" spc="-50">
                <a:latin typeface="Times New Roman"/>
                <a:cs typeface="Times New Roman"/>
              </a:rPr>
              <a:t>T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5441197" y="5000487"/>
            <a:ext cx="140335" cy="2330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1350" spc="-50">
                <a:latin typeface="Times New Roman"/>
                <a:cs typeface="Times New Roman"/>
              </a:rPr>
              <a:t>D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4936456" y="4843458"/>
            <a:ext cx="111125" cy="2330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1350" spc="-50">
                <a:latin typeface="Times New Roman"/>
                <a:cs typeface="Times New Roman"/>
              </a:rPr>
              <a:t>S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5124053" y="4864554"/>
            <a:ext cx="1223645" cy="3219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  <a:tabLst>
                <a:tab pos="468630" algn="l"/>
              </a:tabLst>
            </a:pPr>
            <a:r>
              <a:rPr dirty="0" sz="1950">
                <a:latin typeface="Symbol"/>
                <a:cs typeface="Symbol"/>
              </a:rPr>
              <a:t></a:t>
            </a:r>
            <a:r>
              <a:rPr dirty="0" sz="1950" spc="-140">
                <a:latin typeface="Times New Roman"/>
                <a:cs typeface="Times New Roman"/>
              </a:rPr>
              <a:t> </a:t>
            </a:r>
            <a:r>
              <a:rPr dirty="0" sz="1950" spc="-50">
                <a:latin typeface="Times New Roman"/>
                <a:cs typeface="Times New Roman"/>
              </a:rPr>
              <a:t>T</a:t>
            </a:r>
            <a:r>
              <a:rPr dirty="0" sz="1950">
                <a:latin typeface="Times New Roman"/>
                <a:cs typeface="Times New Roman"/>
              </a:rPr>
              <a:t>	)</a:t>
            </a:r>
            <a:r>
              <a:rPr dirty="0" sz="1950" spc="-254">
                <a:latin typeface="Times New Roman"/>
                <a:cs typeface="Times New Roman"/>
              </a:rPr>
              <a:t> </a:t>
            </a:r>
            <a:r>
              <a:rPr dirty="0" sz="1950">
                <a:latin typeface="Symbol"/>
                <a:cs typeface="Symbol"/>
              </a:rPr>
              <a:t></a:t>
            </a:r>
            <a:r>
              <a:rPr dirty="0" sz="1950" spc="-204">
                <a:latin typeface="Times New Roman"/>
                <a:cs typeface="Times New Roman"/>
              </a:rPr>
              <a:t> </a:t>
            </a:r>
            <a:r>
              <a:rPr dirty="0" sz="1950" spc="120">
                <a:latin typeface="Times New Roman"/>
                <a:cs typeface="Times New Roman"/>
              </a:rPr>
              <a:t>p</a:t>
            </a:r>
            <a:r>
              <a:rPr dirty="0" sz="1950" spc="120">
                <a:latin typeface="Symbol"/>
                <a:cs typeface="Symbol"/>
              </a:rPr>
              <a:t></a:t>
            </a:r>
            <a:r>
              <a:rPr dirty="0" sz="1950" spc="-204">
                <a:latin typeface="Times New Roman"/>
                <a:cs typeface="Times New Roman"/>
              </a:rPr>
              <a:t> </a:t>
            </a:r>
            <a:r>
              <a:rPr dirty="0" sz="1950" spc="-50">
                <a:latin typeface="Times New Roman"/>
                <a:cs typeface="Times New Roman"/>
              </a:rPr>
              <a:t>n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3651213" y="4926583"/>
            <a:ext cx="1174115" cy="3219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dirty="0" baseline="14245" sz="2925" spc="-15">
                <a:latin typeface="Times New Roman"/>
                <a:cs typeface="Times New Roman"/>
              </a:rPr>
              <a:t>T</a:t>
            </a:r>
            <a:r>
              <a:rPr dirty="0" sz="1350" spc="-10">
                <a:latin typeface="Times New Roman"/>
                <a:cs typeface="Times New Roman"/>
              </a:rPr>
              <a:t>SELECT</a:t>
            </a:r>
            <a:r>
              <a:rPr dirty="0" sz="1350" spc="165">
                <a:latin typeface="Times New Roman"/>
                <a:cs typeface="Times New Roman"/>
              </a:rPr>
              <a:t> </a:t>
            </a:r>
            <a:r>
              <a:rPr dirty="0" baseline="14245" sz="2925">
                <a:latin typeface="Symbol"/>
                <a:cs typeface="Symbol"/>
              </a:rPr>
              <a:t></a:t>
            </a:r>
            <a:r>
              <a:rPr dirty="0" baseline="14245" sz="2925" spc="-179">
                <a:latin typeface="Times New Roman"/>
                <a:cs typeface="Times New Roman"/>
              </a:rPr>
              <a:t> </a:t>
            </a:r>
            <a:r>
              <a:rPr dirty="0" baseline="14245" sz="2925" spc="-75">
                <a:latin typeface="Times New Roman"/>
                <a:cs typeface="Times New Roman"/>
              </a:rPr>
              <a:t>(</a:t>
            </a:r>
            <a:endParaRPr baseline="14245" sz="2925">
              <a:latin typeface="Times New Roman"/>
              <a:cs typeface="Times New Roman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3430908" y="5913498"/>
            <a:ext cx="96901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latin typeface="Times New Roman"/>
                <a:cs typeface="Times New Roman"/>
              </a:rPr>
              <a:t>MAX-</a:t>
            </a:r>
            <a:r>
              <a:rPr dirty="0" sz="1150" spc="-10">
                <a:latin typeface="Times New Roman"/>
                <a:cs typeface="Times New Roman"/>
              </a:rPr>
              <a:t>SELECT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6007375" y="6228676"/>
            <a:ext cx="119380" cy="2762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650" spc="-50">
                <a:latin typeface="Times New Roman"/>
                <a:cs typeface="Times New Roman"/>
              </a:rPr>
              <a:t>n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45" name="object 45" descr=""/>
          <p:cNvSpPr txBox="1"/>
          <p:nvPr/>
        </p:nvSpPr>
        <p:spPr>
          <a:xfrm>
            <a:off x="5957818" y="5935652"/>
            <a:ext cx="130175" cy="2762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650" spc="-50">
                <a:latin typeface="Times New Roman"/>
                <a:cs typeface="Times New Roman"/>
              </a:rPr>
              <a:t>T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4775748" y="6228676"/>
            <a:ext cx="119380" cy="2762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650" spc="-50">
                <a:latin typeface="Times New Roman"/>
                <a:cs typeface="Times New Roman"/>
              </a:rPr>
              <a:t>n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4726276" y="5935652"/>
            <a:ext cx="130175" cy="2762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650" spc="-50">
                <a:latin typeface="Times New Roman"/>
                <a:cs typeface="Times New Roman"/>
              </a:rPr>
              <a:t>T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5050752" y="5662748"/>
            <a:ext cx="234315" cy="2762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650" spc="-25">
                <a:latin typeface="Times New Roman"/>
                <a:cs typeface="Times New Roman"/>
              </a:rPr>
              <a:t>pn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49" name="object 49" descr=""/>
          <p:cNvSpPr txBox="1"/>
          <p:nvPr/>
        </p:nvSpPr>
        <p:spPr>
          <a:xfrm>
            <a:off x="3347236" y="5798453"/>
            <a:ext cx="83820" cy="2762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650" spc="-50">
                <a:latin typeface="Times New Roman"/>
                <a:cs typeface="Times New Roman"/>
              </a:rPr>
              <a:t>f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50" name="object 50" descr=""/>
          <p:cNvSpPr txBox="1"/>
          <p:nvPr/>
        </p:nvSpPr>
        <p:spPr>
          <a:xfrm>
            <a:off x="6042074" y="5662748"/>
            <a:ext cx="600710" cy="6800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5420">
              <a:lnSpc>
                <a:spcPct val="100000"/>
              </a:lnSpc>
              <a:spcBef>
                <a:spcPts val="95"/>
              </a:spcBef>
            </a:pPr>
            <a:r>
              <a:rPr dirty="0" sz="1650" spc="-50">
                <a:latin typeface="Times New Roman"/>
                <a:cs typeface="Times New Roman"/>
              </a:rPr>
              <a:t>1</a:t>
            </a:r>
            <a:endParaRPr sz="165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1195"/>
              </a:spcBef>
            </a:pPr>
            <a:r>
              <a:rPr dirty="0" baseline="28985" sz="1725">
                <a:latin typeface="Times New Roman"/>
                <a:cs typeface="Times New Roman"/>
              </a:rPr>
              <a:t>S</a:t>
            </a:r>
            <a:r>
              <a:rPr dirty="0" baseline="28985" sz="1725" spc="472">
                <a:latin typeface="Times New Roman"/>
                <a:cs typeface="Times New Roman"/>
              </a:rPr>
              <a:t> </a:t>
            </a:r>
            <a:r>
              <a:rPr dirty="0" sz="1650">
                <a:latin typeface="Symbol"/>
                <a:cs typeface="Symbol"/>
              </a:rPr>
              <a:t></a:t>
            </a:r>
            <a:r>
              <a:rPr dirty="0" sz="1650" spc="-110">
                <a:latin typeface="Times New Roman"/>
                <a:cs typeface="Times New Roman"/>
              </a:rPr>
              <a:t> </a:t>
            </a:r>
            <a:r>
              <a:rPr dirty="0" sz="1650" spc="-35">
                <a:latin typeface="Times New Roman"/>
                <a:cs typeface="Times New Roman"/>
              </a:rPr>
              <a:t>T</a:t>
            </a:r>
            <a:r>
              <a:rPr dirty="0" baseline="-19323" sz="1725" spc="-52">
                <a:latin typeface="Times New Roman"/>
                <a:cs typeface="Times New Roman"/>
              </a:rPr>
              <a:t>D</a:t>
            </a:r>
            <a:endParaRPr baseline="-19323" sz="1725">
              <a:latin typeface="Times New Roman"/>
              <a:cs typeface="Times New Roman"/>
            </a:endParaRPr>
          </a:p>
        </p:txBody>
      </p:sp>
      <p:sp>
        <p:nvSpPr>
          <p:cNvPr id="51" name="object 51" descr=""/>
          <p:cNvSpPr txBox="1"/>
          <p:nvPr/>
        </p:nvSpPr>
        <p:spPr>
          <a:xfrm>
            <a:off x="5754322" y="5798453"/>
            <a:ext cx="129539" cy="2762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650" spc="-50">
                <a:latin typeface="Symbol"/>
                <a:cs typeface="Symbol"/>
              </a:rPr>
              <a:t></a:t>
            </a:r>
            <a:endParaRPr sz="1650">
              <a:latin typeface="Symbol"/>
              <a:cs typeface="Symbol"/>
            </a:endParaRPr>
          </a:p>
        </p:txBody>
      </p:sp>
      <p:sp>
        <p:nvSpPr>
          <p:cNvPr id="52" name="object 52" descr=""/>
          <p:cNvSpPr txBox="1"/>
          <p:nvPr/>
        </p:nvSpPr>
        <p:spPr>
          <a:xfrm>
            <a:off x="4606994" y="6066333"/>
            <a:ext cx="1108075" cy="2762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  <a:tabLst>
                <a:tab pos="227965" algn="l"/>
              </a:tabLst>
            </a:pPr>
            <a:r>
              <a:rPr dirty="0" sz="1650" spc="-50">
                <a:latin typeface="Times New Roman"/>
                <a:cs typeface="Times New Roman"/>
              </a:rPr>
              <a:t>(</a:t>
            </a:r>
            <a:r>
              <a:rPr dirty="0" sz="1650">
                <a:latin typeface="Times New Roman"/>
                <a:cs typeface="Times New Roman"/>
              </a:rPr>
              <a:t>	</a:t>
            </a:r>
            <a:r>
              <a:rPr dirty="0" baseline="28985" sz="1725">
                <a:latin typeface="Times New Roman"/>
                <a:cs typeface="Times New Roman"/>
              </a:rPr>
              <a:t>S</a:t>
            </a:r>
            <a:r>
              <a:rPr dirty="0" baseline="28985" sz="1725" spc="472">
                <a:latin typeface="Times New Roman"/>
                <a:cs typeface="Times New Roman"/>
              </a:rPr>
              <a:t> </a:t>
            </a:r>
            <a:r>
              <a:rPr dirty="0" sz="1650">
                <a:latin typeface="Symbol"/>
                <a:cs typeface="Symbol"/>
              </a:rPr>
              <a:t></a:t>
            </a:r>
            <a:r>
              <a:rPr dirty="0" sz="1650" spc="-105">
                <a:latin typeface="Times New Roman"/>
                <a:cs typeface="Times New Roman"/>
              </a:rPr>
              <a:t> </a:t>
            </a:r>
            <a:r>
              <a:rPr dirty="0" sz="1650" spc="-50">
                <a:latin typeface="Times New Roman"/>
                <a:cs typeface="Times New Roman"/>
              </a:rPr>
              <a:t>T</a:t>
            </a:r>
            <a:r>
              <a:rPr dirty="0" baseline="-19323" sz="1725" spc="-75">
                <a:latin typeface="Times New Roman"/>
                <a:cs typeface="Times New Roman"/>
              </a:rPr>
              <a:t>D</a:t>
            </a:r>
            <a:r>
              <a:rPr dirty="0" baseline="-19323" sz="1725" spc="-142">
                <a:latin typeface="Times New Roman"/>
                <a:cs typeface="Times New Roman"/>
              </a:rPr>
              <a:t> </a:t>
            </a:r>
            <a:r>
              <a:rPr dirty="0" sz="1650" spc="-25">
                <a:latin typeface="Times New Roman"/>
                <a:cs typeface="Times New Roman"/>
              </a:rPr>
              <a:t>)pn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53" name="object 53" descr=""/>
          <p:cNvSpPr txBox="1"/>
          <p:nvPr/>
        </p:nvSpPr>
        <p:spPr>
          <a:xfrm>
            <a:off x="4450260" y="5798453"/>
            <a:ext cx="129539" cy="2762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650" spc="-50">
                <a:latin typeface="Symbol"/>
                <a:cs typeface="Symbol"/>
              </a:rPr>
              <a:t></a:t>
            </a:r>
            <a:endParaRPr sz="165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53605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34809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15" b="1">
                <a:solidFill>
                  <a:srgbClr val="40458B"/>
                </a:solidFill>
                <a:latin typeface="宋体"/>
                <a:cs typeface="宋体"/>
              </a:rPr>
              <a:t>91/81</a:t>
            </a:r>
            <a:endParaRPr baseline="1736" sz="2400">
              <a:latin typeface="宋体"/>
              <a:cs typeface="宋体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19062" y="188976"/>
            <a:ext cx="1437005" cy="274955"/>
            <a:chOff x="119062" y="188976"/>
            <a:chExt cx="1437005" cy="274955"/>
          </a:xfrm>
        </p:grpSpPr>
        <p:sp>
          <p:nvSpPr>
            <p:cNvPr id="4" name="object 4" descr=""/>
            <p:cNvSpPr/>
            <p:nvPr/>
          </p:nvSpPr>
          <p:spPr>
            <a:xfrm>
              <a:off x="119062" y="188976"/>
              <a:ext cx="499745" cy="274955"/>
            </a:xfrm>
            <a:custGeom>
              <a:avLst/>
              <a:gdLst/>
              <a:ahLst/>
              <a:cxnLst/>
              <a:rect l="l" t="t" r="r" b="b"/>
              <a:pathLst>
                <a:path w="499745" h="274955">
                  <a:moveTo>
                    <a:pt x="119837" y="0"/>
                  </a:moveTo>
                  <a:lnTo>
                    <a:pt x="4993" y="41528"/>
                  </a:lnTo>
                  <a:lnTo>
                    <a:pt x="264655" y="135508"/>
                  </a:lnTo>
                  <a:lnTo>
                    <a:pt x="0" y="231266"/>
                  </a:lnTo>
                  <a:lnTo>
                    <a:pt x="119837" y="274574"/>
                  </a:lnTo>
                  <a:lnTo>
                    <a:pt x="499338" y="137287"/>
                  </a:lnTo>
                  <a:lnTo>
                    <a:pt x="119837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85546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9621" y="0"/>
                  </a:moveTo>
                  <a:lnTo>
                    <a:pt x="4991" y="41528"/>
                  </a:lnTo>
                  <a:lnTo>
                    <a:pt x="264147" y="135508"/>
                  </a:lnTo>
                  <a:lnTo>
                    <a:pt x="0" y="231266"/>
                  </a:lnTo>
                  <a:lnTo>
                    <a:pt x="119621" y="274574"/>
                  </a:lnTo>
                  <a:lnTo>
                    <a:pt x="497141" y="137287"/>
                  </a:lnTo>
                  <a:lnTo>
                    <a:pt x="119621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058608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8363" y="0"/>
                  </a:moveTo>
                  <a:lnTo>
                    <a:pt x="4978" y="41528"/>
                  </a:lnTo>
                  <a:lnTo>
                    <a:pt x="264096" y="135508"/>
                  </a:lnTo>
                  <a:lnTo>
                    <a:pt x="0" y="231266"/>
                  </a:lnTo>
                  <a:lnTo>
                    <a:pt x="118363" y="274574"/>
                  </a:lnTo>
                  <a:lnTo>
                    <a:pt x="497141" y="137287"/>
                  </a:lnTo>
                  <a:lnTo>
                    <a:pt x="118363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543050" y="125348"/>
            <a:ext cx="761365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61715" algn="l"/>
                <a:tab pos="4323715" algn="l"/>
                <a:tab pos="7600315" algn="l"/>
              </a:tabLst>
            </a:pPr>
            <a:r>
              <a:rPr dirty="0"/>
              <a:t>	</a:t>
            </a:r>
            <a:r>
              <a:rPr dirty="0" spc="-25"/>
              <a:t>8.5</a:t>
            </a:r>
            <a:r>
              <a:rPr dirty="0"/>
              <a:t>	通道处理</a:t>
            </a:r>
            <a:r>
              <a:rPr dirty="0" spc="-50"/>
              <a:t>机</a:t>
            </a:r>
            <a:r>
              <a:rPr dirty="0"/>
              <a:t>	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-29159" y="374838"/>
            <a:ext cx="8392160" cy="1016000"/>
          </a:xfrm>
          <a:prstGeom prst="rect">
            <a:avLst/>
          </a:prstGeom>
        </p:spPr>
        <p:txBody>
          <a:bodyPr wrap="square" lIns="0" tIns="163830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290"/>
              </a:spcBef>
              <a:buClr>
                <a:srgbClr val="40458B"/>
              </a:buClr>
              <a:buAutoNum type="arabicPeriod" startAt="3"/>
              <a:tabLst>
                <a:tab pos="469265" algn="l"/>
              </a:tabLst>
            </a:pPr>
            <a:r>
              <a:rPr dirty="0" sz="2400" spc="-10">
                <a:solidFill>
                  <a:srgbClr val="E14B04"/>
                </a:solidFill>
                <a:latin typeface="黑体"/>
                <a:cs typeface="黑体"/>
              </a:rPr>
              <a:t>数组多路通道</a:t>
            </a:r>
            <a:endParaRPr sz="2400">
              <a:latin typeface="黑体"/>
              <a:cs typeface="黑体"/>
            </a:endParaRPr>
          </a:p>
          <a:p>
            <a:pPr lvl="1" marL="1099185" indent="-457200">
              <a:lnSpc>
                <a:spcPct val="100000"/>
              </a:lnSpc>
              <a:spcBef>
                <a:spcPts val="1085"/>
              </a:spcBef>
              <a:buClr>
                <a:srgbClr val="40458B"/>
              </a:buClr>
              <a:buSzPct val="88636"/>
              <a:buFont typeface="Wingdings"/>
              <a:buChar char=""/>
              <a:tabLst>
                <a:tab pos="1099185" algn="l"/>
              </a:tabLst>
            </a:pPr>
            <a:r>
              <a:rPr dirty="0" sz="2200" spc="-30">
                <a:solidFill>
                  <a:srgbClr val="2C44A3"/>
                </a:solidFill>
                <a:latin typeface="黑体"/>
                <a:cs typeface="黑体"/>
              </a:rPr>
              <a:t>工作过程</a:t>
            </a:r>
            <a:r>
              <a:rPr dirty="0" sz="2200" spc="-35">
                <a:solidFill>
                  <a:srgbClr val="2C44A3"/>
                </a:solidFill>
                <a:latin typeface="黑体"/>
                <a:cs typeface="黑体"/>
              </a:rPr>
              <a:t>（</a:t>
            </a: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为每个设备轮流传输</a:t>
            </a:r>
            <a:r>
              <a:rPr dirty="0" sz="2200" spc="-20" b="1">
                <a:solidFill>
                  <a:srgbClr val="40458B"/>
                </a:solidFill>
                <a:latin typeface="黑体"/>
                <a:cs typeface="黑体"/>
              </a:rPr>
              <a:t>一个数据块</a:t>
            </a: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，实现</a:t>
            </a:r>
            <a:r>
              <a:rPr dirty="0" sz="2200" spc="-20" b="1">
                <a:solidFill>
                  <a:srgbClr val="40458B"/>
                </a:solidFill>
                <a:latin typeface="黑体"/>
                <a:cs typeface="黑体"/>
              </a:rPr>
              <a:t>块交叉</a:t>
            </a:r>
            <a:r>
              <a:rPr dirty="0" sz="2200" spc="-50">
                <a:solidFill>
                  <a:srgbClr val="2C44A3"/>
                </a:solidFill>
                <a:latin typeface="黑体"/>
                <a:cs typeface="黑体"/>
              </a:rPr>
              <a:t>）</a:t>
            </a:r>
            <a:endParaRPr sz="2200">
              <a:latin typeface="黑体"/>
              <a:cs typeface="黑体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00252" y="2439161"/>
            <a:ext cx="607060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5"/>
              </a:spcBef>
              <a:buClr>
                <a:srgbClr val="40458B"/>
              </a:buClr>
              <a:buSzPct val="88636"/>
              <a:buFont typeface="Wingdings"/>
              <a:buChar char=""/>
              <a:tabLst>
                <a:tab pos="469265" algn="l"/>
              </a:tabLst>
            </a:pPr>
            <a:r>
              <a:rPr dirty="0" sz="2200" spc="-10">
                <a:solidFill>
                  <a:srgbClr val="9933FF"/>
                </a:solidFill>
                <a:latin typeface="黑体"/>
                <a:cs typeface="黑体"/>
              </a:rPr>
              <a:t>p</a:t>
            </a: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台设备每台传送</a:t>
            </a:r>
            <a:r>
              <a:rPr dirty="0" sz="2200" spc="-10">
                <a:solidFill>
                  <a:srgbClr val="9933FF"/>
                </a:solidFill>
                <a:latin typeface="黑体"/>
                <a:cs typeface="黑体"/>
              </a:rPr>
              <a:t>n</a:t>
            </a: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个数据总共所需的时间为：</a:t>
            </a:r>
            <a:endParaRPr sz="2200">
              <a:latin typeface="黑体"/>
              <a:cs typeface="黑体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1268721" y="1509528"/>
            <a:ext cx="7160259" cy="889000"/>
          </a:xfrm>
          <a:custGeom>
            <a:avLst/>
            <a:gdLst/>
            <a:ahLst/>
            <a:cxnLst/>
            <a:rect l="l" t="t" r="r" b="b"/>
            <a:pathLst>
              <a:path w="7160259" h="889000">
                <a:moveTo>
                  <a:pt x="2410" y="0"/>
                </a:moveTo>
                <a:lnTo>
                  <a:pt x="0" y="888571"/>
                </a:lnTo>
              </a:path>
              <a:path w="7160259" h="889000">
                <a:moveTo>
                  <a:pt x="1512048" y="0"/>
                </a:moveTo>
                <a:lnTo>
                  <a:pt x="1516874" y="578395"/>
                </a:lnTo>
              </a:path>
              <a:path w="7160259" h="889000">
                <a:moveTo>
                  <a:pt x="7157831" y="0"/>
                </a:moveTo>
                <a:lnTo>
                  <a:pt x="7160225" y="881659"/>
                </a:lnTo>
              </a:path>
              <a:path w="7160259" h="889000">
                <a:moveTo>
                  <a:pt x="3026075" y="0"/>
                </a:moveTo>
                <a:lnTo>
                  <a:pt x="3030861" y="578395"/>
                </a:lnTo>
              </a:path>
              <a:path w="7160259" h="889000">
                <a:moveTo>
                  <a:pt x="3367679" y="0"/>
                </a:moveTo>
                <a:lnTo>
                  <a:pt x="3372465" y="578395"/>
                </a:lnTo>
              </a:path>
              <a:path w="7160259" h="889000">
                <a:moveTo>
                  <a:pt x="2410" y="350265"/>
                </a:moveTo>
                <a:lnTo>
                  <a:pt x="7157832" y="343356"/>
                </a:lnTo>
              </a:path>
              <a:path w="7160259" h="889000">
                <a:moveTo>
                  <a:pt x="5088065" y="0"/>
                </a:moveTo>
                <a:lnTo>
                  <a:pt x="5092851" y="578395"/>
                </a:lnTo>
              </a:path>
              <a:path w="7160259" h="889000">
                <a:moveTo>
                  <a:pt x="5429669" y="0"/>
                </a:moveTo>
                <a:lnTo>
                  <a:pt x="5432062" y="578395"/>
                </a:lnTo>
              </a:path>
            </a:pathLst>
          </a:custGeom>
          <a:ln w="141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7597758" y="1530192"/>
            <a:ext cx="695325" cy="2736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sz="1600" spc="95">
                <a:latin typeface="宋体"/>
                <a:cs typeface="宋体"/>
              </a:rPr>
              <a:t>…</a:t>
            </a:r>
            <a:r>
              <a:rPr dirty="0" sz="1600" spc="-30">
                <a:latin typeface="宋体"/>
                <a:cs typeface="宋体"/>
              </a:rPr>
              <a:t> </a:t>
            </a:r>
            <a:r>
              <a:rPr dirty="0" sz="1600" spc="-25">
                <a:latin typeface="Times New Roman"/>
                <a:cs typeface="Times New Roman"/>
              </a:rPr>
              <a:t>T</a:t>
            </a:r>
            <a:r>
              <a:rPr dirty="0" baseline="-13227" sz="1575" spc="-37">
                <a:latin typeface="Times New Roman"/>
                <a:cs typeface="Times New Roman"/>
              </a:rPr>
              <a:t>Dn</a:t>
            </a:r>
            <a:endParaRPr baseline="-13227" sz="1575">
              <a:latin typeface="Times New Roman"/>
              <a:cs typeface="Times New Roman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244953" y="1505461"/>
            <a:ext cx="6391275" cy="95376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676910" marR="55880" indent="-588645">
              <a:lnSpc>
                <a:spcPct val="124400"/>
              </a:lnSpc>
              <a:spcBef>
                <a:spcPts val="90"/>
              </a:spcBef>
              <a:tabLst>
                <a:tab pos="2191385" algn="l"/>
                <a:tab pos="3116580" algn="l"/>
                <a:tab pos="4042410" algn="l"/>
                <a:tab pos="4366895" algn="l"/>
                <a:tab pos="5176520" algn="l"/>
                <a:tab pos="6101715" algn="l"/>
              </a:tabLst>
            </a:pPr>
            <a:r>
              <a:rPr dirty="0" baseline="10416" sz="2400">
                <a:latin typeface="Times New Roman"/>
                <a:cs typeface="Times New Roman"/>
              </a:rPr>
              <a:t>T</a:t>
            </a:r>
            <a:r>
              <a:rPr dirty="0" baseline="2645" sz="1575">
                <a:latin typeface="Times New Roman"/>
                <a:cs typeface="Times New Roman"/>
              </a:rPr>
              <a:t>S</a:t>
            </a:r>
            <a:r>
              <a:rPr dirty="0" baseline="2645" sz="1575" spc="209">
                <a:latin typeface="Times New Roman"/>
                <a:cs typeface="Times New Roman"/>
              </a:rPr>
              <a:t> </a:t>
            </a:r>
            <a:r>
              <a:rPr dirty="0" baseline="8680" sz="2400">
                <a:latin typeface="Times New Roman"/>
                <a:cs typeface="Times New Roman"/>
              </a:rPr>
              <a:t>T</a:t>
            </a:r>
            <a:r>
              <a:rPr dirty="0" sz="1050">
                <a:latin typeface="Times New Roman"/>
                <a:cs typeface="Times New Roman"/>
              </a:rPr>
              <a:t>D1</a:t>
            </a:r>
            <a:r>
              <a:rPr dirty="0" sz="1050" spc="175">
                <a:latin typeface="Times New Roman"/>
                <a:cs typeface="Times New Roman"/>
              </a:rPr>
              <a:t> </a:t>
            </a:r>
            <a:r>
              <a:rPr dirty="0" baseline="8680" sz="2400">
                <a:latin typeface="Times New Roman"/>
                <a:cs typeface="Times New Roman"/>
              </a:rPr>
              <a:t>T</a:t>
            </a:r>
            <a:r>
              <a:rPr dirty="0" sz="1050">
                <a:latin typeface="Times New Roman"/>
                <a:cs typeface="Times New Roman"/>
              </a:rPr>
              <a:t>D2</a:t>
            </a:r>
            <a:r>
              <a:rPr dirty="0" baseline="8680" sz="2400">
                <a:latin typeface="宋体"/>
                <a:cs typeface="宋体"/>
              </a:rPr>
              <a:t>…</a:t>
            </a:r>
            <a:r>
              <a:rPr dirty="0" baseline="8680" sz="2400">
                <a:latin typeface="Times New Roman"/>
                <a:cs typeface="Times New Roman"/>
              </a:rPr>
              <a:t>T</a:t>
            </a:r>
            <a:r>
              <a:rPr dirty="0" sz="1050">
                <a:latin typeface="Times New Roman"/>
                <a:cs typeface="Times New Roman"/>
              </a:rPr>
              <a:t>Dk</a:t>
            </a:r>
            <a:r>
              <a:rPr dirty="0" sz="1050" spc="200">
                <a:latin typeface="Times New Roman"/>
                <a:cs typeface="Times New Roman"/>
              </a:rPr>
              <a:t>  </a:t>
            </a:r>
            <a:r>
              <a:rPr dirty="0" baseline="10416" sz="2400">
                <a:latin typeface="Times New Roman"/>
                <a:cs typeface="Times New Roman"/>
              </a:rPr>
              <a:t>T</a:t>
            </a:r>
            <a:r>
              <a:rPr dirty="0" baseline="2645" sz="1575">
                <a:latin typeface="Times New Roman"/>
                <a:cs typeface="Times New Roman"/>
              </a:rPr>
              <a:t>S</a:t>
            </a:r>
            <a:r>
              <a:rPr dirty="0" baseline="2645" sz="1575" spc="225">
                <a:latin typeface="Times New Roman"/>
                <a:cs typeface="Times New Roman"/>
              </a:rPr>
              <a:t> </a:t>
            </a:r>
            <a:r>
              <a:rPr dirty="0" baseline="8680" sz="2400">
                <a:latin typeface="Times New Roman"/>
                <a:cs typeface="Times New Roman"/>
              </a:rPr>
              <a:t>T</a:t>
            </a:r>
            <a:r>
              <a:rPr dirty="0" sz="1050">
                <a:latin typeface="Times New Roman"/>
                <a:cs typeface="Times New Roman"/>
              </a:rPr>
              <a:t>D1</a:t>
            </a:r>
            <a:r>
              <a:rPr dirty="0" sz="1050" spc="175">
                <a:latin typeface="Times New Roman"/>
                <a:cs typeface="Times New Roman"/>
              </a:rPr>
              <a:t> </a:t>
            </a:r>
            <a:r>
              <a:rPr dirty="0" baseline="8680" sz="2400">
                <a:latin typeface="Times New Roman"/>
                <a:cs typeface="Times New Roman"/>
              </a:rPr>
              <a:t>T</a:t>
            </a:r>
            <a:r>
              <a:rPr dirty="0" sz="1050">
                <a:latin typeface="Times New Roman"/>
                <a:cs typeface="Times New Roman"/>
              </a:rPr>
              <a:t>D2</a:t>
            </a:r>
            <a:r>
              <a:rPr dirty="0" baseline="8680" sz="2400">
                <a:latin typeface="宋体"/>
                <a:cs typeface="宋体"/>
              </a:rPr>
              <a:t>…</a:t>
            </a:r>
            <a:r>
              <a:rPr dirty="0" baseline="8680" sz="2400">
                <a:latin typeface="Times New Roman"/>
                <a:cs typeface="Times New Roman"/>
              </a:rPr>
              <a:t>T</a:t>
            </a:r>
            <a:r>
              <a:rPr dirty="0" sz="1050">
                <a:latin typeface="Times New Roman"/>
                <a:cs typeface="Times New Roman"/>
              </a:rPr>
              <a:t>Dk</a:t>
            </a:r>
            <a:r>
              <a:rPr dirty="0" sz="1050" spc="204">
                <a:latin typeface="Times New Roman"/>
                <a:cs typeface="Times New Roman"/>
              </a:rPr>
              <a:t>  </a:t>
            </a:r>
            <a:r>
              <a:rPr dirty="0" baseline="8680" sz="2400" spc="142">
                <a:latin typeface="宋体"/>
                <a:cs typeface="宋体"/>
              </a:rPr>
              <a:t>…</a:t>
            </a:r>
            <a:r>
              <a:rPr dirty="0" baseline="8680" sz="2400" spc="494">
                <a:latin typeface="宋体"/>
                <a:cs typeface="宋体"/>
              </a:rPr>
              <a:t> </a:t>
            </a:r>
            <a:r>
              <a:rPr dirty="0" baseline="10416" sz="2400">
                <a:latin typeface="Times New Roman"/>
                <a:cs typeface="Times New Roman"/>
              </a:rPr>
              <a:t>T</a:t>
            </a:r>
            <a:r>
              <a:rPr dirty="0" baseline="2645" sz="1575">
                <a:latin typeface="Times New Roman"/>
                <a:cs typeface="Times New Roman"/>
              </a:rPr>
              <a:t>S</a:t>
            </a:r>
            <a:r>
              <a:rPr dirty="0" baseline="2645" sz="1575" spc="209">
                <a:latin typeface="Times New Roman"/>
                <a:cs typeface="Times New Roman"/>
              </a:rPr>
              <a:t> </a:t>
            </a:r>
            <a:r>
              <a:rPr dirty="0" baseline="8680" sz="2400" spc="-15">
                <a:latin typeface="Times New Roman"/>
                <a:cs typeface="Times New Roman"/>
              </a:rPr>
              <a:t>T</a:t>
            </a:r>
            <a:r>
              <a:rPr dirty="0" sz="1050" spc="-10">
                <a:latin typeface="Times New Roman"/>
                <a:cs typeface="Times New Roman"/>
              </a:rPr>
              <a:t>Dk+1</a:t>
            </a:r>
            <a:r>
              <a:rPr dirty="0" sz="1050">
                <a:latin typeface="Times New Roman"/>
                <a:cs typeface="Times New Roman"/>
              </a:rPr>
              <a:t>	</a:t>
            </a:r>
            <a:r>
              <a:rPr dirty="0" baseline="8680" sz="2400" spc="142">
                <a:latin typeface="宋体"/>
                <a:cs typeface="宋体"/>
              </a:rPr>
              <a:t>…</a:t>
            </a:r>
            <a:r>
              <a:rPr dirty="0" baseline="8680" sz="2400" spc="52">
                <a:latin typeface="宋体"/>
                <a:cs typeface="宋体"/>
              </a:rPr>
              <a:t> </a:t>
            </a:r>
            <a:r>
              <a:rPr dirty="0" baseline="8680" sz="2400">
                <a:latin typeface="Times New Roman"/>
                <a:cs typeface="Times New Roman"/>
              </a:rPr>
              <a:t>T</a:t>
            </a:r>
            <a:r>
              <a:rPr dirty="0" sz="1050">
                <a:latin typeface="Times New Roman"/>
                <a:cs typeface="Times New Roman"/>
              </a:rPr>
              <a:t>D2k</a:t>
            </a:r>
            <a:r>
              <a:rPr dirty="0" sz="1050" spc="260">
                <a:latin typeface="Times New Roman"/>
                <a:cs typeface="Times New Roman"/>
              </a:rPr>
              <a:t>  </a:t>
            </a:r>
            <a:r>
              <a:rPr dirty="0" baseline="8680" sz="2400" spc="142">
                <a:latin typeface="宋体"/>
                <a:cs typeface="宋体"/>
              </a:rPr>
              <a:t>…</a:t>
            </a:r>
            <a:r>
              <a:rPr dirty="0" baseline="8680" sz="2400" spc="330">
                <a:latin typeface="宋体"/>
                <a:cs typeface="宋体"/>
              </a:rPr>
              <a:t> </a:t>
            </a:r>
            <a:r>
              <a:rPr dirty="0" baseline="10416" sz="2400">
                <a:latin typeface="Times New Roman"/>
                <a:cs typeface="Times New Roman"/>
              </a:rPr>
              <a:t>T</a:t>
            </a:r>
            <a:r>
              <a:rPr dirty="0" baseline="2645" sz="1575">
                <a:latin typeface="Times New Roman"/>
                <a:cs typeface="Times New Roman"/>
              </a:rPr>
              <a:t>S</a:t>
            </a:r>
            <a:r>
              <a:rPr dirty="0" baseline="2645" sz="1575" spc="165">
                <a:latin typeface="Times New Roman"/>
                <a:cs typeface="Times New Roman"/>
              </a:rPr>
              <a:t> </a:t>
            </a:r>
            <a:r>
              <a:rPr dirty="0" baseline="8680" sz="2400">
                <a:latin typeface="Times New Roman"/>
                <a:cs typeface="Times New Roman"/>
              </a:rPr>
              <a:t>T</a:t>
            </a:r>
            <a:r>
              <a:rPr dirty="0" sz="1050">
                <a:latin typeface="Times New Roman"/>
                <a:cs typeface="Times New Roman"/>
              </a:rPr>
              <a:t>Dn-</a:t>
            </a:r>
            <a:r>
              <a:rPr dirty="0" sz="1050" spc="-50">
                <a:latin typeface="Times New Roman"/>
                <a:cs typeface="Times New Roman"/>
              </a:rPr>
              <a:t>k </a:t>
            </a:r>
            <a:r>
              <a:rPr dirty="0" baseline="1736" sz="2400" spc="-37">
                <a:latin typeface="Times New Roman"/>
                <a:cs typeface="Times New Roman"/>
              </a:rPr>
              <a:t>D</a:t>
            </a:r>
            <a:r>
              <a:rPr dirty="0" baseline="-10582" sz="1575" spc="-37">
                <a:latin typeface="Times New Roman"/>
                <a:cs typeface="Times New Roman"/>
              </a:rPr>
              <a:t>1</a:t>
            </a:r>
            <a:r>
              <a:rPr dirty="0" baseline="-10582" sz="1575">
                <a:latin typeface="Times New Roman"/>
                <a:cs typeface="Times New Roman"/>
              </a:rPr>
              <a:t>	</a:t>
            </a:r>
            <a:r>
              <a:rPr dirty="0" baseline="1736" sz="2400" spc="-37">
                <a:latin typeface="Times New Roman"/>
                <a:cs typeface="Times New Roman"/>
              </a:rPr>
              <a:t>D</a:t>
            </a:r>
            <a:r>
              <a:rPr dirty="0" baseline="-10582" sz="1575" spc="-37">
                <a:latin typeface="Times New Roman"/>
                <a:cs typeface="Times New Roman"/>
              </a:rPr>
              <a:t>2</a:t>
            </a:r>
            <a:r>
              <a:rPr dirty="0" baseline="-10582" sz="1575">
                <a:latin typeface="Times New Roman"/>
                <a:cs typeface="Times New Roman"/>
              </a:rPr>
              <a:t>	</a:t>
            </a:r>
            <a:r>
              <a:rPr dirty="0" sz="1600" spc="45">
                <a:latin typeface="宋体"/>
                <a:cs typeface="宋体"/>
              </a:rPr>
              <a:t>…</a:t>
            </a:r>
            <a:r>
              <a:rPr dirty="0" sz="1600">
                <a:latin typeface="宋体"/>
                <a:cs typeface="宋体"/>
              </a:rPr>
              <a:t>	</a:t>
            </a:r>
            <a:r>
              <a:rPr dirty="0" baseline="1736" sz="2400" spc="-37">
                <a:latin typeface="Times New Roman"/>
                <a:cs typeface="Times New Roman"/>
              </a:rPr>
              <a:t>D</a:t>
            </a:r>
            <a:r>
              <a:rPr dirty="0" baseline="-10582" sz="1575" spc="-37">
                <a:latin typeface="Times New Roman"/>
                <a:cs typeface="Times New Roman"/>
              </a:rPr>
              <a:t>1</a:t>
            </a:r>
            <a:r>
              <a:rPr dirty="0" baseline="-10582" sz="1575">
                <a:latin typeface="Times New Roman"/>
                <a:cs typeface="Times New Roman"/>
              </a:rPr>
              <a:t>		</a:t>
            </a:r>
            <a:r>
              <a:rPr dirty="0" sz="1600" spc="45">
                <a:latin typeface="宋体"/>
                <a:cs typeface="宋体"/>
              </a:rPr>
              <a:t>…</a:t>
            </a:r>
            <a:r>
              <a:rPr dirty="0" sz="1600">
                <a:latin typeface="宋体"/>
                <a:cs typeface="宋体"/>
              </a:rPr>
              <a:t>	</a:t>
            </a:r>
            <a:r>
              <a:rPr dirty="0" baseline="1736" sz="2400" spc="-37">
                <a:latin typeface="Times New Roman"/>
                <a:cs typeface="Times New Roman"/>
              </a:rPr>
              <a:t>D</a:t>
            </a:r>
            <a:r>
              <a:rPr dirty="0" baseline="-10582" sz="1575" spc="-37">
                <a:latin typeface="Times New Roman"/>
                <a:cs typeface="Times New Roman"/>
              </a:rPr>
              <a:t>p</a:t>
            </a:r>
            <a:endParaRPr baseline="-10582" sz="1575">
              <a:latin typeface="Times New Roman"/>
              <a:cs typeface="Times New Roman"/>
            </a:endParaRPr>
          </a:p>
          <a:p>
            <a:pPr marL="3669665">
              <a:lnSpc>
                <a:spcPct val="100000"/>
              </a:lnSpc>
              <a:spcBef>
                <a:spcPts val="615"/>
              </a:spcBef>
            </a:pPr>
            <a:r>
              <a:rPr dirty="0" sz="1600" spc="5">
                <a:latin typeface="Times New Roman"/>
                <a:cs typeface="Times New Roman"/>
              </a:rPr>
              <a:t>T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1277258" y="2297895"/>
            <a:ext cx="7153275" cy="83185"/>
            <a:chOff x="1277258" y="2297895"/>
            <a:chExt cx="7153275" cy="83185"/>
          </a:xfrm>
        </p:grpSpPr>
        <p:sp>
          <p:nvSpPr>
            <p:cNvPr id="15" name="object 15" descr=""/>
            <p:cNvSpPr/>
            <p:nvPr/>
          </p:nvSpPr>
          <p:spPr>
            <a:xfrm>
              <a:off x="1278610" y="2301551"/>
              <a:ext cx="3461385" cy="78105"/>
            </a:xfrm>
            <a:custGeom>
              <a:avLst/>
              <a:gdLst/>
              <a:ahLst/>
              <a:cxnLst/>
              <a:rect l="l" t="t" r="r" b="b"/>
              <a:pathLst>
                <a:path w="3461385" h="78105">
                  <a:moveTo>
                    <a:pt x="120127" y="0"/>
                  </a:moveTo>
                  <a:lnTo>
                    <a:pt x="0" y="37786"/>
                  </a:lnTo>
                  <a:lnTo>
                    <a:pt x="120127" y="77883"/>
                  </a:lnTo>
                  <a:lnTo>
                    <a:pt x="91380" y="49769"/>
                  </a:lnTo>
                  <a:lnTo>
                    <a:pt x="79127" y="49769"/>
                  </a:lnTo>
                  <a:lnTo>
                    <a:pt x="76714" y="47004"/>
                  </a:lnTo>
                  <a:lnTo>
                    <a:pt x="72367" y="44699"/>
                  </a:lnTo>
                  <a:lnTo>
                    <a:pt x="72367" y="42396"/>
                  </a:lnTo>
                  <a:lnTo>
                    <a:pt x="69954" y="37786"/>
                  </a:lnTo>
                  <a:lnTo>
                    <a:pt x="72367" y="35481"/>
                  </a:lnTo>
                  <a:lnTo>
                    <a:pt x="72367" y="30873"/>
                  </a:lnTo>
                  <a:lnTo>
                    <a:pt x="76714" y="30873"/>
                  </a:lnTo>
                  <a:lnTo>
                    <a:pt x="79120" y="28575"/>
                  </a:lnTo>
                  <a:lnTo>
                    <a:pt x="89121" y="28575"/>
                  </a:lnTo>
                  <a:lnTo>
                    <a:pt x="120127" y="0"/>
                  </a:lnTo>
                  <a:close/>
                </a:path>
                <a:path w="3461385" h="78105">
                  <a:moveTo>
                    <a:pt x="89121" y="28575"/>
                  </a:moveTo>
                  <a:lnTo>
                    <a:pt x="79120" y="28575"/>
                  </a:lnTo>
                  <a:lnTo>
                    <a:pt x="76714" y="30873"/>
                  </a:lnTo>
                  <a:lnTo>
                    <a:pt x="72367" y="30873"/>
                  </a:lnTo>
                  <a:lnTo>
                    <a:pt x="72367" y="35481"/>
                  </a:lnTo>
                  <a:lnTo>
                    <a:pt x="69954" y="37786"/>
                  </a:lnTo>
                  <a:lnTo>
                    <a:pt x="72367" y="42396"/>
                  </a:lnTo>
                  <a:lnTo>
                    <a:pt x="72367" y="44699"/>
                  </a:lnTo>
                  <a:lnTo>
                    <a:pt x="76714" y="47004"/>
                  </a:lnTo>
                  <a:lnTo>
                    <a:pt x="79127" y="49769"/>
                  </a:lnTo>
                  <a:lnTo>
                    <a:pt x="91380" y="49769"/>
                  </a:lnTo>
                  <a:lnTo>
                    <a:pt x="79127" y="37786"/>
                  </a:lnTo>
                  <a:lnTo>
                    <a:pt x="89121" y="28575"/>
                  </a:lnTo>
                  <a:close/>
                </a:path>
                <a:path w="3461385" h="78105">
                  <a:moveTo>
                    <a:pt x="89121" y="28575"/>
                  </a:moveTo>
                  <a:lnTo>
                    <a:pt x="79127" y="37786"/>
                  </a:lnTo>
                  <a:lnTo>
                    <a:pt x="91380" y="49769"/>
                  </a:lnTo>
                  <a:lnTo>
                    <a:pt x="3456303" y="49769"/>
                  </a:lnTo>
                  <a:lnTo>
                    <a:pt x="3458696" y="47004"/>
                  </a:lnTo>
                  <a:lnTo>
                    <a:pt x="3461288" y="42396"/>
                  </a:lnTo>
                  <a:lnTo>
                    <a:pt x="3461288" y="35481"/>
                  </a:lnTo>
                  <a:lnTo>
                    <a:pt x="3458696" y="33178"/>
                  </a:lnTo>
                  <a:lnTo>
                    <a:pt x="3456303" y="30873"/>
                  </a:lnTo>
                  <a:lnTo>
                    <a:pt x="89121" y="285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278610" y="2301551"/>
              <a:ext cx="3461385" cy="78105"/>
            </a:xfrm>
            <a:custGeom>
              <a:avLst/>
              <a:gdLst/>
              <a:ahLst/>
              <a:cxnLst/>
              <a:rect l="l" t="t" r="r" b="b"/>
              <a:pathLst>
                <a:path w="3461385" h="78105">
                  <a:moveTo>
                    <a:pt x="3451517" y="49769"/>
                  </a:moveTo>
                  <a:lnTo>
                    <a:pt x="79127" y="49769"/>
                  </a:lnTo>
                  <a:lnTo>
                    <a:pt x="76714" y="47004"/>
                  </a:lnTo>
                  <a:lnTo>
                    <a:pt x="72367" y="44699"/>
                  </a:lnTo>
                  <a:lnTo>
                    <a:pt x="72367" y="42396"/>
                  </a:lnTo>
                  <a:lnTo>
                    <a:pt x="69954" y="37786"/>
                  </a:lnTo>
                  <a:lnTo>
                    <a:pt x="72367" y="35481"/>
                  </a:lnTo>
                  <a:lnTo>
                    <a:pt x="72367" y="30873"/>
                  </a:lnTo>
                  <a:lnTo>
                    <a:pt x="76714" y="30873"/>
                  </a:lnTo>
                  <a:lnTo>
                    <a:pt x="79127" y="28568"/>
                  </a:lnTo>
                  <a:lnTo>
                    <a:pt x="3451517" y="30873"/>
                  </a:lnTo>
                  <a:lnTo>
                    <a:pt x="3456303" y="30873"/>
                  </a:lnTo>
                  <a:lnTo>
                    <a:pt x="3458696" y="33178"/>
                  </a:lnTo>
                  <a:lnTo>
                    <a:pt x="3461288" y="35481"/>
                  </a:lnTo>
                  <a:lnTo>
                    <a:pt x="3461288" y="40091"/>
                  </a:lnTo>
                  <a:lnTo>
                    <a:pt x="3461288" y="42396"/>
                  </a:lnTo>
                  <a:lnTo>
                    <a:pt x="3458696" y="47004"/>
                  </a:lnTo>
                  <a:lnTo>
                    <a:pt x="3456303" y="49769"/>
                  </a:lnTo>
                  <a:lnTo>
                    <a:pt x="3451517" y="49769"/>
                  </a:lnTo>
                  <a:close/>
                </a:path>
                <a:path w="3461385" h="78105">
                  <a:moveTo>
                    <a:pt x="79127" y="37786"/>
                  </a:moveTo>
                  <a:lnTo>
                    <a:pt x="120127" y="77883"/>
                  </a:lnTo>
                  <a:lnTo>
                    <a:pt x="0" y="37786"/>
                  </a:lnTo>
                  <a:lnTo>
                    <a:pt x="120127" y="0"/>
                  </a:lnTo>
                  <a:lnTo>
                    <a:pt x="79127" y="3778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5200955" y="2299248"/>
              <a:ext cx="3228340" cy="78105"/>
            </a:xfrm>
            <a:custGeom>
              <a:avLst/>
              <a:gdLst/>
              <a:ahLst/>
              <a:cxnLst/>
              <a:rect l="l" t="t" r="r" b="b"/>
              <a:pathLst>
                <a:path w="3228340" h="78105">
                  <a:moveTo>
                    <a:pt x="3108140" y="0"/>
                  </a:moveTo>
                  <a:lnTo>
                    <a:pt x="3148622" y="37784"/>
                  </a:lnTo>
                  <a:lnTo>
                    <a:pt x="3108140" y="77881"/>
                  </a:lnTo>
                  <a:lnTo>
                    <a:pt x="3200566" y="47010"/>
                  </a:lnTo>
                  <a:lnTo>
                    <a:pt x="3150997" y="47010"/>
                  </a:lnTo>
                  <a:lnTo>
                    <a:pt x="3155801" y="44699"/>
                  </a:lnTo>
                  <a:lnTo>
                    <a:pt x="3158393" y="42394"/>
                  </a:lnTo>
                  <a:lnTo>
                    <a:pt x="3158393" y="35481"/>
                  </a:lnTo>
                  <a:lnTo>
                    <a:pt x="3155801" y="30871"/>
                  </a:lnTo>
                  <a:lnTo>
                    <a:pt x="3151015" y="28566"/>
                  </a:lnTo>
                  <a:lnTo>
                    <a:pt x="3198903" y="28566"/>
                  </a:lnTo>
                  <a:lnTo>
                    <a:pt x="3108140" y="0"/>
                  </a:lnTo>
                  <a:close/>
                </a:path>
                <a:path w="3228340" h="78105">
                  <a:moveTo>
                    <a:pt x="3138746" y="28566"/>
                  </a:moveTo>
                  <a:lnTo>
                    <a:pt x="9771" y="28566"/>
                  </a:lnTo>
                  <a:lnTo>
                    <a:pt x="7378" y="30871"/>
                  </a:lnTo>
                  <a:lnTo>
                    <a:pt x="2592" y="33176"/>
                  </a:lnTo>
                  <a:lnTo>
                    <a:pt x="0" y="35481"/>
                  </a:lnTo>
                  <a:lnTo>
                    <a:pt x="0" y="42394"/>
                  </a:lnTo>
                  <a:lnTo>
                    <a:pt x="2597" y="47010"/>
                  </a:lnTo>
                  <a:lnTo>
                    <a:pt x="7387" y="47010"/>
                  </a:lnTo>
                  <a:lnTo>
                    <a:pt x="9771" y="49307"/>
                  </a:lnTo>
                  <a:lnTo>
                    <a:pt x="3139307" y="47010"/>
                  </a:lnTo>
                  <a:lnTo>
                    <a:pt x="3148622" y="37784"/>
                  </a:lnTo>
                  <a:lnTo>
                    <a:pt x="3138746" y="28566"/>
                  </a:lnTo>
                  <a:close/>
                </a:path>
                <a:path w="3228340" h="78105">
                  <a:moveTo>
                    <a:pt x="3198903" y="28566"/>
                  </a:moveTo>
                  <a:lnTo>
                    <a:pt x="3151015" y="28566"/>
                  </a:lnTo>
                  <a:lnTo>
                    <a:pt x="3155801" y="30871"/>
                  </a:lnTo>
                  <a:lnTo>
                    <a:pt x="3158393" y="35481"/>
                  </a:lnTo>
                  <a:lnTo>
                    <a:pt x="3158393" y="42394"/>
                  </a:lnTo>
                  <a:lnTo>
                    <a:pt x="3155801" y="44699"/>
                  </a:lnTo>
                  <a:lnTo>
                    <a:pt x="3150997" y="47010"/>
                  </a:lnTo>
                  <a:lnTo>
                    <a:pt x="3200566" y="47010"/>
                  </a:lnTo>
                  <a:lnTo>
                    <a:pt x="3228190" y="37784"/>
                  </a:lnTo>
                  <a:lnTo>
                    <a:pt x="3198903" y="2856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5200955" y="2299248"/>
              <a:ext cx="3228340" cy="78105"/>
            </a:xfrm>
            <a:custGeom>
              <a:avLst/>
              <a:gdLst/>
              <a:ahLst/>
              <a:cxnLst/>
              <a:rect l="l" t="t" r="r" b="b"/>
              <a:pathLst>
                <a:path w="3228340" h="78105">
                  <a:moveTo>
                    <a:pt x="9771" y="28566"/>
                  </a:moveTo>
                  <a:lnTo>
                    <a:pt x="3148622" y="28566"/>
                  </a:lnTo>
                  <a:lnTo>
                    <a:pt x="3151015" y="28566"/>
                  </a:lnTo>
                  <a:lnTo>
                    <a:pt x="3155801" y="30871"/>
                  </a:lnTo>
                  <a:lnTo>
                    <a:pt x="3158393" y="35481"/>
                  </a:lnTo>
                  <a:lnTo>
                    <a:pt x="3158393" y="37784"/>
                  </a:lnTo>
                  <a:lnTo>
                    <a:pt x="3158393" y="42394"/>
                  </a:lnTo>
                  <a:lnTo>
                    <a:pt x="3155801" y="44699"/>
                  </a:lnTo>
                  <a:lnTo>
                    <a:pt x="3151015" y="47002"/>
                  </a:lnTo>
                  <a:lnTo>
                    <a:pt x="3148622" y="47002"/>
                  </a:lnTo>
                  <a:lnTo>
                    <a:pt x="9771" y="49307"/>
                  </a:lnTo>
                  <a:lnTo>
                    <a:pt x="7378" y="47002"/>
                  </a:lnTo>
                  <a:lnTo>
                    <a:pt x="2592" y="47002"/>
                  </a:lnTo>
                  <a:lnTo>
                    <a:pt x="0" y="42394"/>
                  </a:lnTo>
                  <a:lnTo>
                    <a:pt x="0" y="40089"/>
                  </a:lnTo>
                  <a:lnTo>
                    <a:pt x="0" y="35481"/>
                  </a:lnTo>
                  <a:lnTo>
                    <a:pt x="2592" y="33176"/>
                  </a:lnTo>
                  <a:lnTo>
                    <a:pt x="7378" y="30871"/>
                  </a:lnTo>
                  <a:lnTo>
                    <a:pt x="9771" y="28566"/>
                  </a:lnTo>
                  <a:close/>
                </a:path>
                <a:path w="3228340" h="78105">
                  <a:moveTo>
                    <a:pt x="3148622" y="37784"/>
                  </a:moveTo>
                  <a:lnTo>
                    <a:pt x="3108140" y="0"/>
                  </a:lnTo>
                  <a:lnTo>
                    <a:pt x="3228190" y="37784"/>
                  </a:lnTo>
                  <a:lnTo>
                    <a:pt x="3108140" y="77881"/>
                  </a:lnTo>
                  <a:lnTo>
                    <a:pt x="3148622" y="3778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" name="object 19" descr=""/>
          <p:cNvGrpSpPr/>
          <p:nvPr/>
        </p:nvGrpSpPr>
        <p:grpSpPr>
          <a:xfrm>
            <a:off x="4710176" y="3262312"/>
            <a:ext cx="3456304" cy="811530"/>
            <a:chOff x="4710176" y="3262312"/>
            <a:chExt cx="3456304" cy="811530"/>
          </a:xfrm>
        </p:grpSpPr>
        <p:sp>
          <p:nvSpPr>
            <p:cNvPr id="20" name="object 20" descr=""/>
            <p:cNvSpPr/>
            <p:nvPr/>
          </p:nvSpPr>
          <p:spPr>
            <a:xfrm>
              <a:off x="4710176" y="3262312"/>
              <a:ext cx="3456304" cy="811530"/>
            </a:xfrm>
            <a:custGeom>
              <a:avLst/>
              <a:gdLst/>
              <a:ahLst/>
              <a:cxnLst/>
              <a:rect l="l" t="t" r="r" b="b"/>
              <a:pathLst>
                <a:path w="3456304" h="811529">
                  <a:moveTo>
                    <a:pt x="3455924" y="0"/>
                  </a:moveTo>
                  <a:lnTo>
                    <a:pt x="0" y="0"/>
                  </a:lnTo>
                  <a:lnTo>
                    <a:pt x="0" y="811212"/>
                  </a:lnTo>
                  <a:lnTo>
                    <a:pt x="3455924" y="811212"/>
                  </a:lnTo>
                  <a:lnTo>
                    <a:pt x="3455924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6129609" y="3688272"/>
              <a:ext cx="347345" cy="0"/>
            </a:xfrm>
            <a:custGeom>
              <a:avLst/>
              <a:gdLst/>
              <a:ahLst/>
              <a:cxnLst/>
              <a:rect l="l" t="t" r="r" b="b"/>
              <a:pathLst>
                <a:path w="347345" h="0">
                  <a:moveTo>
                    <a:pt x="0" y="0"/>
                  </a:moveTo>
                  <a:lnTo>
                    <a:pt x="347072" y="0"/>
                  </a:lnTo>
                </a:path>
              </a:pathLst>
            </a:custGeom>
            <a:ln w="152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6223243" y="3683121"/>
            <a:ext cx="173990" cy="4038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2450" spc="-50">
                <a:latin typeface="Times New Roman"/>
                <a:cs typeface="Times New Roman"/>
              </a:rPr>
              <a:t>k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6150407" y="3238988"/>
            <a:ext cx="197485" cy="4038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2450" spc="-50">
                <a:latin typeface="Times New Roman"/>
                <a:cs typeface="Times New Roman"/>
              </a:rPr>
              <a:t>T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4762072" y="3438878"/>
            <a:ext cx="210185" cy="4038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2450" spc="-50">
                <a:latin typeface="Times New Roman"/>
                <a:cs typeface="Times New Roman"/>
              </a:rPr>
              <a:t>T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6950872" y="3612534"/>
            <a:ext cx="175895" cy="29083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1700" spc="-50">
                <a:latin typeface="Times New Roman"/>
                <a:cs typeface="Times New Roman"/>
              </a:rPr>
              <a:t>D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6310948" y="3411928"/>
            <a:ext cx="138430" cy="29083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1700" spc="-50">
                <a:latin typeface="Times New Roman"/>
                <a:cs typeface="Times New Roman"/>
              </a:rPr>
              <a:t>S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4933016" y="3612533"/>
            <a:ext cx="754380" cy="29083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1700" spc="-10">
                <a:latin typeface="Times New Roman"/>
                <a:cs typeface="Times New Roman"/>
              </a:rPr>
              <a:t>BLOCK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6548780" y="3438879"/>
            <a:ext cx="1550035" cy="4038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  <a:tabLst>
                <a:tab pos="594995" algn="l"/>
              </a:tabLst>
            </a:pPr>
            <a:r>
              <a:rPr dirty="0" sz="2450">
                <a:latin typeface="Symbol"/>
                <a:cs typeface="Symbol"/>
              </a:rPr>
              <a:t></a:t>
            </a:r>
            <a:r>
              <a:rPr dirty="0" sz="2450" spc="-150">
                <a:latin typeface="Times New Roman"/>
                <a:cs typeface="Times New Roman"/>
              </a:rPr>
              <a:t> </a:t>
            </a:r>
            <a:r>
              <a:rPr dirty="0" sz="2450" spc="-50">
                <a:latin typeface="Times New Roman"/>
                <a:cs typeface="Times New Roman"/>
              </a:rPr>
              <a:t>T</a:t>
            </a:r>
            <a:r>
              <a:rPr dirty="0" sz="2450">
                <a:latin typeface="Times New Roman"/>
                <a:cs typeface="Times New Roman"/>
              </a:rPr>
              <a:t>	)</a:t>
            </a:r>
            <a:r>
              <a:rPr dirty="0" sz="2450" spc="-310">
                <a:latin typeface="Times New Roman"/>
                <a:cs typeface="Times New Roman"/>
              </a:rPr>
              <a:t> </a:t>
            </a:r>
            <a:r>
              <a:rPr dirty="0" sz="2450">
                <a:latin typeface="Symbol"/>
                <a:cs typeface="Symbol"/>
              </a:rPr>
              <a:t></a:t>
            </a:r>
            <a:r>
              <a:rPr dirty="0" sz="2450" spc="-245">
                <a:latin typeface="Times New Roman"/>
                <a:cs typeface="Times New Roman"/>
              </a:rPr>
              <a:t> </a:t>
            </a:r>
            <a:r>
              <a:rPr dirty="0" sz="2450" spc="175">
                <a:latin typeface="Times New Roman"/>
                <a:cs typeface="Times New Roman"/>
              </a:rPr>
              <a:t>p</a:t>
            </a:r>
            <a:r>
              <a:rPr dirty="0" sz="2450" spc="175">
                <a:latin typeface="Symbol"/>
                <a:cs typeface="Symbol"/>
              </a:rPr>
              <a:t></a:t>
            </a:r>
            <a:r>
              <a:rPr dirty="0" sz="2450" spc="-245">
                <a:latin typeface="Times New Roman"/>
                <a:cs typeface="Times New Roman"/>
              </a:rPr>
              <a:t> </a:t>
            </a:r>
            <a:r>
              <a:rPr dirty="0" sz="2450" spc="-50">
                <a:latin typeface="Times New Roman"/>
                <a:cs typeface="Times New Roman"/>
              </a:rPr>
              <a:t>n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5773598" y="3438879"/>
            <a:ext cx="361315" cy="4038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2450">
                <a:latin typeface="Symbol"/>
                <a:cs typeface="Symbol"/>
              </a:rPr>
              <a:t></a:t>
            </a:r>
            <a:r>
              <a:rPr dirty="0" sz="2450" spc="-75">
                <a:latin typeface="Times New Roman"/>
                <a:cs typeface="Times New Roman"/>
              </a:rPr>
              <a:t> </a:t>
            </a:r>
            <a:r>
              <a:rPr dirty="0" sz="2450" spc="-50">
                <a:latin typeface="Times New Roman"/>
                <a:cs typeface="Times New Roman"/>
              </a:rPr>
              <a:t>(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560019" y="3669919"/>
            <a:ext cx="141351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83845" indent="-271145">
              <a:lnSpc>
                <a:spcPct val="100000"/>
              </a:lnSpc>
              <a:spcBef>
                <a:spcPts val="95"/>
              </a:spcBef>
              <a:buSzPct val="88636"/>
              <a:buFont typeface="Wingdings"/>
              <a:buChar char=""/>
              <a:tabLst>
                <a:tab pos="283845" algn="l"/>
              </a:tabLst>
            </a:pP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最大流量</a:t>
            </a:r>
            <a:endParaRPr sz="2200">
              <a:latin typeface="黑体"/>
              <a:cs typeface="黑体"/>
            </a:endParaRPr>
          </a:p>
        </p:txBody>
      </p:sp>
      <p:grpSp>
        <p:nvGrpSpPr>
          <p:cNvPr id="31" name="object 31" descr=""/>
          <p:cNvGrpSpPr/>
          <p:nvPr/>
        </p:nvGrpSpPr>
        <p:grpSpPr>
          <a:xfrm>
            <a:off x="2484501" y="4335526"/>
            <a:ext cx="3529329" cy="885825"/>
            <a:chOff x="2484501" y="4335526"/>
            <a:chExt cx="3529329" cy="885825"/>
          </a:xfrm>
        </p:grpSpPr>
        <p:sp>
          <p:nvSpPr>
            <p:cNvPr id="32" name="object 32" descr=""/>
            <p:cNvSpPr/>
            <p:nvPr/>
          </p:nvSpPr>
          <p:spPr>
            <a:xfrm>
              <a:off x="2484501" y="4335526"/>
              <a:ext cx="3529329" cy="885825"/>
            </a:xfrm>
            <a:custGeom>
              <a:avLst/>
              <a:gdLst/>
              <a:ahLst/>
              <a:cxnLst/>
              <a:rect l="l" t="t" r="r" b="b"/>
              <a:pathLst>
                <a:path w="3529329" h="885825">
                  <a:moveTo>
                    <a:pt x="3528949" y="0"/>
                  </a:moveTo>
                  <a:lnTo>
                    <a:pt x="0" y="0"/>
                  </a:lnTo>
                  <a:lnTo>
                    <a:pt x="0" y="885825"/>
                  </a:lnTo>
                  <a:lnTo>
                    <a:pt x="3528949" y="885825"/>
                  </a:lnTo>
                  <a:lnTo>
                    <a:pt x="3528949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3930456" y="4937198"/>
              <a:ext cx="250825" cy="0"/>
            </a:xfrm>
            <a:custGeom>
              <a:avLst/>
              <a:gdLst/>
              <a:ahLst/>
              <a:cxnLst/>
              <a:rect l="l" t="t" r="r" b="b"/>
              <a:pathLst>
                <a:path w="250825" h="0">
                  <a:moveTo>
                    <a:pt x="0" y="0"/>
                  </a:moveTo>
                  <a:lnTo>
                    <a:pt x="250228" y="0"/>
                  </a:lnTo>
                </a:path>
              </a:pathLst>
            </a:custGeom>
            <a:ln w="5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3831110" y="4655144"/>
              <a:ext cx="1144270" cy="0"/>
            </a:xfrm>
            <a:custGeom>
              <a:avLst/>
              <a:gdLst/>
              <a:ahLst/>
              <a:cxnLst/>
              <a:rect l="l" t="t" r="r" b="b"/>
              <a:pathLst>
                <a:path w="1144270" h="0">
                  <a:moveTo>
                    <a:pt x="0" y="0"/>
                  </a:moveTo>
                  <a:lnTo>
                    <a:pt x="1144228" y="0"/>
                  </a:lnTo>
                </a:path>
              </a:pathLst>
            </a:custGeom>
            <a:ln w="111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5235910" y="4937198"/>
              <a:ext cx="250190" cy="0"/>
            </a:xfrm>
            <a:custGeom>
              <a:avLst/>
              <a:gdLst/>
              <a:ahLst/>
              <a:cxnLst/>
              <a:rect l="l" t="t" r="r" b="b"/>
              <a:pathLst>
                <a:path w="250189" h="0">
                  <a:moveTo>
                    <a:pt x="0" y="0"/>
                  </a:moveTo>
                  <a:lnTo>
                    <a:pt x="250139" y="0"/>
                  </a:lnTo>
                </a:path>
              </a:pathLst>
            </a:custGeom>
            <a:ln w="5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5213271" y="4655144"/>
              <a:ext cx="760730" cy="0"/>
            </a:xfrm>
            <a:custGeom>
              <a:avLst/>
              <a:gdLst/>
              <a:ahLst/>
              <a:cxnLst/>
              <a:rect l="l" t="t" r="r" b="b"/>
              <a:pathLst>
                <a:path w="760729" h="0">
                  <a:moveTo>
                    <a:pt x="0" y="0"/>
                  </a:moveTo>
                  <a:lnTo>
                    <a:pt x="760406" y="0"/>
                  </a:lnTo>
                </a:path>
              </a:pathLst>
            </a:custGeom>
            <a:ln w="111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 descr=""/>
          <p:cNvSpPr txBox="1"/>
          <p:nvPr/>
        </p:nvSpPr>
        <p:spPr>
          <a:xfrm>
            <a:off x="2610027" y="4598666"/>
            <a:ext cx="982980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1200" spc="55">
                <a:latin typeface="Times New Roman"/>
                <a:cs typeface="Times New Roman"/>
              </a:rPr>
              <a:t>MAX-</a:t>
            </a:r>
            <a:r>
              <a:rPr dirty="0" sz="1200" spc="-10">
                <a:latin typeface="Times New Roman"/>
                <a:cs typeface="Times New Roman"/>
              </a:rPr>
              <a:t>BLOCK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5303605" y="4930495"/>
            <a:ext cx="12446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1700" spc="-50">
                <a:latin typeface="Times New Roman"/>
                <a:cs typeface="Times New Roman"/>
              </a:rPr>
              <a:t>k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5251003" y="4621990"/>
            <a:ext cx="136525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1700" spc="-50">
                <a:latin typeface="Times New Roman"/>
                <a:cs typeface="Times New Roman"/>
              </a:rPr>
              <a:t>T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3998129" y="4930495"/>
            <a:ext cx="12446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1700" spc="-50">
                <a:latin typeface="Times New Roman"/>
                <a:cs typeface="Times New Roman"/>
              </a:rPr>
              <a:t>k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3945504" y="4621990"/>
            <a:ext cx="136525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1700" spc="-50">
                <a:latin typeface="Times New Roman"/>
                <a:cs typeface="Times New Roman"/>
              </a:rPr>
              <a:t>T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4289707" y="4334669"/>
            <a:ext cx="248285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1700" spc="45">
                <a:latin typeface="Times New Roman"/>
                <a:cs typeface="Times New Roman"/>
              </a:rPr>
              <a:t>pn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2521961" y="4477543"/>
            <a:ext cx="8763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1700" spc="-50">
                <a:latin typeface="Times New Roman"/>
                <a:cs typeface="Times New Roman"/>
              </a:rPr>
              <a:t>f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5342127" y="4334669"/>
            <a:ext cx="632460" cy="71437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94945">
              <a:lnSpc>
                <a:spcPct val="100000"/>
              </a:lnSpc>
              <a:spcBef>
                <a:spcPts val="130"/>
              </a:spcBef>
            </a:pPr>
            <a:r>
              <a:rPr dirty="0" sz="1700" spc="-50">
                <a:latin typeface="Times New Roman"/>
                <a:cs typeface="Times New Roman"/>
              </a:rPr>
              <a:t>1</a:t>
            </a:r>
            <a:endParaRPr sz="17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1305"/>
              </a:spcBef>
            </a:pPr>
            <a:r>
              <a:rPr dirty="0" baseline="30092" sz="1800">
                <a:latin typeface="Times New Roman"/>
                <a:cs typeface="Times New Roman"/>
              </a:rPr>
              <a:t>S</a:t>
            </a:r>
            <a:r>
              <a:rPr dirty="0" baseline="30092" sz="1800" spc="532">
                <a:latin typeface="Times New Roman"/>
                <a:cs typeface="Times New Roman"/>
              </a:rPr>
              <a:t> </a:t>
            </a:r>
            <a:r>
              <a:rPr dirty="0" sz="1700">
                <a:latin typeface="Symbol"/>
                <a:cs typeface="Symbol"/>
              </a:rPr>
              <a:t></a:t>
            </a:r>
            <a:r>
              <a:rPr dirty="0" sz="1700" spc="-90">
                <a:latin typeface="Times New Roman"/>
                <a:cs typeface="Times New Roman"/>
              </a:rPr>
              <a:t> </a:t>
            </a:r>
            <a:r>
              <a:rPr dirty="0" sz="1700" spc="-25">
                <a:latin typeface="Times New Roman"/>
                <a:cs typeface="Times New Roman"/>
              </a:rPr>
              <a:t>T</a:t>
            </a:r>
            <a:r>
              <a:rPr dirty="0" baseline="-20833" sz="1800" spc="-37">
                <a:latin typeface="Times New Roman"/>
                <a:cs typeface="Times New Roman"/>
              </a:rPr>
              <a:t>D</a:t>
            </a:r>
            <a:endParaRPr baseline="-20833" sz="1800">
              <a:latin typeface="Times New Roman"/>
              <a:cs typeface="Times New Roman"/>
            </a:endParaRPr>
          </a:p>
        </p:txBody>
      </p:sp>
      <p:sp>
        <p:nvSpPr>
          <p:cNvPr id="45" name="object 45" descr=""/>
          <p:cNvSpPr txBox="1"/>
          <p:nvPr/>
        </p:nvSpPr>
        <p:spPr>
          <a:xfrm>
            <a:off x="5035044" y="4477543"/>
            <a:ext cx="13589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1700" spc="-50">
                <a:latin typeface="Symbol"/>
                <a:cs typeface="Symbol"/>
              </a:rPr>
              <a:t></a:t>
            </a:r>
            <a:endParaRPr sz="1700">
              <a:latin typeface="Symbol"/>
              <a:cs typeface="Symbol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3821291" y="4759575"/>
            <a:ext cx="1169035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  <a:tabLst>
                <a:tab pos="240665" algn="l"/>
              </a:tabLst>
            </a:pPr>
            <a:r>
              <a:rPr dirty="0" sz="1700" spc="-50">
                <a:latin typeface="Times New Roman"/>
                <a:cs typeface="Times New Roman"/>
              </a:rPr>
              <a:t>(</a:t>
            </a:r>
            <a:r>
              <a:rPr dirty="0" sz="1700">
                <a:latin typeface="Times New Roman"/>
                <a:cs typeface="Times New Roman"/>
              </a:rPr>
              <a:t>	</a:t>
            </a:r>
            <a:r>
              <a:rPr dirty="0" baseline="30092" sz="1800">
                <a:latin typeface="Times New Roman"/>
                <a:cs typeface="Times New Roman"/>
              </a:rPr>
              <a:t>S</a:t>
            </a:r>
            <a:r>
              <a:rPr dirty="0" baseline="30092" sz="1800" spc="540">
                <a:latin typeface="Times New Roman"/>
                <a:cs typeface="Times New Roman"/>
              </a:rPr>
              <a:t> </a:t>
            </a:r>
            <a:r>
              <a:rPr dirty="0" sz="1700">
                <a:latin typeface="Symbol"/>
                <a:cs typeface="Symbol"/>
              </a:rPr>
              <a:t></a:t>
            </a:r>
            <a:r>
              <a:rPr dirty="0" sz="1700" spc="-85">
                <a:latin typeface="Times New Roman"/>
                <a:cs typeface="Times New Roman"/>
              </a:rPr>
              <a:t> </a:t>
            </a:r>
            <a:r>
              <a:rPr dirty="0" sz="1700" spc="-30">
                <a:latin typeface="Times New Roman"/>
                <a:cs typeface="Times New Roman"/>
              </a:rPr>
              <a:t>T</a:t>
            </a:r>
            <a:r>
              <a:rPr dirty="0" baseline="-20833" sz="1800" spc="-44">
                <a:latin typeface="Times New Roman"/>
                <a:cs typeface="Times New Roman"/>
              </a:rPr>
              <a:t>D</a:t>
            </a:r>
            <a:r>
              <a:rPr dirty="0" baseline="-20833" sz="1800" spc="-142">
                <a:latin typeface="Times New Roman"/>
                <a:cs typeface="Times New Roman"/>
              </a:rPr>
              <a:t> </a:t>
            </a:r>
            <a:r>
              <a:rPr dirty="0" sz="1700" spc="-25">
                <a:latin typeface="Times New Roman"/>
                <a:cs typeface="Times New Roman"/>
              </a:rPr>
              <a:t>)pn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3652839" y="4477543"/>
            <a:ext cx="13589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1700" spc="-50">
                <a:latin typeface="Symbol"/>
                <a:cs typeface="Symbol"/>
              </a:rPr>
              <a:t></a:t>
            </a:r>
            <a:endParaRPr sz="170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53605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34809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15" b="1">
                <a:solidFill>
                  <a:srgbClr val="40458B"/>
                </a:solidFill>
                <a:latin typeface="宋体"/>
                <a:cs typeface="宋体"/>
              </a:rPr>
              <a:t>92/81</a:t>
            </a:r>
            <a:endParaRPr baseline="1736" sz="2400">
              <a:latin typeface="宋体"/>
              <a:cs typeface="宋体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19062" y="188976"/>
            <a:ext cx="1437005" cy="274955"/>
            <a:chOff x="119062" y="188976"/>
            <a:chExt cx="1437005" cy="274955"/>
          </a:xfrm>
        </p:grpSpPr>
        <p:sp>
          <p:nvSpPr>
            <p:cNvPr id="4" name="object 4" descr=""/>
            <p:cNvSpPr/>
            <p:nvPr/>
          </p:nvSpPr>
          <p:spPr>
            <a:xfrm>
              <a:off x="119062" y="188976"/>
              <a:ext cx="499745" cy="274955"/>
            </a:xfrm>
            <a:custGeom>
              <a:avLst/>
              <a:gdLst/>
              <a:ahLst/>
              <a:cxnLst/>
              <a:rect l="l" t="t" r="r" b="b"/>
              <a:pathLst>
                <a:path w="499745" h="274955">
                  <a:moveTo>
                    <a:pt x="119837" y="0"/>
                  </a:moveTo>
                  <a:lnTo>
                    <a:pt x="4993" y="41528"/>
                  </a:lnTo>
                  <a:lnTo>
                    <a:pt x="264655" y="135508"/>
                  </a:lnTo>
                  <a:lnTo>
                    <a:pt x="0" y="231266"/>
                  </a:lnTo>
                  <a:lnTo>
                    <a:pt x="119837" y="274574"/>
                  </a:lnTo>
                  <a:lnTo>
                    <a:pt x="499338" y="137287"/>
                  </a:lnTo>
                  <a:lnTo>
                    <a:pt x="119837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85546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9621" y="0"/>
                  </a:moveTo>
                  <a:lnTo>
                    <a:pt x="4991" y="41528"/>
                  </a:lnTo>
                  <a:lnTo>
                    <a:pt x="264147" y="135508"/>
                  </a:lnTo>
                  <a:lnTo>
                    <a:pt x="0" y="231266"/>
                  </a:lnTo>
                  <a:lnTo>
                    <a:pt x="119621" y="274574"/>
                  </a:lnTo>
                  <a:lnTo>
                    <a:pt x="497141" y="137287"/>
                  </a:lnTo>
                  <a:lnTo>
                    <a:pt x="119621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058608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8363" y="0"/>
                  </a:moveTo>
                  <a:lnTo>
                    <a:pt x="4978" y="41528"/>
                  </a:lnTo>
                  <a:lnTo>
                    <a:pt x="264096" y="135508"/>
                  </a:lnTo>
                  <a:lnTo>
                    <a:pt x="0" y="231266"/>
                  </a:lnTo>
                  <a:lnTo>
                    <a:pt x="118363" y="274574"/>
                  </a:lnTo>
                  <a:lnTo>
                    <a:pt x="497141" y="137287"/>
                  </a:lnTo>
                  <a:lnTo>
                    <a:pt x="118363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23315" algn="l"/>
                <a:tab pos="1885314" algn="l"/>
                <a:tab pos="7600315" algn="l"/>
              </a:tabLst>
            </a:pPr>
            <a:r>
              <a:rPr dirty="0"/>
              <a:t>	</a:t>
            </a:r>
            <a:r>
              <a:rPr dirty="0" spc="-25"/>
              <a:t>8.5</a:t>
            </a:r>
            <a:r>
              <a:rPr dirty="0"/>
              <a:t>	通道处理</a:t>
            </a:r>
            <a:r>
              <a:rPr dirty="0" spc="-50"/>
              <a:t>机</a:t>
            </a:r>
            <a:r>
              <a:rPr dirty="0"/>
              <a:t>	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1394205" y="2796667"/>
            <a:ext cx="635190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5"/>
              </a:spcBef>
              <a:buSzPct val="88636"/>
              <a:buFont typeface="Wingdings"/>
              <a:buChar char=""/>
              <a:tabLst>
                <a:tab pos="469265" algn="l"/>
              </a:tabLst>
            </a:pP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各种通道的实际流量应该</a:t>
            </a:r>
            <a:r>
              <a:rPr dirty="0" sz="2200" spc="-30">
                <a:solidFill>
                  <a:srgbClr val="D50092"/>
                </a:solidFill>
                <a:latin typeface="黑体"/>
                <a:cs typeface="黑体"/>
              </a:rPr>
              <a:t>不大于</a:t>
            </a: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通道的最大流量</a:t>
            </a:r>
            <a:endParaRPr sz="2200">
              <a:latin typeface="黑体"/>
              <a:cs typeface="黑体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340866" y="5013858"/>
            <a:ext cx="5247005" cy="878840"/>
          </a:xfrm>
          <a:prstGeom prst="rect">
            <a:avLst/>
          </a:prstGeom>
        </p:spPr>
        <p:txBody>
          <a:bodyPr wrap="square" lIns="0" tIns="133985" rIns="0" bIns="0" rtlCol="0" vert="horz">
            <a:spAutoFit/>
          </a:bodyPr>
          <a:lstStyle/>
          <a:p>
            <a:pPr marL="372110" indent="-359410">
              <a:lnSpc>
                <a:spcPct val="100000"/>
              </a:lnSpc>
              <a:spcBef>
                <a:spcPts val="1055"/>
              </a:spcBef>
              <a:buClr>
                <a:srgbClr val="4668F5"/>
              </a:buClr>
              <a:buSzPct val="60000"/>
              <a:buFont typeface="Wingdings"/>
              <a:buChar char=""/>
              <a:tabLst>
                <a:tab pos="372110" algn="l"/>
              </a:tabLst>
            </a:pPr>
            <a:r>
              <a:rPr dirty="0" sz="2000" spc="-25" b="1">
                <a:solidFill>
                  <a:srgbClr val="FF5CFF"/>
                </a:solidFill>
                <a:latin typeface="宋体"/>
                <a:cs typeface="宋体"/>
              </a:rPr>
              <a:t>两边的差值越小，通道的利用率就越高。</a:t>
            </a:r>
            <a:endParaRPr sz="2000">
              <a:latin typeface="宋体"/>
              <a:cs typeface="宋体"/>
            </a:endParaRPr>
          </a:p>
          <a:p>
            <a:pPr marL="372110" indent="-359410">
              <a:lnSpc>
                <a:spcPct val="100000"/>
              </a:lnSpc>
              <a:spcBef>
                <a:spcPts val="960"/>
              </a:spcBef>
              <a:buClr>
                <a:srgbClr val="4668F5"/>
              </a:buClr>
              <a:buSzPct val="60000"/>
              <a:buFont typeface="Wingdings"/>
              <a:buChar char=""/>
              <a:tabLst>
                <a:tab pos="372110" algn="l"/>
              </a:tabLst>
            </a:pPr>
            <a:r>
              <a:rPr dirty="0" sz="2000" spc="-25" b="1">
                <a:solidFill>
                  <a:srgbClr val="FF5CFF"/>
                </a:solidFill>
                <a:latin typeface="宋体"/>
                <a:cs typeface="宋体"/>
              </a:rPr>
              <a:t>当两边相等时，通道处于满负荷工作状态。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2195576" y="1855851"/>
            <a:ext cx="1656080" cy="669925"/>
          </a:xfrm>
          <a:custGeom>
            <a:avLst/>
            <a:gdLst/>
            <a:ahLst/>
            <a:cxnLst/>
            <a:rect l="l" t="t" r="r" b="b"/>
            <a:pathLst>
              <a:path w="1656079" h="669925">
                <a:moveTo>
                  <a:pt x="1655699" y="0"/>
                </a:moveTo>
                <a:lnTo>
                  <a:pt x="0" y="0"/>
                </a:lnTo>
                <a:lnTo>
                  <a:pt x="0" y="669925"/>
                </a:lnTo>
                <a:lnTo>
                  <a:pt x="1655699" y="669925"/>
                </a:lnTo>
                <a:lnTo>
                  <a:pt x="1655699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3361194" y="1864927"/>
            <a:ext cx="101600" cy="2343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1350" spc="-50">
                <a:latin typeface="Times New Roman"/>
                <a:cs typeface="Times New Roman"/>
              </a:rPr>
              <a:t>p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3289980" y="2276681"/>
            <a:ext cx="255270" cy="2343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1350" spc="-25">
                <a:latin typeface="Times New Roman"/>
                <a:cs typeface="Times New Roman"/>
              </a:rPr>
              <a:t>i</a:t>
            </a:r>
            <a:r>
              <a:rPr dirty="0" sz="1350" spc="-25">
                <a:latin typeface="Symbol"/>
                <a:cs typeface="Symbol"/>
              </a:rPr>
              <a:t></a:t>
            </a:r>
            <a:r>
              <a:rPr dirty="0" sz="1350" spc="-25">
                <a:latin typeface="Times New Roman"/>
                <a:cs typeface="Times New Roman"/>
              </a:rPr>
              <a:t>1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211719" y="2042545"/>
            <a:ext cx="1617345" cy="3232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dirty="0" sz="1950">
                <a:latin typeface="Times New Roman"/>
                <a:cs typeface="Times New Roman"/>
              </a:rPr>
              <a:t>f</a:t>
            </a:r>
            <a:r>
              <a:rPr dirty="0" baseline="-20576" sz="2025">
                <a:latin typeface="Times New Roman"/>
                <a:cs typeface="Times New Roman"/>
              </a:rPr>
              <a:t>BLOCK</a:t>
            </a:r>
            <a:r>
              <a:rPr dirty="0" baseline="-20576" sz="2025" spc="457">
                <a:latin typeface="Times New Roman"/>
                <a:cs typeface="Times New Roman"/>
              </a:rPr>
              <a:t> </a:t>
            </a:r>
            <a:r>
              <a:rPr dirty="0" sz="1950">
                <a:latin typeface="Symbol"/>
                <a:cs typeface="Symbol"/>
              </a:rPr>
              <a:t></a:t>
            </a:r>
            <a:r>
              <a:rPr dirty="0" sz="1950" spc="-5">
                <a:latin typeface="Times New Roman"/>
                <a:cs typeface="Times New Roman"/>
              </a:rPr>
              <a:t> </a:t>
            </a:r>
            <a:r>
              <a:rPr dirty="0" sz="1950" spc="-65">
                <a:latin typeface="Times New Roman"/>
                <a:cs typeface="Times New Roman"/>
              </a:rPr>
              <a:t>max</a:t>
            </a:r>
            <a:r>
              <a:rPr dirty="0" sz="1950" spc="-10">
                <a:latin typeface="Times New Roman"/>
                <a:cs typeface="Times New Roman"/>
              </a:rPr>
              <a:t> </a:t>
            </a:r>
            <a:r>
              <a:rPr dirty="0" sz="1950" spc="-25">
                <a:latin typeface="Times New Roman"/>
                <a:cs typeface="Times New Roman"/>
              </a:rPr>
              <a:t>f</a:t>
            </a:r>
            <a:r>
              <a:rPr dirty="0" baseline="-20576" sz="2025" spc="-37">
                <a:latin typeface="Times New Roman"/>
                <a:cs typeface="Times New Roman"/>
              </a:rPr>
              <a:t>i</a:t>
            </a:r>
            <a:endParaRPr baseline="-20576" sz="2025">
              <a:latin typeface="Times New Roman"/>
              <a:cs typeface="Times New Roman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4614926" y="1855787"/>
            <a:ext cx="1729105" cy="684530"/>
          </a:xfrm>
          <a:custGeom>
            <a:avLst/>
            <a:gdLst/>
            <a:ahLst/>
            <a:cxnLst/>
            <a:rect l="l" t="t" r="r" b="b"/>
            <a:pathLst>
              <a:path w="1729104" h="684530">
                <a:moveTo>
                  <a:pt x="1728724" y="0"/>
                </a:moveTo>
                <a:lnTo>
                  <a:pt x="0" y="0"/>
                </a:lnTo>
                <a:lnTo>
                  <a:pt x="0" y="684212"/>
                </a:lnTo>
                <a:lnTo>
                  <a:pt x="1728724" y="684212"/>
                </a:lnTo>
                <a:lnTo>
                  <a:pt x="1728724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5860487" y="1865923"/>
            <a:ext cx="10350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400" spc="-50">
                <a:latin typeface="Times New Roman"/>
                <a:cs typeface="Times New Roman"/>
              </a:rPr>
              <a:t>p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5787126" y="2285866"/>
            <a:ext cx="262890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400" spc="-25">
                <a:latin typeface="Times New Roman"/>
                <a:cs typeface="Times New Roman"/>
              </a:rPr>
              <a:t>i</a:t>
            </a:r>
            <a:r>
              <a:rPr dirty="0" sz="1400" spc="-25">
                <a:latin typeface="Symbol"/>
                <a:cs typeface="Symbol"/>
              </a:rPr>
              <a:t></a:t>
            </a:r>
            <a:r>
              <a:rPr dirty="0" sz="1400" spc="-25">
                <a:latin typeface="Times New Roman"/>
                <a:cs typeface="Times New Roman"/>
              </a:rPr>
              <a:t>1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4632436" y="2109969"/>
            <a:ext cx="1709420" cy="329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dirty="0" baseline="13888" sz="3000">
                <a:latin typeface="Times New Roman"/>
                <a:cs typeface="Times New Roman"/>
              </a:rPr>
              <a:t>f</a:t>
            </a:r>
            <a:r>
              <a:rPr dirty="0" sz="1400">
                <a:latin typeface="Times New Roman"/>
                <a:cs typeface="Times New Roman"/>
              </a:rPr>
              <a:t>SELECT</a:t>
            </a:r>
            <a:r>
              <a:rPr dirty="0" sz="1400" spc="270">
                <a:latin typeface="Times New Roman"/>
                <a:cs typeface="Times New Roman"/>
              </a:rPr>
              <a:t> </a:t>
            </a:r>
            <a:r>
              <a:rPr dirty="0" baseline="13888" sz="3000">
                <a:latin typeface="Symbol"/>
                <a:cs typeface="Symbol"/>
              </a:rPr>
              <a:t></a:t>
            </a:r>
            <a:r>
              <a:rPr dirty="0" baseline="13888" sz="3000" spc="-7">
                <a:latin typeface="Times New Roman"/>
                <a:cs typeface="Times New Roman"/>
              </a:rPr>
              <a:t> </a:t>
            </a:r>
            <a:r>
              <a:rPr dirty="0" baseline="13888" sz="3000" spc="-89">
                <a:latin typeface="Times New Roman"/>
                <a:cs typeface="Times New Roman"/>
              </a:rPr>
              <a:t>max</a:t>
            </a:r>
            <a:r>
              <a:rPr dirty="0" baseline="13888" sz="3000" spc="-7">
                <a:latin typeface="Times New Roman"/>
                <a:cs typeface="Times New Roman"/>
              </a:rPr>
              <a:t> </a:t>
            </a:r>
            <a:r>
              <a:rPr dirty="0" baseline="13888" sz="3000" spc="-37">
                <a:latin typeface="Times New Roman"/>
                <a:cs typeface="Times New Roman"/>
              </a:rPr>
              <a:t>f</a:t>
            </a:r>
            <a:r>
              <a:rPr dirty="0" sz="1400" spc="-25">
                <a:latin typeface="Times New Roman"/>
                <a:cs typeface="Times New Roman"/>
              </a:rPr>
              <a:t>i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3348101" y="3270250"/>
            <a:ext cx="2447925" cy="454025"/>
          </a:xfrm>
          <a:prstGeom prst="rect">
            <a:avLst/>
          </a:prstGeom>
          <a:solidFill>
            <a:srgbClr val="EAEAEA"/>
          </a:solidFill>
        </p:spPr>
        <p:txBody>
          <a:bodyPr wrap="square" lIns="0" tIns="80010" rIns="0" bIns="0" rtlCol="0" vert="horz">
            <a:spAutoFit/>
          </a:bodyPr>
          <a:lstStyle/>
          <a:p>
            <a:pPr marL="50165">
              <a:lnSpc>
                <a:spcPct val="100000"/>
              </a:lnSpc>
              <a:spcBef>
                <a:spcPts val="630"/>
              </a:spcBef>
            </a:pPr>
            <a:r>
              <a:rPr dirty="0" baseline="14184" sz="3525">
                <a:latin typeface="Times New Roman"/>
                <a:cs typeface="Times New Roman"/>
              </a:rPr>
              <a:t>f</a:t>
            </a:r>
            <a:r>
              <a:rPr dirty="0" sz="1650">
                <a:latin typeface="Times New Roman"/>
                <a:cs typeface="Times New Roman"/>
              </a:rPr>
              <a:t>BYTE</a:t>
            </a:r>
            <a:r>
              <a:rPr dirty="0" sz="1650" spc="490">
                <a:latin typeface="Times New Roman"/>
                <a:cs typeface="Times New Roman"/>
              </a:rPr>
              <a:t> </a:t>
            </a:r>
            <a:r>
              <a:rPr dirty="0" baseline="14184" sz="3525" spc="89">
                <a:latin typeface="Symbol"/>
                <a:cs typeface="Symbol"/>
              </a:rPr>
              <a:t></a:t>
            </a:r>
            <a:r>
              <a:rPr dirty="0" baseline="14184" sz="3525" spc="-142">
                <a:latin typeface="Times New Roman"/>
                <a:cs typeface="Times New Roman"/>
              </a:rPr>
              <a:t> </a:t>
            </a:r>
            <a:r>
              <a:rPr dirty="0" baseline="14184" sz="3525" spc="-15">
                <a:latin typeface="Times New Roman"/>
                <a:cs typeface="Times New Roman"/>
              </a:rPr>
              <a:t>f</a:t>
            </a:r>
            <a:r>
              <a:rPr dirty="0" sz="1650" spc="-10">
                <a:latin typeface="Times New Roman"/>
                <a:cs typeface="Times New Roman"/>
              </a:rPr>
              <a:t>MAX</a:t>
            </a:r>
            <a:r>
              <a:rPr dirty="0" sz="1650" spc="-10">
                <a:latin typeface="Symbol"/>
                <a:cs typeface="Symbol"/>
              </a:rPr>
              <a:t></a:t>
            </a:r>
            <a:r>
              <a:rPr dirty="0" sz="1650" spc="-10">
                <a:latin typeface="Times New Roman"/>
                <a:cs typeface="Times New Roman"/>
              </a:rPr>
              <a:t>BYTE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3348101" y="3875151"/>
            <a:ext cx="2447925" cy="396875"/>
          </a:xfrm>
          <a:prstGeom prst="rect">
            <a:avLst/>
          </a:prstGeom>
          <a:solidFill>
            <a:srgbClr val="EAEAEA"/>
          </a:solidFill>
        </p:spPr>
        <p:txBody>
          <a:bodyPr wrap="square" lIns="0" tIns="70485" rIns="0" bIns="0" rtlCol="0" vert="horz">
            <a:spAutoFit/>
          </a:bodyPr>
          <a:lstStyle/>
          <a:p>
            <a:pPr marL="45085">
              <a:lnSpc>
                <a:spcPct val="100000"/>
              </a:lnSpc>
              <a:spcBef>
                <a:spcPts val="555"/>
              </a:spcBef>
            </a:pPr>
            <a:r>
              <a:rPr dirty="0" baseline="13550" sz="3075">
                <a:latin typeface="Times New Roman"/>
                <a:cs typeface="Times New Roman"/>
              </a:rPr>
              <a:t>f</a:t>
            </a:r>
            <a:r>
              <a:rPr dirty="0" sz="1450">
                <a:latin typeface="Times New Roman"/>
                <a:cs typeface="Times New Roman"/>
              </a:rPr>
              <a:t>BLOCK</a:t>
            </a:r>
            <a:r>
              <a:rPr dirty="0" sz="1450" spc="425">
                <a:latin typeface="Times New Roman"/>
                <a:cs typeface="Times New Roman"/>
              </a:rPr>
              <a:t> </a:t>
            </a:r>
            <a:r>
              <a:rPr dirty="0" baseline="13550" sz="3075" spc="97">
                <a:latin typeface="Symbol"/>
                <a:cs typeface="Symbol"/>
              </a:rPr>
              <a:t></a:t>
            </a:r>
            <a:r>
              <a:rPr dirty="0" baseline="13550" sz="3075" spc="44">
                <a:latin typeface="Times New Roman"/>
                <a:cs typeface="Times New Roman"/>
              </a:rPr>
              <a:t> </a:t>
            </a:r>
            <a:r>
              <a:rPr dirty="0" baseline="13550" sz="3075" spc="60">
                <a:latin typeface="Times New Roman"/>
                <a:cs typeface="Times New Roman"/>
              </a:rPr>
              <a:t>f</a:t>
            </a:r>
            <a:r>
              <a:rPr dirty="0" sz="1450" spc="40">
                <a:latin typeface="Times New Roman"/>
                <a:cs typeface="Times New Roman"/>
              </a:rPr>
              <a:t>MAX</a:t>
            </a:r>
            <a:r>
              <a:rPr dirty="0" sz="1450" spc="40">
                <a:latin typeface="Symbol"/>
                <a:cs typeface="Symbol"/>
              </a:rPr>
              <a:t></a:t>
            </a:r>
            <a:r>
              <a:rPr dirty="0" sz="1450" spc="40">
                <a:latin typeface="Times New Roman"/>
                <a:cs typeface="Times New Roman"/>
              </a:rPr>
              <a:t>BLOCK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3348101" y="4546600"/>
            <a:ext cx="2519680" cy="396875"/>
          </a:xfrm>
          <a:prstGeom prst="rect">
            <a:avLst/>
          </a:prstGeom>
          <a:solidFill>
            <a:srgbClr val="EAEAEA"/>
          </a:solidFill>
        </p:spPr>
        <p:txBody>
          <a:bodyPr wrap="square" lIns="0" tIns="70485" rIns="0" bIns="0" rtlCol="0" vert="horz">
            <a:spAutoFit/>
          </a:bodyPr>
          <a:lstStyle/>
          <a:p>
            <a:pPr marL="44450">
              <a:lnSpc>
                <a:spcPct val="100000"/>
              </a:lnSpc>
              <a:spcBef>
                <a:spcPts val="555"/>
              </a:spcBef>
            </a:pPr>
            <a:r>
              <a:rPr dirty="0" baseline="13550" sz="3075">
                <a:latin typeface="Times New Roman"/>
                <a:cs typeface="Times New Roman"/>
              </a:rPr>
              <a:t>f</a:t>
            </a:r>
            <a:r>
              <a:rPr dirty="0" sz="1450">
                <a:latin typeface="Times New Roman"/>
                <a:cs typeface="Times New Roman"/>
              </a:rPr>
              <a:t>SELECT</a:t>
            </a:r>
            <a:r>
              <a:rPr dirty="0" sz="1450" spc="355">
                <a:latin typeface="Times New Roman"/>
                <a:cs typeface="Times New Roman"/>
              </a:rPr>
              <a:t> </a:t>
            </a:r>
            <a:r>
              <a:rPr dirty="0" baseline="13550" sz="3075" spc="97">
                <a:latin typeface="Symbol"/>
                <a:cs typeface="Symbol"/>
              </a:rPr>
              <a:t></a:t>
            </a:r>
            <a:r>
              <a:rPr dirty="0" baseline="13550" sz="3075" spc="15">
                <a:latin typeface="Times New Roman"/>
                <a:cs typeface="Times New Roman"/>
              </a:rPr>
              <a:t> </a:t>
            </a:r>
            <a:r>
              <a:rPr dirty="0" baseline="13550" sz="3075" spc="-15">
                <a:latin typeface="Times New Roman"/>
                <a:cs typeface="Times New Roman"/>
              </a:rPr>
              <a:t>f</a:t>
            </a:r>
            <a:r>
              <a:rPr dirty="0" sz="1450" spc="-10">
                <a:latin typeface="Times New Roman"/>
                <a:cs typeface="Times New Roman"/>
              </a:rPr>
              <a:t>MAX</a:t>
            </a:r>
            <a:r>
              <a:rPr dirty="0" sz="1450" spc="-10">
                <a:latin typeface="Symbol"/>
                <a:cs typeface="Symbol"/>
              </a:rPr>
              <a:t></a:t>
            </a:r>
            <a:r>
              <a:rPr dirty="0" sz="1450" spc="-10">
                <a:latin typeface="Times New Roman"/>
                <a:cs typeface="Times New Roman"/>
              </a:rPr>
              <a:t>SELECT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761491" y="800811"/>
            <a:ext cx="7686675" cy="757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354965" algn="l"/>
              </a:tabLst>
            </a:pPr>
            <a:r>
              <a:rPr dirty="0" sz="2400" spc="-10">
                <a:solidFill>
                  <a:srgbClr val="40458B"/>
                </a:solidFill>
                <a:latin typeface="黑体"/>
                <a:cs typeface="黑体"/>
              </a:rPr>
              <a:t>选择通道和数组多路通道的</a:t>
            </a:r>
            <a:r>
              <a:rPr dirty="0" sz="2400" spc="-10">
                <a:solidFill>
                  <a:srgbClr val="FF0000"/>
                </a:solidFill>
                <a:latin typeface="黑体"/>
                <a:cs typeface="黑体"/>
              </a:rPr>
              <a:t>实际流量</a:t>
            </a:r>
            <a:r>
              <a:rPr dirty="0" sz="2400" spc="-10">
                <a:solidFill>
                  <a:srgbClr val="40458B"/>
                </a:solidFill>
                <a:latin typeface="黑体"/>
                <a:cs typeface="黑体"/>
              </a:rPr>
              <a:t>就是连接在这个通</a:t>
            </a:r>
            <a:endParaRPr sz="2400">
              <a:latin typeface="黑体"/>
              <a:cs typeface="黑体"/>
            </a:endParaRPr>
          </a:p>
          <a:p>
            <a:pPr marL="354965">
              <a:lnSpc>
                <a:spcPct val="100000"/>
              </a:lnSpc>
              <a:spcBef>
                <a:spcPts val="5"/>
              </a:spcBef>
            </a:pPr>
            <a:r>
              <a:rPr dirty="0" sz="2400" spc="-5">
                <a:solidFill>
                  <a:srgbClr val="40458B"/>
                </a:solidFill>
                <a:latin typeface="黑体"/>
                <a:cs typeface="黑体"/>
              </a:rPr>
              <a:t>道上的所有设备中数据流量最大的那一个 。</a:t>
            </a:r>
            <a:endParaRPr sz="24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53605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34809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15" b="1">
                <a:solidFill>
                  <a:srgbClr val="40458B"/>
                </a:solidFill>
                <a:latin typeface="宋体"/>
                <a:cs typeface="宋体"/>
              </a:rPr>
              <a:t>93/81</a:t>
            </a:r>
            <a:endParaRPr baseline="1736" sz="2400">
              <a:latin typeface="宋体"/>
              <a:cs typeface="宋体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93444" y="1482039"/>
            <a:ext cx="3992879" cy="422909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none" sz="2600" spc="-20">
                <a:solidFill>
                  <a:srgbClr val="000000"/>
                </a:solidFill>
                <a:latin typeface="微软雅黑"/>
                <a:cs typeface="微软雅黑"/>
              </a:rPr>
              <a:t>通道处理机的核心目标是？</a:t>
            </a:r>
            <a:endParaRPr sz="2600">
              <a:latin typeface="微软雅黑"/>
              <a:cs typeface="微软雅黑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907794" y="2883788"/>
            <a:ext cx="2350135" cy="4222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00">
                <a:latin typeface="微软雅黑"/>
                <a:cs typeface="微软雅黑"/>
              </a:rPr>
              <a:t>提高CPU</a:t>
            </a:r>
            <a:r>
              <a:rPr dirty="0" sz="2600" spc="-20">
                <a:latin typeface="微软雅黑"/>
                <a:cs typeface="微软雅黑"/>
              </a:rPr>
              <a:t>的主频</a:t>
            </a:r>
            <a:endParaRPr sz="2600">
              <a:latin typeface="微软雅黑"/>
              <a:cs typeface="微软雅黑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006854" y="3741165"/>
            <a:ext cx="2340610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spc="-10">
                <a:latin typeface="微软雅黑"/>
                <a:cs typeface="微软雅黑"/>
              </a:rPr>
              <a:t>增加内存的容量</a:t>
            </a:r>
            <a:endParaRPr sz="2600">
              <a:latin typeface="微软雅黑"/>
              <a:cs typeface="微软雅黑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907794" y="4598670"/>
            <a:ext cx="5168900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>
                <a:latin typeface="微软雅黑"/>
                <a:cs typeface="微软雅黑"/>
              </a:rPr>
              <a:t>实现CPU与I/O</a:t>
            </a:r>
            <a:r>
              <a:rPr dirty="0" sz="2600" spc="-20">
                <a:latin typeface="微软雅黑"/>
                <a:cs typeface="微软雅黑"/>
              </a:rPr>
              <a:t>设备之间的并行操作</a:t>
            </a:r>
            <a:endParaRPr sz="2600">
              <a:latin typeface="微软雅黑"/>
              <a:cs typeface="微软雅黑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907794" y="5456021"/>
            <a:ext cx="3002280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spc="-10">
                <a:latin typeface="微软雅黑"/>
                <a:cs typeface="微软雅黑"/>
              </a:rPr>
              <a:t>替代操作系统的功能</a:t>
            </a:r>
            <a:endParaRPr sz="2600">
              <a:latin typeface="微软雅黑"/>
              <a:cs typeface="微软雅黑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1108075" y="2843276"/>
            <a:ext cx="527050" cy="527050"/>
            <a:chOff x="1108075" y="2843276"/>
            <a:chExt cx="527050" cy="527050"/>
          </a:xfrm>
        </p:grpSpPr>
        <p:sp>
          <p:nvSpPr>
            <p:cNvPr id="10" name="object 10" descr=""/>
            <p:cNvSpPr/>
            <p:nvPr/>
          </p:nvSpPr>
          <p:spPr>
            <a:xfrm>
              <a:off x="1114425" y="284962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57175" y="0"/>
                  </a:moveTo>
                  <a:lnTo>
                    <a:pt x="210946" y="4140"/>
                  </a:lnTo>
                  <a:lnTo>
                    <a:pt x="167437" y="16080"/>
                  </a:lnTo>
                  <a:lnTo>
                    <a:pt x="127372" y="35094"/>
                  </a:lnTo>
                  <a:lnTo>
                    <a:pt x="91479" y="60458"/>
                  </a:lnTo>
                  <a:lnTo>
                    <a:pt x="60483" y="91447"/>
                  </a:lnTo>
                  <a:lnTo>
                    <a:pt x="35111" y="127338"/>
                  </a:lnTo>
                  <a:lnTo>
                    <a:pt x="16089" y="167406"/>
                  </a:lnTo>
                  <a:lnTo>
                    <a:pt x="4143" y="210926"/>
                  </a:lnTo>
                  <a:lnTo>
                    <a:pt x="0" y="257175"/>
                  </a:lnTo>
                  <a:lnTo>
                    <a:pt x="4143" y="303389"/>
                  </a:lnTo>
                  <a:lnTo>
                    <a:pt x="16089" y="346892"/>
                  </a:lnTo>
                  <a:lnTo>
                    <a:pt x="35111" y="386954"/>
                  </a:lnTo>
                  <a:lnTo>
                    <a:pt x="60483" y="422849"/>
                  </a:lnTo>
                  <a:lnTo>
                    <a:pt x="91479" y="453849"/>
                  </a:lnTo>
                  <a:lnTo>
                    <a:pt x="127372" y="479227"/>
                  </a:lnTo>
                  <a:lnTo>
                    <a:pt x="167437" y="498254"/>
                  </a:lnTo>
                  <a:lnTo>
                    <a:pt x="210946" y="510204"/>
                  </a:lnTo>
                  <a:lnTo>
                    <a:pt x="257175" y="514350"/>
                  </a:lnTo>
                  <a:lnTo>
                    <a:pt x="303389" y="510204"/>
                  </a:lnTo>
                  <a:lnTo>
                    <a:pt x="346892" y="498254"/>
                  </a:lnTo>
                  <a:lnTo>
                    <a:pt x="386954" y="479227"/>
                  </a:lnTo>
                  <a:lnTo>
                    <a:pt x="422849" y="453849"/>
                  </a:lnTo>
                  <a:lnTo>
                    <a:pt x="453849" y="422849"/>
                  </a:lnTo>
                  <a:lnTo>
                    <a:pt x="479227" y="386954"/>
                  </a:lnTo>
                  <a:lnTo>
                    <a:pt x="498254" y="346892"/>
                  </a:lnTo>
                  <a:lnTo>
                    <a:pt x="510204" y="303389"/>
                  </a:lnTo>
                  <a:lnTo>
                    <a:pt x="514350" y="257175"/>
                  </a:lnTo>
                  <a:lnTo>
                    <a:pt x="510204" y="210926"/>
                  </a:lnTo>
                  <a:lnTo>
                    <a:pt x="498254" y="167406"/>
                  </a:lnTo>
                  <a:lnTo>
                    <a:pt x="479227" y="127338"/>
                  </a:lnTo>
                  <a:lnTo>
                    <a:pt x="453849" y="91447"/>
                  </a:lnTo>
                  <a:lnTo>
                    <a:pt x="422849" y="60458"/>
                  </a:lnTo>
                  <a:lnTo>
                    <a:pt x="386954" y="35094"/>
                  </a:lnTo>
                  <a:lnTo>
                    <a:pt x="346892" y="16080"/>
                  </a:lnTo>
                  <a:lnTo>
                    <a:pt x="303389" y="4140"/>
                  </a:lnTo>
                  <a:lnTo>
                    <a:pt x="257175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114425" y="284962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257175"/>
                  </a:moveTo>
                  <a:lnTo>
                    <a:pt x="4143" y="210926"/>
                  </a:lnTo>
                  <a:lnTo>
                    <a:pt x="16089" y="167406"/>
                  </a:lnTo>
                  <a:lnTo>
                    <a:pt x="35111" y="127338"/>
                  </a:lnTo>
                  <a:lnTo>
                    <a:pt x="60483" y="91447"/>
                  </a:lnTo>
                  <a:lnTo>
                    <a:pt x="91479" y="60458"/>
                  </a:lnTo>
                  <a:lnTo>
                    <a:pt x="127372" y="35094"/>
                  </a:lnTo>
                  <a:lnTo>
                    <a:pt x="167437" y="16080"/>
                  </a:lnTo>
                  <a:lnTo>
                    <a:pt x="210946" y="4140"/>
                  </a:lnTo>
                  <a:lnTo>
                    <a:pt x="257175" y="0"/>
                  </a:lnTo>
                  <a:lnTo>
                    <a:pt x="303389" y="4140"/>
                  </a:lnTo>
                  <a:lnTo>
                    <a:pt x="346892" y="16080"/>
                  </a:lnTo>
                  <a:lnTo>
                    <a:pt x="386954" y="35094"/>
                  </a:lnTo>
                  <a:lnTo>
                    <a:pt x="422849" y="60458"/>
                  </a:lnTo>
                  <a:lnTo>
                    <a:pt x="453849" y="91447"/>
                  </a:lnTo>
                  <a:lnTo>
                    <a:pt x="479227" y="127338"/>
                  </a:lnTo>
                  <a:lnTo>
                    <a:pt x="498254" y="167406"/>
                  </a:lnTo>
                  <a:lnTo>
                    <a:pt x="510204" y="210926"/>
                  </a:lnTo>
                  <a:lnTo>
                    <a:pt x="514350" y="257175"/>
                  </a:lnTo>
                  <a:lnTo>
                    <a:pt x="510204" y="303389"/>
                  </a:lnTo>
                  <a:lnTo>
                    <a:pt x="498254" y="346892"/>
                  </a:lnTo>
                  <a:lnTo>
                    <a:pt x="479227" y="386954"/>
                  </a:lnTo>
                  <a:lnTo>
                    <a:pt x="453849" y="422849"/>
                  </a:lnTo>
                  <a:lnTo>
                    <a:pt x="422849" y="453849"/>
                  </a:lnTo>
                  <a:lnTo>
                    <a:pt x="386954" y="479227"/>
                  </a:lnTo>
                  <a:lnTo>
                    <a:pt x="346892" y="498254"/>
                  </a:lnTo>
                  <a:lnTo>
                    <a:pt x="303389" y="510204"/>
                  </a:lnTo>
                  <a:lnTo>
                    <a:pt x="257175" y="514350"/>
                  </a:lnTo>
                  <a:lnTo>
                    <a:pt x="210946" y="510204"/>
                  </a:lnTo>
                  <a:lnTo>
                    <a:pt x="167437" y="498254"/>
                  </a:lnTo>
                  <a:lnTo>
                    <a:pt x="127372" y="479227"/>
                  </a:lnTo>
                  <a:lnTo>
                    <a:pt x="91479" y="453849"/>
                  </a:lnTo>
                  <a:lnTo>
                    <a:pt x="60483" y="422849"/>
                  </a:lnTo>
                  <a:lnTo>
                    <a:pt x="35111" y="386954"/>
                  </a:lnTo>
                  <a:lnTo>
                    <a:pt x="16089" y="346892"/>
                  </a:lnTo>
                  <a:lnTo>
                    <a:pt x="4143" y="303389"/>
                  </a:lnTo>
                  <a:lnTo>
                    <a:pt x="0" y="2571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1287907" y="2965195"/>
            <a:ext cx="16827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solidFill>
                  <a:srgbClr val="FFFFFF"/>
                </a:solidFill>
                <a:latin typeface="微软雅黑"/>
                <a:cs typeface="微软雅黑"/>
              </a:rPr>
              <a:t>A</a:t>
            </a:r>
            <a:endParaRPr sz="1600">
              <a:latin typeface="微软雅黑"/>
              <a:cs typeface="微软雅黑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1108075" y="3700526"/>
            <a:ext cx="527050" cy="527050"/>
            <a:chOff x="1108075" y="3700526"/>
            <a:chExt cx="527050" cy="527050"/>
          </a:xfrm>
        </p:grpSpPr>
        <p:sp>
          <p:nvSpPr>
            <p:cNvPr id="14" name="object 14" descr=""/>
            <p:cNvSpPr/>
            <p:nvPr/>
          </p:nvSpPr>
          <p:spPr>
            <a:xfrm>
              <a:off x="1114425" y="370687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57175" y="0"/>
                  </a:moveTo>
                  <a:lnTo>
                    <a:pt x="210946" y="4140"/>
                  </a:lnTo>
                  <a:lnTo>
                    <a:pt x="167437" y="16080"/>
                  </a:lnTo>
                  <a:lnTo>
                    <a:pt x="127372" y="35094"/>
                  </a:lnTo>
                  <a:lnTo>
                    <a:pt x="91479" y="60458"/>
                  </a:lnTo>
                  <a:lnTo>
                    <a:pt x="60483" y="91447"/>
                  </a:lnTo>
                  <a:lnTo>
                    <a:pt x="35111" y="127338"/>
                  </a:lnTo>
                  <a:lnTo>
                    <a:pt x="16089" y="167406"/>
                  </a:lnTo>
                  <a:lnTo>
                    <a:pt x="4143" y="210926"/>
                  </a:lnTo>
                  <a:lnTo>
                    <a:pt x="0" y="257175"/>
                  </a:lnTo>
                  <a:lnTo>
                    <a:pt x="4143" y="303389"/>
                  </a:lnTo>
                  <a:lnTo>
                    <a:pt x="16089" y="346892"/>
                  </a:lnTo>
                  <a:lnTo>
                    <a:pt x="35111" y="386954"/>
                  </a:lnTo>
                  <a:lnTo>
                    <a:pt x="60483" y="422849"/>
                  </a:lnTo>
                  <a:lnTo>
                    <a:pt x="91479" y="453849"/>
                  </a:lnTo>
                  <a:lnTo>
                    <a:pt x="127372" y="479227"/>
                  </a:lnTo>
                  <a:lnTo>
                    <a:pt x="167437" y="498254"/>
                  </a:lnTo>
                  <a:lnTo>
                    <a:pt x="210946" y="510204"/>
                  </a:lnTo>
                  <a:lnTo>
                    <a:pt x="257175" y="514350"/>
                  </a:lnTo>
                  <a:lnTo>
                    <a:pt x="303389" y="510204"/>
                  </a:lnTo>
                  <a:lnTo>
                    <a:pt x="346892" y="498254"/>
                  </a:lnTo>
                  <a:lnTo>
                    <a:pt x="386954" y="479227"/>
                  </a:lnTo>
                  <a:lnTo>
                    <a:pt x="422849" y="453849"/>
                  </a:lnTo>
                  <a:lnTo>
                    <a:pt x="453849" y="422849"/>
                  </a:lnTo>
                  <a:lnTo>
                    <a:pt x="479227" y="386954"/>
                  </a:lnTo>
                  <a:lnTo>
                    <a:pt x="498254" y="346892"/>
                  </a:lnTo>
                  <a:lnTo>
                    <a:pt x="510204" y="303389"/>
                  </a:lnTo>
                  <a:lnTo>
                    <a:pt x="514350" y="257175"/>
                  </a:lnTo>
                  <a:lnTo>
                    <a:pt x="510204" y="210926"/>
                  </a:lnTo>
                  <a:lnTo>
                    <a:pt x="498254" y="167406"/>
                  </a:lnTo>
                  <a:lnTo>
                    <a:pt x="479227" y="127338"/>
                  </a:lnTo>
                  <a:lnTo>
                    <a:pt x="453849" y="91447"/>
                  </a:lnTo>
                  <a:lnTo>
                    <a:pt x="422849" y="60458"/>
                  </a:lnTo>
                  <a:lnTo>
                    <a:pt x="386954" y="35094"/>
                  </a:lnTo>
                  <a:lnTo>
                    <a:pt x="346892" y="16080"/>
                  </a:lnTo>
                  <a:lnTo>
                    <a:pt x="303389" y="4140"/>
                  </a:lnTo>
                  <a:lnTo>
                    <a:pt x="257175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114425" y="370687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257175"/>
                  </a:moveTo>
                  <a:lnTo>
                    <a:pt x="4143" y="210926"/>
                  </a:lnTo>
                  <a:lnTo>
                    <a:pt x="16089" y="167406"/>
                  </a:lnTo>
                  <a:lnTo>
                    <a:pt x="35111" y="127338"/>
                  </a:lnTo>
                  <a:lnTo>
                    <a:pt x="60483" y="91447"/>
                  </a:lnTo>
                  <a:lnTo>
                    <a:pt x="91479" y="60458"/>
                  </a:lnTo>
                  <a:lnTo>
                    <a:pt x="127372" y="35094"/>
                  </a:lnTo>
                  <a:lnTo>
                    <a:pt x="167437" y="16080"/>
                  </a:lnTo>
                  <a:lnTo>
                    <a:pt x="210946" y="4140"/>
                  </a:lnTo>
                  <a:lnTo>
                    <a:pt x="257175" y="0"/>
                  </a:lnTo>
                  <a:lnTo>
                    <a:pt x="303389" y="4140"/>
                  </a:lnTo>
                  <a:lnTo>
                    <a:pt x="346892" y="16080"/>
                  </a:lnTo>
                  <a:lnTo>
                    <a:pt x="386954" y="35094"/>
                  </a:lnTo>
                  <a:lnTo>
                    <a:pt x="422849" y="60458"/>
                  </a:lnTo>
                  <a:lnTo>
                    <a:pt x="453849" y="91447"/>
                  </a:lnTo>
                  <a:lnTo>
                    <a:pt x="479227" y="127338"/>
                  </a:lnTo>
                  <a:lnTo>
                    <a:pt x="498254" y="167406"/>
                  </a:lnTo>
                  <a:lnTo>
                    <a:pt x="510204" y="210926"/>
                  </a:lnTo>
                  <a:lnTo>
                    <a:pt x="514350" y="257175"/>
                  </a:lnTo>
                  <a:lnTo>
                    <a:pt x="510204" y="303389"/>
                  </a:lnTo>
                  <a:lnTo>
                    <a:pt x="498254" y="346892"/>
                  </a:lnTo>
                  <a:lnTo>
                    <a:pt x="479227" y="386954"/>
                  </a:lnTo>
                  <a:lnTo>
                    <a:pt x="453849" y="422849"/>
                  </a:lnTo>
                  <a:lnTo>
                    <a:pt x="422849" y="453849"/>
                  </a:lnTo>
                  <a:lnTo>
                    <a:pt x="386954" y="479227"/>
                  </a:lnTo>
                  <a:lnTo>
                    <a:pt x="346892" y="498254"/>
                  </a:lnTo>
                  <a:lnTo>
                    <a:pt x="303389" y="510204"/>
                  </a:lnTo>
                  <a:lnTo>
                    <a:pt x="257175" y="514350"/>
                  </a:lnTo>
                  <a:lnTo>
                    <a:pt x="210946" y="510204"/>
                  </a:lnTo>
                  <a:lnTo>
                    <a:pt x="167437" y="498254"/>
                  </a:lnTo>
                  <a:lnTo>
                    <a:pt x="127372" y="479227"/>
                  </a:lnTo>
                  <a:lnTo>
                    <a:pt x="91479" y="453849"/>
                  </a:lnTo>
                  <a:lnTo>
                    <a:pt x="60483" y="422849"/>
                  </a:lnTo>
                  <a:lnTo>
                    <a:pt x="35111" y="386954"/>
                  </a:lnTo>
                  <a:lnTo>
                    <a:pt x="16089" y="346892"/>
                  </a:lnTo>
                  <a:lnTo>
                    <a:pt x="4143" y="303389"/>
                  </a:lnTo>
                  <a:lnTo>
                    <a:pt x="0" y="2571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1295527" y="3822572"/>
            <a:ext cx="1530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solidFill>
                  <a:srgbClr val="FFFFFF"/>
                </a:solidFill>
                <a:latin typeface="微软雅黑"/>
                <a:cs typeface="微软雅黑"/>
              </a:rPr>
              <a:t>B</a:t>
            </a:r>
            <a:endParaRPr sz="1600">
              <a:latin typeface="微软雅黑"/>
              <a:cs typeface="微软雅黑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1101725" y="4551426"/>
            <a:ext cx="539750" cy="539750"/>
            <a:chOff x="1101725" y="4551426"/>
            <a:chExt cx="539750" cy="539750"/>
          </a:xfrm>
        </p:grpSpPr>
        <p:sp>
          <p:nvSpPr>
            <p:cNvPr id="18" name="object 18" descr=""/>
            <p:cNvSpPr/>
            <p:nvPr/>
          </p:nvSpPr>
          <p:spPr>
            <a:xfrm>
              <a:off x="1114425" y="456412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57175" y="0"/>
                  </a:moveTo>
                  <a:lnTo>
                    <a:pt x="210946" y="4140"/>
                  </a:lnTo>
                  <a:lnTo>
                    <a:pt x="167437" y="16080"/>
                  </a:lnTo>
                  <a:lnTo>
                    <a:pt x="127372" y="35094"/>
                  </a:lnTo>
                  <a:lnTo>
                    <a:pt x="91479" y="60458"/>
                  </a:lnTo>
                  <a:lnTo>
                    <a:pt x="60483" y="91447"/>
                  </a:lnTo>
                  <a:lnTo>
                    <a:pt x="35111" y="127338"/>
                  </a:lnTo>
                  <a:lnTo>
                    <a:pt x="16089" y="167406"/>
                  </a:lnTo>
                  <a:lnTo>
                    <a:pt x="4143" y="210926"/>
                  </a:lnTo>
                  <a:lnTo>
                    <a:pt x="0" y="257175"/>
                  </a:lnTo>
                  <a:lnTo>
                    <a:pt x="4143" y="303389"/>
                  </a:lnTo>
                  <a:lnTo>
                    <a:pt x="16089" y="346892"/>
                  </a:lnTo>
                  <a:lnTo>
                    <a:pt x="35111" y="386954"/>
                  </a:lnTo>
                  <a:lnTo>
                    <a:pt x="60483" y="422849"/>
                  </a:lnTo>
                  <a:lnTo>
                    <a:pt x="91479" y="453849"/>
                  </a:lnTo>
                  <a:lnTo>
                    <a:pt x="127372" y="479227"/>
                  </a:lnTo>
                  <a:lnTo>
                    <a:pt x="167437" y="498254"/>
                  </a:lnTo>
                  <a:lnTo>
                    <a:pt x="210946" y="510204"/>
                  </a:lnTo>
                  <a:lnTo>
                    <a:pt x="257175" y="514350"/>
                  </a:lnTo>
                  <a:lnTo>
                    <a:pt x="303389" y="510204"/>
                  </a:lnTo>
                  <a:lnTo>
                    <a:pt x="346892" y="498254"/>
                  </a:lnTo>
                  <a:lnTo>
                    <a:pt x="386954" y="479227"/>
                  </a:lnTo>
                  <a:lnTo>
                    <a:pt x="422849" y="453849"/>
                  </a:lnTo>
                  <a:lnTo>
                    <a:pt x="453849" y="422849"/>
                  </a:lnTo>
                  <a:lnTo>
                    <a:pt x="479227" y="386954"/>
                  </a:lnTo>
                  <a:lnTo>
                    <a:pt x="498254" y="346892"/>
                  </a:lnTo>
                  <a:lnTo>
                    <a:pt x="510204" y="303389"/>
                  </a:lnTo>
                  <a:lnTo>
                    <a:pt x="514350" y="257175"/>
                  </a:lnTo>
                  <a:lnTo>
                    <a:pt x="510204" y="210926"/>
                  </a:lnTo>
                  <a:lnTo>
                    <a:pt x="498254" y="167406"/>
                  </a:lnTo>
                  <a:lnTo>
                    <a:pt x="479227" y="127338"/>
                  </a:lnTo>
                  <a:lnTo>
                    <a:pt x="453849" y="91447"/>
                  </a:lnTo>
                  <a:lnTo>
                    <a:pt x="422849" y="60458"/>
                  </a:lnTo>
                  <a:lnTo>
                    <a:pt x="386954" y="35094"/>
                  </a:lnTo>
                  <a:lnTo>
                    <a:pt x="346892" y="16080"/>
                  </a:lnTo>
                  <a:lnTo>
                    <a:pt x="303389" y="4140"/>
                  </a:lnTo>
                  <a:lnTo>
                    <a:pt x="257175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114425" y="456412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257175"/>
                  </a:moveTo>
                  <a:lnTo>
                    <a:pt x="4143" y="210926"/>
                  </a:lnTo>
                  <a:lnTo>
                    <a:pt x="16089" y="167406"/>
                  </a:lnTo>
                  <a:lnTo>
                    <a:pt x="35111" y="127338"/>
                  </a:lnTo>
                  <a:lnTo>
                    <a:pt x="60483" y="91447"/>
                  </a:lnTo>
                  <a:lnTo>
                    <a:pt x="91479" y="60458"/>
                  </a:lnTo>
                  <a:lnTo>
                    <a:pt x="127372" y="35094"/>
                  </a:lnTo>
                  <a:lnTo>
                    <a:pt x="167437" y="16080"/>
                  </a:lnTo>
                  <a:lnTo>
                    <a:pt x="210946" y="4140"/>
                  </a:lnTo>
                  <a:lnTo>
                    <a:pt x="257175" y="0"/>
                  </a:lnTo>
                  <a:lnTo>
                    <a:pt x="303389" y="4140"/>
                  </a:lnTo>
                  <a:lnTo>
                    <a:pt x="346892" y="16080"/>
                  </a:lnTo>
                  <a:lnTo>
                    <a:pt x="386954" y="35094"/>
                  </a:lnTo>
                  <a:lnTo>
                    <a:pt x="422849" y="60458"/>
                  </a:lnTo>
                  <a:lnTo>
                    <a:pt x="453849" y="91447"/>
                  </a:lnTo>
                  <a:lnTo>
                    <a:pt x="479227" y="127338"/>
                  </a:lnTo>
                  <a:lnTo>
                    <a:pt x="498254" y="167406"/>
                  </a:lnTo>
                  <a:lnTo>
                    <a:pt x="510204" y="210926"/>
                  </a:lnTo>
                  <a:lnTo>
                    <a:pt x="514350" y="257175"/>
                  </a:lnTo>
                  <a:lnTo>
                    <a:pt x="510204" y="303389"/>
                  </a:lnTo>
                  <a:lnTo>
                    <a:pt x="498254" y="346892"/>
                  </a:lnTo>
                  <a:lnTo>
                    <a:pt x="479227" y="386954"/>
                  </a:lnTo>
                  <a:lnTo>
                    <a:pt x="453849" y="422849"/>
                  </a:lnTo>
                  <a:lnTo>
                    <a:pt x="422849" y="453849"/>
                  </a:lnTo>
                  <a:lnTo>
                    <a:pt x="386954" y="479227"/>
                  </a:lnTo>
                  <a:lnTo>
                    <a:pt x="346892" y="498254"/>
                  </a:lnTo>
                  <a:lnTo>
                    <a:pt x="303389" y="510204"/>
                  </a:lnTo>
                  <a:lnTo>
                    <a:pt x="257175" y="514350"/>
                  </a:lnTo>
                  <a:lnTo>
                    <a:pt x="210946" y="510204"/>
                  </a:lnTo>
                  <a:lnTo>
                    <a:pt x="167437" y="498254"/>
                  </a:lnTo>
                  <a:lnTo>
                    <a:pt x="127372" y="479227"/>
                  </a:lnTo>
                  <a:lnTo>
                    <a:pt x="91479" y="453849"/>
                  </a:lnTo>
                  <a:lnTo>
                    <a:pt x="60483" y="422849"/>
                  </a:lnTo>
                  <a:lnTo>
                    <a:pt x="35111" y="386954"/>
                  </a:lnTo>
                  <a:lnTo>
                    <a:pt x="16089" y="346892"/>
                  </a:lnTo>
                  <a:lnTo>
                    <a:pt x="4143" y="303389"/>
                  </a:lnTo>
                  <a:lnTo>
                    <a:pt x="0" y="257175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1290955" y="4679645"/>
            <a:ext cx="16129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solidFill>
                  <a:srgbClr val="FFFFFF"/>
                </a:solidFill>
                <a:latin typeface="微软雅黑"/>
                <a:cs typeface="微软雅黑"/>
              </a:rPr>
              <a:t>C</a:t>
            </a:r>
            <a:endParaRPr sz="1600">
              <a:latin typeface="微软雅黑"/>
              <a:cs typeface="微软雅黑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1108075" y="5415026"/>
            <a:ext cx="527050" cy="527050"/>
            <a:chOff x="1108075" y="5415026"/>
            <a:chExt cx="527050" cy="527050"/>
          </a:xfrm>
        </p:grpSpPr>
        <p:sp>
          <p:nvSpPr>
            <p:cNvPr id="22" name="object 22" descr=""/>
            <p:cNvSpPr/>
            <p:nvPr/>
          </p:nvSpPr>
          <p:spPr>
            <a:xfrm>
              <a:off x="1114425" y="542137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57175" y="0"/>
                  </a:moveTo>
                  <a:lnTo>
                    <a:pt x="210946" y="4140"/>
                  </a:lnTo>
                  <a:lnTo>
                    <a:pt x="167437" y="16079"/>
                  </a:lnTo>
                  <a:lnTo>
                    <a:pt x="127372" y="35091"/>
                  </a:lnTo>
                  <a:lnTo>
                    <a:pt x="91479" y="60452"/>
                  </a:lnTo>
                  <a:lnTo>
                    <a:pt x="60483" y="91436"/>
                  </a:lnTo>
                  <a:lnTo>
                    <a:pt x="35111" y="127319"/>
                  </a:lnTo>
                  <a:lnTo>
                    <a:pt x="16089" y="167376"/>
                  </a:lnTo>
                  <a:lnTo>
                    <a:pt x="4143" y="210882"/>
                  </a:lnTo>
                  <a:lnTo>
                    <a:pt x="0" y="257111"/>
                  </a:lnTo>
                  <a:lnTo>
                    <a:pt x="4143" y="303339"/>
                  </a:lnTo>
                  <a:lnTo>
                    <a:pt x="16089" y="346849"/>
                  </a:lnTo>
                  <a:lnTo>
                    <a:pt x="35111" y="386913"/>
                  </a:lnTo>
                  <a:lnTo>
                    <a:pt x="60483" y="422807"/>
                  </a:lnTo>
                  <a:lnTo>
                    <a:pt x="91479" y="453803"/>
                  </a:lnTo>
                  <a:lnTo>
                    <a:pt x="127372" y="479175"/>
                  </a:lnTo>
                  <a:lnTo>
                    <a:pt x="167437" y="498197"/>
                  </a:lnTo>
                  <a:lnTo>
                    <a:pt x="210946" y="510143"/>
                  </a:lnTo>
                  <a:lnTo>
                    <a:pt x="257175" y="514286"/>
                  </a:lnTo>
                  <a:lnTo>
                    <a:pt x="303389" y="510143"/>
                  </a:lnTo>
                  <a:lnTo>
                    <a:pt x="346892" y="498197"/>
                  </a:lnTo>
                  <a:lnTo>
                    <a:pt x="386954" y="479175"/>
                  </a:lnTo>
                  <a:lnTo>
                    <a:pt x="422849" y="453803"/>
                  </a:lnTo>
                  <a:lnTo>
                    <a:pt x="453849" y="422807"/>
                  </a:lnTo>
                  <a:lnTo>
                    <a:pt x="479227" y="386913"/>
                  </a:lnTo>
                  <a:lnTo>
                    <a:pt x="498254" y="346849"/>
                  </a:lnTo>
                  <a:lnTo>
                    <a:pt x="510204" y="303339"/>
                  </a:lnTo>
                  <a:lnTo>
                    <a:pt x="514350" y="257111"/>
                  </a:lnTo>
                  <a:lnTo>
                    <a:pt x="510204" y="210882"/>
                  </a:lnTo>
                  <a:lnTo>
                    <a:pt x="498254" y="167376"/>
                  </a:lnTo>
                  <a:lnTo>
                    <a:pt x="479227" y="127319"/>
                  </a:lnTo>
                  <a:lnTo>
                    <a:pt x="453849" y="91436"/>
                  </a:lnTo>
                  <a:lnTo>
                    <a:pt x="422849" y="60452"/>
                  </a:lnTo>
                  <a:lnTo>
                    <a:pt x="386954" y="35091"/>
                  </a:lnTo>
                  <a:lnTo>
                    <a:pt x="346892" y="16079"/>
                  </a:lnTo>
                  <a:lnTo>
                    <a:pt x="303389" y="4140"/>
                  </a:lnTo>
                  <a:lnTo>
                    <a:pt x="257175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114425" y="542137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257111"/>
                  </a:moveTo>
                  <a:lnTo>
                    <a:pt x="4143" y="210882"/>
                  </a:lnTo>
                  <a:lnTo>
                    <a:pt x="16089" y="167376"/>
                  </a:lnTo>
                  <a:lnTo>
                    <a:pt x="35111" y="127319"/>
                  </a:lnTo>
                  <a:lnTo>
                    <a:pt x="60483" y="91436"/>
                  </a:lnTo>
                  <a:lnTo>
                    <a:pt x="91479" y="60452"/>
                  </a:lnTo>
                  <a:lnTo>
                    <a:pt x="127372" y="35091"/>
                  </a:lnTo>
                  <a:lnTo>
                    <a:pt x="167437" y="16079"/>
                  </a:lnTo>
                  <a:lnTo>
                    <a:pt x="210946" y="4140"/>
                  </a:lnTo>
                  <a:lnTo>
                    <a:pt x="257175" y="0"/>
                  </a:lnTo>
                  <a:lnTo>
                    <a:pt x="303389" y="4140"/>
                  </a:lnTo>
                  <a:lnTo>
                    <a:pt x="346892" y="16079"/>
                  </a:lnTo>
                  <a:lnTo>
                    <a:pt x="386954" y="35091"/>
                  </a:lnTo>
                  <a:lnTo>
                    <a:pt x="422849" y="60452"/>
                  </a:lnTo>
                  <a:lnTo>
                    <a:pt x="453849" y="91436"/>
                  </a:lnTo>
                  <a:lnTo>
                    <a:pt x="479227" y="127319"/>
                  </a:lnTo>
                  <a:lnTo>
                    <a:pt x="498254" y="167376"/>
                  </a:lnTo>
                  <a:lnTo>
                    <a:pt x="510204" y="210882"/>
                  </a:lnTo>
                  <a:lnTo>
                    <a:pt x="514350" y="257111"/>
                  </a:lnTo>
                  <a:lnTo>
                    <a:pt x="510204" y="303339"/>
                  </a:lnTo>
                  <a:lnTo>
                    <a:pt x="498254" y="346849"/>
                  </a:lnTo>
                  <a:lnTo>
                    <a:pt x="479227" y="386913"/>
                  </a:lnTo>
                  <a:lnTo>
                    <a:pt x="453849" y="422807"/>
                  </a:lnTo>
                  <a:lnTo>
                    <a:pt x="422849" y="453803"/>
                  </a:lnTo>
                  <a:lnTo>
                    <a:pt x="386954" y="479175"/>
                  </a:lnTo>
                  <a:lnTo>
                    <a:pt x="346892" y="498197"/>
                  </a:lnTo>
                  <a:lnTo>
                    <a:pt x="303389" y="510143"/>
                  </a:lnTo>
                  <a:lnTo>
                    <a:pt x="257175" y="514286"/>
                  </a:lnTo>
                  <a:lnTo>
                    <a:pt x="210946" y="510143"/>
                  </a:lnTo>
                  <a:lnTo>
                    <a:pt x="167437" y="498197"/>
                  </a:lnTo>
                  <a:lnTo>
                    <a:pt x="127372" y="479175"/>
                  </a:lnTo>
                  <a:lnTo>
                    <a:pt x="91479" y="453803"/>
                  </a:lnTo>
                  <a:lnTo>
                    <a:pt x="60483" y="422807"/>
                  </a:lnTo>
                  <a:lnTo>
                    <a:pt x="35111" y="386913"/>
                  </a:lnTo>
                  <a:lnTo>
                    <a:pt x="16089" y="346849"/>
                  </a:lnTo>
                  <a:lnTo>
                    <a:pt x="4143" y="303339"/>
                  </a:lnTo>
                  <a:lnTo>
                    <a:pt x="0" y="257111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1281811" y="5537708"/>
            <a:ext cx="18034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solidFill>
                  <a:srgbClr val="FFFFFF"/>
                </a:solidFill>
                <a:latin typeface="微软雅黑"/>
                <a:cs typeface="微软雅黑"/>
              </a:rPr>
              <a:t>D</a:t>
            </a:r>
            <a:endParaRPr sz="1600">
              <a:latin typeface="微软雅黑"/>
              <a:cs typeface="微软雅黑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6524625" y="5659437"/>
            <a:ext cx="1581150" cy="450850"/>
            <a:chOff x="6524625" y="5659437"/>
            <a:chExt cx="1581150" cy="450850"/>
          </a:xfrm>
        </p:grpSpPr>
        <p:sp>
          <p:nvSpPr>
            <p:cNvPr id="26" name="object 26" descr=""/>
            <p:cNvSpPr/>
            <p:nvPr/>
          </p:nvSpPr>
          <p:spPr>
            <a:xfrm>
              <a:off x="6543675" y="5678487"/>
              <a:ext cx="1543050" cy="412750"/>
            </a:xfrm>
            <a:custGeom>
              <a:avLst/>
              <a:gdLst/>
              <a:ahLst/>
              <a:cxnLst/>
              <a:rect l="l" t="t" r="r" b="b"/>
              <a:pathLst>
                <a:path w="1543050" h="412750">
                  <a:moveTo>
                    <a:pt x="1474216" y="0"/>
                  </a:moveTo>
                  <a:lnTo>
                    <a:pt x="68833" y="0"/>
                  </a:lnTo>
                  <a:lnTo>
                    <a:pt x="42058" y="5405"/>
                  </a:lnTo>
                  <a:lnTo>
                    <a:pt x="20177" y="20148"/>
                  </a:lnTo>
                  <a:lnTo>
                    <a:pt x="5415" y="42015"/>
                  </a:lnTo>
                  <a:lnTo>
                    <a:pt x="0" y="68795"/>
                  </a:lnTo>
                  <a:lnTo>
                    <a:pt x="0" y="343954"/>
                  </a:lnTo>
                  <a:lnTo>
                    <a:pt x="5415" y="370734"/>
                  </a:lnTo>
                  <a:lnTo>
                    <a:pt x="20177" y="392601"/>
                  </a:lnTo>
                  <a:lnTo>
                    <a:pt x="42058" y="407344"/>
                  </a:lnTo>
                  <a:lnTo>
                    <a:pt x="68833" y="412750"/>
                  </a:lnTo>
                  <a:lnTo>
                    <a:pt x="1474216" y="412750"/>
                  </a:lnTo>
                  <a:lnTo>
                    <a:pt x="1500991" y="407344"/>
                  </a:lnTo>
                  <a:lnTo>
                    <a:pt x="1522872" y="392601"/>
                  </a:lnTo>
                  <a:lnTo>
                    <a:pt x="1537634" y="370734"/>
                  </a:lnTo>
                  <a:lnTo>
                    <a:pt x="1543050" y="343954"/>
                  </a:lnTo>
                  <a:lnTo>
                    <a:pt x="1543050" y="68795"/>
                  </a:lnTo>
                  <a:lnTo>
                    <a:pt x="1537634" y="42015"/>
                  </a:lnTo>
                  <a:lnTo>
                    <a:pt x="1522872" y="20148"/>
                  </a:lnTo>
                  <a:lnTo>
                    <a:pt x="1500991" y="5405"/>
                  </a:lnTo>
                  <a:lnTo>
                    <a:pt x="1474216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6543675" y="5678487"/>
              <a:ext cx="1543050" cy="412750"/>
            </a:xfrm>
            <a:custGeom>
              <a:avLst/>
              <a:gdLst/>
              <a:ahLst/>
              <a:cxnLst/>
              <a:rect l="l" t="t" r="r" b="b"/>
              <a:pathLst>
                <a:path w="1543050" h="412750">
                  <a:moveTo>
                    <a:pt x="0" y="68795"/>
                  </a:moveTo>
                  <a:lnTo>
                    <a:pt x="5415" y="42015"/>
                  </a:lnTo>
                  <a:lnTo>
                    <a:pt x="20177" y="20148"/>
                  </a:lnTo>
                  <a:lnTo>
                    <a:pt x="42058" y="5405"/>
                  </a:lnTo>
                  <a:lnTo>
                    <a:pt x="68833" y="0"/>
                  </a:lnTo>
                  <a:lnTo>
                    <a:pt x="1474216" y="0"/>
                  </a:lnTo>
                  <a:lnTo>
                    <a:pt x="1500991" y="5405"/>
                  </a:lnTo>
                  <a:lnTo>
                    <a:pt x="1522872" y="20148"/>
                  </a:lnTo>
                  <a:lnTo>
                    <a:pt x="1537634" y="42015"/>
                  </a:lnTo>
                  <a:lnTo>
                    <a:pt x="1543050" y="68795"/>
                  </a:lnTo>
                  <a:lnTo>
                    <a:pt x="1543050" y="343954"/>
                  </a:lnTo>
                  <a:lnTo>
                    <a:pt x="1537634" y="370734"/>
                  </a:lnTo>
                  <a:lnTo>
                    <a:pt x="1522872" y="392601"/>
                  </a:lnTo>
                  <a:lnTo>
                    <a:pt x="1500991" y="407344"/>
                  </a:lnTo>
                  <a:lnTo>
                    <a:pt x="1474216" y="412750"/>
                  </a:lnTo>
                  <a:lnTo>
                    <a:pt x="68833" y="412750"/>
                  </a:lnTo>
                  <a:lnTo>
                    <a:pt x="42058" y="407344"/>
                  </a:lnTo>
                  <a:lnTo>
                    <a:pt x="20177" y="392601"/>
                  </a:lnTo>
                  <a:lnTo>
                    <a:pt x="5415" y="370734"/>
                  </a:lnTo>
                  <a:lnTo>
                    <a:pt x="0" y="343954"/>
                  </a:lnTo>
                  <a:lnTo>
                    <a:pt x="0" y="68795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7101331" y="5744057"/>
            <a:ext cx="43116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40">
                <a:solidFill>
                  <a:srgbClr val="FFFFFF"/>
                </a:solidFill>
                <a:latin typeface="微软雅黑"/>
                <a:cs typeface="微软雅黑"/>
              </a:rPr>
              <a:t>提交</a:t>
            </a:r>
            <a:endParaRPr sz="1600">
              <a:latin typeface="微软雅黑"/>
              <a:cs typeface="微软雅黑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30" name="object 30" descr=""/>
            <p:cNvSpPr/>
            <p:nvPr/>
          </p:nvSpPr>
          <p:spPr>
            <a:xfrm>
              <a:off x="190500" y="0"/>
              <a:ext cx="8953500" cy="635000"/>
            </a:xfrm>
            <a:custGeom>
              <a:avLst/>
              <a:gdLst/>
              <a:ahLst/>
              <a:cxnLst/>
              <a:rect l="l" t="t" r="r" b="b"/>
              <a:pathLst>
                <a:path w="8953500" h="635000">
                  <a:moveTo>
                    <a:pt x="0" y="635000"/>
                  </a:moveTo>
                  <a:lnTo>
                    <a:pt x="8953500" y="635000"/>
                  </a:lnTo>
                  <a:lnTo>
                    <a:pt x="8953500" y="0"/>
                  </a:lnTo>
                  <a:lnTo>
                    <a:pt x="0" y="0"/>
                  </a:lnTo>
                  <a:lnTo>
                    <a:pt x="0" y="635000"/>
                  </a:lnTo>
                  <a:close/>
                </a:path>
              </a:pathLst>
            </a:custGeom>
            <a:solidFill>
              <a:srgbClr val="F6F7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0" y="0"/>
              <a:ext cx="190500" cy="635000"/>
            </a:xfrm>
            <a:custGeom>
              <a:avLst/>
              <a:gdLst/>
              <a:ahLst/>
              <a:cxnLst/>
              <a:rect l="l" t="t" r="r" b="b"/>
              <a:pathLst>
                <a:path w="190500" h="635000">
                  <a:moveTo>
                    <a:pt x="190500" y="0"/>
                  </a:moveTo>
                  <a:lnTo>
                    <a:pt x="0" y="0"/>
                  </a:lnTo>
                  <a:lnTo>
                    <a:pt x="0" y="635000"/>
                  </a:lnTo>
                  <a:lnTo>
                    <a:pt x="190500" y="635000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629EF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 descr=""/>
          <p:cNvSpPr txBox="1"/>
          <p:nvPr/>
        </p:nvSpPr>
        <p:spPr>
          <a:xfrm>
            <a:off x="332943" y="93090"/>
            <a:ext cx="1017905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spc="-20">
                <a:latin typeface="微软雅黑"/>
                <a:cs typeface="微软雅黑"/>
              </a:rPr>
              <a:t>单选题</a:t>
            </a:r>
            <a:endParaRPr sz="2600">
              <a:latin typeface="微软雅黑"/>
              <a:cs typeface="微软雅黑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1604899" y="187578"/>
            <a:ext cx="429259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808080"/>
                </a:solidFill>
                <a:latin typeface="微软雅黑"/>
                <a:cs typeface="微软雅黑"/>
              </a:rPr>
              <a:t>1</a:t>
            </a:r>
            <a:r>
              <a:rPr dirty="0" sz="2000" spc="-50">
                <a:solidFill>
                  <a:srgbClr val="808080"/>
                </a:solidFill>
                <a:latin typeface="微软雅黑"/>
                <a:cs typeface="微软雅黑"/>
              </a:rPr>
              <a:t>分</a:t>
            </a:r>
            <a:endParaRPr sz="2000">
              <a:latin typeface="微软雅黑"/>
              <a:cs typeface="微软雅黑"/>
            </a:endParaRPr>
          </a:p>
        </p:txBody>
      </p:sp>
      <p:pic>
        <p:nvPicPr>
          <p:cNvPr id="34" name="object 3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53605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34809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15" b="1">
                <a:solidFill>
                  <a:srgbClr val="40458B"/>
                </a:solidFill>
                <a:latin typeface="宋体"/>
                <a:cs typeface="宋体"/>
              </a:rPr>
              <a:t>94/81</a:t>
            </a:r>
            <a:endParaRPr baseline="1736" sz="2400">
              <a:latin typeface="宋体"/>
              <a:cs typeface="宋体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0" y="6196012"/>
            <a:ext cx="9144000" cy="663575"/>
            <a:chOff x="0" y="6196012"/>
            <a:chExt cx="9144000" cy="663575"/>
          </a:xfrm>
        </p:grpSpPr>
        <p:sp>
          <p:nvSpPr>
            <p:cNvPr id="4" name="object 4" descr=""/>
            <p:cNvSpPr/>
            <p:nvPr/>
          </p:nvSpPr>
          <p:spPr>
            <a:xfrm>
              <a:off x="0" y="6526212"/>
              <a:ext cx="9144000" cy="333375"/>
            </a:xfrm>
            <a:custGeom>
              <a:avLst/>
              <a:gdLst/>
              <a:ahLst/>
              <a:cxnLst/>
              <a:rect l="l" t="t" r="r" b="b"/>
              <a:pathLst>
                <a:path w="9144000" h="333375">
                  <a:moveTo>
                    <a:pt x="9144000" y="0"/>
                  </a:moveTo>
                  <a:lnTo>
                    <a:pt x="0" y="0"/>
                  </a:lnTo>
                  <a:lnTo>
                    <a:pt x="0" y="333375"/>
                  </a:lnTo>
                  <a:lnTo>
                    <a:pt x="9144000" y="333375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4477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172200" y="6215062"/>
              <a:ext cx="1543050" cy="411480"/>
            </a:xfrm>
            <a:custGeom>
              <a:avLst/>
              <a:gdLst/>
              <a:ahLst/>
              <a:cxnLst/>
              <a:rect l="l" t="t" r="r" b="b"/>
              <a:pathLst>
                <a:path w="1543050" h="411479">
                  <a:moveTo>
                    <a:pt x="1474470" y="0"/>
                  </a:moveTo>
                  <a:lnTo>
                    <a:pt x="68579" y="0"/>
                  </a:lnTo>
                  <a:lnTo>
                    <a:pt x="41898" y="5385"/>
                  </a:lnTo>
                  <a:lnTo>
                    <a:pt x="20097" y="20072"/>
                  </a:lnTo>
                  <a:lnTo>
                    <a:pt x="5393" y="41855"/>
                  </a:lnTo>
                  <a:lnTo>
                    <a:pt x="0" y="68529"/>
                  </a:lnTo>
                  <a:lnTo>
                    <a:pt x="0" y="342633"/>
                  </a:lnTo>
                  <a:lnTo>
                    <a:pt x="5393" y="369307"/>
                  </a:lnTo>
                  <a:lnTo>
                    <a:pt x="20097" y="391090"/>
                  </a:lnTo>
                  <a:lnTo>
                    <a:pt x="41898" y="405776"/>
                  </a:lnTo>
                  <a:lnTo>
                    <a:pt x="68579" y="411162"/>
                  </a:lnTo>
                  <a:lnTo>
                    <a:pt x="1474470" y="411162"/>
                  </a:lnTo>
                  <a:lnTo>
                    <a:pt x="1501151" y="405776"/>
                  </a:lnTo>
                  <a:lnTo>
                    <a:pt x="1522952" y="391090"/>
                  </a:lnTo>
                  <a:lnTo>
                    <a:pt x="1537656" y="369307"/>
                  </a:lnTo>
                  <a:lnTo>
                    <a:pt x="1543050" y="342633"/>
                  </a:lnTo>
                  <a:lnTo>
                    <a:pt x="1543050" y="68529"/>
                  </a:lnTo>
                  <a:lnTo>
                    <a:pt x="1537656" y="41855"/>
                  </a:lnTo>
                  <a:lnTo>
                    <a:pt x="1522952" y="20072"/>
                  </a:lnTo>
                  <a:lnTo>
                    <a:pt x="1501151" y="5385"/>
                  </a:lnTo>
                  <a:lnTo>
                    <a:pt x="1474470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172200" y="6215062"/>
              <a:ext cx="1543050" cy="411480"/>
            </a:xfrm>
            <a:custGeom>
              <a:avLst/>
              <a:gdLst/>
              <a:ahLst/>
              <a:cxnLst/>
              <a:rect l="l" t="t" r="r" b="b"/>
              <a:pathLst>
                <a:path w="1543050" h="411479">
                  <a:moveTo>
                    <a:pt x="0" y="68529"/>
                  </a:moveTo>
                  <a:lnTo>
                    <a:pt x="5393" y="41855"/>
                  </a:lnTo>
                  <a:lnTo>
                    <a:pt x="20097" y="20072"/>
                  </a:lnTo>
                  <a:lnTo>
                    <a:pt x="41898" y="5385"/>
                  </a:lnTo>
                  <a:lnTo>
                    <a:pt x="68579" y="0"/>
                  </a:lnTo>
                  <a:lnTo>
                    <a:pt x="1474470" y="0"/>
                  </a:lnTo>
                  <a:lnTo>
                    <a:pt x="1501151" y="5385"/>
                  </a:lnTo>
                  <a:lnTo>
                    <a:pt x="1522952" y="20072"/>
                  </a:lnTo>
                  <a:lnTo>
                    <a:pt x="1537656" y="41855"/>
                  </a:lnTo>
                  <a:lnTo>
                    <a:pt x="1543050" y="68529"/>
                  </a:lnTo>
                  <a:lnTo>
                    <a:pt x="1543050" y="342633"/>
                  </a:lnTo>
                  <a:lnTo>
                    <a:pt x="1537656" y="369307"/>
                  </a:lnTo>
                  <a:lnTo>
                    <a:pt x="1522952" y="391090"/>
                  </a:lnTo>
                  <a:lnTo>
                    <a:pt x="1501151" y="405776"/>
                  </a:lnTo>
                  <a:lnTo>
                    <a:pt x="1474470" y="411162"/>
                  </a:lnTo>
                  <a:lnTo>
                    <a:pt x="68579" y="411162"/>
                  </a:lnTo>
                  <a:lnTo>
                    <a:pt x="41898" y="405776"/>
                  </a:lnTo>
                  <a:lnTo>
                    <a:pt x="20097" y="391090"/>
                  </a:lnTo>
                  <a:lnTo>
                    <a:pt x="5393" y="369307"/>
                  </a:lnTo>
                  <a:lnTo>
                    <a:pt x="0" y="342633"/>
                  </a:lnTo>
                  <a:lnTo>
                    <a:pt x="0" y="68529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93444" y="1284224"/>
            <a:ext cx="7813675" cy="8191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u="none" sz="2600" spc="-10">
                <a:solidFill>
                  <a:srgbClr val="000000"/>
                </a:solidFill>
                <a:latin typeface="微软雅黑"/>
                <a:cs typeface="微软雅黑"/>
              </a:rPr>
              <a:t>在通道处理机工作过程中启动一次I/O</a:t>
            </a:r>
            <a:r>
              <a:rPr dirty="0" u="none" sz="2600" spc="-5">
                <a:solidFill>
                  <a:srgbClr val="000000"/>
                </a:solidFill>
                <a:latin typeface="微软雅黑"/>
                <a:cs typeface="微软雅黑"/>
              </a:rPr>
              <a:t>操作，</a:t>
            </a:r>
            <a:r>
              <a:rPr dirty="0" u="none" sz="2600" spc="-10">
                <a:solidFill>
                  <a:srgbClr val="000000"/>
                </a:solidFill>
                <a:latin typeface="微软雅黑"/>
                <a:cs typeface="微软雅黑"/>
              </a:rPr>
              <a:t>CPU</a:t>
            </a:r>
            <a:r>
              <a:rPr dirty="0" u="none" sz="2600" spc="-25">
                <a:solidFill>
                  <a:srgbClr val="000000"/>
                </a:solidFill>
                <a:latin typeface="微软雅黑"/>
                <a:cs typeface="微软雅黑"/>
              </a:rPr>
              <a:t>主要</a:t>
            </a:r>
            <a:r>
              <a:rPr dirty="0" u="none" sz="2600" spc="-20">
                <a:solidFill>
                  <a:srgbClr val="000000"/>
                </a:solidFill>
                <a:latin typeface="微软雅黑"/>
                <a:cs typeface="微软雅黑"/>
              </a:rPr>
              <a:t>执行的工作是？</a:t>
            </a:r>
            <a:endParaRPr sz="2600">
              <a:latin typeface="微软雅黑"/>
              <a:cs typeface="微软雅黑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907794" y="2883788"/>
            <a:ext cx="4653915" cy="4222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00" spc="-10">
                <a:latin typeface="微软雅黑"/>
                <a:cs typeface="微软雅黑"/>
              </a:rPr>
              <a:t>直接控制设备完成所有数据传输</a:t>
            </a:r>
            <a:endParaRPr sz="2600">
              <a:latin typeface="微软雅黑"/>
              <a:cs typeface="微软雅黑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907794" y="3741165"/>
            <a:ext cx="6153150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spc="-10">
                <a:latin typeface="微软雅黑"/>
                <a:cs typeface="微软雅黑"/>
              </a:rPr>
              <a:t>编制通道程序，并执行一条启动</a:t>
            </a:r>
            <a:r>
              <a:rPr dirty="0" sz="2600">
                <a:latin typeface="微软雅黑"/>
                <a:cs typeface="微软雅黑"/>
              </a:rPr>
              <a:t>I/O</a:t>
            </a:r>
            <a:r>
              <a:rPr dirty="0" sz="2600" spc="-25">
                <a:latin typeface="微软雅黑"/>
                <a:cs typeface="微软雅黑"/>
              </a:rPr>
              <a:t>的指令</a:t>
            </a:r>
            <a:endParaRPr sz="2600">
              <a:latin typeface="微软雅黑"/>
              <a:cs typeface="微软雅黑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907794" y="4598670"/>
            <a:ext cx="4982845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spc="-15">
                <a:latin typeface="微软雅黑"/>
                <a:cs typeface="微软雅黑"/>
              </a:rPr>
              <a:t>全程监控通道程序的每条命令执行</a:t>
            </a:r>
            <a:endParaRPr sz="2600">
              <a:latin typeface="微软雅黑"/>
              <a:cs typeface="微软雅黑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907794" y="5456021"/>
            <a:ext cx="3663315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spc="-5">
                <a:latin typeface="微软雅黑"/>
                <a:cs typeface="微软雅黑"/>
              </a:rPr>
              <a:t>管理设备控制器的寄存器</a:t>
            </a:r>
            <a:endParaRPr sz="2600">
              <a:latin typeface="微软雅黑"/>
              <a:cs typeface="微软雅黑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1108075" y="2843276"/>
            <a:ext cx="527050" cy="527050"/>
            <a:chOff x="1108075" y="2843276"/>
            <a:chExt cx="527050" cy="527050"/>
          </a:xfrm>
        </p:grpSpPr>
        <p:sp>
          <p:nvSpPr>
            <p:cNvPr id="13" name="object 13" descr=""/>
            <p:cNvSpPr/>
            <p:nvPr/>
          </p:nvSpPr>
          <p:spPr>
            <a:xfrm>
              <a:off x="1114425" y="284962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57175" y="0"/>
                  </a:moveTo>
                  <a:lnTo>
                    <a:pt x="210946" y="4140"/>
                  </a:lnTo>
                  <a:lnTo>
                    <a:pt x="167437" y="16080"/>
                  </a:lnTo>
                  <a:lnTo>
                    <a:pt x="127372" y="35094"/>
                  </a:lnTo>
                  <a:lnTo>
                    <a:pt x="91479" y="60458"/>
                  </a:lnTo>
                  <a:lnTo>
                    <a:pt x="60483" y="91447"/>
                  </a:lnTo>
                  <a:lnTo>
                    <a:pt x="35111" y="127338"/>
                  </a:lnTo>
                  <a:lnTo>
                    <a:pt x="16089" y="167406"/>
                  </a:lnTo>
                  <a:lnTo>
                    <a:pt x="4143" y="210926"/>
                  </a:lnTo>
                  <a:lnTo>
                    <a:pt x="0" y="257175"/>
                  </a:lnTo>
                  <a:lnTo>
                    <a:pt x="4143" y="303389"/>
                  </a:lnTo>
                  <a:lnTo>
                    <a:pt x="16089" y="346892"/>
                  </a:lnTo>
                  <a:lnTo>
                    <a:pt x="35111" y="386954"/>
                  </a:lnTo>
                  <a:lnTo>
                    <a:pt x="60483" y="422849"/>
                  </a:lnTo>
                  <a:lnTo>
                    <a:pt x="91479" y="453849"/>
                  </a:lnTo>
                  <a:lnTo>
                    <a:pt x="127372" y="479227"/>
                  </a:lnTo>
                  <a:lnTo>
                    <a:pt x="167437" y="498254"/>
                  </a:lnTo>
                  <a:lnTo>
                    <a:pt x="210946" y="510204"/>
                  </a:lnTo>
                  <a:lnTo>
                    <a:pt x="257175" y="514350"/>
                  </a:lnTo>
                  <a:lnTo>
                    <a:pt x="303389" y="510204"/>
                  </a:lnTo>
                  <a:lnTo>
                    <a:pt x="346892" y="498254"/>
                  </a:lnTo>
                  <a:lnTo>
                    <a:pt x="386954" y="479227"/>
                  </a:lnTo>
                  <a:lnTo>
                    <a:pt x="422849" y="453849"/>
                  </a:lnTo>
                  <a:lnTo>
                    <a:pt x="453849" y="422849"/>
                  </a:lnTo>
                  <a:lnTo>
                    <a:pt x="479227" y="386954"/>
                  </a:lnTo>
                  <a:lnTo>
                    <a:pt x="498254" y="346892"/>
                  </a:lnTo>
                  <a:lnTo>
                    <a:pt x="510204" y="303389"/>
                  </a:lnTo>
                  <a:lnTo>
                    <a:pt x="514350" y="257175"/>
                  </a:lnTo>
                  <a:lnTo>
                    <a:pt x="510204" y="210926"/>
                  </a:lnTo>
                  <a:lnTo>
                    <a:pt x="498254" y="167406"/>
                  </a:lnTo>
                  <a:lnTo>
                    <a:pt x="479227" y="127338"/>
                  </a:lnTo>
                  <a:lnTo>
                    <a:pt x="453849" y="91447"/>
                  </a:lnTo>
                  <a:lnTo>
                    <a:pt x="422849" y="60458"/>
                  </a:lnTo>
                  <a:lnTo>
                    <a:pt x="386954" y="35094"/>
                  </a:lnTo>
                  <a:lnTo>
                    <a:pt x="346892" y="16080"/>
                  </a:lnTo>
                  <a:lnTo>
                    <a:pt x="303389" y="4140"/>
                  </a:lnTo>
                  <a:lnTo>
                    <a:pt x="257175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114425" y="284962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257175"/>
                  </a:moveTo>
                  <a:lnTo>
                    <a:pt x="4143" y="210926"/>
                  </a:lnTo>
                  <a:lnTo>
                    <a:pt x="16089" y="167406"/>
                  </a:lnTo>
                  <a:lnTo>
                    <a:pt x="35111" y="127338"/>
                  </a:lnTo>
                  <a:lnTo>
                    <a:pt x="60483" y="91447"/>
                  </a:lnTo>
                  <a:lnTo>
                    <a:pt x="91479" y="60458"/>
                  </a:lnTo>
                  <a:lnTo>
                    <a:pt x="127372" y="35094"/>
                  </a:lnTo>
                  <a:lnTo>
                    <a:pt x="167437" y="16080"/>
                  </a:lnTo>
                  <a:lnTo>
                    <a:pt x="210946" y="4140"/>
                  </a:lnTo>
                  <a:lnTo>
                    <a:pt x="257175" y="0"/>
                  </a:lnTo>
                  <a:lnTo>
                    <a:pt x="303389" y="4140"/>
                  </a:lnTo>
                  <a:lnTo>
                    <a:pt x="346892" y="16080"/>
                  </a:lnTo>
                  <a:lnTo>
                    <a:pt x="386954" y="35094"/>
                  </a:lnTo>
                  <a:lnTo>
                    <a:pt x="422849" y="60458"/>
                  </a:lnTo>
                  <a:lnTo>
                    <a:pt x="453849" y="91447"/>
                  </a:lnTo>
                  <a:lnTo>
                    <a:pt x="479227" y="127338"/>
                  </a:lnTo>
                  <a:lnTo>
                    <a:pt x="498254" y="167406"/>
                  </a:lnTo>
                  <a:lnTo>
                    <a:pt x="510204" y="210926"/>
                  </a:lnTo>
                  <a:lnTo>
                    <a:pt x="514350" y="257175"/>
                  </a:lnTo>
                  <a:lnTo>
                    <a:pt x="510204" y="303389"/>
                  </a:lnTo>
                  <a:lnTo>
                    <a:pt x="498254" y="346892"/>
                  </a:lnTo>
                  <a:lnTo>
                    <a:pt x="479227" y="386954"/>
                  </a:lnTo>
                  <a:lnTo>
                    <a:pt x="453849" y="422849"/>
                  </a:lnTo>
                  <a:lnTo>
                    <a:pt x="422849" y="453849"/>
                  </a:lnTo>
                  <a:lnTo>
                    <a:pt x="386954" y="479227"/>
                  </a:lnTo>
                  <a:lnTo>
                    <a:pt x="346892" y="498254"/>
                  </a:lnTo>
                  <a:lnTo>
                    <a:pt x="303389" y="510204"/>
                  </a:lnTo>
                  <a:lnTo>
                    <a:pt x="257175" y="514350"/>
                  </a:lnTo>
                  <a:lnTo>
                    <a:pt x="210946" y="510204"/>
                  </a:lnTo>
                  <a:lnTo>
                    <a:pt x="167437" y="498254"/>
                  </a:lnTo>
                  <a:lnTo>
                    <a:pt x="127372" y="479227"/>
                  </a:lnTo>
                  <a:lnTo>
                    <a:pt x="91479" y="453849"/>
                  </a:lnTo>
                  <a:lnTo>
                    <a:pt x="60483" y="422849"/>
                  </a:lnTo>
                  <a:lnTo>
                    <a:pt x="35111" y="386954"/>
                  </a:lnTo>
                  <a:lnTo>
                    <a:pt x="16089" y="346892"/>
                  </a:lnTo>
                  <a:lnTo>
                    <a:pt x="4143" y="303389"/>
                  </a:lnTo>
                  <a:lnTo>
                    <a:pt x="0" y="2571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1287907" y="2965195"/>
            <a:ext cx="16827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solidFill>
                  <a:srgbClr val="FFFFFF"/>
                </a:solidFill>
                <a:latin typeface="微软雅黑"/>
                <a:cs typeface="微软雅黑"/>
              </a:rPr>
              <a:t>A</a:t>
            </a:r>
            <a:endParaRPr sz="1600">
              <a:latin typeface="微软雅黑"/>
              <a:cs typeface="微软雅黑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1108075" y="3700526"/>
            <a:ext cx="527050" cy="527050"/>
            <a:chOff x="1108075" y="3700526"/>
            <a:chExt cx="527050" cy="527050"/>
          </a:xfrm>
        </p:grpSpPr>
        <p:sp>
          <p:nvSpPr>
            <p:cNvPr id="17" name="object 17" descr=""/>
            <p:cNvSpPr/>
            <p:nvPr/>
          </p:nvSpPr>
          <p:spPr>
            <a:xfrm>
              <a:off x="1114425" y="370687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57175" y="0"/>
                  </a:moveTo>
                  <a:lnTo>
                    <a:pt x="210946" y="4140"/>
                  </a:lnTo>
                  <a:lnTo>
                    <a:pt x="167437" y="16080"/>
                  </a:lnTo>
                  <a:lnTo>
                    <a:pt x="127372" y="35094"/>
                  </a:lnTo>
                  <a:lnTo>
                    <a:pt x="91479" y="60458"/>
                  </a:lnTo>
                  <a:lnTo>
                    <a:pt x="60483" y="91447"/>
                  </a:lnTo>
                  <a:lnTo>
                    <a:pt x="35111" y="127338"/>
                  </a:lnTo>
                  <a:lnTo>
                    <a:pt x="16089" y="167406"/>
                  </a:lnTo>
                  <a:lnTo>
                    <a:pt x="4143" y="210926"/>
                  </a:lnTo>
                  <a:lnTo>
                    <a:pt x="0" y="257175"/>
                  </a:lnTo>
                  <a:lnTo>
                    <a:pt x="4143" y="303389"/>
                  </a:lnTo>
                  <a:lnTo>
                    <a:pt x="16089" y="346892"/>
                  </a:lnTo>
                  <a:lnTo>
                    <a:pt x="35111" y="386954"/>
                  </a:lnTo>
                  <a:lnTo>
                    <a:pt x="60483" y="422849"/>
                  </a:lnTo>
                  <a:lnTo>
                    <a:pt x="91479" y="453849"/>
                  </a:lnTo>
                  <a:lnTo>
                    <a:pt x="127372" y="479227"/>
                  </a:lnTo>
                  <a:lnTo>
                    <a:pt x="167437" y="498254"/>
                  </a:lnTo>
                  <a:lnTo>
                    <a:pt x="210946" y="510204"/>
                  </a:lnTo>
                  <a:lnTo>
                    <a:pt x="257175" y="514350"/>
                  </a:lnTo>
                  <a:lnTo>
                    <a:pt x="303389" y="510204"/>
                  </a:lnTo>
                  <a:lnTo>
                    <a:pt x="346892" y="498254"/>
                  </a:lnTo>
                  <a:lnTo>
                    <a:pt x="386954" y="479227"/>
                  </a:lnTo>
                  <a:lnTo>
                    <a:pt x="422849" y="453849"/>
                  </a:lnTo>
                  <a:lnTo>
                    <a:pt x="453849" y="422849"/>
                  </a:lnTo>
                  <a:lnTo>
                    <a:pt x="479227" y="386954"/>
                  </a:lnTo>
                  <a:lnTo>
                    <a:pt x="498254" y="346892"/>
                  </a:lnTo>
                  <a:lnTo>
                    <a:pt x="510204" y="303389"/>
                  </a:lnTo>
                  <a:lnTo>
                    <a:pt x="514350" y="257175"/>
                  </a:lnTo>
                  <a:lnTo>
                    <a:pt x="510204" y="210926"/>
                  </a:lnTo>
                  <a:lnTo>
                    <a:pt x="498254" y="167406"/>
                  </a:lnTo>
                  <a:lnTo>
                    <a:pt x="479227" y="127338"/>
                  </a:lnTo>
                  <a:lnTo>
                    <a:pt x="453849" y="91447"/>
                  </a:lnTo>
                  <a:lnTo>
                    <a:pt x="422849" y="60458"/>
                  </a:lnTo>
                  <a:lnTo>
                    <a:pt x="386954" y="35094"/>
                  </a:lnTo>
                  <a:lnTo>
                    <a:pt x="346892" y="16080"/>
                  </a:lnTo>
                  <a:lnTo>
                    <a:pt x="303389" y="4140"/>
                  </a:lnTo>
                  <a:lnTo>
                    <a:pt x="257175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114425" y="370687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257175"/>
                  </a:moveTo>
                  <a:lnTo>
                    <a:pt x="4143" y="210926"/>
                  </a:lnTo>
                  <a:lnTo>
                    <a:pt x="16089" y="167406"/>
                  </a:lnTo>
                  <a:lnTo>
                    <a:pt x="35111" y="127338"/>
                  </a:lnTo>
                  <a:lnTo>
                    <a:pt x="60483" y="91447"/>
                  </a:lnTo>
                  <a:lnTo>
                    <a:pt x="91479" y="60458"/>
                  </a:lnTo>
                  <a:lnTo>
                    <a:pt x="127372" y="35094"/>
                  </a:lnTo>
                  <a:lnTo>
                    <a:pt x="167437" y="16080"/>
                  </a:lnTo>
                  <a:lnTo>
                    <a:pt x="210946" y="4140"/>
                  </a:lnTo>
                  <a:lnTo>
                    <a:pt x="257175" y="0"/>
                  </a:lnTo>
                  <a:lnTo>
                    <a:pt x="303389" y="4140"/>
                  </a:lnTo>
                  <a:lnTo>
                    <a:pt x="346892" y="16080"/>
                  </a:lnTo>
                  <a:lnTo>
                    <a:pt x="386954" y="35094"/>
                  </a:lnTo>
                  <a:lnTo>
                    <a:pt x="422849" y="60458"/>
                  </a:lnTo>
                  <a:lnTo>
                    <a:pt x="453849" y="91447"/>
                  </a:lnTo>
                  <a:lnTo>
                    <a:pt x="479227" y="127338"/>
                  </a:lnTo>
                  <a:lnTo>
                    <a:pt x="498254" y="167406"/>
                  </a:lnTo>
                  <a:lnTo>
                    <a:pt x="510204" y="210926"/>
                  </a:lnTo>
                  <a:lnTo>
                    <a:pt x="514350" y="257175"/>
                  </a:lnTo>
                  <a:lnTo>
                    <a:pt x="510204" y="303389"/>
                  </a:lnTo>
                  <a:lnTo>
                    <a:pt x="498254" y="346892"/>
                  </a:lnTo>
                  <a:lnTo>
                    <a:pt x="479227" y="386954"/>
                  </a:lnTo>
                  <a:lnTo>
                    <a:pt x="453849" y="422849"/>
                  </a:lnTo>
                  <a:lnTo>
                    <a:pt x="422849" y="453849"/>
                  </a:lnTo>
                  <a:lnTo>
                    <a:pt x="386954" y="479227"/>
                  </a:lnTo>
                  <a:lnTo>
                    <a:pt x="346892" y="498254"/>
                  </a:lnTo>
                  <a:lnTo>
                    <a:pt x="303389" y="510204"/>
                  </a:lnTo>
                  <a:lnTo>
                    <a:pt x="257175" y="514350"/>
                  </a:lnTo>
                  <a:lnTo>
                    <a:pt x="210946" y="510204"/>
                  </a:lnTo>
                  <a:lnTo>
                    <a:pt x="167437" y="498254"/>
                  </a:lnTo>
                  <a:lnTo>
                    <a:pt x="127372" y="479227"/>
                  </a:lnTo>
                  <a:lnTo>
                    <a:pt x="91479" y="453849"/>
                  </a:lnTo>
                  <a:lnTo>
                    <a:pt x="60483" y="422849"/>
                  </a:lnTo>
                  <a:lnTo>
                    <a:pt x="35111" y="386954"/>
                  </a:lnTo>
                  <a:lnTo>
                    <a:pt x="16089" y="346892"/>
                  </a:lnTo>
                  <a:lnTo>
                    <a:pt x="4143" y="303389"/>
                  </a:lnTo>
                  <a:lnTo>
                    <a:pt x="0" y="2571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1295527" y="3822572"/>
            <a:ext cx="1530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solidFill>
                  <a:srgbClr val="FFFFFF"/>
                </a:solidFill>
                <a:latin typeface="微软雅黑"/>
                <a:cs typeface="微软雅黑"/>
              </a:rPr>
              <a:t>B</a:t>
            </a:r>
            <a:endParaRPr sz="1600">
              <a:latin typeface="微软雅黑"/>
              <a:cs typeface="微软雅黑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1101725" y="4551426"/>
            <a:ext cx="539750" cy="539750"/>
            <a:chOff x="1101725" y="4551426"/>
            <a:chExt cx="539750" cy="539750"/>
          </a:xfrm>
        </p:grpSpPr>
        <p:sp>
          <p:nvSpPr>
            <p:cNvPr id="21" name="object 21" descr=""/>
            <p:cNvSpPr/>
            <p:nvPr/>
          </p:nvSpPr>
          <p:spPr>
            <a:xfrm>
              <a:off x="1114425" y="456412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57175" y="0"/>
                  </a:moveTo>
                  <a:lnTo>
                    <a:pt x="210946" y="4140"/>
                  </a:lnTo>
                  <a:lnTo>
                    <a:pt x="167437" y="16080"/>
                  </a:lnTo>
                  <a:lnTo>
                    <a:pt x="127372" y="35094"/>
                  </a:lnTo>
                  <a:lnTo>
                    <a:pt x="91479" y="60458"/>
                  </a:lnTo>
                  <a:lnTo>
                    <a:pt x="60483" y="91447"/>
                  </a:lnTo>
                  <a:lnTo>
                    <a:pt x="35111" y="127338"/>
                  </a:lnTo>
                  <a:lnTo>
                    <a:pt x="16089" y="167406"/>
                  </a:lnTo>
                  <a:lnTo>
                    <a:pt x="4143" y="210926"/>
                  </a:lnTo>
                  <a:lnTo>
                    <a:pt x="0" y="257175"/>
                  </a:lnTo>
                  <a:lnTo>
                    <a:pt x="4143" y="303389"/>
                  </a:lnTo>
                  <a:lnTo>
                    <a:pt x="16089" y="346892"/>
                  </a:lnTo>
                  <a:lnTo>
                    <a:pt x="35111" y="386954"/>
                  </a:lnTo>
                  <a:lnTo>
                    <a:pt x="60483" y="422849"/>
                  </a:lnTo>
                  <a:lnTo>
                    <a:pt x="91479" y="453849"/>
                  </a:lnTo>
                  <a:lnTo>
                    <a:pt x="127372" y="479227"/>
                  </a:lnTo>
                  <a:lnTo>
                    <a:pt x="167437" y="498254"/>
                  </a:lnTo>
                  <a:lnTo>
                    <a:pt x="210946" y="510204"/>
                  </a:lnTo>
                  <a:lnTo>
                    <a:pt x="257175" y="514350"/>
                  </a:lnTo>
                  <a:lnTo>
                    <a:pt x="303389" y="510204"/>
                  </a:lnTo>
                  <a:lnTo>
                    <a:pt x="346892" y="498254"/>
                  </a:lnTo>
                  <a:lnTo>
                    <a:pt x="386954" y="479227"/>
                  </a:lnTo>
                  <a:lnTo>
                    <a:pt x="422849" y="453849"/>
                  </a:lnTo>
                  <a:lnTo>
                    <a:pt x="453849" y="422849"/>
                  </a:lnTo>
                  <a:lnTo>
                    <a:pt x="479227" y="386954"/>
                  </a:lnTo>
                  <a:lnTo>
                    <a:pt x="498254" y="346892"/>
                  </a:lnTo>
                  <a:lnTo>
                    <a:pt x="510204" y="303389"/>
                  </a:lnTo>
                  <a:lnTo>
                    <a:pt x="514350" y="257175"/>
                  </a:lnTo>
                  <a:lnTo>
                    <a:pt x="510204" y="210926"/>
                  </a:lnTo>
                  <a:lnTo>
                    <a:pt x="498254" y="167406"/>
                  </a:lnTo>
                  <a:lnTo>
                    <a:pt x="479227" y="127338"/>
                  </a:lnTo>
                  <a:lnTo>
                    <a:pt x="453849" y="91447"/>
                  </a:lnTo>
                  <a:lnTo>
                    <a:pt x="422849" y="60458"/>
                  </a:lnTo>
                  <a:lnTo>
                    <a:pt x="386954" y="35094"/>
                  </a:lnTo>
                  <a:lnTo>
                    <a:pt x="346892" y="16080"/>
                  </a:lnTo>
                  <a:lnTo>
                    <a:pt x="303389" y="4140"/>
                  </a:lnTo>
                  <a:lnTo>
                    <a:pt x="257175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114425" y="456412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257175"/>
                  </a:moveTo>
                  <a:lnTo>
                    <a:pt x="4143" y="210926"/>
                  </a:lnTo>
                  <a:lnTo>
                    <a:pt x="16089" y="167406"/>
                  </a:lnTo>
                  <a:lnTo>
                    <a:pt x="35111" y="127338"/>
                  </a:lnTo>
                  <a:lnTo>
                    <a:pt x="60483" y="91447"/>
                  </a:lnTo>
                  <a:lnTo>
                    <a:pt x="91479" y="60458"/>
                  </a:lnTo>
                  <a:lnTo>
                    <a:pt x="127372" y="35094"/>
                  </a:lnTo>
                  <a:lnTo>
                    <a:pt x="167437" y="16080"/>
                  </a:lnTo>
                  <a:lnTo>
                    <a:pt x="210946" y="4140"/>
                  </a:lnTo>
                  <a:lnTo>
                    <a:pt x="257175" y="0"/>
                  </a:lnTo>
                  <a:lnTo>
                    <a:pt x="303389" y="4140"/>
                  </a:lnTo>
                  <a:lnTo>
                    <a:pt x="346892" y="16080"/>
                  </a:lnTo>
                  <a:lnTo>
                    <a:pt x="386954" y="35094"/>
                  </a:lnTo>
                  <a:lnTo>
                    <a:pt x="422849" y="60458"/>
                  </a:lnTo>
                  <a:lnTo>
                    <a:pt x="453849" y="91447"/>
                  </a:lnTo>
                  <a:lnTo>
                    <a:pt x="479227" y="127338"/>
                  </a:lnTo>
                  <a:lnTo>
                    <a:pt x="498254" y="167406"/>
                  </a:lnTo>
                  <a:lnTo>
                    <a:pt x="510204" y="210926"/>
                  </a:lnTo>
                  <a:lnTo>
                    <a:pt x="514350" y="257175"/>
                  </a:lnTo>
                  <a:lnTo>
                    <a:pt x="510204" y="303389"/>
                  </a:lnTo>
                  <a:lnTo>
                    <a:pt x="498254" y="346892"/>
                  </a:lnTo>
                  <a:lnTo>
                    <a:pt x="479227" y="386954"/>
                  </a:lnTo>
                  <a:lnTo>
                    <a:pt x="453849" y="422849"/>
                  </a:lnTo>
                  <a:lnTo>
                    <a:pt x="422849" y="453849"/>
                  </a:lnTo>
                  <a:lnTo>
                    <a:pt x="386954" y="479227"/>
                  </a:lnTo>
                  <a:lnTo>
                    <a:pt x="346892" y="498254"/>
                  </a:lnTo>
                  <a:lnTo>
                    <a:pt x="303389" y="510204"/>
                  </a:lnTo>
                  <a:lnTo>
                    <a:pt x="257175" y="514350"/>
                  </a:lnTo>
                  <a:lnTo>
                    <a:pt x="210946" y="510204"/>
                  </a:lnTo>
                  <a:lnTo>
                    <a:pt x="167437" y="498254"/>
                  </a:lnTo>
                  <a:lnTo>
                    <a:pt x="127372" y="479227"/>
                  </a:lnTo>
                  <a:lnTo>
                    <a:pt x="91479" y="453849"/>
                  </a:lnTo>
                  <a:lnTo>
                    <a:pt x="60483" y="422849"/>
                  </a:lnTo>
                  <a:lnTo>
                    <a:pt x="35111" y="386954"/>
                  </a:lnTo>
                  <a:lnTo>
                    <a:pt x="16089" y="346892"/>
                  </a:lnTo>
                  <a:lnTo>
                    <a:pt x="4143" y="303389"/>
                  </a:lnTo>
                  <a:lnTo>
                    <a:pt x="0" y="257175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1290955" y="4679645"/>
            <a:ext cx="16129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solidFill>
                  <a:srgbClr val="FFFFFF"/>
                </a:solidFill>
                <a:latin typeface="微软雅黑"/>
                <a:cs typeface="微软雅黑"/>
              </a:rPr>
              <a:t>C</a:t>
            </a:r>
            <a:endParaRPr sz="1600">
              <a:latin typeface="微软雅黑"/>
              <a:cs typeface="微软雅黑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1108075" y="5415026"/>
            <a:ext cx="527050" cy="527050"/>
            <a:chOff x="1108075" y="5415026"/>
            <a:chExt cx="527050" cy="527050"/>
          </a:xfrm>
        </p:grpSpPr>
        <p:sp>
          <p:nvSpPr>
            <p:cNvPr id="25" name="object 25" descr=""/>
            <p:cNvSpPr/>
            <p:nvPr/>
          </p:nvSpPr>
          <p:spPr>
            <a:xfrm>
              <a:off x="1114425" y="542137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57175" y="0"/>
                  </a:moveTo>
                  <a:lnTo>
                    <a:pt x="210946" y="4140"/>
                  </a:lnTo>
                  <a:lnTo>
                    <a:pt x="167437" y="16079"/>
                  </a:lnTo>
                  <a:lnTo>
                    <a:pt x="127372" y="35091"/>
                  </a:lnTo>
                  <a:lnTo>
                    <a:pt x="91479" y="60452"/>
                  </a:lnTo>
                  <a:lnTo>
                    <a:pt x="60483" y="91436"/>
                  </a:lnTo>
                  <a:lnTo>
                    <a:pt x="35111" y="127319"/>
                  </a:lnTo>
                  <a:lnTo>
                    <a:pt x="16089" y="167376"/>
                  </a:lnTo>
                  <a:lnTo>
                    <a:pt x="4143" y="210882"/>
                  </a:lnTo>
                  <a:lnTo>
                    <a:pt x="0" y="257111"/>
                  </a:lnTo>
                  <a:lnTo>
                    <a:pt x="4143" y="303339"/>
                  </a:lnTo>
                  <a:lnTo>
                    <a:pt x="16089" y="346849"/>
                  </a:lnTo>
                  <a:lnTo>
                    <a:pt x="35111" y="386913"/>
                  </a:lnTo>
                  <a:lnTo>
                    <a:pt x="60483" y="422807"/>
                  </a:lnTo>
                  <a:lnTo>
                    <a:pt x="91479" y="453803"/>
                  </a:lnTo>
                  <a:lnTo>
                    <a:pt x="127372" y="479175"/>
                  </a:lnTo>
                  <a:lnTo>
                    <a:pt x="167437" y="498197"/>
                  </a:lnTo>
                  <a:lnTo>
                    <a:pt x="210946" y="510143"/>
                  </a:lnTo>
                  <a:lnTo>
                    <a:pt x="257175" y="514286"/>
                  </a:lnTo>
                  <a:lnTo>
                    <a:pt x="303389" y="510143"/>
                  </a:lnTo>
                  <a:lnTo>
                    <a:pt x="346892" y="498197"/>
                  </a:lnTo>
                  <a:lnTo>
                    <a:pt x="386954" y="479175"/>
                  </a:lnTo>
                  <a:lnTo>
                    <a:pt x="422849" y="453803"/>
                  </a:lnTo>
                  <a:lnTo>
                    <a:pt x="453849" y="422807"/>
                  </a:lnTo>
                  <a:lnTo>
                    <a:pt x="479227" y="386913"/>
                  </a:lnTo>
                  <a:lnTo>
                    <a:pt x="498254" y="346849"/>
                  </a:lnTo>
                  <a:lnTo>
                    <a:pt x="510204" y="303339"/>
                  </a:lnTo>
                  <a:lnTo>
                    <a:pt x="514350" y="257111"/>
                  </a:lnTo>
                  <a:lnTo>
                    <a:pt x="510204" y="210882"/>
                  </a:lnTo>
                  <a:lnTo>
                    <a:pt x="498254" y="167376"/>
                  </a:lnTo>
                  <a:lnTo>
                    <a:pt x="479227" y="127319"/>
                  </a:lnTo>
                  <a:lnTo>
                    <a:pt x="453849" y="91436"/>
                  </a:lnTo>
                  <a:lnTo>
                    <a:pt x="422849" y="60452"/>
                  </a:lnTo>
                  <a:lnTo>
                    <a:pt x="386954" y="35091"/>
                  </a:lnTo>
                  <a:lnTo>
                    <a:pt x="346892" y="16079"/>
                  </a:lnTo>
                  <a:lnTo>
                    <a:pt x="303389" y="4140"/>
                  </a:lnTo>
                  <a:lnTo>
                    <a:pt x="257175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1114425" y="542137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257111"/>
                  </a:moveTo>
                  <a:lnTo>
                    <a:pt x="4143" y="210882"/>
                  </a:lnTo>
                  <a:lnTo>
                    <a:pt x="16089" y="167376"/>
                  </a:lnTo>
                  <a:lnTo>
                    <a:pt x="35111" y="127319"/>
                  </a:lnTo>
                  <a:lnTo>
                    <a:pt x="60483" y="91436"/>
                  </a:lnTo>
                  <a:lnTo>
                    <a:pt x="91479" y="60452"/>
                  </a:lnTo>
                  <a:lnTo>
                    <a:pt x="127372" y="35091"/>
                  </a:lnTo>
                  <a:lnTo>
                    <a:pt x="167437" y="16079"/>
                  </a:lnTo>
                  <a:lnTo>
                    <a:pt x="210946" y="4140"/>
                  </a:lnTo>
                  <a:lnTo>
                    <a:pt x="257175" y="0"/>
                  </a:lnTo>
                  <a:lnTo>
                    <a:pt x="303389" y="4140"/>
                  </a:lnTo>
                  <a:lnTo>
                    <a:pt x="346892" y="16079"/>
                  </a:lnTo>
                  <a:lnTo>
                    <a:pt x="386954" y="35091"/>
                  </a:lnTo>
                  <a:lnTo>
                    <a:pt x="422849" y="60452"/>
                  </a:lnTo>
                  <a:lnTo>
                    <a:pt x="453849" y="91436"/>
                  </a:lnTo>
                  <a:lnTo>
                    <a:pt x="479227" y="127319"/>
                  </a:lnTo>
                  <a:lnTo>
                    <a:pt x="498254" y="167376"/>
                  </a:lnTo>
                  <a:lnTo>
                    <a:pt x="510204" y="210882"/>
                  </a:lnTo>
                  <a:lnTo>
                    <a:pt x="514350" y="257111"/>
                  </a:lnTo>
                  <a:lnTo>
                    <a:pt x="510204" y="303339"/>
                  </a:lnTo>
                  <a:lnTo>
                    <a:pt x="498254" y="346849"/>
                  </a:lnTo>
                  <a:lnTo>
                    <a:pt x="479227" y="386913"/>
                  </a:lnTo>
                  <a:lnTo>
                    <a:pt x="453849" y="422807"/>
                  </a:lnTo>
                  <a:lnTo>
                    <a:pt x="422849" y="453803"/>
                  </a:lnTo>
                  <a:lnTo>
                    <a:pt x="386954" y="479175"/>
                  </a:lnTo>
                  <a:lnTo>
                    <a:pt x="346892" y="498197"/>
                  </a:lnTo>
                  <a:lnTo>
                    <a:pt x="303389" y="510143"/>
                  </a:lnTo>
                  <a:lnTo>
                    <a:pt x="257175" y="514286"/>
                  </a:lnTo>
                  <a:lnTo>
                    <a:pt x="210946" y="510143"/>
                  </a:lnTo>
                  <a:lnTo>
                    <a:pt x="167437" y="498197"/>
                  </a:lnTo>
                  <a:lnTo>
                    <a:pt x="127372" y="479175"/>
                  </a:lnTo>
                  <a:lnTo>
                    <a:pt x="91479" y="453803"/>
                  </a:lnTo>
                  <a:lnTo>
                    <a:pt x="60483" y="422807"/>
                  </a:lnTo>
                  <a:lnTo>
                    <a:pt x="35111" y="386913"/>
                  </a:lnTo>
                  <a:lnTo>
                    <a:pt x="16089" y="346849"/>
                  </a:lnTo>
                  <a:lnTo>
                    <a:pt x="4143" y="303339"/>
                  </a:lnTo>
                  <a:lnTo>
                    <a:pt x="0" y="257111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1281811" y="5537708"/>
            <a:ext cx="18034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solidFill>
                  <a:srgbClr val="FFFFFF"/>
                </a:solidFill>
                <a:latin typeface="微软雅黑"/>
                <a:cs typeface="微软雅黑"/>
              </a:rPr>
              <a:t>D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6729730" y="6279896"/>
            <a:ext cx="43116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40">
                <a:solidFill>
                  <a:srgbClr val="FFFFFF"/>
                </a:solidFill>
                <a:latin typeface="微软雅黑"/>
                <a:cs typeface="微软雅黑"/>
              </a:rPr>
              <a:t>提交</a:t>
            </a:r>
            <a:endParaRPr sz="1600">
              <a:latin typeface="微软雅黑"/>
              <a:cs typeface="微软雅黑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30" name="object 30" descr=""/>
            <p:cNvSpPr/>
            <p:nvPr/>
          </p:nvSpPr>
          <p:spPr>
            <a:xfrm>
              <a:off x="190500" y="0"/>
              <a:ext cx="8953500" cy="635000"/>
            </a:xfrm>
            <a:custGeom>
              <a:avLst/>
              <a:gdLst/>
              <a:ahLst/>
              <a:cxnLst/>
              <a:rect l="l" t="t" r="r" b="b"/>
              <a:pathLst>
                <a:path w="8953500" h="635000">
                  <a:moveTo>
                    <a:pt x="0" y="635000"/>
                  </a:moveTo>
                  <a:lnTo>
                    <a:pt x="8953500" y="635000"/>
                  </a:lnTo>
                  <a:lnTo>
                    <a:pt x="8953500" y="0"/>
                  </a:lnTo>
                  <a:lnTo>
                    <a:pt x="0" y="0"/>
                  </a:lnTo>
                  <a:lnTo>
                    <a:pt x="0" y="635000"/>
                  </a:lnTo>
                  <a:close/>
                </a:path>
              </a:pathLst>
            </a:custGeom>
            <a:solidFill>
              <a:srgbClr val="F6F7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0" y="0"/>
              <a:ext cx="190500" cy="635000"/>
            </a:xfrm>
            <a:custGeom>
              <a:avLst/>
              <a:gdLst/>
              <a:ahLst/>
              <a:cxnLst/>
              <a:rect l="l" t="t" r="r" b="b"/>
              <a:pathLst>
                <a:path w="190500" h="635000">
                  <a:moveTo>
                    <a:pt x="190500" y="0"/>
                  </a:moveTo>
                  <a:lnTo>
                    <a:pt x="0" y="0"/>
                  </a:lnTo>
                  <a:lnTo>
                    <a:pt x="0" y="635000"/>
                  </a:lnTo>
                  <a:lnTo>
                    <a:pt x="190500" y="635000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629EF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 descr=""/>
          <p:cNvSpPr txBox="1"/>
          <p:nvPr/>
        </p:nvSpPr>
        <p:spPr>
          <a:xfrm>
            <a:off x="332943" y="93090"/>
            <a:ext cx="1017905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spc="-20">
                <a:latin typeface="微软雅黑"/>
                <a:cs typeface="微软雅黑"/>
              </a:rPr>
              <a:t>单选题</a:t>
            </a:r>
            <a:endParaRPr sz="2600">
              <a:latin typeface="微软雅黑"/>
              <a:cs typeface="微软雅黑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1604899" y="187578"/>
            <a:ext cx="429259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808080"/>
                </a:solidFill>
                <a:latin typeface="微软雅黑"/>
                <a:cs typeface="微软雅黑"/>
              </a:rPr>
              <a:t>1</a:t>
            </a:r>
            <a:r>
              <a:rPr dirty="0" sz="2000" spc="-50">
                <a:solidFill>
                  <a:srgbClr val="808080"/>
                </a:solidFill>
                <a:latin typeface="微软雅黑"/>
                <a:cs typeface="微软雅黑"/>
              </a:rPr>
              <a:t>分</a:t>
            </a:r>
            <a:endParaRPr sz="2000">
              <a:latin typeface="微软雅黑"/>
              <a:cs typeface="微软雅黑"/>
            </a:endParaRPr>
          </a:p>
        </p:txBody>
      </p:sp>
      <p:pic>
        <p:nvPicPr>
          <p:cNvPr id="34" name="object 3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53605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34809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15" b="1">
                <a:solidFill>
                  <a:srgbClr val="40458B"/>
                </a:solidFill>
                <a:latin typeface="宋体"/>
                <a:cs typeface="宋体"/>
              </a:rPr>
              <a:t>95/81</a:t>
            </a:r>
            <a:endParaRPr baseline="1736" sz="2400">
              <a:latin typeface="宋体"/>
              <a:cs typeface="宋体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0" y="6196012"/>
            <a:ext cx="9144000" cy="663575"/>
            <a:chOff x="0" y="6196012"/>
            <a:chExt cx="9144000" cy="663575"/>
          </a:xfrm>
        </p:grpSpPr>
        <p:sp>
          <p:nvSpPr>
            <p:cNvPr id="4" name="object 4" descr=""/>
            <p:cNvSpPr/>
            <p:nvPr/>
          </p:nvSpPr>
          <p:spPr>
            <a:xfrm>
              <a:off x="0" y="6526212"/>
              <a:ext cx="9144000" cy="333375"/>
            </a:xfrm>
            <a:custGeom>
              <a:avLst/>
              <a:gdLst/>
              <a:ahLst/>
              <a:cxnLst/>
              <a:rect l="l" t="t" r="r" b="b"/>
              <a:pathLst>
                <a:path w="9144000" h="333375">
                  <a:moveTo>
                    <a:pt x="9144000" y="0"/>
                  </a:moveTo>
                  <a:lnTo>
                    <a:pt x="0" y="0"/>
                  </a:lnTo>
                  <a:lnTo>
                    <a:pt x="0" y="333375"/>
                  </a:lnTo>
                  <a:lnTo>
                    <a:pt x="9144000" y="333375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4477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172200" y="6215062"/>
              <a:ext cx="1543050" cy="411480"/>
            </a:xfrm>
            <a:custGeom>
              <a:avLst/>
              <a:gdLst/>
              <a:ahLst/>
              <a:cxnLst/>
              <a:rect l="l" t="t" r="r" b="b"/>
              <a:pathLst>
                <a:path w="1543050" h="411479">
                  <a:moveTo>
                    <a:pt x="1474470" y="0"/>
                  </a:moveTo>
                  <a:lnTo>
                    <a:pt x="68579" y="0"/>
                  </a:lnTo>
                  <a:lnTo>
                    <a:pt x="41898" y="5385"/>
                  </a:lnTo>
                  <a:lnTo>
                    <a:pt x="20097" y="20072"/>
                  </a:lnTo>
                  <a:lnTo>
                    <a:pt x="5393" y="41855"/>
                  </a:lnTo>
                  <a:lnTo>
                    <a:pt x="0" y="68529"/>
                  </a:lnTo>
                  <a:lnTo>
                    <a:pt x="0" y="342633"/>
                  </a:lnTo>
                  <a:lnTo>
                    <a:pt x="5393" y="369307"/>
                  </a:lnTo>
                  <a:lnTo>
                    <a:pt x="20097" y="391090"/>
                  </a:lnTo>
                  <a:lnTo>
                    <a:pt x="41898" y="405776"/>
                  </a:lnTo>
                  <a:lnTo>
                    <a:pt x="68579" y="411162"/>
                  </a:lnTo>
                  <a:lnTo>
                    <a:pt x="1474470" y="411162"/>
                  </a:lnTo>
                  <a:lnTo>
                    <a:pt x="1501151" y="405776"/>
                  </a:lnTo>
                  <a:lnTo>
                    <a:pt x="1522952" y="391090"/>
                  </a:lnTo>
                  <a:lnTo>
                    <a:pt x="1537656" y="369307"/>
                  </a:lnTo>
                  <a:lnTo>
                    <a:pt x="1543050" y="342633"/>
                  </a:lnTo>
                  <a:lnTo>
                    <a:pt x="1543050" y="68529"/>
                  </a:lnTo>
                  <a:lnTo>
                    <a:pt x="1537656" y="41855"/>
                  </a:lnTo>
                  <a:lnTo>
                    <a:pt x="1522952" y="20072"/>
                  </a:lnTo>
                  <a:lnTo>
                    <a:pt x="1501151" y="5385"/>
                  </a:lnTo>
                  <a:lnTo>
                    <a:pt x="1474470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172200" y="6215062"/>
              <a:ext cx="1543050" cy="411480"/>
            </a:xfrm>
            <a:custGeom>
              <a:avLst/>
              <a:gdLst/>
              <a:ahLst/>
              <a:cxnLst/>
              <a:rect l="l" t="t" r="r" b="b"/>
              <a:pathLst>
                <a:path w="1543050" h="411479">
                  <a:moveTo>
                    <a:pt x="0" y="68529"/>
                  </a:moveTo>
                  <a:lnTo>
                    <a:pt x="5393" y="41855"/>
                  </a:lnTo>
                  <a:lnTo>
                    <a:pt x="20097" y="20072"/>
                  </a:lnTo>
                  <a:lnTo>
                    <a:pt x="41898" y="5385"/>
                  </a:lnTo>
                  <a:lnTo>
                    <a:pt x="68579" y="0"/>
                  </a:lnTo>
                  <a:lnTo>
                    <a:pt x="1474470" y="0"/>
                  </a:lnTo>
                  <a:lnTo>
                    <a:pt x="1501151" y="5385"/>
                  </a:lnTo>
                  <a:lnTo>
                    <a:pt x="1522952" y="20072"/>
                  </a:lnTo>
                  <a:lnTo>
                    <a:pt x="1537656" y="41855"/>
                  </a:lnTo>
                  <a:lnTo>
                    <a:pt x="1543050" y="68529"/>
                  </a:lnTo>
                  <a:lnTo>
                    <a:pt x="1543050" y="342633"/>
                  </a:lnTo>
                  <a:lnTo>
                    <a:pt x="1537656" y="369307"/>
                  </a:lnTo>
                  <a:lnTo>
                    <a:pt x="1522952" y="391090"/>
                  </a:lnTo>
                  <a:lnTo>
                    <a:pt x="1501151" y="405776"/>
                  </a:lnTo>
                  <a:lnTo>
                    <a:pt x="1474470" y="411162"/>
                  </a:lnTo>
                  <a:lnTo>
                    <a:pt x="68579" y="411162"/>
                  </a:lnTo>
                  <a:lnTo>
                    <a:pt x="41898" y="405776"/>
                  </a:lnTo>
                  <a:lnTo>
                    <a:pt x="20097" y="391090"/>
                  </a:lnTo>
                  <a:lnTo>
                    <a:pt x="5393" y="369307"/>
                  </a:lnTo>
                  <a:lnTo>
                    <a:pt x="0" y="342633"/>
                  </a:lnTo>
                  <a:lnTo>
                    <a:pt x="0" y="68529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93444" y="1284224"/>
            <a:ext cx="6964045" cy="8191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u="none" sz="2600">
                <a:solidFill>
                  <a:srgbClr val="000000"/>
                </a:solidFill>
                <a:latin typeface="微软雅黑"/>
                <a:cs typeface="微软雅黑"/>
              </a:rPr>
              <a:t>连接高速磁盘阵列（</a:t>
            </a:r>
            <a:r>
              <a:rPr dirty="0" u="none" sz="2600" spc="-15">
                <a:solidFill>
                  <a:srgbClr val="000000"/>
                </a:solidFill>
                <a:latin typeface="微软雅黑"/>
                <a:cs typeface="微软雅黑"/>
              </a:rPr>
              <a:t>如多个磁盘</a:t>
            </a:r>
            <a:r>
              <a:rPr dirty="0" u="none" sz="2600">
                <a:solidFill>
                  <a:srgbClr val="000000"/>
                </a:solidFill>
                <a:latin typeface="微软雅黑"/>
                <a:cs typeface="微软雅黑"/>
              </a:rPr>
              <a:t>）</a:t>
            </a:r>
            <a:r>
              <a:rPr dirty="0" u="none" sz="2600" spc="-25">
                <a:solidFill>
                  <a:srgbClr val="000000"/>
                </a:solidFill>
                <a:latin typeface="微软雅黑"/>
                <a:cs typeface="微软雅黑"/>
              </a:rPr>
              <a:t>最适合使用哪</a:t>
            </a:r>
            <a:r>
              <a:rPr dirty="0" u="none" sz="2600" spc="-20">
                <a:solidFill>
                  <a:srgbClr val="000000"/>
                </a:solidFill>
                <a:latin typeface="微软雅黑"/>
                <a:cs typeface="微软雅黑"/>
              </a:rPr>
              <a:t>种类型的通道？</a:t>
            </a:r>
            <a:endParaRPr sz="2600">
              <a:latin typeface="微软雅黑"/>
              <a:cs typeface="微软雅黑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907794" y="2883788"/>
            <a:ext cx="2009775" cy="4222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00" spc="-10">
                <a:latin typeface="微软雅黑"/>
                <a:cs typeface="微软雅黑"/>
              </a:rPr>
              <a:t>字节多路通道</a:t>
            </a:r>
            <a:endParaRPr sz="2600">
              <a:latin typeface="微软雅黑"/>
              <a:cs typeface="微软雅黑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907794" y="3741165"/>
            <a:ext cx="2009775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spc="-10">
                <a:latin typeface="微软雅黑"/>
                <a:cs typeface="微软雅黑"/>
              </a:rPr>
              <a:t>数组多路通道</a:t>
            </a:r>
            <a:endParaRPr sz="2600">
              <a:latin typeface="微软雅黑"/>
              <a:cs typeface="微软雅黑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907794" y="4598670"/>
            <a:ext cx="1348740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spc="-15">
                <a:latin typeface="微软雅黑"/>
                <a:cs typeface="微软雅黑"/>
              </a:rPr>
              <a:t>选择通道</a:t>
            </a:r>
            <a:endParaRPr sz="2600">
              <a:latin typeface="微软雅黑"/>
              <a:cs typeface="微软雅黑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907794" y="5456021"/>
            <a:ext cx="1678939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spc="-10">
                <a:latin typeface="微软雅黑"/>
                <a:cs typeface="微软雅黑"/>
              </a:rPr>
              <a:t>以上都可以</a:t>
            </a:r>
            <a:endParaRPr sz="2600">
              <a:latin typeface="微软雅黑"/>
              <a:cs typeface="微软雅黑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1108075" y="2843276"/>
            <a:ext cx="527050" cy="527050"/>
            <a:chOff x="1108075" y="2843276"/>
            <a:chExt cx="527050" cy="527050"/>
          </a:xfrm>
        </p:grpSpPr>
        <p:sp>
          <p:nvSpPr>
            <p:cNvPr id="13" name="object 13" descr=""/>
            <p:cNvSpPr/>
            <p:nvPr/>
          </p:nvSpPr>
          <p:spPr>
            <a:xfrm>
              <a:off x="1114425" y="284962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57175" y="0"/>
                  </a:moveTo>
                  <a:lnTo>
                    <a:pt x="210946" y="4140"/>
                  </a:lnTo>
                  <a:lnTo>
                    <a:pt x="167437" y="16080"/>
                  </a:lnTo>
                  <a:lnTo>
                    <a:pt x="127372" y="35094"/>
                  </a:lnTo>
                  <a:lnTo>
                    <a:pt x="91479" y="60458"/>
                  </a:lnTo>
                  <a:lnTo>
                    <a:pt x="60483" y="91447"/>
                  </a:lnTo>
                  <a:lnTo>
                    <a:pt x="35111" y="127338"/>
                  </a:lnTo>
                  <a:lnTo>
                    <a:pt x="16089" y="167406"/>
                  </a:lnTo>
                  <a:lnTo>
                    <a:pt x="4143" y="210926"/>
                  </a:lnTo>
                  <a:lnTo>
                    <a:pt x="0" y="257175"/>
                  </a:lnTo>
                  <a:lnTo>
                    <a:pt x="4143" y="303389"/>
                  </a:lnTo>
                  <a:lnTo>
                    <a:pt x="16089" y="346892"/>
                  </a:lnTo>
                  <a:lnTo>
                    <a:pt x="35111" y="386954"/>
                  </a:lnTo>
                  <a:lnTo>
                    <a:pt x="60483" y="422849"/>
                  </a:lnTo>
                  <a:lnTo>
                    <a:pt x="91479" y="453849"/>
                  </a:lnTo>
                  <a:lnTo>
                    <a:pt x="127372" y="479227"/>
                  </a:lnTo>
                  <a:lnTo>
                    <a:pt x="167437" y="498254"/>
                  </a:lnTo>
                  <a:lnTo>
                    <a:pt x="210946" y="510204"/>
                  </a:lnTo>
                  <a:lnTo>
                    <a:pt x="257175" y="514350"/>
                  </a:lnTo>
                  <a:lnTo>
                    <a:pt x="303389" y="510204"/>
                  </a:lnTo>
                  <a:lnTo>
                    <a:pt x="346892" y="498254"/>
                  </a:lnTo>
                  <a:lnTo>
                    <a:pt x="386954" y="479227"/>
                  </a:lnTo>
                  <a:lnTo>
                    <a:pt x="422849" y="453849"/>
                  </a:lnTo>
                  <a:lnTo>
                    <a:pt x="453849" y="422849"/>
                  </a:lnTo>
                  <a:lnTo>
                    <a:pt x="479227" y="386954"/>
                  </a:lnTo>
                  <a:lnTo>
                    <a:pt x="498254" y="346892"/>
                  </a:lnTo>
                  <a:lnTo>
                    <a:pt x="510204" y="303389"/>
                  </a:lnTo>
                  <a:lnTo>
                    <a:pt x="514350" y="257175"/>
                  </a:lnTo>
                  <a:lnTo>
                    <a:pt x="510204" y="210926"/>
                  </a:lnTo>
                  <a:lnTo>
                    <a:pt x="498254" y="167406"/>
                  </a:lnTo>
                  <a:lnTo>
                    <a:pt x="479227" y="127338"/>
                  </a:lnTo>
                  <a:lnTo>
                    <a:pt x="453849" y="91447"/>
                  </a:lnTo>
                  <a:lnTo>
                    <a:pt x="422849" y="60458"/>
                  </a:lnTo>
                  <a:lnTo>
                    <a:pt x="386954" y="35094"/>
                  </a:lnTo>
                  <a:lnTo>
                    <a:pt x="346892" y="16080"/>
                  </a:lnTo>
                  <a:lnTo>
                    <a:pt x="303389" y="4140"/>
                  </a:lnTo>
                  <a:lnTo>
                    <a:pt x="257175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114425" y="284962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257175"/>
                  </a:moveTo>
                  <a:lnTo>
                    <a:pt x="4143" y="210926"/>
                  </a:lnTo>
                  <a:lnTo>
                    <a:pt x="16089" y="167406"/>
                  </a:lnTo>
                  <a:lnTo>
                    <a:pt x="35111" y="127338"/>
                  </a:lnTo>
                  <a:lnTo>
                    <a:pt x="60483" y="91447"/>
                  </a:lnTo>
                  <a:lnTo>
                    <a:pt x="91479" y="60458"/>
                  </a:lnTo>
                  <a:lnTo>
                    <a:pt x="127372" y="35094"/>
                  </a:lnTo>
                  <a:lnTo>
                    <a:pt x="167437" y="16080"/>
                  </a:lnTo>
                  <a:lnTo>
                    <a:pt x="210946" y="4140"/>
                  </a:lnTo>
                  <a:lnTo>
                    <a:pt x="257175" y="0"/>
                  </a:lnTo>
                  <a:lnTo>
                    <a:pt x="303389" y="4140"/>
                  </a:lnTo>
                  <a:lnTo>
                    <a:pt x="346892" y="16080"/>
                  </a:lnTo>
                  <a:lnTo>
                    <a:pt x="386954" y="35094"/>
                  </a:lnTo>
                  <a:lnTo>
                    <a:pt x="422849" y="60458"/>
                  </a:lnTo>
                  <a:lnTo>
                    <a:pt x="453849" y="91447"/>
                  </a:lnTo>
                  <a:lnTo>
                    <a:pt x="479227" y="127338"/>
                  </a:lnTo>
                  <a:lnTo>
                    <a:pt x="498254" y="167406"/>
                  </a:lnTo>
                  <a:lnTo>
                    <a:pt x="510204" y="210926"/>
                  </a:lnTo>
                  <a:lnTo>
                    <a:pt x="514350" y="257175"/>
                  </a:lnTo>
                  <a:lnTo>
                    <a:pt x="510204" y="303389"/>
                  </a:lnTo>
                  <a:lnTo>
                    <a:pt x="498254" y="346892"/>
                  </a:lnTo>
                  <a:lnTo>
                    <a:pt x="479227" y="386954"/>
                  </a:lnTo>
                  <a:lnTo>
                    <a:pt x="453849" y="422849"/>
                  </a:lnTo>
                  <a:lnTo>
                    <a:pt x="422849" y="453849"/>
                  </a:lnTo>
                  <a:lnTo>
                    <a:pt x="386954" y="479227"/>
                  </a:lnTo>
                  <a:lnTo>
                    <a:pt x="346892" y="498254"/>
                  </a:lnTo>
                  <a:lnTo>
                    <a:pt x="303389" y="510204"/>
                  </a:lnTo>
                  <a:lnTo>
                    <a:pt x="257175" y="514350"/>
                  </a:lnTo>
                  <a:lnTo>
                    <a:pt x="210946" y="510204"/>
                  </a:lnTo>
                  <a:lnTo>
                    <a:pt x="167437" y="498254"/>
                  </a:lnTo>
                  <a:lnTo>
                    <a:pt x="127372" y="479227"/>
                  </a:lnTo>
                  <a:lnTo>
                    <a:pt x="91479" y="453849"/>
                  </a:lnTo>
                  <a:lnTo>
                    <a:pt x="60483" y="422849"/>
                  </a:lnTo>
                  <a:lnTo>
                    <a:pt x="35111" y="386954"/>
                  </a:lnTo>
                  <a:lnTo>
                    <a:pt x="16089" y="346892"/>
                  </a:lnTo>
                  <a:lnTo>
                    <a:pt x="4143" y="303389"/>
                  </a:lnTo>
                  <a:lnTo>
                    <a:pt x="0" y="2571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1287907" y="2965195"/>
            <a:ext cx="16827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solidFill>
                  <a:srgbClr val="FFFFFF"/>
                </a:solidFill>
                <a:latin typeface="微软雅黑"/>
                <a:cs typeface="微软雅黑"/>
              </a:rPr>
              <a:t>A</a:t>
            </a:r>
            <a:endParaRPr sz="1600">
              <a:latin typeface="微软雅黑"/>
              <a:cs typeface="微软雅黑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1101725" y="3694176"/>
            <a:ext cx="539750" cy="539750"/>
            <a:chOff x="1101725" y="3694176"/>
            <a:chExt cx="539750" cy="539750"/>
          </a:xfrm>
        </p:grpSpPr>
        <p:sp>
          <p:nvSpPr>
            <p:cNvPr id="17" name="object 17" descr=""/>
            <p:cNvSpPr/>
            <p:nvPr/>
          </p:nvSpPr>
          <p:spPr>
            <a:xfrm>
              <a:off x="1114425" y="370687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57175" y="0"/>
                  </a:moveTo>
                  <a:lnTo>
                    <a:pt x="210946" y="4140"/>
                  </a:lnTo>
                  <a:lnTo>
                    <a:pt x="167437" y="16080"/>
                  </a:lnTo>
                  <a:lnTo>
                    <a:pt x="127372" y="35094"/>
                  </a:lnTo>
                  <a:lnTo>
                    <a:pt x="91479" y="60458"/>
                  </a:lnTo>
                  <a:lnTo>
                    <a:pt x="60483" y="91447"/>
                  </a:lnTo>
                  <a:lnTo>
                    <a:pt x="35111" y="127338"/>
                  </a:lnTo>
                  <a:lnTo>
                    <a:pt x="16089" y="167406"/>
                  </a:lnTo>
                  <a:lnTo>
                    <a:pt x="4143" y="210926"/>
                  </a:lnTo>
                  <a:lnTo>
                    <a:pt x="0" y="257175"/>
                  </a:lnTo>
                  <a:lnTo>
                    <a:pt x="4143" y="303389"/>
                  </a:lnTo>
                  <a:lnTo>
                    <a:pt x="16089" y="346892"/>
                  </a:lnTo>
                  <a:lnTo>
                    <a:pt x="35111" y="386954"/>
                  </a:lnTo>
                  <a:lnTo>
                    <a:pt x="60483" y="422849"/>
                  </a:lnTo>
                  <a:lnTo>
                    <a:pt x="91479" y="453849"/>
                  </a:lnTo>
                  <a:lnTo>
                    <a:pt x="127372" y="479227"/>
                  </a:lnTo>
                  <a:lnTo>
                    <a:pt x="167437" y="498254"/>
                  </a:lnTo>
                  <a:lnTo>
                    <a:pt x="210946" y="510204"/>
                  </a:lnTo>
                  <a:lnTo>
                    <a:pt x="257175" y="514350"/>
                  </a:lnTo>
                  <a:lnTo>
                    <a:pt x="303389" y="510204"/>
                  </a:lnTo>
                  <a:lnTo>
                    <a:pt x="346892" y="498254"/>
                  </a:lnTo>
                  <a:lnTo>
                    <a:pt x="386954" y="479227"/>
                  </a:lnTo>
                  <a:lnTo>
                    <a:pt x="422849" y="453849"/>
                  </a:lnTo>
                  <a:lnTo>
                    <a:pt x="453849" y="422849"/>
                  </a:lnTo>
                  <a:lnTo>
                    <a:pt x="479227" y="386954"/>
                  </a:lnTo>
                  <a:lnTo>
                    <a:pt x="498254" y="346892"/>
                  </a:lnTo>
                  <a:lnTo>
                    <a:pt x="510204" y="303389"/>
                  </a:lnTo>
                  <a:lnTo>
                    <a:pt x="514350" y="257175"/>
                  </a:lnTo>
                  <a:lnTo>
                    <a:pt x="510204" y="210926"/>
                  </a:lnTo>
                  <a:lnTo>
                    <a:pt x="498254" y="167406"/>
                  </a:lnTo>
                  <a:lnTo>
                    <a:pt x="479227" y="127338"/>
                  </a:lnTo>
                  <a:lnTo>
                    <a:pt x="453849" y="91447"/>
                  </a:lnTo>
                  <a:lnTo>
                    <a:pt x="422849" y="60458"/>
                  </a:lnTo>
                  <a:lnTo>
                    <a:pt x="386954" y="35094"/>
                  </a:lnTo>
                  <a:lnTo>
                    <a:pt x="346892" y="16080"/>
                  </a:lnTo>
                  <a:lnTo>
                    <a:pt x="303389" y="4140"/>
                  </a:lnTo>
                  <a:lnTo>
                    <a:pt x="257175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114425" y="370687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257175"/>
                  </a:moveTo>
                  <a:lnTo>
                    <a:pt x="4143" y="210926"/>
                  </a:lnTo>
                  <a:lnTo>
                    <a:pt x="16089" y="167406"/>
                  </a:lnTo>
                  <a:lnTo>
                    <a:pt x="35111" y="127338"/>
                  </a:lnTo>
                  <a:lnTo>
                    <a:pt x="60483" y="91447"/>
                  </a:lnTo>
                  <a:lnTo>
                    <a:pt x="91479" y="60458"/>
                  </a:lnTo>
                  <a:lnTo>
                    <a:pt x="127372" y="35094"/>
                  </a:lnTo>
                  <a:lnTo>
                    <a:pt x="167437" y="16080"/>
                  </a:lnTo>
                  <a:lnTo>
                    <a:pt x="210946" y="4140"/>
                  </a:lnTo>
                  <a:lnTo>
                    <a:pt x="257175" y="0"/>
                  </a:lnTo>
                  <a:lnTo>
                    <a:pt x="303389" y="4140"/>
                  </a:lnTo>
                  <a:lnTo>
                    <a:pt x="346892" y="16080"/>
                  </a:lnTo>
                  <a:lnTo>
                    <a:pt x="386954" y="35094"/>
                  </a:lnTo>
                  <a:lnTo>
                    <a:pt x="422849" y="60458"/>
                  </a:lnTo>
                  <a:lnTo>
                    <a:pt x="453849" y="91447"/>
                  </a:lnTo>
                  <a:lnTo>
                    <a:pt x="479227" y="127338"/>
                  </a:lnTo>
                  <a:lnTo>
                    <a:pt x="498254" y="167406"/>
                  </a:lnTo>
                  <a:lnTo>
                    <a:pt x="510204" y="210926"/>
                  </a:lnTo>
                  <a:lnTo>
                    <a:pt x="514350" y="257175"/>
                  </a:lnTo>
                  <a:lnTo>
                    <a:pt x="510204" y="303389"/>
                  </a:lnTo>
                  <a:lnTo>
                    <a:pt x="498254" y="346892"/>
                  </a:lnTo>
                  <a:lnTo>
                    <a:pt x="479227" y="386954"/>
                  </a:lnTo>
                  <a:lnTo>
                    <a:pt x="453849" y="422849"/>
                  </a:lnTo>
                  <a:lnTo>
                    <a:pt x="422849" y="453849"/>
                  </a:lnTo>
                  <a:lnTo>
                    <a:pt x="386954" y="479227"/>
                  </a:lnTo>
                  <a:lnTo>
                    <a:pt x="346892" y="498254"/>
                  </a:lnTo>
                  <a:lnTo>
                    <a:pt x="303389" y="510204"/>
                  </a:lnTo>
                  <a:lnTo>
                    <a:pt x="257175" y="514350"/>
                  </a:lnTo>
                  <a:lnTo>
                    <a:pt x="210946" y="510204"/>
                  </a:lnTo>
                  <a:lnTo>
                    <a:pt x="167437" y="498254"/>
                  </a:lnTo>
                  <a:lnTo>
                    <a:pt x="127372" y="479227"/>
                  </a:lnTo>
                  <a:lnTo>
                    <a:pt x="91479" y="453849"/>
                  </a:lnTo>
                  <a:lnTo>
                    <a:pt x="60483" y="422849"/>
                  </a:lnTo>
                  <a:lnTo>
                    <a:pt x="35111" y="386954"/>
                  </a:lnTo>
                  <a:lnTo>
                    <a:pt x="16089" y="346892"/>
                  </a:lnTo>
                  <a:lnTo>
                    <a:pt x="4143" y="303389"/>
                  </a:lnTo>
                  <a:lnTo>
                    <a:pt x="0" y="257175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1295527" y="3822572"/>
            <a:ext cx="1530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solidFill>
                  <a:srgbClr val="FFFFFF"/>
                </a:solidFill>
                <a:latin typeface="微软雅黑"/>
                <a:cs typeface="微软雅黑"/>
              </a:rPr>
              <a:t>B</a:t>
            </a:r>
            <a:endParaRPr sz="1600">
              <a:latin typeface="微软雅黑"/>
              <a:cs typeface="微软雅黑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1108075" y="4557776"/>
            <a:ext cx="527050" cy="527050"/>
            <a:chOff x="1108075" y="4557776"/>
            <a:chExt cx="527050" cy="527050"/>
          </a:xfrm>
        </p:grpSpPr>
        <p:sp>
          <p:nvSpPr>
            <p:cNvPr id="21" name="object 21" descr=""/>
            <p:cNvSpPr/>
            <p:nvPr/>
          </p:nvSpPr>
          <p:spPr>
            <a:xfrm>
              <a:off x="1114425" y="456412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57175" y="0"/>
                  </a:moveTo>
                  <a:lnTo>
                    <a:pt x="210946" y="4140"/>
                  </a:lnTo>
                  <a:lnTo>
                    <a:pt x="167437" y="16080"/>
                  </a:lnTo>
                  <a:lnTo>
                    <a:pt x="127372" y="35094"/>
                  </a:lnTo>
                  <a:lnTo>
                    <a:pt x="91479" y="60458"/>
                  </a:lnTo>
                  <a:lnTo>
                    <a:pt x="60483" y="91447"/>
                  </a:lnTo>
                  <a:lnTo>
                    <a:pt x="35111" y="127338"/>
                  </a:lnTo>
                  <a:lnTo>
                    <a:pt x="16089" y="167406"/>
                  </a:lnTo>
                  <a:lnTo>
                    <a:pt x="4143" y="210926"/>
                  </a:lnTo>
                  <a:lnTo>
                    <a:pt x="0" y="257175"/>
                  </a:lnTo>
                  <a:lnTo>
                    <a:pt x="4143" y="303389"/>
                  </a:lnTo>
                  <a:lnTo>
                    <a:pt x="16089" y="346892"/>
                  </a:lnTo>
                  <a:lnTo>
                    <a:pt x="35111" y="386954"/>
                  </a:lnTo>
                  <a:lnTo>
                    <a:pt x="60483" y="422849"/>
                  </a:lnTo>
                  <a:lnTo>
                    <a:pt x="91479" y="453849"/>
                  </a:lnTo>
                  <a:lnTo>
                    <a:pt x="127372" y="479227"/>
                  </a:lnTo>
                  <a:lnTo>
                    <a:pt x="167437" y="498254"/>
                  </a:lnTo>
                  <a:lnTo>
                    <a:pt x="210946" y="510204"/>
                  </a:lnTo>
                  <a:lnTo>
                    <a:pt x="257175" y="514350"/>
                  </a:lnTo>
                  <a:lnTo>
                    <a:pt x="303389" y="510204"/>
                  </a:lnTo>
                  <a:lnTo>
                    <a:pt x="346892" y="498254"/>
                  </a:lnTo>
                  <a:lnTo>
                    <a:pt x="386954" y="479227"/>
                  </a:lnTo>
                  <a:lnTo>
                    <a:pt x="422849" y="453849"/>
                  </a:lnTo>
                  <a:lnTo>
                    <a:pt x="453849" y="422849"/>
                  </a:lnTo>
                  <a:lnTo>
                    <a:pt x="479227" y="386954"/>
                  </a:lnTo>
                  <a:lnTo>
                    <a:pt x="498254" y="346892"/>
                  </a:lnTo>
                  <a:lnTo>
                    <a:pt x="510204" y="303389"/>
                  </a:lnTo>
                  <a:lnTo>
                    <a:pt x="514350" y="257175"/>
                  </a:lnTo>
                  <a:lnTo>
                    <a:pt x="510204" y="210926"/>
                  </a:lnTo>
                  <a:lnTo>
                    <a:pt x="498254" y="167406"/>
                  </a:lnTo>
                  <a:lnTo>
                    <a:pt x="479227" y="127338"/>
                  </a:lnTo>
                  <a:lnTo>
                    <a:pt x="453849" y="91447"/>
                  </a:lnTo>
                  <a:lnTo>
                    <a:pt x="422849" y="60458"/>
                  </a:lnTo>
                  <a:lnTo>
                    <a:pt x="386954" y="35094"/>
                  </a:lnTo>
                  <a:lnTo>
                    <a:pt x="346892" y="16080"/>
                  </a:lnTo>
                  <a:lnTo>
                    <a:pt x="303389" y="4140"/>
                  </a:lnTo>
                  <a:lnTo>
                    <a:pt x="257175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114425" y="456412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257175"/>
                  </a:moveTo>
                  <a:lnTo>
                    <a:pt x="4143" y="210926"/>
                  </a:lnTo>
                  <a:lnTo>
                    <a:pt x="16089" y="167406"/>
                  </a:lnTo>
                  <a:lnTo>
                    <a:pt x="35111" y="127338"/>
                  </a:lnTo>
                  <a:lnTo>
                    <a:pt x="60483" y="91447"/>
                  </a:lnTo>
                  <a:lnTo>
                    <a:pt x="91479" y="60458"/>
                  </a:lnTo>
                  <a:lnTo>
                    <a:pt x="127372" y="35094"/>
                  </a:lnTo>
                  <a:lnTo>
                    <a:pt x="167437" y="16080"/>
                  </a:lnTo>
                  <a:lnTo>
                    <a:pt x="210946" y="4140"/>
                  </a:lnTo>
                  <a:lnTo>
                    <a:pt x="257175" y="0"/>
                  </a:lnTo>
                  <a:lnTo>
                    <a:pt x="303389" y="4140"/>
                  </a:lnTo>
                  <a:lnTo>
                    <a:pt x="346892" y="16080"/>
                  </a:lnTo>
                  <a:lnTo>
                    <a:pt x="386954" y="35094"/>
                  </a:lnTo>
                  <a:lnTo>
                    <a:pt x="422849" y="60458"/>
                  </a:lnTo>
                  <a:lnTo>
                    <a:pt x="453849" y="91447"/>
                  </a:lnTo>
                  <a:lnTo>
                    <a:pt x="479227" y="127338"/>
                  </a:lnTo>
                  <a:lnTo>
                    <a:pt x="498254" y="167406"/>
                  </a:lnTo>
                  <a:lnTo>
                    <a:pt x="510204" y="210926"/>
                  </a:lnTo>
                  <a:lnTo>
                    <a:pt x="514350" y="257175"/>
                  </a:lnTo>
                  <a:lnTo>
                    <a:pt x="510204" y="303389"/>
                  </a:lnTo>
                  <a:lnTo>
                    <a:pt x="498254" y="346892"/>
                  </a:lnTo>
                  <a:lnTo>
                    <a:pt x="479227" y="386954"/>
                  </a:lnTo>
                  <a:lnTo>
                    <a:pt x="453849" y="422849"/>
                  </a:lnTo>
                  <a:lnTo>
                    <a:pt x="422849" y="453849"/>
                  </a:lnTo>
                  <a:lnTo>
                    <a:pt x="386954" y="479227"/>
                  </a:lnTo>
                  <a:lnTo>
                    <a:pt x="346892" y="498254"/>
                  </a:lnTo>
                  <a:lnTo>
                    <a:pt x="303389" y="510204"/>
                  </a:lnTo>
                  <a:lnTo>
                    <a:pt x="257175" y="514350"/>
                  </a:lnTo>
                  <a:lnTo>
                    <a:pt x="210946" y="510204"/>
                  </a:lnTo>
                  <a:lnTo>
                    <a:pt x="167437" y="498254"/>
                  </a:lnTo>
                  <a:lnTo>
                    <a:pt x="127372" y="479227"/>
                  </a:lnTo>
                  <a:lnTo>
                    <a:pt x="91479" y="453849"/>
                  </a:lnTo>
                  <a:lnTo>
                    <a:pt x="60483" y="422849"/>
                  </a:lnTo>
                  <a:lnTo>
                    <a:pt x="35111" y="386954"/>
                  </a:lnTo>
                  <a:lnTo>
                    <a:pt x="16089" y="346892"/>
                  </a:lnTo>
                  <a:lnTo>
                    <a:pt x="4143" y="303389"/>
                  </a:lnTo>
                  <a:lnTo>
                    <a:pt x="0" y="2571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1290955" y="4679645"/>
            <a:ext cx="16129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solidFill>
                  <a:srgbClr val="FFFFFF"/>
                </a:solidFill>
                <a:latin typeface="微软雅黑"/>
                <a:cs typeface="微软雅黑"/>
              </a:rPr>
              <a:t>C</a:t>
            </a:r>
            <a:endParaRPr sz="1600">
              <a:latin typeface="微软雅黑"/>
              <a:cs typeface="微软雅黑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1108075" y="5415026"/>
            <a:ext cx="527050" cy="527050"/>
            <a:chOff x="1108075" y="5415026"/>
            <a:chExt cx="527050" cy="527050"/>
          </a:xfrm>
        </p:grpSpPr>
        <p:sp>
          <p:nvSpPr>
            <p:cNvPr id="25" name="object 25" descr=""/>
            <p:cNvSpPr/>
            <p:nvPr/>
          </p:nvSpPr>
          <p:spPr>
            <a:xfrm>
              <a:off x="1114425" y="542137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57175" y="0"/>
                  </a:moveTo>
                  <a:lnTo>
                    <a:pt x="210946" y="4140"/>
                  </a:lnTo>
                  <a:lnTo>
                    <a:pt x="167437" y="16079"/>
                  </a:lnTo>
                  <a:lnTo>
                    <a:pt x="127372" y="35091"/>
                  </a:lnTo>
                  <a:lnTo>
                    <a:pt x="91479" y="60452"/>
                  </a:lnTo>
                  <a:lnTo>
                    <a:pt x="60483" y="91436"/>
                  </a:lnTo>
                  <a:lnTo>
                    <a:pt x="35111" y="127319"/>
                  </a:lnTo>
                  <a:lnTo>
                    <a:pt x="16089" y="167376"/>
                  </a:lnTo>
                  <a:lnTo>
                    <a:pt x="4143" y="210882"/>
                  </a:lnTo>
                  <a:lnTo>
                    <a:pt x="0" y="257111"/>
                  </a:lnTo>
                  <a:lnTo>
                    <a:pt x="4143" y="303339"/>
                  </a:lnTo>
                  <a:lnTo>
                    <a:pt x="16089" y="346849"/>
                  </a:lnTo>
                  <a:lnTo>
                    <a:pt x="35111" y="386913"/>
                  </a:lnTo>
                  <a:lnTo>
                    <a:pt x="60483" y="422807"/>
                  </a:lnTo>
                  <a:lnTo>
                    <a:pt x="91479" y="453803"/>
                  </a:lnTo>
                  <a:lnTo>
                    <a:pt x="127372" y="479175"/>
                  </a:lnTo>
                  <a:lnTo>
                    <a:pt x="167437" y="498197"/>
                  </a:lnTo>
                  <a:lnTo>
                    <a:pt x="210946" y="510143"/>
                  </a:lnTo>
                  <a:lnTo>
                    <a:pt x="257175" y="514286"/>
                  </a:lnTo>
                  <a:lnTo>
                    <a:pt x="303389" y="510143"/>
                  </a:lnTo>
                  <a:lnTo>
                    <a:pt x="346892" y="498197"/>
                  </a:lnTo>
                  <a:lnTo>
                    <a:pt x="386954" y="479175"/>
                  </a:lnTo>
                  <a:lnTo>
                    <a:pt x="422849" y="453803"/>
                  </a:lnTo>
                  <a:lnTo>
                    <a:pt x="453849" y="422807"/>
                  </a:lnTo>
                  <a:lnTo>
                    <a:pt x="479227" y="386913"/>
                  </a:lnTo>
                  <a:lnTo>
                    <a:pt x="498254" y="346849"/>
                  </a:lnTo>
                  <a:lnTo>
                    <a:pt x="510204" y="303339"/>
                  </a:lnTo>
                  <a:lnTo>
                    <a:pt x="514350" y="257111"/>
                  </a:lnTo>
                  <a:lnTo>
                    <a:pt x="510204" y="210882"/>
                  </a:lnTo>
                  <a:lnTo>
                    <a:pt x="498254" y="167376"/>
                  </a:lnTo>
                  <a:lnTo>
                    <a:pt x="479227" y="127319"/>
                  </a:lnTo>
                  <a:lnTo>
                    <a:pt x="453849" y="91436"/>
                  </a:lnTo>
                  <a:lnTo>
                    <a:pt x="422849" y="60452"/>
                  </a:lnTo>
                  <a:lnTo>
                    <a:pt x="386954" y="35091"/>
                  </a:lnTo>
                  <a:lnTo>
                    <a:pt x="346892" y="16079"/>
                  </a:lnTo>
                  <a:lnTo>
                    <a:pt x="303389" y="4140"/>
                  </a:lnTo>
                  <a:lnTo>
                    <a:pt x="257175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1114425" y="542137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257111"/>
                  </a:moveTo>
                  <a:lnTo>
                    <a:pt x="4143" y="210882"/>
                  </a:lnTo>
                  <a:lnTo>
                    <a:pt x="16089" y="167376"/>
                  </a:lnTo>
                  <a:lnTo>
                    <a:pt x="35111" y="127319"/>
                  </a:lnTo>
                  <a:lnTo>
                    <a:pt x="60483" y="91436"/>
                  </a:lnTo>
                  <a:lnTo>
                    <a:pt x="91479" y="60452"/>
                  </a:lnTo>
                  <a:lnTo>
                    <a:pt x="127372" y="35091"/>
                  </a:lnTo>
                  <a:lnTo>
                    <a:pt x="167437" y="16079"/>
                  </a:lnTo>
                  <a:lnTo>
                    <a:pt x="210946" y="4140"/>
                  </a:lnTo>
                  <a:lnTo>
                    <a:pt x="257175" y="0"/>
                  </a:lnTo>
                  <a:lnTo>
                    <a:pt x="303389" y="4140"/>
                  </a:lnTo>
                  <a:lnTo>
                    <a:pt x="346892" y="16079"/>
                  </a:lnTo>
                  <a:lnTo>
                    <a:pt x="386954" y="35091"/>
                  </a:lnTo>
                  <a:lnTo>
                    <a:pt x="422849" y="60452"/>
                  </a:lnTo>
                  <a:lnTo>
                    <a:pt x="453849" y="91436"/>
                  </a:lnTo>
                  <a:lnTo>
                    <a:pt x="479227" y="127319"/>
                  </a:lnTo>
                  <a:lnTo>
                    <a:pt x="498254" y="167376"/>
                  </a:lnTo>
                  <a:lnTo>
                    <a:pt x="510204" y="210882"/>
                  </a:lnTo>
                  <a:lnTo>
                    <a:pt x="514350" y="257111"/>
                  </a:lnTo>
                  <a:lnTo>
                    <a:pt x="510204" y="303339"/>
                  </a:lnTo>
                  <a:lnTo>
                    <a:pt x="498254" y="346849"/>
                  </a:lnTo>
                  <a:lnTo>
                    <a:pt x="479227" y="386913"/>
                  </a:lnTo>
                  <a:lnTo>
                    <a:pt x="453849" y="422807"/>
                  </a:lnTo>
                  <a:lnTo>
                    <a:pt x="422849" y="453803"/>
                  </a:lnTo>
                  <a:lnTo>
                    <a:pt x="386954" y="479175"/>
                  </a:lnTo>
                  <a:lnTo>
                    <a:pt x="346892" y="498197"/>
                  </a:lnTo>
                  <a:lnTo>
                    <a:pt x="303389" y="510143"/>
                  </a:lnTo>
                  <a:lnTo>
                    <a:pt x="257175" y="514286"/>
                  </a:lnTo>
                  <a:lnTo>
                    <a:pt x="210946" y="510143"/>
                  </a:lnTo>
                  <a:lnTo>
                    <a:pt x="167437" y="498197"/>
                  </a:lnTo>
                  <a:lnTo>
                    <a:pt x="127372" y="479175"/>
                  </a:lnTo>
                  <a:lnTo>
                    <a:pt x="91479" y="453803"/>
                  </a:lnTo>
                  <a:lnTo>
                    <a:pt x="60483" y="422807"/>
                  </a:lnTo>
                  <a:lnTo>
                    <a:pt x="35111" y="386913"/>
                  </a:lnTo>
                  <a:lnTo>
                    <a:pt x="16089" y="346849"/>
                  </a:lnTo>
                  <a:lnTo>
                    <a:pt x="4143" y="303339"/>
                  </a:lnTo>
                  <a:lnTo>
                    <a:pt x="0" y="257111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1281811" y="5537708"/>
            <a:ext cx="18034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solidFill>
                  <a:srgbClr val="FFFFFF"/>
                </a:solidFill>
                <a:latin typeface="微软雅黑"/>
                <a:cs typeface="微软雅黑"/>
              </a:rPr>
              <a:t>D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6729730" y="6279896"/>
            <a:ext cx="43116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40">
                <a:solidFill>
                  <a:srgbClr val="FFFFFF"/>
                </a:solidFill>
                <a:latin typeface="微软雅黑"/>
                <a:cs typeface="微软雅黑"/>
              </a:rPr>
              <a:t>提交</a:t>
            </a:r>
            <a:endParaRPr sz="1600">
              <a:latin typeface="微软雅黑"/>
              <a:cs typeface="微软雅黑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30" name="object 30" descr=""/>
            <p:cNvSpPr/>
            <p:nvPr/>
          </p:nvSpPr>
          <p:spPr>
            <a:xfrm>
              <a:off x="190500" y="0"/>
              <a:ext cx="8953500" cy="635000"/>
            </a:xfrm>
            <a:custGeom>
              <a:avLst/>
              <a:gdLst/>
              <a:ahLst/>
              <a:cxnLst/>
              <a:rect l="l" t="t" r="r" b="b"/>
              <a:pathLst>
                <a:path w="8953500" h="635000">
                  <a:moveTo>
                    <a:pt x="0" y="635000"/>
                  </a:moveTo>
                  <a:lnTo>
                    <a:pt x="8953500" y="635000"/>
                  </a:lnTo>
                  <a:lnTo>
                    <a:pt x="8953500" y="0"/>
                  </a:lnTo>
                  <a:lnTo>
                    <a:pt x="0" y="0"/>
                  </a:lnTo>
                  <a:lnTo>
                    <a:pt x="0" y="635000"/>
                  </a:lnTo>
                  <a:close/>
                </a:path>
              </a:pathLst>
            </a:custGeom>
            <a:solidFill>
              <a:srgbClr val="F6F7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0" y="0"/>
              <a:ext cx="190500" cy="635000"/>
            </a:xfrm>
            <a:custGeom>
              <a:avLst/>
              <a:gdLst/>
              <a:ahLst/>
              <a:cxnLst/>
              <a:rect l="l" t="t" r="r" b="b"/>
              <a:pathLst>
                <a:path w="190500" h="635000">
                  <a:moveTo>
                    <a:pt x="190500" y="0"/>
                  </a:moveTo>
                  <a:lnTo>
                    <a:pt x="0" y="0"/>
                  </a:lnTo>
                  <a:lnTo>
                    <a:pt x="0" y="635000"/>
                  </a:lnTo>
                  <a:lnTo>
                    <a:pt x="190500" y="635000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629EF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 descr=""/>
          <p:cNvSpPr txBox="1"/>
          <p:nvPr/>
        </p:nvSpPr>
        <p:spPr>
          <a:xfrm>
            <a:off x="332943" y="93090"/>
            <a:ext cx="1017905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spc="-20">
                <a:latin typeface="微软雅黑"/>
                <a:cs typeface="微软雅黑"/>
              </a:rPr>
              <a:t>单选题</a:t>
            </a:r>
            <a:endParaRPr sz="2600">
              <a:latin typeface="微软雅黑"/>
              <a:cs typeface="微软雅黑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1604899" y="187578"/>
            <a:ext cx="429259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808080"/>
                </a:solidFill>
                <a:latin typeface="微软雅黑"/>
                <a:cs typeface="微软雅黑"/>
              </a:rPr>
              <a:t>1</a:t>
            </a:r>
            <a:r>
              <a:rPr dirty="0" sz="2000" spc="-50">
                <a:solidFill>
                  <a:srgbClr val="808080"/>
                </a:solidFill>
                <a:latin typeface="微软雅黑"/>
                <a:cs typeface="微软雅黑"/>
              </a:rPr>
              <a:t>分</a:t>
            </a:r>
            <a:endParaRPr sz="2000">
              <a:latin typeface="微软雅黑"/>
              <a:cs typeface="微软雅黑"/>
            </a:endParaRPr>
          </a:p>
        </p:txBody>
      </p:sp>
      <p:pic>
        <p:nvPicPr>
          <p:cNvPr id="34" name="object 3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53605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34809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15" b="1">
                <a:solidFill>
                  <a:srgbClr val="40458B"/>
                </a:solidFill>
                <a:latin typeface="宋体"/>
                <a:cs typeface="宋体"/>
              </a:rPr>
              <a:t>96/81</a:t>
            </a:r>
            <a:endParaRPr baseline="1736" sz="2400">
              <a:latin typeface="宋体"/>
              <a:cs typeface="宋体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1555750" y="549275"/>
            <a:ext cx="7588250" cy="0"/>
          </a:xfrm>
          <a:custGeom>
            <a:avLst/>
            <a:gdLst/>
            <a:ahLst/>
            <a:cxnLst/>
            <a:rect l="l" t="t" r="r" b="b"/>
            <a:pathLst>
              <a:path w="7588250" h="0">
                <a:moveTo>
                  <a:pt x="0" y="0"/>
                </a:moveTo>
                <a:lnTo>
                  <a:pt x="7588250" y="0"/>
                </a:lnTo>
              </a:path>
            </a:pathLst>
          </a:custGeom>
          <a:ln w="38100">
            <a:solidFill>
              <a:srgbClr val="2C44A3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119062" y="188976"/>
            <a:ext cx="1437005" cy="274955"/>
            <a:chOff x="119062" y="188976"/>
            <a:chExt cx="1437005" cy="274955"/>
          </a:xfrm>
        </p:grpSpPr>
        <p:sp>
          <p:nvSpPr>
            <p:cNvPr id="5" name="object 5" descr=""/>
            <p:cNvSpPr/>
            <p:nvPr/>
          </p:nvSpPr>
          <p:spPr>
            <a:xfrm>
              <a:off x="119062" y="188976"/>
              <a:ext cx="499745" cy="274955"/>
            </a:xfrm>
            <a:custGeom>
              <a:avLst/>
              <a:gdLst/>
              <a:ahLst/>
              <a:cxnLst/>
              <a:rect l="l" t="t" r="r" b="b"/>
              <a:pathLst>
                <a:path w="499745" h="274955">
                  <a:moveTo>
                    <a:pt x="119837" y="0"/>
                  </a:moveTo>
                  <a:lnTo>
                    <a:pt x="4993" y="41528"/>
                  </a:lnTo>
                  <a:lnTo>
                    <a:pt x="264655" y="135508"/>
                  </a:lnTo>
                  <a:lnTo>
                    <a:pt x="0" y="231266"/>
                  </a:lnTo>
                  <a:lnTo>
                    <a:pt x="119837" y="274574"/>
                  </a:lnTo>
                  <a:lnTo>
                    <a:pt x="499338" y="137287"/>
                  </a:lnTo>
                  <a:lnTo>
                    <a:pt x="119837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85546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9621" y="0"/>
                  </a:moveTo>
                  <a:lnTo>
                    <a:pt x="4991" y="41528"/>
                  </a:lnTo>
                  <a:lnTo>
                    <a:pt x="264147" y="135508"/>
                  </a:lnTo>
                  <a:lnTo>
                    <a:pt x="0" y="231266"/>
                  </a:lnTo>
                  <a:lnTo>
                    <a:pt x="119621" y="274574"/>
                  </a:lnTo>
                  <a:lnTo>
                    <a:pt x="497141" y="137287"/>
                  </a:lnTo>
                  <a:lnTo>
                    <a:pt x="119621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058608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8363" y="0"/>
                  </a:moveTo>
                  <a:lnTo>
                    <a:pt x="4978" y="41528"/>
                  </a:lnTo>
                  <a:lnTo>
                    <a:pt x="264096" y="135508"/>
                  </a:lnTo>
                  <a:lnTo>
                    <a:pt x="0" y="231266"/>
                  </a:lnTo>
                  <a:lnTo>
                    <a:pt x="118363" y="274574"/>
                  </a:lnTo>
                  <a:lnTo>
                    <a:pt x="497141" y="137287"/>
                  </a:lnTo>
                  <a:lnTo>
                    <a:pt x="118363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166827" y="1022836"/>
            <a:ext cx="8504555" cy="33788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69900" marR="5080" indent="-204470">
              <a:lnSpc>
                <a:spcPct val="150000"/>
              </a:lnSpc>
              <a:spcBef>
                <a:spcPts val="95"/>
              </a:spcBef>
            </a:pPr>
            <a:r>
              <a:rPr dirty="0" sz="2400" spc="-10">
                <a:solidFill>
                  <a:srgbClr val="FF0000"/>
                </a:solidFill>
                <a:latin typeface="Calibri"/>
                <a:cs typeface="Calibri"/>
              </a:rPr>
              <a:t>I/O</a:t>
            </a:r>
            <a:r>
              <a:rPr dirty="0" sz="2400">
                <a:solidFill>
                  <a:srgbClr val="FF0000"/>
                </a:solidFill>
                <a:latin typeface="黑体"/>
                <a:cs typeface="黑体"/>
              </a:rPr>
              <a:t>设备与</a:t>
            </a:r>
            <a:r>
              <a:rPr dirty="0" sz="2400" spc="-10">
                <a:solidFill>
                  <a:srgbClr val="FF0000"/>
                </a:solidFill>
                <a:latin typeface="Calibri"/>
                <a:cs typeface="Calibri"/>
              </a:rPr>
              <a:t>CPU</a:t>
            </a:r>
            <a:r>
              <a:rPr dirty="0" sz="2400" spc="-5">
                <a:solidFill>
                  <a:srgbClr val="FF0000"/>
                </a:solidFill>
                <a:latin typeface="黑体"/>
                <a:cs typeface="黑体"/>
              </a:rPr>
              <a:t>之间存在巨大差异，直接管理极其复杂且低效。</a:t>
            </a:r>
            <a:r>
              <a:rPr dirty="0" sz="2400" spc="-10">
                <a:solidFill>
                  <a:srgbClr val="001F5F"/>
                </a:solidFill>
                <a:latin typeface="黑体"/>
                <a:cs typeface="黑体"/>
              </a:rPr>
              <a:t>例如：速度方面（</a:t>
            </a:r>
            <a:r>
              <a:rPr dirty="0" sz="2400" spc="-10">
                <a:solidFill>
                  <a:srgbClr val="001F5F"/>
                </a:solidFill>
                <a:latin typeface="Calibri"/>
                <a:cs typeface="Calibri"/>
              </a:rPr>
              <a:t>CPU</a:t>
            </a:r>
            <a:r>
              <a:rPr dirty="0" sz="2400" spc="-10">
                <a:solidFill>
                  <a:srgbClr val="001F5F"/>
                </a:solidFill>
                <a:latin typeface="黑体"/>
                <a:cs typeface="黑体"/>
              </a:rPr>
              <a:t>与硬盘）；数据格式方面（</a:t>
            </a:r>
            <a:r>
              <a:rPr dirty="0" sz="2400" spc="-10">
                <a:solidFill>
                  <a:srgbClr val="001F5F"/>
                </a:solidFill>
                <a:latin typeface="Calibri"/>
                <a:cs typeface="Calibri"/>
              </a:rPr>
              <a:t>CPU-</a:t>
            </a:r>
            <a:r>
              <a:rPr dirty="0" sz="2400" spc="-30">
                <a:solidFill>
                  <a:srgbClr val="001F5F"/>
                </a:solidFill>
                <a:latin typeface="黑体"/>
                <a:cs typeface="黑体"/>
              </a:rPr>
              <a:t>二进</a:t>
            </a:r>
            <a:endParaRPr sz="2400">
              <a:latin typeface="黑体"/>
              <a:cs typeface="黑体"/>
            </a:endParaRPr>
          </a:p>
          <a:p>
            <a:pPr marL="265430" marR="212090">
              <a:lnSpc>
                <a:spcPct val="150000"/>
              </a:lnSpc>
              <a:spcBef>
                <a:spcPts val="5"/>
              </a:spcBef>
            </a:pPr>
            <a:r>
              <a:rPr dirty="0" sz="2400">
                <a:solidFill>
                  <a:srgbClr val="001F5F"/>
                </a:solidFill>
                <a:latin typeface="黑体"/>
                <a:cs typeface="黑体"/>
              </a:rPr>
              <a:t>制，其他设备</a:t>
            </a:r>
            <a:r>
              <a:rPr dirty="0" sz="2400" spc="-20">
                <a:solidFill>
                  <a:srgbClr val="001F5F"/>
                </a:solidFill>
                <a:latin typeface="Calibri"/>
                <a:cs typeface="Calibri"/>
              </a:rPr>
              <a:t>-</a:t>
            </a:r>
            <a:r>
              <a:rPr dirty="0" sz="2400">
                <a:solidFill>
                  <a:srgbClr val="001F5F"/>
                </a:solidFill>
                <a:latin typeface="黑体"/>
                <a:cs typeface="黑体"/>
              </a:rPr>
              <a:t>字符流、块数据、模拟信号等）；控制方式</a:t>
            </a:r>
            <a:r>
              <a:rPr dirty="0" sz="2400" spc="-50">
                <a:solidFill>
                  <a:srgbClr val="001F5F"/>
                </a:solidFill>
                <a:latin typeface="黑体"/>
                <a:cs typeface="黑体"/>
              </a:rPr>
              <a:t>（</a:t>
            </a:r>
            <a:r>
              <a:rPr dirty="0" sz="2400">
                <a:solidFill>
                  <a:srgbClr val="001F5F"/>
                </a:solidFill>
                <a:latin typeface="黑体"/>
                <a:cs typeface="黑体"/>
              </a:rPr>
              <a:t>设备不同协议不同</a:t>
            </a:r>
            <a:r>
              <a:rPr dirty="0" sz="2400" spc="-35">
                <a:solidFill>
                  <a:srgbClr val="001F5F"/>
                </a:solidFill>
                <a:latin typeface="Calibri"/>
                <a:cs typeface="Calibri"/>
              </a:rPr>
              <a:t>—</a:t>
            </a:r>
            <a:r>
              <a:rPr dirty="0" sz="2400">
                <a:solidFill>
                  <a:srgbClr val="001F5F"/>
                </a:solidFill>
                <a:latin typeface="黑体"/>
                <a:cs typeface="黑体"/>
              </a:rPr>
              <a:t>键盘、鼠标、网卡</a:t>
            </a:r>
            <a:r>
              <a:rPr dirty="0" sz="2400" spc="-50">
                <a:solidFill>
                  <a:srgbClr val="001F5F"/>
                </a:solidFill>
                <a:latin typeface="黑体"/>
                <a:cs typeface="黑体"/>
              </a:rPr>
              <a:t>）</a:t>
            </a:r>
            <a:endParaRPr sz="2400">
              <a:latin typeface="黑体"/>
              <a:cs typeface="黑体"/>
            </a:endParaRPr>
          </a:p>
          <a:p>
            <a:pPr marL="469265" indent="-456565">
              <a:lnSpc>
                <a:spcPct val="100000"/>
              </a:lnSpc>
              <a:spcBef>
                <a:spcPts val="2710"/>
              </a:spcBef>
              <a:buSzPct val="88636"/>
              <a:buFont typeface="Wingdings"/>
              <a:buChar char=""/>
              <a:tabLst>
                <a:tab pos="469265" algn="l"/>
              </a:tabLst>
            </a:pPr>
            <a:r>
              <a:rPr dirty="0" sz="2200" spc="-20">
                <a:solidFill>
                  <a:srgbClr val="40458B"/>
                </a:solidFill>
                <a:latin typeface="黑体"/>
                <a:cs typeface="黑体"/>
              </a:rPr>
              <a:t>传统</a:t>
            </a:r>
            <a:r>
              <a:rPr dirty="0" sz="2200" spc="-10">
                <a:solidFill>
                  <a:srgbClr val="40458B"/>
                </a:solidFill>
                <a:latin typeface="Times New Roman"/>
                <a:cs typeface="Times New Roman"/>
              </a:rPr>
              <a:t>I/O</a:t>
            </a: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控制方式</a:t>
            </a:r>
            <a:endParaRPr sz="2200">
              <a:latin typeface="黑体"/>
              <a:cs typeface="黑体"/>
            </a:endParaRPr>
          </a:p>
          <a:p>
            <a:pPr lvl="1" marL="1044575" indent="-457834">
              <a:lnSpc>
                <a:spcPct val="100000"/>
              </a:lnSpc>
              <a:spcBef>
                <a:spcPts val="1610"/>
              </a:spcBef>
              <a:buClr>
                <a:srgbClr val="006600"/>
              </a:buClr>
              <a:buSzPct val="63888"/>
              <a:buFont typeface="Wingdings"/>
              <a:buChar char=""/>
              <a:tabLst>
                <a:tab pos="1044575" algn="l"/>
              </a:tabLst>
            </a:pPr>
            <a:r>
              <a:rPr dirty="0" sz="1800" spc="-10" b="1">
                <a:solidFill>
                  <a:srgbClr val="9933FF"/>
                </a:solidFill>
                <a:latin typeface="宋体"/>
                <a:cs typeface="宋体"/>
              </a:rPr>
              <a:t>程序查询、中断、</a:t>
            </a:r>
            <a:r>
              <a:rPr dirty="0" sz="1800" spc="-25" b="1">
                <a:solidFill>
                  <a:srgbClr val="9933FF"/>
                </a:solidFill>
                <a:latin typeface="Times New Roman"/>
                <a:cs typeface="Times New Roman"/>
              </a:rPr>
              <a:t>DMA</a:t>
            </a:r>
            <a:r>
              <a:rPr dirty="0" sz="1800" spc="-10" b="1">
                <a:solidFill>
                  <a:srgbClr val="9933FF"/>
                </a:solidFill>
                <a:latin typeface="宋体"/>
                <a:cs typeface="宋体"/>
              </a:rPr>
              <a:t>、通道等（按照</a:t>
            </a:r>
            <a:r>
              <a:rPr dirty="0" sz="1800" spc="-25" b="1">
                <a:solidFill>
                  <a:srgbClr val="9933FF"/>
                </a:solidFill>
                <a:latin typeface="Times New Roman"/>
                <a:cs typeface="Times New Roman"/>
              </a:rPr>
              <a:t>CPU</a:t>
            </a:r>
            <a:r>
              <a:rPr dirty="0" sz="1800" spc="-10" b="1">
                <a:solidFill>
                  <a:srgbClr val="9933FF"/>
                </a:solidFill>
                <a:latin typeface="宋体"/>
                <a:cs typeface="宋体"/>
              </a:rPr>
              <a:t>参与度</a:t>
            </a:r>
            <a:r>
              <a:rPr dirty="0" sz="1800" spc="-50" b="1">
                <a:solidFill>
                  <a:srgbClr val="9933FF"/>
                </a:solidFill>
                <a:latin typeface="宋体"/>
                <a:cs typeface="宋体"/>
              </a:rPr>
              <a:t>）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2315336" y="29083"/>
            <a:ext cx="313944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none">
                <a:latin typeface="Tahoma"/>
                <a:cs typeface="Tahoma"/>
              </a:rPr>
              <a:t>8.6</a:t>
            </a:r>
            <a:r>
              <a:rPr dirty="0" u="none" spc="-35">
                <a:latin typeface="Tahoma"/>
                <a:cs typeface="Tahoma"/>
              </a:rPr>
              <a:t> </a:t>
            </a:r>
            <a:r>
              <a:rPr dirty="0" u="none" spc="-20">
                <a:latin typeface="Tahoma"/>
                <a:cs typeface="Tahoma"/>
              </a:rPr>
              <a:t>I/O</a:t>
            </a:r>
            <a:r>
              <a:rPr dirty="0" u="none" spc="-10"/>
              <a:t>与操作系统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53605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34809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15" b="1">
                <a:solidFill>
                  <a:srgbClr val="40458B"/>
                </a:solidFill>
                <a:latin typeface="宋体"/>
                <a:cs typeface="宋体"/>
              </a:rPr>
              <a:t>97/81</a:t>
            </a:r>
            <a:endParaRPr baseline="1736" sz="2400">
              <a:latin typeface="宋体"/>
              <a:cs typeface="宋体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1555750" y="549275"/>
            <a:ext cx="7588250" cy="0"/>
          </a:xfrm>
          <a:custGeom>
            <a:avLst/>
            <a:gdLst/>
            <a:ahLst/>
            <a:cxnLst/>
            <a:rect l="l" t="t" r="r" b="b"/>
            <a:pathLst>
              <a:path w="7588250" h="0">
                <a:moveTo>
                  <a:pt x="0" y="0"/>
                </a:moveTo>
                <a:lnTo>
                  <a:pt x="7588250" y="0"/>
                </a:lnTo>
              </a:path>
            </a:pathLst>
          </a:custGeom>
          <a:ln w="38100">
            <a:solidFill>
              <a:srgbClr val="2C44A3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119062" y="188976"/>
            <a:ext cx="1437005" cy="274955"/>
            <a:chOff x="119062" y="188976"/>
            <a:chExt cx="1437005" cy="274955"/>
          </a:xfrm>
        </p:grpSpPr>
        <p:sp>
          <p:nvSpPr>
            <p:cNvPr id="5" name="object 5" descr=""/>
            <p:cNvSpPr/>
            <p:nvPr/>
          </p:nvSpPr>
          <p:spPr>
            <a:xfrm>
              <a:off x="119062" y="188976"/>
              <a:ext cx="499745" cy="274955"/>
            </a:xfrm>
            <a:custGeom>
              <a:avLst/>
              <a:gdLst/>
              <a:ahLst/>
              <a:cxnLst/>
              <a:rect l="l" t="t" r="r" b="b"/>
              <a:pathLst>
                <a:path w="499745" h="274955">
                  <a:moveTo>
                    <a:pt x="119837" y="0"/>
                  </a:moveTo>
                  <a:lnTo>
                    <a:pt x="4993" y="41528"/>
                  </a:lnTo>
                  <a:lnTo>
                    <a:pt x="264655" y="135508"/>
                  </a:lnTo>
                  <a:lnTo>
                    <a:pt x="0" y="231266"/>
                  </a:lnTo>
                  <a:lnTo>
                    <a:pt x="119837" y="274574"/>
                  </a:lnTo>
                  <a:lnTo>
                    <a:pt x="499338" y="137287"/>
                  </a:lnTo>
                  <a:lnTo>
                    <a:pt x="119837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85546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9621" y="0"/>
                  </a:moveTo>
                  <a:lnTo>
                    <a:pt x="4991" y="41528"/>
                  </a:lnTo>
                  <a:lnTo>
                    <a:pt x="264147" y="135508"/>
                  </a:lnTo>
                  <a:lnTo>
                    <a:pt x="0" y="231266"/>
                  </a:lnTo>
                  <a:lnTo>
                    <a:pt x="119621" y="274574"/>
                  </a:lnTo>
                  <a:lnTo>
                    <a:pt x="497141" y="137287"/>
                  </a:lnTo>
                  <a:lnTo>
                    <a:pt x="119621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058608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8363" y="0"/>
                  </a:moveTo>
                  <a:lnTo>
                    <a:pt x="4978" y="41528"/>
                  </a:lnTo>
                  <a:lnTo>
                    <a:pt x="264096" y="135508"/>
                  </a:lnTo>
                  <a:lnTo>
                    <a:pt x="0" y="231266"/>
                  </a:lnTo>
                  <a:lnTo>
                    <a:pt x="118363" y="274574"/>
                  </a:lnTo>
                  <a:lnTo>
                    <a:pt x="497141" y="137287"/>
                  </a:lnTo>
                  <a:lnTo>
                    <a:pt x="118363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239979" y="1040384"/>
            <a:ext cx="8303895" cy="29730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5"/>
              </a:spcBef>
              <a:buSzPct val="88636"/>
              <a:buFont typeface="Wingdings"/>
              <a:buChar char=""/>
              <a:tabLst>
                <a:tab pos="469265" algn="l"/>
              </a:tabLst>
            </a:pP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操作系统通过分层来屏蔽底层硬件的复杂性，提供统一的接口。</a:t>
            </a:r>
            <a:endParaRPr sz="2200">
              <a:latin typeface="黑体"/>
              <a:cs typeface="黑体"/>
            </a:endParaRPr>
          </a:p>
          <a:p>
            <a:pPr lvl="1" marL="1043940" indent="-457200">
              <a:lnSpc>
                <a:spcPct val="100000"/>
              </a:lnSpc>
              <a:spcBef>
                <a:spcPts val="1614"/>
              </a:spcBef>
              <a:buClr>
                <a:srgbClr val="006600"/>
              </a:buClr>
              <a:buSzPct val="63888"/>
              <a:buFont typeface="Wingdings"/>
              <a:buChar char=""/>
              <a:tabLst>
                <a:tab pos="1043940" algn="l"/>
              </a:tabLst>
            </a:pPr>
            <a:r>
              <a:rPr dirty="0" sz="1800" b="1">
                <a:solidFill>
                  <a:srgbClr val="006FC0"/>
                </a:solidFill>
                <a:latin typeface="Times New Roman"/>
                <a:cs typeface="Times New Roman"/>
              </a:rPr>
              <a:t>I/O</a:t>
            </a:r>
            <a:r>
              <a:rPr dirty="0" sz="1800" spc="-15" b="1">
                <a:solidFill>
                  <a:srgbClr val="006FC0"/>
                </a:solidFill>
                <a:latin typeface="宋体"/>
                <a:cs typeface="宋体"/>
              </a:rPr>
              <a:t>库，系统调用接口，设备驱动程序等</a:t>
            </a:r>
            <a:endParaRPr sz="1800">
              <a:latin typeface="宋体"/>
              <a:cs typeface="宋体"/>
            </a:endParaRPr>
          </a:p>
          <a:p>
            <a:pPr marL="469265" indent="-456565">
              <a:lnSpc>
                <a:spcPct val="100000"/>
              </a:lnSpc>
              <a:spcBef>
                <a:spcPts val="1745"/>
              </a:spcBef>
              <a:buSzPct val="88636"/>
              <a:buFont typeface="Wingdings"/>
              <a:buChar char=""/>
              <a:tabLst>
                <a:tab pos="469265" algn="l"/>
              </a:tabLst>
            </a:pP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操作系统的作用之一是在多进程之间进行进程保护，这种保护</a:t>
            </a:r>
            <a:endParaRPr sz="2200">
              <a:latin typeface="黑体"/>
              <a:cs typeface="黑体"/>
            </a:endParaRPr>
          </a:p>
          <a:p>
            <a:pPr marL="469900">
              <a:lnSpc>
                <a:spcPct val="100000"/>
              </a:lnSpc>
              <a:spcBef>
                <a:spcPts val="1320"/>
              </a:spcBef>
            </a:pP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包括存储器访问和</a:t>
            </a:r>
            <a:r>
              <a:rPr dirty="0" sz="2200" spc="-20">
                <a:solidFill>
                  <a:srgbClr val="9933FF"/>
                </a:solidFill>
                <a:latin typeface="Times New Roman"/>
                <a:cs typeface="Times New Roman"/>
              </a:rPr>
              <a:t>I/O</a:t>
            </a: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操作两个方面。</a:t>
            </a:r>
            <a:endParaRPr sz="2200">
              <a:latin typeface="黑体"/>
              <a:cs typeface="黑体"/>
            </a:endParaRPr>
          </a:p>
          <a:p>
            <a:pPr marL="469900" marR="144780" indent="-457200">
              <a:lnSpc>
                <a:spcPct val="150000"/>
              </a:lnSpc>
              <a:spcBef>
                <a:spcPts val="535"/>
              </a:spcBef>
              <a:buClr>
                <a:srgbClr val="40458B"/>
              </a:buClr>
              <a:buSzPct val="88636"/>
              <a:buFont typeface="Wingdings"/>
              <a:buChar char=""/>
              <a:tabLst>
                <a:tab pos="469900" algn="l"/>
              </a:tabLst>
            </a:pPr>
            <a:r>
              <a:rPr dirty="0" sz="2200" spc="-20">
                <a:solidFill>
                  <a:srgbClr val="9933FF"/>
                </a:solidFill>
                <a:latin typeface="黑体"/>
                <a:cs typeface="黑体"/>
              </a:rPr>
              <a:t>I/O</a:t>
            </a: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操作主要是在外设和存储器之间进行，所以操作系统必须保</a:t>
            </a:r>
            <a:r>
              <a:rPr dirty="0" sz="2200" spc="-25">
                <a:solidFill>
                  <a:srgbClr val="40458B"/>
                </a:solidFill>
                <a:latin typeface="黑体"/>
                <a:cs typeface="黑体"/>
              </a:rPr>
              <a:t>证这些</a:t>
            </a:r>
            <a:r>
              <a:rPr dirty="0" sz="2200" spc="-20">
                <a:solidFill>
                  <a:srgbClr val="9933FF"/>
                </a:solidFill>
                <a:latin typeface="黑体"/>
                <a:cs typeface="黑体"/>
              </a:rPr>
              <a:t>I/O</a:t>
            </a: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操作的安全性。</a:t>
            </a:r>
            <a:endParaRPr sz="2200">
              <a:latin typeface="黑体"/>
              <a:cs typeface="黑体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2315336" y="29083"/>
            <a:ext cx="313944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none">
                <a:latin typeface="Tahoma"/>
                <a:cs typeface="Tahoma"/>
              </a:rPr>
              <a:t>8.6</a:t>
            </a:r>
            <a:r>
              <a:rPr dirty="0" u="none" spc="-35">
                <a:latin typeface="Tahoma"/>
                <a:cs typeface="Tahoma"/>
              </a:rPr>
              <a:t> </a:t>
            </a:r>
            <a:r>
              <a:rPr dirty="0" u="none" spc="-20">
                <a:latin typeface="Tahoma"/>
                <a:cs typeface="Tahoma"/>
              </a:rPr>
              <a:t>I/O</a:t>
            </a:r>
            <a:r>
              <a:rPr dirty="0" u="none" spc="-10"/>
              <a:t>与操作系统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53605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34809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15" b="1">
                <a:solidFill>
                  <a:srgbClr val="40458B"/>
                </a:solidFill>
                <a:latin typeface="宋体"/>
                <a:cs typeface="宋体"/>
              </a:rPr>
              <a:t>98/81</a:t>
            </a:r>
            <a:endParaRPr baseline="1736" sz="2400">
              <a:latin typeface="宋体"/>
              <a:cs typeface="宋体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1555750" y="549275"/>
            <a:ext cx="7588250" cy="0"/>
          </a:xfrm>
          <a:custGeom>
            <a:avLst/>
            <a:gdLst/>
            <a:ahLst/>
            <a:cxnLst/>
            <a:rect l="l" t="t" r="r" b="b"/>
            <a:pathLst>
              <a:path w="7588250" h="0">
                <a:moveTo>
                  <a:pt x="0" y="0"/>
                </a:moveTo>
                <a:lnTo>
                  <a:pt x="7588250" y="0"/>
                </a:lnTo>
              </a:path>
            </a:pathLst>
          </a:custGeom>
          <a:ln w="38100">
            <a:solidFill>
              <a:srgbClr val="2C44A3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119062" y="188976"/>
            <a:ext cx="1437005" cy="274955"/>
            <a:chOff x="119062" y="188976"/>
            <a:chExt cx="1437005" cy="274955"/>
          </a:xfrm>
        </p:grpSpPr>
        <p:sp>
          <p:nvSpPr>
            <p:cNvPr id="5" name="object 5" descr=""/>
            <p:cNvSpPr/>
            <p:nvPr/>
          </p:nvSpPr>
          <p:spPr>
            <a:xfrm>
              <a:off x="119062" y="188976"/>
              <a:ext cx="499745" cy="274955"/>
            </a:xfrm>
            <a:custGeom>
              <a:avLst/>
              <a:gdLst/>
              <a:ahLst/>
              <a:cxnLst/>
              <a:rect l="l" t="t" r="r" b="b"/>
              <a:pathLst>
                <a:path w="499745" h="274955">
                  <a:moveTo>
                    <a:pt x="119837" y="0"/>
                  </a:moveTo>
                  <a:lnTo>
                    <a:pt x="4993" y="41528"/>
                  </a:lnTo>
                  <a:lnTo>
                    <a:pt x="264655" y="135508"/>
                  </a:lnTo>
                  <a:lnTo>
                    <a:pt x="0" y="231266"/>
                  </a:lnTo>
                  <a:lnTo>
                    <a:pt x="119837" y="274574"/>
                  </a:lnTo>
                  <a:lnTo>
                    <a:pt x="499338" y="137287"/>
                  </a:lnTo>
                  <a:lnTo>
                    <a:pt x="119837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85546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9621" y="0"/>
                  </a:moveTo>
                  <a:lnTo>
                    <a:pt x="4991" y="41528"/>
                  </a:lnTo>
                  <a:lnTo>
                    <a:pt x="264147" y="135508"/>
                  </a:lnTo>
                  <a:lnTo>
                    <a:pt x="0" y="231266"/>
                  </a:lnTo>
                  <a:lnTo>
                    <a:pt x="119621" y="274574"/>
                  </a:lnTo>
                  <a:lnTo>
                    <a:pt x="497141" y="137287"/>
                  </a:lnTo>
                  <a:lnTo>
                    <a:pt x="119621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058608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8363" y="0"/>
                  </a:moveTo>
                  <a:lnTo>
                    <a:pt x="4978" y="41528"/>
                  </a:lnTo>
                  <a:lnTo>
                    <a:pt x="264096" y="135508"/>
                  </a:lnTo>
                  <a:lnTo>
                    <a:pt x="0" y="231266"/>
                  </a:lnTo>
                  <a:lnTo>
                    <a:pt x="118363" y="274574"/>
                  </a:lnTo>
                  <a:lnTo>
                    <a:pt x="497141" y="137287"/>
                  </a:lnTo>
                  <a:lnTo>
                    <a:pt x="118363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748154" y="117475"/>
            <a:ext cx="32639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065" algn="l"/>
              </a:tabLst>
            </a:pPr>
            <a:r>
              <a:rPr dirty="0" u="none" spc="-25"/>
              <a:t>8.6</a:t>
            </a:r>
            <a:r>
              <a:rPr dirty="0" u="none"/>
              <a:t>	I/O</a:t>
            </a:r>
            <a:r>
              <a:rPr dirty="0" u="none" spc="-10"/>
              <a:t>与操作系统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94589" y="916176"/>
            <a:ext cx="8801100" cy="5525135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641985">
              <a:lnSpc>
                <a:spcPct val="100000"/>
              </a:lnSpc>
              <a:spcBef>
                <a:spcPts val="855"/>
              </a:spcBef>
            </a:pPr>
            <a:r>
              <a:rPr dirty="0" sz="2200" spc="-20">
                <a:solidFill>
                  <a:srgbClr val="008000"/>
                </a:solidFill>
                <a:latin typeface="黑体"/>
                <a:cs typeface="黑体"/>
              </a:rPr>
              <a:t>DMA</a:t>
            </a:r>
            <a:r>
              <a:rPr dirty="0" sz="2200" spc="-35">
                <a:solidFill>
                  <a:srgbClr val="008000"/>
                </a:solidFill>
                <a:latin typeface="黑体"/>
                <a:cs typeface="黑体"/>
              </a:rPr>
              <a:t>是使用虚拟地址还是物理地址？</a:t>
            </a:r>
            <a:endParaRPr sz="2200">
              <a:latin typeface="黑体"/>
              <a:cs typeface="黑体"/>
            </a:endParaRPr>
          </a:p>
          <a:p>
            <a:pPr marL="469900" marR="244475" indent="-457200">
              <a:lnSpc>
                <a:spcPct val="110000"/>
              </a:lnSpc>
              <a:spcBef>
                <a:spcPts val="545"/>
              </a:spcBef>
              <a:buClr>
                <a:srgbClr val="40458B"/>
              </a:buClr>
              <a:buAutoNum type="arabicPeriod"/>
              <a:tabLst>
                <a:tab pos="469900" algn="l"/>
              </a:tabLst>
            </a:pPr>
            <a:r>
              <a:rPr dirty="0" sz="2400" spc="-5">
                <a:solidFill>
                  <a:srgbClr val="008000"/>
                </a:solidFill>
                <a:latin typeface="黑体"/>
                <a:cs typeface="黑体"/>
              </a:rPr>
              <a:t>在虚拟存储器中，</a:t>
            </a:r>
            <a:r>
              <a:rPr dirty="0" sz="2400">
                <a:solidFill>
                  <a:srgbClr val="E14B04"/>
                </a:solidFill>
                <a:latin typeface="黑体"/>
                <a:cs typeface="黑体"/>
              </a:rPr>
              <a:t>使用物理地址进行DMA</a:t>
            </a:r>
            <a:r>
              <a:rPr dirty="0" sz="2400" spc="-10">
                <a:solidFill>
                  <a:srgbClr val="E14B04"/>
                </a:solidFill>
                <a:latin typeface="黑体"/>
                <a:cs typeface="黑体"/>
              </a:rPr>
              <a:t>传输，存在以下两个</a:t>
            </a:r>
            <a:r>
              <a:rPr dirty="0" sz="2400" spc="-20">
                <a:solidFill>
                  <a:srgbClr val="E14B04"/>
                </a:solidFill>
                <a:latin typeface="黑体"/>
                <a:cs typeface="黑体"/>
              </a:rPr>
              <a:t>问题：</a:t>
            </a:r>
            <a:endParaRPr sz="2400">
              <a:latin typeface="黑体"/>
              <a:cs typeface="黑体"/>
            </a:endParaRPr>
          </a:p>
          <a:p>
            <a:pPr algn="just" lvl="1" marL="1099185" marR="149225" indent="-457200">
              <a:lnSpc>
                <a:spcPct val="120000"/>
              </a:lnSpc>
              <a:spcBef>
                <a:spcPts val="490"/>
              </a:spcBef>
              <a:buClr>
                <a:srgbClr val="40458B"/>
              </a:buClr>
              <a:buSzPct val="88636"/>
              <a:buFont typeface="Wingdings"/>
              <a:buChar char=""/>
              <a:tabLst>
                <a:tab pos="1099185" algn="l"/>
              </a:tabLst>
            </a:pPr>
            <a:r>
              <a:rPr dirty="0" sz="2200" spc="-30">
                <a:solidFill>
                  <a:srgbClr val="FF0000"/>
                </a:solidFill>
                <a:latin typeface="黑体"/>
                <a:cs typeface="黑体"/>
              </a:rPr>
              <a:t>物理页不连续</a:t>
            </a: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：对于超过一页的数据缓冲区，由于缓冲区使用的页面在物理存储器中不一定是连续的，所以传输可能会发生</a:t>
            </a:r>
            <a:r>
              <a:rPr dirty="0" sz="2200" spc="-40">
                <a:solidFill>
                  <a:srgbClr val="40458B"/>
                </a:solidFill>
                <a:latin typeface="黑体"/>
                <a:cs typeface="黑体"/>
              </a:rPr>
              <a:t>问题。</a:t>
            </a:r>
            <a:endParaRPr sz="2200">
              <a:latin typeface="黑体"/>
              <a:cs typeface="黑体"/>
            </a:endParaRPr>
          </a:p>
          <a:p>
            <a:pPr lvl="2" marL="1459230" marR="172085" indent="-457200">
              <a:lnSpc>
                <a:spcPct val="120000"/>
              </a:lnSpc>
              <a:spcBef>
                <a:spcPts val="515"/>
              </a:spcBef>
              <a:buClr>
                <a:srgbClr val="4668F5"/>
              </a:buClr>
              <a:buSzPct val="60000"/>
              <a:buFont typeface="Wingdings"/>
              <a:buChar char=""/>
              <a:tabLst>
                <a:tab pos="1459230" algn="l"/>
              </a:tabLst>
            </a:pPr>
            <a:r>
              <a:rPr dirty="0" sz="2000" spc="-25" b="1">
                <a:solidFill>
                  <a:srgbClr val="FF5CFF"/>
                </a:solidFill>
                <a:latin typeface="宋体"/>
                <a:cs typeface="宋体"/>
              </a:rPr>
              <a:t>虚拟地址造成应用程序认为它们拥有连续地址内存空间，实际是</a:t>
            </a:r>
            <a:r>
              <a:rPr dirty="0" sz="2000" spc="-10" b="1">
                <a:solidFill>
                  <a:srgbClr val="FF5CFF"/>
                </a:solidFill>
                <a:latin typeface="宋体"/>
                <a:cs typeface="宋体"/>
              </a:rPr>
              <a:t>被分割的内存碎片，例如</a:t>
            </a:r>
            <a:r>
              <a:rPr dirty="0" sz="2000" spc="-10" b="1">
                <a:solidFill>
                  <a:srgbClr val="FF5CFF"/>
                </a:solidFill>
                <a:latin typeface="黑体"/>
                <a:cs typeface="黑体"/>
              </a:rPr>
              <a:t>4KB</a:t>
            </a:r>
            <a:r>
              <a:rPr dirty="0" sz="2000" spc="-25" b="1">
                <a:solidFill>
                  <a:srgbClr val="FF5CFF"/>
                </a:solidFill>
                <a:latin typeface="宋体"/>
                <a:cs typeface="宋体"/>
              </a:rPr>
              <a:t>的空间分散在不同的位置</a:t>
            </a:r>
            <a:endParaRPr sz="2000">
              <a:latin typeface="宋体"/>
              <a:cs typeface="宋体"/>
            </a:endParaRPr>
          </a:p>
          <a:p>
            <a:pPr lvl="2" marL="1458595" indent="-456565">
              <a:lnSpc>
                <a:spcPct val="100000"/>
              </a:lnSpc>
              <a:spcBef>
                <a:spcPts val="960"/>
              </a:spcBef>
              <a:buClr>
                <a:srgbClr val="4668F5"/>
              </a:buClr>
              <a:buSzPct val="60000"/>
              <a:buFont typeface="Wingdings"/>
              <a:buChar char=""/>
              <a:tabLst>
                <a:tab pos="1458595" algn="l"/>
              </a:tabLst>
            </a:pPr>
            <a:r>
              <a:rPr dirty="0" sz="2000" spc="-10" b="1">
                <a:solidFill>
                  <a:srgbClr val="FF5CFF"/>
                </a:solidFill>
                <a:latin typeface="宋体"/>
                <a:cs typeface="宋体"/>
              </a:rPr>
              <a:t>对于跨多页的缓冲区，</a:t>
            </a:r>
            <a:r>
              <a:rPr dirty="0" sz="2000" spc="-10" b="1">
                <a:solidFill>
                  <a:srgbClr val="FF5CFF"/>
                </a:solidFill>
                <a:latin typeface="黑体"/>
                <a:cs typeface="黑体"/>
              </a:rPr>
              <a:t>DMA</a:t>
            </a:r>
            <a:r>
              <a:rPr dirty="0" sz="2000" spc="-25" b="1">
                <a:solidFill>
                  <a:srgbClr val="FF5CFF"/>
                </a:solidFill>
                <a:latin typeface="宋体"/>
                <a:cs typeface="宋体"/>
              </a:rPr>
              <a:t>控制器无法处理</a:t>
            </a:r>
            <a:endParaRPr sz="2000">
              <a:latin typeface="宋体"/>
              <a:cs typeface="宋体"/>
            </a:endParaRPr>
          </a:p>
          <a:p>
            <a:pPr algn="just" lvl="1" marL="1099185" marR="5080" indent="-457200">
              <a:lnSpc>
                <a:spcPct val="120000"/>
              </a:lnSpc>
              <a:spcBef>
                <a:spcPts val="500"/>
              </a:spcBef>
              <a:buClr>
                <a:srgbClr val="40458B"/>
              </a:buClr>
              <a:buSzPct val="88636"/>
              <a:buFont typeface="Wingdings"/>
              <a:buChar char=""/>
              <a:tabLst>
                <a:tab pos="1099185" algn="l"/>
              </a:tabLst>
            </a:pPr>
            <a:r>
              <a:rPr dirty="0" sz="2200" spc="-30">
                <a:solidFill>
                  <a:srgbClr val="FF0000"/>
                </a:solidFill>
                <a:latin typeface="黑体"/>
                <a:cs typeface="黑体"/>
              </a:rPr>
              <a:t>页面重定位</a:t>
            </a:r>
            <a:r>
              <a:rPr dirty="0" sz="2200" spc="-25">
                <a:solidFill>
                  <a:srgbClr val="40458B"/>
                </a:solidFill>
                <a:latin typeface="黑体"/>
                <a:cs typeface="黑体"/>
              </a:rPr>
              <a:t>：如果</a:t>
            </a:r>
            <a:r>
              <a:rPr dirty="0" sz="2200" spc="-20">
                <a:solidFill>
                  <a:srgbClr val="9933FF"/>
                </a:solidFill>
                <a:latin typeface="黑体"/>
                <a:cs typeface="黑体"/>
              </a:rPr>
              <a:t>DMA</a:t>
            </a: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正在存储器和缓冲区之间传输数据时，操</a:t>
            </a: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作系统从存储器中移出</a:t>
            </a:r>
            <a:r>
              <a:rPr dirty="0" sz="2200" spc="-25">
                <a:solidFill>
                  <a:srgbClr val="40458B"/>
                </a:solidFill>
                <a:latin typeface="黑体"/>
                <a:cs typeface="黑体"/>
              </a:rPr>
              <a:t>（</a:t>
            </a: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或重定位</a:t>
            </a:r>
            <a:r>
              <a:rPr dirty="0" sz="2200" spc="-25">
                <a:solidFill>
                  <a:srgbClr val="40458B"/>
                </a:solidFill>
                <a:latin typeface="黑体"/>
                <a:cs typeface="黑体"/>
              </a:rPr>
              <a:t>）</a:t>
            </a: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一些页面，那么，</a:t>
            </a:r>
            <a:r>
              <a:rPr dirty="0" sz="2200" spc="-10">
                <a:solidFill>
                  <a:srgbClr val="9933FF"/>
                </a:solidFill>
                <a:latin typeface="黑体"/>
                <a:cs typeface="黑体"/>
              </a:rPr>
              <a:t>DMA</a:t>
            </a: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将会在存储器中错误的物理页面上进行数据传输。</a:t>
            </a:r>
            <a:endParaRPr sz="2200">
              <a:latin typeface="黑体"/>
              <a:cs typeface="黑体"/>
            </a:endParaRPr>
          </a:p>
          <a:p>
            <a:pPr lvl="2" marL="1458595" indent="-456565">
              <a:lnSpc>
                <a:spcPct val="100000"/>
              </a:lnSpc>
              <a:spcBef>
                <a:spcPts val="995"/>
              </a:spcBef>
              <a:buClr>
                <a:srgbClr val="4668F5"/>
              </a:buClr>
              <a:buSzPct val="60000"/>
              <a:buFont typeface="Wingdings"/>
              <a:buChar char=""/>
              <a:tabLst>
                <a:tab pos="1458595" algn="l"/>
              </a:tabLst>
            </a:pPr>
            <a:r>
              <a:rPr dirty="0" sz="2000" spc="-10" b="1">
                <a:solidFill>
                  <a:srgbClr val="FF5CFF"/>
                </a:solidFill>
                <a:latin typeface="宋体"/>
                <a:cs typeface="宋体"/>
              </a:rPr>
              <a:t>物理位置改变（页面被迁移</a:t>
            </a:r>
            <a:r>
              <a:rPr dirty="0" sz="2000" spc="-15" b="1">
                <a:solidFill>
                  <a:srgbClr val="FF5CFF"/>
                </a:solidFill>
                <a:latin typeface="宋体"/>
                <a:cs typeface="宋体"/>
              </a:rPr>
              <a:t>）</a:t>
            </a:r>
            <a:r>
              <a:rPr dirty="0" sz="2000" spc="-20" b="1">
                <a:solidFill>
                  <a:srgbClr val="FF5CFF"/>
                </a:solidFill>
                <a:latin typeface="宋体"/>
                <a:cs typeface="宋体"/>
              </a:rPr>
              <a:t>；内容已改变</a:t>
            </a:r>
            <a:r>
              <a:rPr dirty="0" sz="2000" spc="-10" b="1">
                <a:solidFill>
                  <a:srgbClr val="FF5CFF"/>
                </a:solidFill>
                <a:latin typeface="宋体"/>
                <a:cs typeface="宋体"/>
              </a:rPr>
              <a:t>（</a:t>
            </a:r>
            <a:r>
              <a:rPr dirty="0" sz="2000" spc="-20" b="1">
                <a:solidFill>
                  <a:srgbClr val="FF5CFF"/>
                </a:solidFill>
                <a:latin typeface="宋体"/>
                <a:cs typeface="宋体"/>
              </a:rPr>
              <a:t>被其他进程调用</a:t>
            </a:r>
            <a:r>
              <a:rPr dirty="0" sz="2000" spc="-50" b="1">
                <a:solidFill>
                  <a:srgbClr val="FF5CFF"/>
                </a:solidFill>
                <a:latin typeface="宋体"/>
                <a:cs typeface="宋体"/>
              </a:rPr>
              <a:t>）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659628" y="194259"/>
            <a:ext cx="3495040" cy="42290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00">
                <a:solidFill>
                  <a:srgbClr val="0000CC"/>
                </a:solidFill>
                <a:latin typeface="黑体"/>
                <a:cs typeface="黑体"/>
              </a:rPr>
              <a:t>8.6.1</a:t>
            </a:r>
            <a:r>
              <a:rPr dirty="0" sz="2600" spc="-5">
                <a:solidFill>
                  <a:srgbClr val="0000CC"/>
                </a:solidFill>
                <a:latin typeface="黑体"/>
                <a:cs typeface="黑体"/>
              </a:rPr>
              <a:t> </a:t>
            </a:r>
            <a:r>
              <a:rPr dirty="0" sz="2600" spc="-10">
                <a:solidFill>
                  <a:srgbClr val="0000CC"/>
                </a:solidFill>
                <a:latin typeface="黑体"/>
                <a:cs typeface="黑体"/>
              </a:rPr>
              <a:t>DMA</a:t>
            </a:r>
            <a:r>
              <a:rPr dirty="0" sz="2600" spc="-20">
                <a:solidFill>
                  <a:srgbClr val="0000CC"/>
                </a:solidFill>
                <a:latin typeface="黑体"/>
                <a:cs typeface="黑体"/>
              </a:rPr>
              <a:t>和虚拟存储器</a:t>
            </a:r>
            <a:endParaRPr sz="26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253605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734809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15" b="1">
                <a:solidFill>
                  <a:srgbClr val="40458B"/>
                </a:solidFill>
                <a:latin typeface="宋体"/>
                <a:cs typeface="宋体"/>
              </a:rPr>
              <a:t>99/81</a:t>
            </a:r>
            <a:endParaRPr baseline="1736" sz="2400">
              <a:latin typeface="宋体"/>
              <a:cs typeface="宋体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19062" y="188976"/>
            <a:ext cx="1437005" cy="274955"/>
            <a:chOff x="119062" y="188976"/>
            <a:chExt cx="1437005" cy="274955"/>
          </a:xfrm>
        </p:grpSpPr>
        <p:sp>
          <p:nvSpPr>
            <p:cNvPr id="4" name="object 4" descr=""/>
            <p:cNvSpPr/>
            <p:nvPr/>
          </p:nvSpPr>
          <p:spPr>
            <a:xfrm>
              <a:off x="119062" y="188976"/>
              <a:ext cx="499745" cy="274955"/>
            </a:xfrm>
            <a:custGeom>
              <a:avLst/>
              <a:gdLst/>
              <a:ahLst/>
              <a:cxnLst/>
              <a:rect l="l" t="t" r="r" b="b"/>
              <a:pathLst>
                <a:path w="499745" h="274955">
                  <a:moveTo>
                    <a:pt x="119837" y="0"/>
                  </a:moveTo>
                  <a:lnTo>
                    <a:pt x="4993" y="41528"/>
                  </a:lnTo>
                  <a:lnTo>
                    <a:pt x="264655" y="135508"/>
                  </a:lnTo>
                  <a:lnTo>
                    <a:pt x="0" y="231266"/>
                  </a:lnTo>
                  <a:lnTo>
                    <a:pt x="119837" y="274574"/>
                  </a:lnTo>
                  <a:lnTo>
                    <a:pt x="499338" y="137287"/>
                  </a:lnTo>
                  <a:lnTo>
                    <a:pt x="119837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85546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9621" y="0"/>
                  </a:moveTo>
                  <a:lnTo>
                    <a:pt x="4991" y="41528"/>
                  </a:lnTo>
                  <a:lnTo>
                    <a:pt x="264147" y="135508"/>
                  </a:lnTo>
                  <a:lnTo>
                    <a:pt x="0" y="231266"/>
                  </a:lnTo>
                  <a:lnTo>
                    <a:pt x="119621" y="274574"/>
                  </a:lnTo>
                  <a:lnTo>
                    <a:pt x="497141" y="137287"/>
                  </a:lnTo>
                  <a:lnTo>
                    <a:pt x="119621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058608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8363" y="0"/>
                  </a:moveTo>
                  <a:lnTo>
                    <a:pt x="4978" y="41528"/>
                  </a:lnTo>
                  <a:lnTo>
                    <a:pt x="264096" y="135508"/>
                  </a:lnTo>
                  <a:lnTo>
                    <a:pt x="0" y="231266"/>
                  </a:lnTo>
                  <a:lnTo>
                    <a:pt x="118363" y="274574"/>
                  </a:lnTo>
                  <a:lnTo>
                    <a:pt x="497141" y="137287"/>
                  </a:lnTo>
                  <a:lnTo>
                    <a:pt x="118363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38200" algn="l"/>
                <a:tab pos="7600315" algn="l"/>
              </a:tabLst>
            </a:pPr>
            <a:r>
              <a:rPr dirty="0"/>
              <a:t>	6.6</a:t>
            </a:r>
            <a:r>
              <a:rPr dirty="0" spc="15"/>
              <a:t> </a:t>
            </a:r>
            <a:r>
              <a:rPr dirty="0" spc="-10"/>
              <a:t>I/O</a:t>
            </a:r>
            <a:r>
              <a:rPr dirty="0"/>
              <a:t>与操作系</a:t>
            </a:r>
            <a:r>
              <a:rPr dirty="0" spc="-50"/>
              <a:t>统</a:t>
            </a:r>
            <a:r>
              <a:rPr dirty="0"/>
              <a:t>	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-29159" y="813863"/>
            <a:ext cx="8759190" cy="3478529"/>
          </a:xfrm>
          <a:prstGeom prst="rect">
            <a:avLst/>
          </a:prstGeom>
        </p:spPr>
        <p:txBody>
          <a:bodyPr wrap="square" lIns="0" tIns="164465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295"/>
              </a:spcBef>
              <a:buClr>
                <a:srgbClr val="40458B"/>
              </a:buClr>
              <a:buFont typeface="Tahoma"/>
              <a:buAutoNum type="arabicPeriod" startAt="2"/>
              <a:tabLst>
                <a:tab pos="469265" algn="l"/>
              </a:tabLst>
            </a:pPr>
            <a:r>
              <a:rPr dirty="0" sz="2400" spc="-10">
                <a:solidFill>
                  <a:srgbClr val="E14B04"/>
                </a:solidFill>
                <a:latin typeface="黑体"/>
                <a:cs typeface="黑体"/>
              </a:rPr>
              <a:t>解决这些问题的方法</a:t>
            </a:r>
            <a:endParaRPr sz="2400">
              <a:latin typeface="黑体"/>
              <a:cs typeface="黑体"/>
            </a:endParaRPr>
          </a:p>
          <a:p>
            <a:pPr lvl="1" marL="1099185" marR="107950" indent="-457200">
              <a:lnSpc>
                <a:spcPct val="120000"/>
              </a:lnSpc>
              <a:spcBef>
                <a:spcPts val="560"/>
              </a:spcBef>
              <a:buSzPct val="88636"/>
              <a:buFont typeface="Wingdings"/>
              <a:buChar char=""/>
              <a:tabLst>
                <a:tab pos="1099185" algn="l"/>
              </a:tabLst>
            </a:pP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使操作系统在</a:t>
            </a:r>
            <a:r>
              <a:rPr dirty="0" sz="2200" spc="-10">
                <a:solidFill>
                  <a:srgbClr val="9933FF"/>
                </a:solidFill>
                <a:latin typeface="黑体"/>
                <a:cs typeface="黑体"/>
              </a:rPr>
              <a:t>I/O</a:t>
            </a: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的传输过程中确保</a:t>
            </a:r>
            <a:r>
              <a:rPr dirty="0" sz="2200" spc="-10">
                <a:solidFill>
                  <a:srgbClr val="9933FF"/>
                </a:solidFill>
                <a:latin typeface="黑体"/>
                <a:cs typeface="黑体"/>
              </a:rPr>
              <a:t>DMA</a:t>
            </a: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设备所访问的页面都位于物理存储器中，这些页面被称为是</a:t>
            </a:r>
            <a:r>
              <a:rPr dirty="0" sz="2200" spc="-35">
                <a:solidFill>
                  <a:srgbClr val="D50092"/>
                </a:solidFill>
                <a:latin typeface="黑体"/>
                <a:cs typeface="黑体"/>
              </a:rPr>
              <a:t>钉在了主存中。</a:t>
            </a:r>
            <a:endParaRPr sz="2200">
              <a:latin typeface="黑体"/>
              <a:cs typeface="黑体"/>
            </a:endParaRPr>
          </a:p>
          <a:p>
            <a:pPr lvl="1" marL="1099185" indent="-457200">
              <a:lnSpc>
                <a:spcPct val="100000"/>
              </a:lnSpc>
              <a:spcBef>
                <a:spcPts val="1055"/>
              </a:spcBef>
              <a:buClr>
                <a:srgbClr val="40458B"/>
              </a:buClr>
              <a:buSzPct val="88636"/>
              <a:buFont typeface="Wingdings"/>
              <a:buChar char=""/>
              <a:tabLst>
                <a:tab pos="1099185" algn="l"/>
              </a:tabLst>
            </a:pPr>
            <a:r>
              <a:rPr dirty="0" sz="2200" spc="-20">
                <a:solidFill>
                  <a:srgbClr val="FF0000"/>
                </a:solidFill>
                <a:latin typeface="黑体"/>
                <a:cs typeface="黑体"/>
              </a:rPr>
              <a:t>“虚拟</a:t>
            </a:r>
            <a:r>
              <a:rPr dirty="0" sz="2200" spc="-10">
                <a:solidFill>
                  <a:srgbClr val="FF0000"/>
                </a:solidFill>
                <a:latin typeface="黑体"/>
                <a:cs typeface="黑体"/>
              </a:rPr>
              <a:t>DMA</a:t>
            </a:r>
            <a:r>
              <a:rPr dirty="0" sz="2200" spc="-10">
                <a:solidFill>
                  <a:srgbClr val="FF0000"/>
                </a:solidFill>
                <a:latin typeface="Times New Roman"/>
                <a:cs typeface="Times New Roman"/>
              </a:rPr>
              <a:t>”</a:t>
            </a:r>
            <a:r>
              <a:rPr dirty="0" sz="2200" spc="-35">
                <a:solidFill>
                  <a:srgbClr val="FF0000"/>
                </a:solidFill>
                <a:latin typeface="黑体"/>
                <a:cs typeface="黑体"/>
              </a:rPr>
              <a:t>技术</a:t>
            </a:r>
            <a:endParaRPr sz="2200">
              <a:latin typeface="黑体"/>
              <a:cs typeface="黑体"/>
            </a:endParaRPr>
          </a:p>
          <a:p>
            <a:pPr marL="948055" indent="-359410">
              <a:lnSpc>
                <a:spcPct val="100000"/>
              </a:lnSpc>
              <a:spcBef>
                <a:spcPts val="994"/>
              </a:spcBef>
              <a:buClr>
                <a:srgbClr val="4668F5"/>
              </a:buClr>
              <a:buSzPct val="60000"/>
              <a:buFont typeface="Wingdings"/>
              <a:buChar char=""/>
              <a:tabLst>
                <a:tab pos="948055" algn="l"/>
              </a:tabLst>
            </a:pPr>
            <a:r>
              <a:rPr dirty="0" sz="2000" spc="-15" b="1">
                <a:solidFill>
                  <a:srgbClr val="FF5CFF"/>
                </a:solidFill>
                <a:latin typeface="宋体"/>
                <a:cs typeface="宋体"/>
              </a:rPr>
              <a:t>允许</a:t>
            </a:r>
            <a:r>
              <a:rPr dirty="0" sz="2000" b="1">
                <a:solidFill>
                  <a:srgbClr val="9933FF"/>
                </a:solidFill>
                <a:latin typeface="宋体"/>
                <a:cs typeface="宋体"/>
              </a:rPr>
              <a:t>DMA</a:t>
            </a:r>
            <a:r>
              <a:rPr dirty="0" sz="2000" spc="-20" b="1">
                <a:solidFill>
                  <a:srgbClr val="FF5CFF"/>
                </a:solidFill>
                <a:latin typeface="宋体"/>
                <a:cs typeface="宋体"/>
              </a:rPr>
              <a:t>设备直接使用虚拟地址，并在</a:t>
            </a:r>
            <a:r>
              <a:rPr dirty="0" sz="2000" spc="-10" b="1">
                <a:solidFill>
                  <a:srgbClr val="9933FF"/>
                </a:solidFill>
                <a:latin typeface="宋体"/>
                <a:cs typeface="宋体"/>
              </a:rPr>
              <a:t>DMA</a:t>
            </a:r>
            <a:r>
              <a:rPr dirty="0" sz="2000" spc="-25" b="1">
                <a:solidFill>
                  <a:srgbClr val="FF5CFF"/>
                </a:solidFill>
                <a:latin typeface="宋体"/>
                <a:cs typeface="宋体"/>
              </a:rPr>
              <a:t>期间由硬件将虚拟地址转换</a:t>
            </a:r>
            <a:endParaRPr sz="2000">
              <a:latin typeface="宋体"/>
              <a:cs typeface="宋体"/>
            </a:endParaRPr>
          </a:p>
          <a:p>
            <a:pPr marL="948055">
              <a:lnSpc>
                <a:spcPct val="100000"/>
              </a:lnSpc>
              <a:spcBef>
                <a:spcPts val="480"/>
              </a:spcBef>
            </a:pPr>
            <a:r>
              <a:rPr dirty="0" sz="2000" spc="-20" b="1">
                <a:solidFill>
                  <a:srgbClr val="FF5CFF"/>
                </a:solidFill>
                <a:latin typeface="宋体"/>
                <a:cs typeface="宋体"/>
              </a:rPr>
              <a:t>为物理地址。</a:t>
            </a:r>
            <a:endParaRPr sz="2000">
              <a:latin typeface="宋体"/>
              <a:cs typeface="宋体"/>
            </a:endParaRPr>
          </a:p>
          <a:p>
            <a:pPr marL="948055" indent="-359410">
              <a:lnSpc>
                <a:spcPct val="100000"/>
              </a:lnSpc>
              <a:spcBef>
                <a:spcPts val="960"/>
              </a:spcBef>
              <a:buClr>
                <a:srgbClr val="4668F5"/>
              </a:buClr>
              <a:buSzPct val="60000"/>
              <a:buFont typeface="Wingdings"/>
              <a:buChar char=""/>
              <a:tabLst>
                <a:tab pos="948055" algn="l"/>
              </a:tabLst>
            </a:pPr>
            <a:r>
              <a:rPr dirty="0" sz="2000" spc="-10" b="1">
                <a:solidFill>
                  <a:srgbClr val="FF5CFF"/>
                </a:solidFill>
                <a:latin typeface="宋体"/>
                <a:cs typeface="宋体"/>
              </a:rPr>
              <a:t>在采用虚拟</a:t>
            </a:r>
            <a:r>
              <a:rPr dirty="0" sz="2000" spc="-10" b="1">
                <a:solidFill>
                  <a:srgbClr val="9933FF"/>
                </a:solidFill>
                <a:latin typeface="宋体"/>
                <a:cs typeface="宋体"/>
              </a:rPr>
              <a:t>DMA</a:t>
            </a:r>
            <a:r>
              <a:rPr dirty="0" sz="2000" spc="-25" b="1">
                <a:solidFill>
                  <a:srgbClr val="FF5CFF"/>
                </a:solidFill>
                <a:latin typeface="宋体"/>
                <a:cs typeface="宋体"/>
              </a:rPr>
              <a:t>的情况下，如果进程在内存中被移动，操作系统应该能</a:t>
            </a:r>
            <a:endParaRPr sz="2000">
              <a:latin typeface="宋体"/>
              <a:cs typeface="宋体"/>
            </a:endParaRPr>
          </a:p>
          <a:p>
            <a:pPr marL="948055">
              <a:lnSpc>
                <a:spcPct val="100000"/>
              </a:lnSpc>
              <a:spcBef>
                <a:spcPts val="480"/>
              </a:spcBef>
            </a:pPr>
            <a:r>
              <a:rPr dirty="0" sz="2000" spc="-15" b="1">
                <a:solidFill>
                  <a:srgbClr val="FF5CFF"/>
                </a:solidFill>
                <a:latin typeface="宋体"/>
                <a:cs typeface="宋体"/>
              </a:rPr>
              <a:t>够及时地修改相应的</a:t>
            </a:r>
            <a:r>
              <a:rPr dirty="0" sz="2000" b="1">
                <a:solidFill>
                  <a:srgbClr val="9933FF"/>
                </a:solidFill>
                <a:latin typeface="宋体"/>
                <a:cs typeface="宋体"/>
              </a:rPr>
              <a:t>DMA</a:t>
            </a:r>
            <a:r>
              <a:rPr dirty="0" sz="2000" spc="-30" b="1">
                <a:solidFill>
                  <a:srgbClr val="FF5CFF"/>
                </a:solidFill>
                <a:latin typeface="宋体"/>
                <a:cs typeface="宋体"/>
              </a:rPr>
              <a:t>地址表。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3072606" y="4109180"/>
            <a:ext cx="4964430" cy="595630"/>
            <a:chOff x="3072606" y="4109180"/>
            <a:chExt cx="4964430" cy="595630"/>
          </a:xfrm>
        </p:grpSpPr>
        <p:sp>
          <p:nvSpPr>
            <p:cNvPr id="3" name="object 3" descr=""/>
            <p:cNvSpPr/>
            <p:nvPr/>
          </p:nvSpPr>
          <p:spPr>
            <a:xfrm>
              <a:off x="3082925" y="4119498"/>
              <a:ext cx="4943475" cy="574675"/>
            </a:xfrm>
            <a:custGeom>
              <a:avLst/>
              <a:gdLst/>
              <a:ahLst/>
              <a:cxnLst/>
              <a:rect l="l" t="t" r="r" b="b"/>
              <a:pathLst>
                <a:path w="4943475" h="574675">
                  <a:moveTo>
                    <a:pt x="4633849" y="0"/>
                  </a:moveTo>
                  <a:lnTo>
                    <a:pt x="4633849" y="130175"/>
                  </a:lnTo>
                  <a:lnTo>
                    <a:pt x="307975" y="130175"/>
                  </a:lnTo>
                  <a:lnTo>
                    <a:pt x="307975" y="0"/>
                  </a:lnTo>
                  <a:lnTo>
                    <a:pt x="0" y="287400"/>
                  </a:lnTo>
                  <a:lnTo>
                    <a:pt x="307975" y="574675"/>
                  </a:lnTo>
                  <a:lnTo>
                    <a:pt x="307975" y="449325"/>
                  </a:lnTo>
                  <a:lnTo>
                    <a:pt x="4633849" y="449325"/>
                  </a:lnTo>
                  <a:lnTo>
                    <a:pt x="4633849" y="574675"/>
                  </a:lnTo>
                  <a:lnTo>
                    <a:pt x="4943475" y="287400"/>
                  </a:lnTo>
                  <a:lnTo>
                    <a:pt x="4633849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3082925" y="4119498"/>
              <a:ext cx="4943475" cy="574675"/>
            </a:xfrm>
            <a:custGeom>
              <a:avLst/>
              <a:gdLst/>
              <a:ahLst/>
              <a:cxnLst/>
              <a:rect l="l" t="t" r="r" b="b"/>
              <a:pathLst>
                <a:path w="4943475" h="574675">
                  <a:moveTo>
                    <a:pt x="0" y="287400"/>
                  </a:moveTo>
                  <a:lnTo>
                    <a:pt x="307975" y="574675"/>
                  </a:lnTo>
                  <a:lnTo>
                    <a:pt x="307975" y="449325"/>
                  </a:lnTo>
                  <a:lnTo>
                    <a:pt x="4633849" y="449325"/>
                  </a:lnTo>
                  <a:lnTo>
                    <a:pt x="4633849" y="574675"/>
                  </a:lnTo>
                  <a:lnTo>
                    <a:pt x="4943475" y="287400"/>
                  </a:lnTo>
                  <a:lnTo>
                    <a:pt x="4633849" y="0"/>
                  </a:lnTo>
                  <a:lnTo>
                    <a:pt x="4633849" y="130175"/>
                  </a:lnTo>
                  <a:lnTo>
                    <a:pt x="307975" y="130175"/>
                  </a:lnTo>
                  <a:lnTo>
                    <a:pt x="307975" y="0"/>
                  </a:lnTo>
                  <a:lnTo>
                    <a:pt x="0" y="287400"/>
                  </a:lnTo>
                  <a:close/>
                </a:path>
              </a:pathLst>
            </a:custGeom>
            <a:ln w="206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 descr=""/>
          <p:cNvGrpSpPr/>
          <p:nvPr/>
        </p:nvGrpSpPr>
        <p:grpSpPr>
          <a:xfrm>
            <a:off x="1042987" y="4198620"/>
            <a:ext cx="1841500" cy="537210"/>
            <a:chOff x="1042987" y="4198620"/>
            <a:chExt cx="1841500" cy="537210"/>
          </a:xfrm>
        </p:grpSpPr>
        <p:sp>
          <p:nvSpPr>
            <p:cNvPr id="6" name="object 6" descr=""/>
            <p:cNvSpPr/>
            <p:nvPr/>
          </p:nvSpPr>
          <p:spPr>
            <a:xfrm>
              <a:off x="1042987" y="4224337"/>
              <a:ext cx="1841500" cy="376555"/>
            </a:xfrm>
            <a:custGeom>
              <a:avLst/>
              <a:gdLst/>
              <a:ahLst/>
              <a:cxnLst/>
              <a:rect l="l" t="t" r="r" b="b"/>
              <a:pathLst>
                <a:path w="1841500" h="376554">
                  <a:moveTo>
                    <a:pt x="1841500" y="0"/>
                  </a:moveTo>
                  <a:lnTo>
                    <a:pt x="0" y="0"/>
                  </a:lnTo>
                  <a:lnTo>
                    <a:pt x="0" y="376237"/>
                  </a:lnTo>
                  <a:lnTo>
                    <a:pt x="1841500" y="376237"/>
                  </a:lnTo>
                  <a:lnTo>
                    <a:pt x="1841500" y="0"/>
                  </a:lnTo>
                  <a:close/>
                </a:path>
              </a:pathLst>
            </a:custGeom>
            <a:solidFill>
              <a:srgbClr val="66FF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81912" y="4198620"/>
              <a:ext cx="816101" cy="537209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1042987" y="4224337"/>
            <a:ext cx="1841500" cy="37655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45085" rIns="0" bIns="0" rtlCol="0" vert="horz">
            <a:spAutoFit/>
          </a:bodyPr>
          <a:lstStyle/>
          <a:p>
            <a:pPr algn="ctr" marL="35560">
              <a:lnSpc>
                <a:spcPct val="100000"/>
              </a:lnSpc>
              <a:spcBef>
                <a:spcPts val="355"/>
              </a:spcBef>
            </a:pPr>
            <a:r>
              <a:rPr dirty="0" sz="1900" spc="-25" b="1">
                <a:latin typeface="Times New Roman"/>
                <a:cs typeface="Times New Roman"/>
              </a:rPr>
              <a:t>CPU</a:t>
            </a:r>
            <a:endParaRPr sz="1900">
              <a:latin typeface="Times New Roman"/>
              <a:cs typeface="Times New Roman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1042987" y="2272296"/>
            <a:ext cx="1835150" cy="539115"/>
            <a:chOff x="1042987" y="2272296"/>
            <a:chExt cx="1835150" cy="539115"/>
          </a:xfrm>
        </p:grpSpPr>
        <p:sp>
          <p:nvSpPr>
            <p:cNvPr id="10" name="object 10" descr=""/>
            <p:cNvSpPr/>
            <p:nvPr/>
          </p:nvSpPr>
          <p:spPr>
            <a:xfrm>
              <a:off x="1042987" y="2298700"/>
              <a:ext cx="1835150" cy="492125"/>
            </a:xfrm>
            <a:custGeom>
              <a:avLst/>
              <a:gdLst/>
              <a:ahLst/>
              <a:cxnLst/>
              <a:rect l="l" t="t" r="r" b="b"/>
              <a:pathLst>
                <a:path w="1835150" h="492125">
                  <a:moveTo>
                    <a:pt x="1835150" y="0"/>
                  </a:moveTo>
                  <a:lnTo>
                    <a:pt x="0" y="0"/>
                  </a:lnTo>
                  <a:lnTo>
                    <a:pt x="0" y="492125"/>
                  </a:lnTo>
                  <a:lnTo>
                    <a:pt x="1835150" y="492125"/>
                  </a:lnTo>
                  <a:lnTo>
                    <a:pt x="1835150" y="0"/>
                  </a:lnTo>
                  <a:close/>
                </a:path>
              </a:pathLst>
            </a:custGeom>
            <a:solidFill>
              <a:srgbClr val="FFCC6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19427" y="2272296"/>
              <a:ext cx="962406" cy="538721"/>
            </a:xfrm>
            <a:prstGeom prst="rect">
              <a:avLst/>
            </a:prstGeom>
          </p:spPr>
        </p:pic>
      </p:grpSp>
      <p:sp>
        <p:nvSpPr>
          <p:cNvPr id="12" name="object 12" descr=""/>
          <p:cNvSpPr txBox="1"/>
          <p:nvPr/>
        </p:nvSpPr>
        <p:spPr>
          <a:xfrm>
            <a:off x="1042987" y="2298700"/>
            <a:ext cx="1835150" cy="4921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44450" rIns="0" bIns="0" rtlCol="0" vert="horz">
            <a:spAutoFit/>
          </a:bodyPr>
          <a:lstStyle/>
          <a:p>
            <a:pPr marL="626745">
              <a:lnSpc>
                <a:spcPct val="100000"/>
              </a:lnSpc>
              <a:spcBef>
                <a:spcPts val="350"/>
              </a:spcBef>
            </a:pPr>
            <a:r>
              <a:rPr dirty="0" sz="1900" spc="-10" b="1">
                <a:latin typeface="Times New Roman"/>
                <a:cs typeface="Times New Roman"/>
              </a:rPr>
              <a:t>Cache</a:t>
            </a:r>
            <a:endParaRPr sz="1900">
              <a:latin typeface="Times New Roman"/>
              <a:cs typeface="Times New Roman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5891276" y="2346388"/>
            <a:ext cx="1914525" cy="948055"/>
            <a:chOff x="5891276" y="2346388"/>
            <a:chExt cx="1914525" cy="948055"/>
          </a:xfrm>
        </p:grpSpPr>
        <p:sp>
          <p:nvSpPr>
            <p:cNvPr id="14" name="object 14" descr=""/>
            <p:cNvSpPr/>
            <p:nvPr/>
          </p:nvSpPr>
          <p:spPr>
            <a:xfrm>
              <a:off x="5891276" y="2346388"/>
              <a:ext cx="1914525" cy="948055"/>
            </a:xfrm>
            <a:custGeom>
              <a:avLst/>
              <a:gdLst/>
              <a:ahLst/>
              <a:cxnLst/>
              <a:rect l="l" t="t" r="r" b="b"/>
              <a:pathLst>
                <a:path w="1914525" h="948054">
                  <a:moveTo>
                    <a:pt x="1914525" y="0"/>
                  </a:moveTo>
                  <a:lnTo>
                    <a:pt x="0" y="0"/>
                  </a:lnTo>
                  <a:lnTo>
                    <a:pt x="0" y="947737"/>
                  </a:lnTo>
                  <a:lnTo>
                    <a:pt x="1914525" y="947737"/>
                  </a:lnTo>
                  <a:lnTo>
                    <a:pt x="1914525" y="0"/>
                  </a:lnTo>
                  <a:close/>
                </a:path>
              </a:pathLst>
            </a:custGeom>
            <a:solidFill>
              <a:srgbClr val="FFCC6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57188" y="2567940"/>
              <a:ext cx="803910" cy="537210"/>
            </a:xfrm>
            <a:prstGeom prst="rect">
              <a:avLst/>
            </a:prstGeom>
          </p:spPr>
        </p:pic>
      </p:grpSp>
      <p:sp>
        <p:nvSpPr>
          <p:cNvPr id="16" name="object 16" descr=""/>
          <p:cNvSpPr txBox="1"/>
          <p:nvPr/>
        </p:nvSpPr>
        <p:spPr>
          <a:xfrm>
            <a:off x="5891276" y="2346388"/>
            <a:ext cx="1914525" cy="94805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endParaRPr sz="1900">
              <a:latin typeface="Times New Roman"/>
              <a:cs typeface="Times New Roman"/>
            </a:endParaRPr>
          </a:p>
          <a:p>
            <a:pPr algn="ctr" marL="3810">
              <a:lnSpc>
                <a:spcPct val="100000"/>
              </a:lnSpc>
              <a:spcBef>
                <a:spcPts val="5"/>
              </a:spcBef>
            </a:pPr>
            <a:r>
              <a:rPr dirty="0" sz="1900" spc="-40" b="1">
                <a:latin typeface="微软雅黑"/>
                <a:cs typeface="微软雅黑"/>
              </a:rPr>
              <a:t>主存</a:t>
            </a:r>
            <a:endParaRPr sz="1900">
              <a:latin typeface="微软雅黑"/>
              <a:cs typeface="微软雅黑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1855787" y="1765363"/>
            <a:ext cx="5081905" cy="2492375"/>
            <a:chOff x="1855787" y="1765363"/>
            <a:chExt cx="5081905" cy="2492375"/>
          </a:xfrm>
        </p:grpSpPr>
        <p:sp>
          <p:nvSpPr>
            <p:cNvPr id="18" name="object 18" descr=""/>
            <p:cNvSpPr/>
            <p:nvPr/>
          </p:nvSpPr>
          <p:spPr>
            <a:xfrm>
              <a:off x="1958975" y="1917700"/>
              <a:ext cx="1905" cy="260350"/>
            </a:xfrm>
            <a:custGeom>
              <a:avLst/>
              <a:gdLst/>
              <a:ahLst/>
              <a:cxnLst/>
              <a:rect l="l" t="t" r="r" b="b"/>
              <a:pathLst>
                <a:path w="1905" h="260350">
                  <a:moveTo>
                    <a:pt x="0" y="260350"/>
                  </a:moveTo>
                  <a:lnTo>
                    <a:pt x="1524" y="0"/>
                  </a:lnTo>
                </a:path>
              </a:pathLst>
            </a:custGeom>
            <a:ln w="25400">
              <a:solidFill>
                <a:srgbClr val="40458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9663" y="2095563"/>
              <a:ext cx="150749" cy="230124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86013" y="1771713"/>
              <a:ext cx="150749" cy="228600"/>
            </a:xfrm>
            <a:prstGeom prst="rect">
              <a:avLst/>
            </a:prstGeom>
          </p:spPr>
        </p:pic>
        <p:sp>
          <p:nvSpPr>
            <p:cNvPr id="21" name="object 21" descr=""/>
            <p:cNvSpPr/>
            <p:nvPr/>
          </p:nvSpPr>
          <p:spPr>
            <a:xfrm>
              <a:off x="1935226" y="2925826"/>
              <a:ext cx="1905" cy="294005"/>
            </a:xfrm>
            <a:custGeom>
              <a:avLst/>
              <a:gdLst/>
              <a:ahLst/>
              <a:cxnLst/>
              <a:rect l="l" t="t" r="r" b="b"/>
              <a:pathLst>
                <a:path w="1905" h="294005">
                  <a:moveTo>
                    <a:pt x="0" y="293624"/>
                  </a:moveTo>
                  <a:lnTo>
                    <a:pt x="1524" y="0"/>
                  </a:lnTo>
                </a:path>
              </a:pathLst>
            </a:custGeom>
            <a:ln w="25399">
              <a:solidFill>
                <a:srgbClr val="40458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55787" y="3135312"/>
              <a:ext cx="150875" cy="230250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62137" y="2779712"/>
              <a:ext cx="150875" cy="228600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4364101" y="3895725"/>
              <a:ext cx="1905" cy="215900"/>
            </a:xfrm>
            <a:custGeom>
              <a:avLst/>
              <a:gdLst/>
              <a:ahLst/>
              <a:cxnLst/>
              <a:rect l="l" t="t" r="r" b="b"/>
              <a:pathLst>
                <a:path w="1904" h="215900">
                  <a:moveTo>
                    <a:pt x="0" y="0"/>
                  </a:moveTo>
                  <a:lnTo>
                    <a:pt x="1524" y="215900"/>
                  </a:lnTo>
                </a:path>
              </a:pathLst>
            </a:custGeom>
            <a:ln w="25399">
              <a:solidFill>
                <a:srgbClr val="40458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4295775" y="3754501"/>
              <a:ext cx="141605" cy="220979"/>
            </a:xfrm>
            <a:custGeom>
              <a:avLst/>
              <a:gdLst/>
              <a:ahLst/>
              <a:cxnLst/>
              <a:rect l="l" t="t" r="r" b="b"/>
              <a:pathLst>
                <a:path w="141604" h="220979">
                  <a:moveTo>
                    <a:pt x="68325" y="0"/>
                  </a:moveTo>
                  <a:lnTo>
                    <a:pt x="0" y="220599"/>
                  </a:lnTo>
                  <a:lnTo>
                    <a:pt x="68325" y="152400"/>
                  </a:lnTo>
                  <a:lnTo>
                    <a:pt x="141350" y="220599"/>
                  </a:lnTo>
                  <a:lnTo>
                    <a:pt x="68325" y="0"/>
                  </a:lnTo>
                  <a:close/>
                </a:path>
              </a:pathLst>
            </a:custGeom>
            <a:solidFill>
              <a:srgbClr val="40458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4295775" y="3754501"/>
              <a:ext cx="141605" cy="220979"/>
            </a:xfrm>
            <a:custGeom>
              <a:avLst/>
              <a:gdLst/>
              <a:ahLst/>
              <a:cxnLst/>
              <a:rect l="l" t="t" r="r" b="b"/>
              <a:pathLst>
                <a:path w="141604" h="220979">
                  <a:moveTo>
                    <a:pt x="141350" y="220599"/>
                  </a:moveTo>
                  <a:lnTo>
                    <a:pt x="68325" y="0"/>
                  </a:lnTo>
                  <a:lnTo>
                    <a:pt x="0" y="220599"/>
                  </a:lnTo>
                  <a:lnTo>
                    <a:pt x="68325" y="152400"/>
                  </a:lnTo>
                  <a:lnTo>
                    <a:pt x="141350" y="220599"/>
                  </a:lnTo>
                  <a:close/>
                </a:path>
              </a:pathLst>
            </a:custGeom>
            <a:ln w="9524">
              <a:solidFill>
                <a:srgbClr val="40458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4291076" y="4032250"/>
              <a:ext cx="141605" cy="220979"/>
            </a:xfrm>
            <a:custGeom>
              <a:avLst/>
              <a:gdLst/>
              <a:ahLst/>
              <a:cxnLst/>
              <a:rect l="l" t="t" r="r" b="b"/>
              <a:pathLst>
                <a:path w="141604" h="220979">
                  <a:moveTo>
                    <a:pt x="141224" y="0"/>
                  </a:moveTo>
                  <a:lnTo>
                    <a:pt x="73025" y="68325"/>
                  </a:lnTo>
                  <a:lnTo>
                    <a:pt x="0" y="0"/>
                  </a:lnTo>
                  <a:lnTo>
                    <a:pt x="73025" y="220725"/>
                  </a:lnTo>
                  <a:lnTo>
                    <a:pt x="141224" y="0"/>
                  </a:lnTo>
                  <a:close/>
                </a:path>
              </a:pathLst>
            </a:custGeom>
            <a:solidFill>
              <a:srgbClr val="40458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4291076" y="4032250"/>
              <a:ext cx="141605" cy="220979"/>
            </a:xfrm>
            <a:custGeom>
              <a:avLst/>
              <a:gdLst/>
              <a:ahLst/>
              <a:cxnLst/>
              <a:rect l="l" t="t" r="r" b="b"/>
              <a:pathLst>
                <a:path w="141604" h="220979">
                  <a:moveTo>
                    <a:pt x="0" y="0"/>
                  </a:moveTo>
                  <a:lnTo>
                    <a:pt x="73025" y="220725"/>
                  </a:lnTo>
                  <a:lnTo>
                    <a:pt x="141224" y="0"/>
                  </a:lnTo>
                  <a:lnTo>
                    <a:pt x="73025" y="68325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40458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6859651" y="1911350"/>
              <a:ext cx="1905" cy="266700"/>
            </a:xfrm>
            <a:custGeom>
              <a:avLst/>
              <a:gdLst/>
              <a:ahLst/>
              <a:cxnLst/>
              <a:rect l="l" t="t" r="r" b="b"/>
              <a:pathLst>
                <a:path w="1904" h="266700">
                  <a:moveTo>
                    <a:pt x="0" y="0"/>
                  </a:moveTo>
                  <a:lnTo>
                    <a:pt x="1524" y="266700"/>
                  </a:lnTo>
                </a:path>
              </a:pathLst>
            </a:custGeom>
            <a:ln w="25399">
              <a:solidFill>
                <a:srgbClr val="40458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786562" y="1765363"/>
              <a:ext cx="150875" cy="230124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781863" y="2095563"/>
              <a:ext cx="150749" cy="230124"/>
            </a:xfrm>
            <a:prstGeom prst="rect">
              <a:avLst/>
            </a:prstGeom>
          </p:spPr>
        </p:pic>
        <p:sp>
          <p:nvSpPr>
            <p:cNvPr id="32" name="object 32" descr=""/>
            <p:cNvSpPr/>
            <p:nvPr/>
          </p:nvSpPr>
          <p:spPr>
            <a:xfrm>
              <a:off x="3292475" y="3309874"/>
              <a:ext cx="2101850" cy="428625"/>
            </a:xfrm>
            <a:custGeom>
              <a:avLst/>
              <a:gdLst/>
              <a:ahLst/>
              <a:cxnLst/>
              <a:rect l="l" t="t" r="r" b="b"/>
              <a:pathLst>
                <a:path w="2101850" h="428625">
                  <a:moveTo>
                    <a:pt x="2101850" y="0"/>
                  </a:moveTo>
                  <a:lnTo>
                    <a:pt x="0" y="0"/>
                  </a:lnTo>
                  <a:lnTo>
                    <a:pt x="0" y="428625"/>
                  </a:lnTo>
                  <a:lnTo>
                    <a:pt x="2101850" y="428625"/>
                  </a:lnTo>
                  <a:lnTo>
                    <a:pt x="2101850" y="0"/>
                  </a:lnTo>
                  <a:close/>
                </a:path>
              </a:pathLst>
            </a:custGeom>
            <a:solidFill>
              <a:srgbClr val="53F8F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534155" y="3299472"/>
              <a:ext cx="895350" cy="538721"/>
            </a:xfrm>
            <a:prstGeom prst="rect">
              <a:avLst/>
            </a:prstGeom>
          </p:spPr>
        </p:pic>
        <p:pic>
          <p:nvPicPr>
            <p:cNvPr id="34" name="object 34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134611" y="3281172"/>
              <a:ext cx="1044701" cy="537209"/>
            </a:xfrm>
            <a:prstGeom prst="rect">
              <a:avLst/>
            </a:prstGeom>
          </p:spPr>
        </p:pic>
      </p:grpSp>
      <p:sp>
        <p:nvSpPr>
          <p:cNvPr id="35" name="object 35" descr=""/>
          <p:cNvSpPr txBox="1"/>
          <p:nvPr/>
        </p:nvSpPr>
        <p:spPr>
          <a:xfrm>
            <a:off x="3292475" y="3309873"/>
            <a:ext cx="2101850" cy="4286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41910" rIns="0" bIns="0" rtlCol="0" vert="horz">
            <a:spAutoFit/>
          </a:bodyPr>
          <a:lstStyle/>
          <a:p>
            <a:pPr marL="392430">
              <a:lnSpc>
                <a:spcPct val="100000"/>
              </a:lnSpc>
              <a:spcBef>
                <a:spcPts val="330"/>
              </a:spcBef>
            </a:pPr>
            <a:r>
              <a:rPr dirty="0" baseline="-4385" sz="2850" spc="-37" b="1">
                <a:latin typeface="Times New Roman"/>
                <a:cs typeface="Times New Roman"/>
              </a:rPr>
              <a:t>DMA</a:t>
            </a:r>
            <a:r>
              <a:rPr dirty="0" baseline="-4385" sz="2850" spc="-352" b="1">
                <a:latin typeface="Times New Roman"/>
                <a:cs typeface="Times New Roman"/>
              </a:rPr>
              <a:t> </a:t>
            </a:r>
            <a:r>
              <a:rPr dirty="0" sz="1900" spc="-35" b="1">
                <a:latin typeface="微软雅黑"/>
                <a:cs typeface="微软雅黑"/>
              </a:rPr>
              <a:t>控制器</a:t>
            </a:r>
            <a:endParaRPr sz="1900">
              <a:latin typeface="微软雅黑"/>
              <a:cs typeface="微软雅黑"/>
            </a:endParaRPr>
          </a:p>
        </p:txBody>
      </p:sp>
      <p:grpSp>
        <p:nvGrpSpPr>
          <p:cNvPr id="36" name="object 36" descr=""/>
          <p:cNvGrpSpPr/>
          <p:nvPr/>
        </p:nvGrpSpPr>
        <p:grpSpPr>
          <a:xfrm>
            <a:off x="1064260" y="1315148"/>
            <a:ext cx="7108190" cy="3420745"/>
            <a:chOff x="1064260" y="1315148"/>
            <a:chExt cx="7108190" cy="3420745"/>
          </a:xfrm>
        </p:grpSpPr>
        <p:sp>
          <p:nvSpPr>
            <p:cNvPr id="37" name="object 37" descr=""/>
            <p:cNvSpPr/>
            <p:nvPr/>
          </p:nvSpPr>
          <p:spPr>
            <a:xfrm>
              <a:off x="1074737" y="1325626"/>
              <a:ext cx="7087234" cy="533400"/>
            </a:xfrm>
            <a:custGeom>
              <a:avLst/>
              <a:gdLst/>
              <a:ahLst/>
              <a:cxnLst/>
              <a:rect l="l" t="t" r="r" b="b"/>
              <a:pathLst>
                <a:path w="7087234" h="533400">
                  <a:moveTo>
                    <a:pt x="6642163" y="0"/>
                  </a:moveTo>
                  <a:lnTo>
                    <a:pt x="6642163" y="120650"/>
                  </a:lnTo>
                  <a:lnTo>
                    <a:pt x="438213" y="120650"/>
                  </a:lnTo>
                  <a:lnTo>
                    <a:pt x="438213" y="0"/>
                  </a:lnTo>
                  <a:lnTo>
                    <a:pt x="0" y="266700"/>
                  </a:lnTo>
                  <a:lnTo>
                    <a:pt x="438213" y="533400"/>
                  </a:lnTo>
                  <a:lnTo>
                    <a:pt x="438213" y="414274"/>
                  </a:lnTo>
                  <a:lnTo>
                    <a:pt x="6642163" y="414274"/>
                  </a:lnTo>
                  <a:lnTo>
                    <a:pt x="6642163" y="533400"/>
                  </a:lnTo>
                  <a:lnTo>
                    <a:pt x="7086663" y="266700"/>
                  </a:lnTo>
                  <a:lnTo>
                    <a:pt x="6642163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1074737" y="1325626"/>
              <a:ext cx="7087234" cy="533400"/>
            </a:xfrm>
            <a:custGeom>
              <a:avLst/>
              <a:gdLst/>
              <a:ahLst/>
              <a:cxnLst/>
              <a:rect l="l" t="t" r="r" b="b"/>
              <a:pathLst>
                <a:path w="7087234" h="533400">
                  <a:moveTo>
                    <a:pt x="0" y="266700"/>
                  </a:moveTo>
                  <a:lnTo>
                    <a:pt x="438213" y="533400"/>
                  </a:lnTo>
                  <a:lnTo>
                    <a:pt x="438213" y="414274"/>
                  </a:lnTo>
                  <a:lnTo>
                    <a:pt x="6642163" y="414274"/>
                  </a:lnTo>
                  <a:lnTo>
                    <a:pt x="6642163" y="533400"/>
                  </a:lnTo>
                  <a:lnTo>
                    <a:pt x="7086663" y="266700"/>
                  </a:lnTo>
                  <a:lnTo>
                    <a:pt x="6642163" y="0"/>
                  </a:lnTo>
                  <a:lnTo>
                    <a:pt x="6642163" y="120650"/>
                  </a:lnTo>
                  <a:lnTo>
                    <a:pt x="438213" y="120650"/>
                  </a:lnTo>
                  <a:lnTo>
                    <a:pt x="438213" y="0"/>
                  </a:lnTo>
                  <a:lnTo>
                    <a:pt x="0" y="266700"/>
                  </a:lnTo>
                  <a:close/>
                </a:path>
              </a:pathLst>
            </a:custGeom>
            <a:ln w="20637">
              <a:solidFill>
                <a:srgbClr val="40458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934712" y="4198619"/>
              <a:ext cx="668274" cy="537209"/>
            </a:xfrm>
            <a:prstGeom prst="rect">
              <a:avLst/>
            </a:prstGeom>
          </p:spPr>
        </p:pic>
        <p:pic>
          <p:nvPicPr>
            <p:cNvPr id="40" name="object 40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306568" y="4149864"/>
              <a:ext cx="803910" cy="538721"/>
            </a:xfrm>
            <a:prstGeom prst="rect">
              <a:avLst/>
            </a:prstGeom>
          </p:spPr>
        </p:pic>
      </p:grpSp>
      <p:sp>
        <p:nvSpPr>
          <p:cNvPr id="41" name="object 41" descr=""/>
          <p:cNvSpPr txBox="1"/>
          <p:nvPr/>
        </p:nvSpPr>
        <p:spPr>
          <a:xfrm>
            <a:off x="5049011" y="4257547"/>
            <a:ext cx="92964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900" spc="60" b="1">
                <a:latin typeface="Times New Roman"/>
                <a:cs typeface="Times New Roman"/>
              </a:rPr>
              <a:t>I/O</a:t>
            </a:r>
            <a:r>
              <a:rPr dirty="0" baseline="10233" sz="2850" spc="-60" b="1">
                <a:latin typeface="微软雅黑"/>
                <a:cs typeface="微软雅黑"/>
              </a:rPr>
              <a:t>总线</a:t>
            </a:r>
            <a:endParaRPr baseline="10233" sz="2850">
              <a:latin typeface="微软雅黑"/>
              <a:cs typeface="微软雅黑"/>
            </a:endParaRPr>
          </a:p>
        </p:txBody>
      </p:sp>
      <p:grpSp>
        <p:nvGrpSpPr>
          <p:cNvPr id="42" name="object 42" descr=""/>
          <p:cNvGrpSpPr/>
          <p:nvPr/>
        </p:nvGrpSpPr>
        <p:grpSpPr>
          <a:xfrm>
            <a:off x="1042987" y="1754187"/>
            <a:ext cx="3373754" cy="2091689"/>
            <a:chOff x="1042987" y="1754187"/>
            <a:chExt cx="3373754" cy="2091689"/>
          </a:xfrm>
        </p:grpSpPr>
        <p:sp>
          <p:nvSpPr>
            <p:cNvPr id="43" name="object 43" descr=""/>
            <p:cNvSpPr/>
            <p:nvPr/>
          </p:nvSpPr>
          <p:spPr>
            <a:xfrm>
              <a:off x="4338701" y="1900301"/>
              <a:ext cx="1905" cy="266700"/>
            </a:xfrm>
            <a:custGeom>
              <a:avLst/>
              <a:gdLst/>
              <a:ahLst/>
              <a:cxnLst/>
              <a:rect l="l" t="t" r="r" b="b"/>
              <a:pathLst>
                <a:path w="1904" h="266700">
                  <a:moveTo>
                    <a:pt x="0" y="0"/>
                  </a:moveTo>
                  <a:lnTo>
                    <a:pt x="1524" y="266700"/>
                  </a:lnTo>
                </a:path>
              </a:pathLst>
            </a:custGeom>
            <a:ln w="25399">
              <a:solidFill>
                <a:srgbClr val="40458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265612" y="1754187"/>
              <a:ext cx="150875" cy="230250"/>
            </a:xfrm>
            <a:prstGeom prst="rect">
              <a:avLst/>
            </a:prstGeom>
          </p:spPr>
        </p:pic>
        <p:pic>
          <p:nvPicPr>
            <p:cNvPr id="45" name="object 45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260913" y="2084387"/>
              <a:ext cx="150749" cy="228600"/>
            </a:xfrm>
            <a:prstGeom prst="rect">
              <a:avLst/>
            </a:prstGeom>
          </p:spPr>
        </p:pic>
        <p:sp>
          <p:nvSpPr>
            <p:cNvPr id="46" name="object 46" descr=""/>
            <p:cNvSpPr/>
            <p:nvPr/>
          </p:nvSpPr>
          <p:spPr>
            <a:xfrm>
              <a:off x="1042987" y="3333686"/>
              <a:ext cx="1841500" cy="376555"/>
            </a:xfrm>
            <a:custGeom>
              <a:avLst/>
              <a:gdLst/>
              <a:ahLst/>
              <a:cxnLst/>
              <a:rect l="l" t="t" r="r" b="b"/>
              <a:pathLst>
                <a:path w="1841500" h="376554">
                  <a:moveTo>
                    <a:pt x="1841500" y="0"/>
                  </a:moveTo>
                  <a:lnTo>
                    <a:pt x="0" y="0"/>
                  </a:lnTo>
                  <a:lnTo>
                    <a:pt x="0" y="376237"/>
                  </a:lnTo>
                  <a:lnTo>
                    <a:pt x="1841500" y="376237"/>
                  </a:lnTo>
                  <a:lnTo>
                    <a:pt x="1841500" y="0"/>
                  </a:lnTo>
                  <a:close/>
                </a:path>
              </a:pathLst>
            </a:custGeom>
            <a:solidFill>
              <a:srgbClr val="FF99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7" name="object 47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588008" y="3307092"/>
              <a:ext cx="800862" cy="538721"/>
            </a:xfrm>
            <a:prstGeom prst="rect">
              <a:avLst/>
            </a:prstGeom>
          </p:spPr>
        </p:pic>
      </p:grpSp>
      <p:sp>
        <p:nvSpPr>
          <p:cNvPr id="48" name="object 48" descr=""/>
          <p:cNvSpPr txBox="1"/>
          <p:nvPr/>
        </p:nvSpPr>
        <p:spPr>
          <a:xfrm>
            <a:off x="1042987" y="3333686"/>
            <a:ext cx="1841500" cy="37655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45085" rIns="0" bIns="0" rtlCol="0" vert="horz">
            <a:spAutoFit/>
          </a:bodyPr>
          <a:lstStyle/>
          <a:p>
            <a:pPr algn="ctr" marL="29845">
              <a:lnSpc>
                <a:spcPct val="100000"/>
              </a:lnSpc>
              <a:spcBef>
                <a:spcPts val="355"/>
              </a:spcBef>
            </a:pPr>
            <a:r>
              <a:rPr dirty="0" sz="1900" spc="-25" b="1">
                <a:latin typeface="Times New Roman"/>
                <a:cs typeface="Times New Roman"/>
              </a:rPr>
              <a:t>TLB</a:t>
            </a:r>
            <a:endParaRPr sz="1900">
              <a:latin typeface="Times New Roman"/>
              <a:cs typeface="Times New Roman"/>
            </a:endParaRPr>
          </a:p>
        </p:txBody>
      </p:sp>
      <p:grpSp>
        <p:nvGrpSpPr>
          <p:cNvPr id="49" name="object 49" descr=""/>
          <p:cNvGrpSpPr/>
          <p:nvPr/>
        </p:nvGrpSpPr>
        <p:grpSpPr>
          <a:xfrm>
            <a:off x="1851088" y="2298192"/>
            <a:ext cx="3543300" cy="1931035"/>
            <a:chOff x="1851088" y="2298192"/>
            <a:chExt cx="3543300" cy="1931035"/>
          </a:xfrm>
        </p:grpSpPr>
        <p:sp>
          <p:nvSpPr>
            <p:cNvPr id="50" name="object 50" descr=""/>
            <p:cNvSpPr/>
            <p:nvPr/>
          </p:nvSpPr>
          <p:spPr>
            <a:xfrm>
              <a:off x="1930400" y="3841750"/>
              <a:ext cx="1905" cy="241300"/>
            </a:xfrm>
            <a:custGeom>
              <a:avLst/>
              <a:gdLst/>
              <a:ahLst/>
              <a:cxnLst/>
              <a:rect l="l" t="t" r="r" b="b"/>
              <a:pathLst>
                <a:path w="1905" h="241300">
                  <a:moveTo>
                    <a:pt x="0" y="0"/>
                  </a:moveTo>
                  <a:lnTo>
                    <a:pt x="1524" y="241300"/>
                  </a:lnTo>
                </a:path>
              </a:pathLst>
            </a:custGeom>
            <a:ln w="25400">
              <a:solidFill>
                <a:srgbClr val="40458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1" name="object 51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857438" y="3695636"/>
              <a:ext cx="150749" cy="228600"/>
            </a:xfrm>
            <a:prstGeom prst="rect">
              <a:avLst/>
            </a:prstGeom>
          </p:spPr>
        </p:pic>
        <p:pic>
          <p:nvPicPr>
            <p:cNvPr id="52" name="object 52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851088" y="3998912"/>
              <a:ext cx="150749" cy="230250"/>
            </a:xfrm>
            <a:prstGeom prst="rect">
              <a:avLst/>
            </a:prstGeom>
          </p:spPr>
        </p:pic>
        <p:sp>
          <p:nvSpPr>
            <p:cNvPr id="53" name="object 53" descr=""/>
            <p:cNvSpPr/>
            <p:nvPr/>
          </p:nvSpPr>
          <p:spPr>
            <a:xfrm>
              <a:off x="3292475" y="2298763"/>
              <a:ext cx="2101850" cy="430530"/>
            </a:xfrm>
            <a:custGeom>
              <a:avLst/>
              <a:gdLst/>
              <a:ahLst/>
              <a:cxnLst/>
              <a:rect l="l" t="t" r="r" b="b"/>
              <a:pathLst>
                <a:path w="2101850" h="430530">
                  <a:moveTo>
                    <a:pt x="2101850" y="0"/>
                  </a:moveTo>
                  <a:lnTo>
                    <a:pt x="0" y="0"/>
                  </a:lnTo>
                  <a:lnTo>
                    <a:pt x="0" y="430212"/>
                  </a:lnTo>
                  <a:lnTo>
                    <a:pt x="2101850" y="430212"/>
                  </a:lnTo>
                  <a:lnTo>
                    <a:pt x="2101850" y="0"/>
                  </a:lnTo>
                  <a:close/>
                </a:path>
              </a:pathLst>
            </a:custGeom>
            <a:solidFill>
              <a:srgbClr val="53F8F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4" name="object 54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364992" y="2298192"/>
              <a:ext cx="2009393" cy="537210"/>
            </a:xfrm>
            <a:prstGeom prst="rect">
              <a:avLst/>
            </a:prstGeom>
          </p:spPr>
        </p:pic>
      </p:grpSp>
      <p:sp>
        <p:nvSpPr>
          <p:cNvPr id="55" name="object 55" descr=""/>
          <p:cNvSpPr txBox="1"/>
          <p:nvPr/>
        </p:nvSpPr>
        <p:spPr>
          <a:xfrm>
            <a:off x="3292475" y="2298763"/>
            <a:ext cx="2101850" cy="43053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69850" rIns="0" bIns="0" rtlCol="0" vert="horz">
            <a:spAutoFit/>
          </a:bodyPr>
          <a:lstStyle/>
          <a:p>
            <a:pPr marL="224154">
              <a:lnSpc>
                <a:spcPct val="100000"/>
              </a:lnSpc>
              <a:spcBef>
                <a:spcPts val="550"/>
              </a:spcBef>
            </a:pPr>
            <a:r>
              <a:rPr dirty="0" sz="1900" spc="-30" b="1">
                <a:latin typeface="微软雅黑"/>
                <a:cs typeface="微软雅黑"/>
              </a:rPr>
              <a:t>地址转换寄存器</a:t>
            </a:r>
            <a:endParaRPr sz="1900">
              <a:latin typeface="微软雅黑"/>
              <a:cs typeface="微软雅黑"/>
            </a:endParaRPr>
          </a:p>
        </p:txBody>
      </p:sp>
      <p:grpSp>
        <p:nvGrpSpPr>
          <p:cNvPr id="56" name="object 56" descr=""/>
          <p:cNvGrpSpPr/>
          <p:nvPr/>
        </p:nvGrpSpPr>
        <p:grpSpPr>
          <a:xfrm>
            <a:off x="3595115" y="1376172"/>
            <a:ext cx="1983739" cy="1962785"/>
            <a:chOff x="3595115" y="1376172"/>
            <a:chExt cx="1983739" cy="1962785"/>
          </a:xfrm>
        </p:grpSpPr>
        <p:sp>
          <p:nvSpPr>
            <p:cNvPr id="57" name="object 57" descr=""/>
            <p:cNvSpPr/>
            <p:nvPr/>
          </p:nvSpPr>
          <p:spPr>
            <a:xfrm>
              <a:off x="4364100" y="2847975"/>
              <a:ext cx="1905" cy="344805"/>
            </a:xfrm>
            <a:custGeom>
              <a:avLst/>
              <a:gdLst/>
              <a:ahLst/>
              <a:cxnLst/>
              <a:rect l="l" t="t" r="r" b="b"/>
              <a:pathLst>
                <a:path w="1904" h="344805">
                  <a:moveTo>
                    <a:pt x="0" y="0"/>
                  </a:moveTo>
                  <a:lnTo>
                    <a:pt x="1524" y="344424"/>
                  </a:lnTo>
                </a:path>
              </a:pathLst>
            </a:custGeom>
            <a:ln w="25400">
              <a:solidFill>
                <a:srgbClr val="40458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8" name="object 58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291012" y="2701988"/>
              <a:ext cx="150875" cy="228600"/>
            </a:xfrm>
            <a:prstGeom prst="rect">
              <a:avLst/>
            </a:prstGeom>
          </p:spPr>
        </p:pic>
        <p:pic>
          <p:nvPicPr>
            <p:cNvPr id="59" name="object 59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286313" y="3109912"/>
              <a:ext cx="150749" cy="228600"/>
            </a:xfrm>
            <a:prstGeom prst="rect">
              <a:avLst/>
            </a:prstGeom>
          </p:spPr>
        </p:pic>
        <p:pic>
          <p:nvPicPr>
            <p:cNvPr id="60" name="object 60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050791" y="1376172"/>
              <a:ext cx="1527810" cy="537210"/>
            </a:xfrm>
            <a:prstGeom prst="rect">
              <a:avLst/>
            </a:prstGeom>
          </p:spPr>
        </p:pic>
        <p:pic>
          <p:nvPicPr>
            <p:cNvPr id="61" name="object 61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595115" y="1399044"/>
              <a:ext cx="816101" cy="538721"/>
            </a:xfrm>
            <a:prstGeom prst="rect">
              <a:avLst/>
            </a:prstGeom>
          </p:spPr>
        </p:pic>
      </p:grpSp>
      <p:sp>
        <p:nvSpPr>
          <p:cNvPr id="62" name="object 62" descr=""/>
          <p:cNvSpPr txBox="1"/>
          <p:nvPr/>
        </p:nvSpPr>
        <p:spPr>
          <a:xfrm>
            <a:off x="3734561" y="1433906"/>
            <a:ext cx="168656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baseline="-5847" sz="2850" spc="-150" b="1">
                <a:latin typeface="Times New Roman"/>
                <a:cs typeface="Times New Roman"/>
              </a:rPr>
              <a:t>CPU</a:t>
            </a:r>
            <a:r>
              <a:rPr dirty="0" sz="1900" spc="-50" b="1">
                <a:latin typeface="微软雅黑"/>
                <a:cs typeface="微软雅黑"/>
              </a:rPr>
              <a:t>－主存总线</a:t>
            </a:r>
            <a:endParaRPr sz="1900">
              <a:latin typeface="微软雅黑"/>
              <a:cs typeface="微软雅黑"/>
            </a:endParaRPr>
          </a:p>
        </p:txBody>
      </p:sp>
      <p:sp>
        <p:nvSpPr>
          <p:cNvPr id="63" name="object 63" descr=""/>
          <p:cNvSpPr txBox="1"/>
          <p:nvPr/>
        </p:nvSpPr>
        <p:spPr>
          <a:xfrm>
            <a:off x="4856226" y="4959413"/>
            <a:ext cx="1492250" cy="332105"/>
          </a:xfrm>
          <a:prstGeom prst="rect">
            <a:avLst/>
          </a:prstGeom>
          <a:solidFill>
            <a:srgbClr val="FF99FF"/>
          </a:solidFill>
          <a:ln w="22225">
            <a:solidFill>
              <a:srgbClr val="000000"/>
            </a:solidFill>
          </a:ln>
        </p:spPr>
        <p:txBody>
          <a:bodyPr wrap="square" lIns="0" tIns="20955" rIns="0" bIns="0" rtlCol="0" vert="horz">
            <a:spAutoFit/>
          </a:bodyPr>
          <a:lstStyle/>
          <a:p>
            <a:pPr marL="273685">
              <a:lnSpc>
                <a:spcPct val="100000"/>
              </a:lnSpc>
              <a:spcBef>
                <a:spcPts val="165"/>
              </a:spcBef>
            </a:pPr>
            <a:r>
              <a:rPr dirty="0" sz="1600" spc="-10" b="1">
                <a:latin typeface="Times New Roman"/>
                <a:cs typeface="Times New Roman"/>
              </a:rPr>
              <a:t>I/O</a:t>
            </a:r>
            <a:r>
              <a:rPr dirty="0" sz="1600" spc="-75" b="1">
                <a:latin typeface="Times New Roman"/>
                <a:cs typeface="Times New Roman"/>
              </a:rPr>
              <a:t> </a:t>
            </a:r>
            <a:r>
              <a:rPr dirty="0" baseline="1736" sz="2400" spc="-60" b="1">
                <a:latin typeface="微软雅黑"/>
                <a:cs typeface="微软雅黑"/>
              </a:rPr>
              <a:t>控制器</a:t>
            </a:r>
            <a:endParaRPr baseline="1736" sz="2400">
              <a:latin typeface="微软雅黑"/>
              <a:cs typeface="微软雅黑"/>
            </a:endParaRPr>
          </a:p>
        </p:txBody>
      </p:sp>
      <p:sp>
        <p:nvSpPr>
          <p:cNvPr id="64" name="object 64" descr=""/>
          <p:cNvSpPr txBox="1"/>
          <p:nvPr/>
        </p:nvSpPr>
        <p:spPr>
          <a:xfrm>
            <a:off x="5095875" y="5664200"/>
            <a:ext cx="1008380" cy="576580"/>
          </a:xfrm>
          <a:prstGeom prst="rect">
            <a:avLst/>
          </a:prstGeom>
          <a:solidFill>
            <a:srgbClr val="B7C1EB"/>
          </a:solidFill>
          <a:ln w="9525">
            <a:solidFill>
              <a:srgbClr val="000000"/>
            </a:solidFill>
          </a:ln>
        </p:spPr>
        <p:txBody>
          <a:bodyPr wrap="square" lIns="0" tIns="137795" rIns="0" bIns="0" rtlCol="0" vert="horz">
            <a:spAutoFit/>
          </a:bodyPr>
          <a:lstStyle/>
          <a:p>
            <a:pPr marL="102235">
              <a:lnSpc>
                <a:spcPct val="100000"/>
              </a:lnSpc>
              <a:spcBef>
                <a:spcPts val="1085"/>
              </a:spcBef>
            </a:pPr>
            <a:r>
              <a:rPr dirty="0" sz="1600" spc="-35" b="1">
                <a:latin typeface="微软雅黑"/>
                <a:cs typeface="微软雅黑"/>
              </a:rPr>
              <a:t>图形输出</a:t>
            </a:r>
            <a:endParaRPr sz="1600">
              <a:latin typeface="微软雅黑"/>
              <a:cs typeface="微软雅黑"/>
            </a:endParaRPr>
          </a:p>
        </p:txBody>
      </p:sp>
      <p:grpSp>
        <p:nvGrpSpPr>
          <p:cNvPr id="65" name="object 65" descr=""/>
          <p:cNvGrpSpPr/>
          <p:nvPr/>
        </p:nvGrpSpPr>
        <p:grpSpPr>
          <a:xfrm>
            <a:off x="3168713" y="5275326"/>
            <a:ext cx="434975" cy="814705"/>
            <a:chOff x="3168713" y="5275326"/>
            <a:chExt cx="434975" cy="814705"/>
          </a:xfrm>
        </p:grpSpPr>
        <p:sp>
          <p:nvSpPr>
            <p:cNvPr id="66" name="object 66" descr=""/>
            <p:cNvSpPr/>
            <p:nvPr/>
          </p:nvSpPr>
          <p:spPr>
            <a:xfrm>
              <a:off x="3179826" y="5662612"/>
              <a:ext cx="412750" cy="358775"/>
            </a:xfrm>
            <a:custGeom>
              <a:avLst/>
              <a:gdLst/>
              <a:ahLst/>
              <a:cxnLst/>
              <a:rect l="l" t="t" r="r" b="b"/>
              <a:pathLst>
                <a:path w="412750" h="358775">
                  <a:moveTo>
                    <a:pt x="0" y="358775"/>
                  </a:moveTo>
                  <a:lnTo>
                    <a:pt x="412750" y="358775"/>
                  </a:lnTo>
                  <a:lnTo>
                    <a:pt x="412750" y="0"/>
                  </a:lnTo>
                  <a:lnTo>
                    <a:pt x="0" y="0"/>
                  </a:lnTo>
                  <a:lnTo>
                    <a:pt x="0" y="358775"/>
                  </a:lnTo>
                  <a:close/>
                </a:path>
              </a:pathLst>
            </a:custGeom>
            <a:ln w="22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3179826" y="5603875"/>
              <a:ext cx="412750" cy="120650"/>
            </a:xfrm>
            <a:custGeom>
              <a:avLst/>
              <a:gdLst/>
              <a:ahLst/>
              <a:cxnLst/>
              <a:rect l="l" t="t" r="r" b="b"/>
              <a:pathLst>
                <a:path w="412750" h="120650">
                  <a:moveTo>
                    <a:pt x="206375" y="0"/>
                  </a:moveTo>
                  <a:lnTo>
                    <a:pt x="141118" y="3075"/>
                  </a:lnTo>
                  <a:lnTo>
                    <a:pt x="84463" y="11640"/>
                  </a:lnTo>
                  <a:lnTo>
                    <a:pt x="39798" y="24699"/>
                  </a:lnTo>
                  <a:lnTo>
                    <a:pt x="0" y="60325"/>
                  </a:lnTo>
                  <a:lnTo>
                    <a:pt x="10514" y="79390"/>
                  </a:lnTo>
                  <a:lnTo>
                    <a:pt x="39798" y="95950"/>
                  </a:lnTo>
                  <a:lnTo>
                    <a:pt x="84463" y="109009"/>
                  </a:lnTo>
                  <a:lnTo>
                    <a:pt x="141118" y="117574"/>
                  </a:lnTo>
                  <a:lnTo>
                    <a:pt x="206375" y="120650"/>
                  </a:lnTo>
                  <a:lnTo>
                    <a:pt x="271582" y="117574"/>
                  </a:lnTo>
                  <a:lnTo>
                    <a:pt x="328232" y="109009"/>
                  </a:lnTo>
                  <a:lnTo>
                    <a:pt x="372914" y="95950"/>
                  </a:lnTo>
                  <a:lnTo>
                    <a:pt x="402223" y="79390"/>
                  </a:lnTo>
                  <a:lnTo>
                    <a:pt x="412750" y="60325"/>
                  </a:lnTo>
                  <a:lnTo>
                    <a:pt x="402223" y="41259"/>
                  </a:lnTo>
                  <a:lnTo>
                    <a:pt x="372914" y="24699"/>
                  </a:lnTo>
                  <a:lnTo>
                    <a:pt x="328232" y="11640"/>
                  </a:lnTo>
                  <a:lnTo>
                    <a:pt x="271582" y="3075"/>
                  </a:lnTo>
                  <a:lnTo>
                    <a:pt x="2063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3179826" y="5603875"/>
              <a:ext cx="412750" cy="120650"/>
            </a:xfrm>
            <a:custGeom>
              <a:avLst/>
              <a:gdLst/>
              <a:ahLst/>
              <a:cxnLst/>
              <a:rect l="l" t="t" r="r" b="b"/>
              <a:pathLst>
                <a:path w="412750" h="120650">
                  <a:moveTo>
                    <a:pt x="0" y="60325"/>
                  </a:moveTo>
                  <a:lnTo>
                    <a:pt x="39798" y="24699"/>
                  </a:lnTo>
                  <a:lnTo>
                    <a:pt x="84463" y="11640"/>
                  </a:lnTo>
                  <a:lnTo>
                    <a:pt x="141118" y="3075"/>
                  </a:lnTo>
                  <a:lnTo>
                    <a:pt x="206375" y="0"/>
                  </a:lnTo>
                  <a:lnTo>
                    <a:pt x="271582" y="3075"/>
                  </a:lnTo>
                  <a:lnTo>
                    <a:pt x="328232" y="11640"/>
                  </a:lnTo>
                  <a:lnTo>
                    <a:pt x="372914" y="24699"/>
                  </a:lnTo>
                  <a:lnTo>
                    <a:pt x="402223" y="41259"/>
                  </a:lnTo>
                  <a:lnTo>
                    <a:pt x="412750" y="60325"/>
                  </a:lnTo>
                  <a:lnTo>
                    <a:pt x="402223" y="79390"/>
                  </a:lnTo>
                  <a:lnTo>
                    <a:pt x="372914" y="95950"/>
                  </a:lnTo>
                  <a:lnTo>
                    <a:pt x="328232" y="109009"/>
                  </a:lnTo>
                  <a:lnTo>
                    <a:pt x="271582" y="117574"/>
                  </a:lnTo>
                  <a:lnTo>
                    <a:pt x="206375" y="120650"/>
                  </a:lnTo>
                  <a:lnTo>
                    <a:pt x="141118" y="117574"/>
                  </a:lnTo>
                  <a:lnTo>
                    <a:pt x="84463" y="109009"/>
                  </a:lnTo>
                  <a:lnTo>
                    <a:pt x="39798" y="95950"/>
                  </a:lnTo>
                  <a:lnTo>
                    <a:pt x="10514" y="79390"/>
                  </a:lnTo>
                  <a:lnTo>
                    <a:pt x="0" y="60325"/>
                  </a:lnTo>
                  <a:close/>
                </a:path>
              </a:pathLst>
            </a:custGeom>
            <a:ln w="22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3179826" y="5957887"/>
              <a:ext cx="412750" cy="120650"/>
            </a:xfrm>
            <a:custGeom>
              <a:avLst/>
              <a:gdLst/>
              <a:ahLst/>
              <a:cxnLst/>
              <a:rect l="l" t="t" r="r" b="b"/>
              <a:pathLst>
                <a:path w="412750" h="120650">
                  <a:moveTo>
                    <a:pt x="206375" y="0"/>
                  </a:moveTo>
                  <a:lnTo>
                    <a:pt x="141118" y="3075"/>
                  </a:lnTo>
                  <a:lnTo>
                    <a:pt x="84463" y="11640"/>
                  </a:lnTo>
                  <a:lnTo>
                    <a:pt x="39798" y="24699"/>
                  </a:lnTo>
                  <a:lnTo>
                    <a:pt x="0" y="60325"/>
                  </a:lnTo>
                  <a:lnTo>
                    <a:pt x="10514" y="79390"/>
                  </a:lnTo>
                  <a:lnTo>
                    <a:pt x="39798" y="95950"/>
                  </a:lnTo>
                  <a:lnTo>
                    <a:pt x="84463" y="109009"/>
                  </a:lnTo>
                  <a:lnTo>
                    <a:pt x="141118" y="117574"/>
                  </a:lnTo>
                  <a:lnTo>
                    <a:pt x="206375" y="120650"/>
                  </a:lnTo>
                  <a:lnTo>
                    <a:pt x="271582" y="117574"/>
                  </a:lnTo>
                  <a:lnTo>
                    <a:pt x="328232" y="109009"/>
                  </a:lnTo>
                  <a:lnTo>
                    <a:pt x="372914" y="95950"/>
                  </a:lnTo>
                  <a:lnTo>
                    <a:pt x="402223" y="79390"/>
                  </a:lnTo>
                  <a:lnTo>
                    <a:pt x="412750" y="60325"/>
                  </a:lnTo>
                  <a:lnTo>
                    <a:pt x="402223" y="41259"/>
                  </a:lnTo>
                  <a:lnTo>
                    <a:pt x="372914" y="24699"/>
                  </a:lnTo>
                  <a:lnTo>
                    <a:pt x="328232" y="11640"/>
                  </a:lnTo>
                  <a:lnTo>
                    <a:pt x="271582" y="3075"/>
                  </a:lnTo>
                  <a:lnTo>
                    <a:pt x="2063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3179826" y="5957887"/>
              <a:ext cx="412750" cy="120650"/>
            </a:xfrm>
            <a:custGeom>
              <a:avLst/>
              <a:gdLst/>
              <a:ahLst/>
              <a:cxnLst/>
              <a:rect l="l" t="t" r="r" b="b"/>
              <a:pathLst>
                <a:path w="412750" h="120650">
                  <a:moveTo>
                    <a:pt x="0" y="60325"/>
                  </a:moveTo>
                  <a:lnTo>
                    <a:pt x="39798" y="24699"/>
                  </a:lnTo>
                  <a:lnTo>
                    <a:pt x="84463" y="11640"/>
                  </a:lnTo>
                  <a:lnTo>
                    <a:pt x="141118" y="3075"/>
                  </a:lnTo>
                  <a:lnTo>
                    <a:pt x="206375" y="0"/>
                  </a:lnTo>
                  <a:lnTo>
                    <a:pt x="271582" y="3075"/>
                  </a:lnTo>
                  <a:lnTo>
                    <a:pt x="328232" y="11640"/>
                  </a:lnTo>
                  <a:lnTo>
                    <a:pt x="372914" y="24699"/>
                  </a:lnTo>
                  <a:lnTo>
                    <a:pt x="402223" y="41259"/>
                  </a:lnTo>
                  <a:lnTo>
                    <a:pt x="412750" y="60325"/>
                  </a:lnTo>
                  <a:lnTo>
                    <a:pt x="402223" y="79390"/>
                  </a:lnTo>
                  <a:lnTo>
                    <a:pt x="372914" y="95950"/>
                  </a:lnTo>
                  <a:lnTo>
                    <a:pt x="328232" y="109009"/>
                  </a:lnTo>
                  <a:lnTo>
                    <a:pt x="271582" y="117574"/>
                  </a:lnTo>
                  <a:lnTo>
                    <a:pt x="206375" y="120650"/>
                  </a:lnTo>
                  <a:lnTo>
                    <a:pt x="141118" y="117574"/>
                  </a:lnTo>
                  <a:lnTo>
                    <a:pt x="84463" y="109009"/>
                  </a:lnTo>
                  <a:lnTo>
                    <a:pt x="39798" y="95950"/>
                  </a:lnTo>
                  <a:lnTo>
                    <a:pt x="10514" y="79390"/>
                  </a:lnTo>
                  <a:lnTo>
                    <a:pt x="0" y="60325"/>
                  </a:lnTo>
                  <a:close/>
                </a:path>
              </a:pathLst>
            </a:custGeom>
            <a:ln w="22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3206750" y="5908675"/>
              <a:ext cx="358775" cy="107950"/>
            </a:xfrm>
            <a:custGeom>
              <a:avLst/>
              <a:gdLst/>
              <a:ahLst/>
              <a:cxnLst/>
              <a:rect l="l" t="t" r="r" b="b"/>
              <a:pathLst>
                <a:path w="358775" h="107950">
                  <a:moveTo>
                    <a:pt x="358775" y="0"/>
                  </a:moveTo>
                  <a:lnTo>
                    <a:pt x="0" y="0"/>
                  </a:lnTo>
                  <a:lnTo>
                    <a:pt x="0" y="107950"/>
                  </a:lnTo>
                  <a:lnTo>
                    <a:pt x="358775" y="107950"/>
                  </a:lnTo>
                  <a:lnTo>
                    <a:pt x="3587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3374263" y="5284851"/>
              <a:ext cx="0" cy="504190"/>
            </a:xfrm>
            <a:custGeom>
              <a:avLst/>
              <a:gdLst/>
              <a:ahLst/>
              <a:cxnLst/>
              <a:rect l="l" t="t" r="r" b="b"/>
              <a:pathLst>
                <a:path w="0" h="504189">
                  <a:moveTo>
                    <a:pt x="0" y="0"/>
                  </a:moveTo>
                  <a:lnTo>
                    <a:pt x="0" y="503967"/>
                  </a:lnTo>
                </a:path>
              </a:pathLst>
            </a:custGeom>
            <a:ln w="1898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3" name="object 73" descr=""/>
          <p:cNvGrpSpPr/>
          <p:nvPr/>
        </p:nvGrpSpPr>
        <p:grpSpPr>
          <a:xfrm>
            <a:off x="3908488" y="5299709"/>
            <a:ext cx="433705" cy="789940"/>
            <a:chOff x="3908488" y="5299709"/>
            <a:chExt cx="433705" cy="789940"/>
          </a:xfrm>
        </p:grpSpPr>
        <p:sp>
          <p:nvSpPr>
            <p:cNvPr id="74" name="object 74" descr=""/>
            <p:cNvSpPr/>
            <p:nvPr/>
          </p:nvSpPr>
          <p:spPr>
            <a:xfrm>
              <a:off x="3919601" y="5662612"/>
              <a:ext cx="411480" cy="358775"/>
            </a:xfrm>
            <a:custGeom>
              <a:avLst/>
              <a:gdLst/>
              <a:ahLst/>
              <a:cxnLst/>
              <a:rect l="l" t="t" r="r" b="b"/>
              <a:pathLst>
                <a:path w="411479" h="358775">
                  <a:moveTo>
                    <a:pt x="0" y="358775"/>
                  </a:moveTo>
                  <a:lnTo>
                    <a:pt x="411162" y="358775"/>
                  </a:lnTo>
                  <a:lnTo>
                    <a:pt x="411162" y="0"/>
                  </a:lnTo>
                  <a:lnTo>
                    <a:pt x="0" y="0"/>
                  </a:lnTo>
                  <a:lnTo>
                    <a:pt x="0" y="358775"/>
                  </a:lnTo>
                  <a:close/>
                </a:path>
              </a:pathLst>
            </a:custGeom>
            <a:ln w="22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3919601" y="5603874"/>
              <a:ext cx="411480" cy="125730"/>
            </a:xfrm>
            <a:custGeom>
              <a:avLst/>
              <a:gdLst/>
              <a:ahLst/>
              <a:cxnLst/>
              <a:rect l="l" t="t" r="r" b="b"/>
              <a:pathLst>
                <a:path w="411479" h="125729">
                  <a:moveTo>
                    <a:pt x="205486" y="0"/>
                  </a:moveTo>
                  <a:lnTo>
                    <a:pt x="140516" y="3197"/>
                  </a:lnTo>
                  <a:lnTo>
                    <a:pt x="84106" y="12099"/>
                  </a:lnTo>
                  <a:lnTo>
                    <a:pt x="39632" y="25673"/>
                  </a:lnTo>
                  <a:lnTo>
                    <a:pt x="0" y="62699"/>
                  </a:lnTo>
                  <a:lnTo>
                    <a:pt x="10470" y="82521"/>
                  </a:lnTo>
                  <a:lnTo>
                    <a:pt x="39632" y="99736"/>
                  </a:lnTo>
                  <a:lnTo>
                    <a:pt x="84106" y="113311"/>
                  </a:lnTo>
                  <a:lnTo>
                    <a:pt x="140516" y="122215"/>
                  </a:lnTo>
                  <a:lnTo>
                    <a:pt x="205486" y="125412"/>
                  </a:lnTo>
                  <a:lnTo>
                    <a:pt x="270468" y="122215"/>
                  </a:lnTo>
                  <a:lnTo>
                    <a:pt x="326910" y="113311"/>
                  </a:lnTo>
                  <a:lnTo>
                    <a:pt x="371422" y="99736"/>
                  </a:lnTo>
                  <a:lnTo>
                    <a:pt x="400614" y="82521"/>
                  </a:lnTo>
                  <a:lnTo>
                    <a:pt x="411099" y="62699"/>
                  </a:lnTo>
                  <a:lnTo>
                    <a:pt x="400614" y="42884"/>
                  </a:lnTo>
                  <a:lnTo>
                    <a:pt x="371422" y="25673"/>
                  </a:lnTo>
                  <a:lnTo>
                    <a:pt x="326910" y="12099"/>
                  </a:lnTo>
                  <a:lnTo>
                    <a:pt x="270468" y="3197"/>
                  </a:lnTo>
                  <a:lnTo>
                    <a:pt x="20548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3919601" y="5603874"/>
              <a:ext cx="411480" cy="125730"/>
            </a:xfrm>
            <a:custGeom>
              <a:avLst/>
              <a:gdLst/>
              <a:ahLst/>
              <a:cxnLst/>
              <a:rect l="l" t="t" r="r" b="b"/>
              <a:pathLst>
                <a:path w="411479" h="125729">
                  <a:moveTo>
                    <a:pt x="0" y="62699"/>
                  </a:moveTo>
                  <a:lnTo>
                    <a:pt x="39632" y="25673"/>
                  </a:lnTo>
                  <a:lnTo>
                    <a:pt x="84106" y="12099"/>
                  </a:lnTo>
                  <a:lnTo>
                    <a:pt x="140516" y="3197"/>
                  </a:lnTo>
                  <a:lnTo>
                    <a:pt x="205486" y="0"/>
                  </a:lnTo>
                  <a:lnTo>
                    <a:pt x="270468" y="3197"/>
                  </a:lnTo>
                  <a:lnTo>
                    <a:pt x="326910" y="12099"/>
                  </a:lnTo>
                  <a:lnTo>
                    <a:pt x="371422" y="25673"/>
                  </a:lnTo>
                  <a:lnTo>
                    <a:pt x="400614" y="42884"/>
                  </a:lnTo>
                  <a:lnTo>
                    <a:pt x="411099" y="62699"/>
                  </a:lnTo>
                  <a:lnTo>
                    <a:pt x="400614" y="82521"/>
                  </a:lnTo>
                  <a:lnTo>
                    <a:pt x="371422" y="99736"/>
                  </a:lnTo>
                  <a:lnTo>
                    <a:pt x="326910" y="113311"/>
                  </a:lnTo>
                  <a:lnTo>
                    <a:pt x="270468" y="122215"/>
                  </a:lnTo>
                  <a:lnTo>
                    <a:pt x="205486" y="125412"/>
                  </a:lnTo>
                  <a:lnTo>
                    <a:pt x="140516" y="122215"/>
                  </a:lnTo>
                  <a:lnTo>
                    <a:pt x="84106" y="113311"/>
                  </a:lnTo>
                  <a:lnTo>
                    <a:pt x="39632" y="99736"/>
                  </a:lnTo>
                  <a:lnTo>
                    <a:pt x="10470" y="82521"/>
                  </a:lnTo>
                  <a:lnTo>
                    <a:pt x="0" y="62699"/>
                  </a:lnTo>
                  <a:close/>
                </a:path>
              </a:pathLst>
            </a:custGeom>
            <a:ln w="22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3919601" y="5957887"/>
              <a:ext cx="411480" cy="120650"/>
            </a:xfrm>
            <a:custGeom>
              <a:avLst/>
              <a:gdLst/>
              <a:ahLst/>
              <a:cxnLst/>
              <a:rect l="l" t="t" r="r" b="b"/>
              <a:pathLst>
                <a:path w="411479" h="120650">
                  <a:moveTo>
                    <a:pt x="205486" y="0"/>
                  </a:moveTo>
                  <a:lnTo>
                    <a:pt x="140516" y="3075"/>
                  </a:lnTo>
                  <a:lnTo>
                    <a:pt x="84106" y="11640"/>
                  </a:lnTo>
                  <a:lnTo>
                    <a:pt x="39632" y="24699"/>
                  </a:lnTo>
                  <a:lnTo>
                    <a:pt x="0" y="60325"/>
                  </a:lnTo>
                  <a:lnTo>
                    <a:pt x="10470" y="79390"/>
                  </a:lnTo>
                  <a:lnTo>
                    <a:pt x="39632" y="95950"/>
                  </a:lnTo>
                  <a:lnTo>
                    <a:pt x="84106" y="109009"/>
                  </a:lnTo>
                  <a:lnTo>
                    <a:pt x="140516" y="117574"/>
                  </a:lnTo>
                  <a:lnTo>
                    <a:pt x="205486" y="120650"/>
                  </a:lnTo>
                  <a:lnTo>
                    <a:pt x="270468" y="117574"/>
                  </a:lnTo>
                  <a:lnTo>
                    <a:pt x="326910" y="109009"/>
                  </a:lnTo>
                  <a:lnTo>
                    <a:pt x="371422" y="95950"/>
                  </a:lnTo>
                  <a:lnTo>
                    <a:pt x="400614" y="79390"/>
                  </a:lnTo>
                  <a:lnTo>
                    <a:pt x="411099" y="60325"/>
                  </a:lnTo>
                  <a:lnTo>
                    <a:pt x="400614" y="41259"/>
                  </a:lnTo>
                  <a:lnTo>
                    <a:pt x="371422" y="24699"/>
                  </a:lnTo>
                  <a:lnTo>
                    <a:pt x="326910" y="11640"/>
                  </a:lnTo>
                  <a:lnTo>
                    <a:pt x="270468" y="3075"/>
                  </a:lnTo>
                  <a:lnTo>
                    <a:pt x="20548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3919601" y="5957887"/>
              <a:ext cx="411480" cy="120650"/>
            </a:xfrm>
            <a:custGeom>
              <a:avLst/>
              <a:gdLst/>
              <a:ahLst/>
              <a:cxnLst/>
              <a:rect l="l" t="t" r="r" b="b"/>
              <a:pathLst>
                <a:path w="411479" h="120650">
                  <a:moveTo>
                    <a:pt x="0" y="60325"/>
                  </a:moveTo>
                  <a:lnTo>
                    <a:pt x="39632" y="24699"/>
                  </a:lnTo>
                  <a:lnTo>
                    <a:pt x="84106" y="11640"/>
                  </a:lnTo>
                  <a:lnTo>
                    <a:pt x="140516" y="3075"/>
                  </a:lnTo>
                  <a:lnTo>
                    <a:pt x="205486" y="0"/>
                  </a:lnTo>
                  <a:lnTo>
                    <a:pt x="270468" y="3075"/>
                  </a:lnTo>
                  <a:lnTo>
                    <a:pt x="326910" y="11640"/>
                  </a:lnTo>
                  <a:lnTo>
                    <a:pt x="371422" y="24699"/>
                  </a:lnTo>
                  <a:lnTo>
                    <a:pt x="400614" y="41259"/>
                  </a:lnTo>
                  <a:lnTo>
                    <a:pt x="411099" y="60325"/>
                  </a:lnTo>
                  <a:lnTo>
                    <a:pt x="400614" y="79390"/>
                  </a:lnTo>
                  <a:lnTo>
                    <a:pt x="371422" y="95950"/>
                  </a:lnTo>
                  <a:lnTo>
                    <a:pt x="326910" y="109009"/>
                  </a:lnTo>
                  <a:lnTo>
                    <a:pt x="270468" y="117574"/>
                  </a:lnTo>
                  <a:lnTo>
                    <a:pt x="205486" y="120650"/>
                  </a:lnTo>
                  <a:lnTo>
                    <a:pt x="140516" y="117574"/>
                  </a:lnTo>
                  <a:lnTo>
                    <a:pt x="84106" y="109009"/>
                  </a:lnTo>
                  <a:lnTo>
                    <a:pt x="39632" y="95950"/>
                  </a:lnTo>
                  <a:lnTo>
                    <a:pt x="10470" y="79390"/>
                  </a:lnTo>
                  <a:lnTo>
                    <a:pt x="0" y="60325"/>
                  </a:lnTo>
                  <a:close/>
                </a:path>
              </a:pathLst>
            </a:custGeom>
            <a:ln w="22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3946525" y="5908674"/>
              <a:ext cx="358775" cy="107950"/>
            </a:xfrm>
            <a:custGeom>
              <a:avLst/>
              <a:gdLst/>
              <a:ahLst/>
              <a:cxnLst/>
              <a:rect l="l" t="t" r="r" b="b"/>
              <a:pathLst>
                <a:path w="358775" h="107950">
                  <a:moveTo>
                    <a:pt x="358775" y="0"/>
                  </a:moveTo>
                  <a:lnTo>
                    <a:pt x="0" y="0"/>
                  </a:lnTo>
                  <a:lnTo>
                    <a:pt x="0" y="107950"/>
                  </a:lnTo>
                  <a:lnTo>
                    <a:pt x="358775" y="107950"/>
                  </a:lnTo>
                  <a:lnTo>
                    <a:pt x="3587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4111625" y="5308599"/>
              <a:ext cx="1905" cy="447675"/>
            </a:xfrm>
            <a:custGeom>
              <a:avLst/>
              <a:gdLst/>
              <a:ahLst/>
              <a:cxnLst/>
              <a:rect l="l" t="t" r="r" b="b"/>
              <a:pathLst>
                <a:path w="1904" h="447675">
                  <a:moveTo>
                    <a:pt x="0" y="0"/>
                  </a:moveTo>
                  <a:lnTo>
                    <a:pt x="1650" y="447675"/>
                  </a:lnTo>
                </a:path>
              </a:pathLst>
            </a:custGeom>
            <a:ln w="1746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1" name="object 81" descr=""/>
          <p:cNvGrpSpPr/>
          <p:nvPr/>
        </p:nvGrpSpPr>
        <p:grpSpPr>
          <a:xfrm>
            <a:off x="6742810" y="5572759"/>
            <a:ext cx="1308735" cy="757555"/>
            <a:chOff x="6742810" y="5572759"/>
            <a:chExt cx="1308735" cy="757555"/>
          </a:xfrm>
        </p:grpSpPr>
        <p:sp>
          <p:nvSpPr>
            <p:cNvPr id="82" name="object 82" descr=""/>
            <p:cNvSpPr/>
            <p:nvPr/>
          </p:nvSpPr>
          <p:spPr>
            <a:xfrm>
              <a:off x="6788149" y="5581649"/>
              <a:ext cx="1254125" cy="739775"/>
            </a:xfrm>
            <a:custGeom>
              <a:avLst/>
              <a:gdLst/>
              <a:ahLst/>
              <a:cxnLst/>
              <a:rect l="l" t="t" r="r" b="b"/>
              <a:pathLst>
                <a:path w="1254125" h="739775">
                  <a:moveTo>
                    <a:pt x="112649" y="247650"/>
                  </a:moveTo>
                  <a:lnTo>
                    <a:pt x="66675" y="255587"/>
                  </a:lnTo>
                  <a:lnTo>
                    <a:pt x="31750" y="277812"/>
                  </a:lnTo>
                  <a:lnTo>
                    <a:pt x="9525" y="309562"/>
                  </a:lnTo>
                  <a:lnTo>
                    <a:pt x="0" y="346075"/>
                  </a:lnTo>
                  <a:lnTo>
                    <a:pt x="4699" y="373062"/>
                  </a:lnTo>
                  <a:lnTo>
                    <a:pt x="17399" y="398462"/>
                  </a:lnTo>
                  <a:lnTo>
                    <a:pt x="36449" y="417512"/>
                  </a:lnTo>
                  <a:lnTo>
                    <a:pt x="61849" y="434975"/>
                  </a:lnTo>
                  <a:lnTo>
                    <a:pt x="36449" y="466725"/>
                  </a:lnTo>
                  <a:lnTo>
                    <a:pt x="31750" y="484187"/>
                  </a:lnTo>
                  <a:lnTo>
                    <a:pt x="26924" y="501650"/>
                  </a:lnTo>
                  <a:lnTo>
                    <a:pt x="31750" y="523875"/>
                  </a:lnTo>
                  <a:lnTo>
                    <a:pt x="36449" y="542925"/>
                  </a:lnTo>
                  <a:lnTo>
                    <a:pt x="61849" y="574675"/>
                  </a:lnTo>
                  <a:lnTo>
                    <a:pt x="103124" y="596900"/>
                  </a:lnTo>
                  <a:lnTo>
                    <a:pt x="152400" y="604837"/>
                  </a:lnTo>
                  <a:lnTo>
                    <a:pt x="165100" y="604837"/>
                  </a:lnTo>
                  <a:lnTo>
                    <a:pt x="201549" y="641350"/>
                  </a:lnTo>
                  <a:lnTo>
                    <a:pt x="250825" y="673100"/>
                  </a:lnTo>
                  <a:lnTo>
                    <a:pt x="304800" y="690562"/>
                  </a:lnTo>
                  <a:lnTo>
                    <a:pt x="363474" y="695325"/>
                  </a:lnTo>
                  <a:lnTo>
                    <a:pt x="420624" y="690562"/>
                  </a:lnTo>
                  <a:lnTo>
                    <a:pt x="474599" y="668337"/>
                  </a:lnTo>
                  <a:lnTo>
                    <a:pt x="511175" y="700087"/>
                  </a:lnTo>
                  <a:lnTo>
                    <a:pt x="546100" y="722312"/>
                  </a:lnTo>
                  <a:lnTo>
                    <a:pt x="590550" y="735012"/>
                  </a:lnTo>
                  <a:lnTo>
                    <a:pt x="639699" y="739775"/>
                  </a:lnTo>
                  <a:lnTo>
                    <a:pt x="703199" y="730250"/>
                  </a:lnTo>
                  <a:lnTo>
                    <a:pt x="757174" y="708025"/>
                  </a:lnTo>
                  <a:lnTo>
                    <a:pt x="801624" y="673100"/>
                  </a:lnTo>
                  <a:lnTo>
                    <a:pt x="815975" y="650875"/>
                  </a:lnTo>
                  <a:lnTo>
                    <a:pt x="828675" y="627062"/>
                  </a:lnTo>
                  <a:lnTo>
                    <a:pt x="873125" y="646112"/>
                  </a:lnTo>
                  <a:lnTo>
                    <a:pt x="917575" y="650875"/>
                  </a:lnTo>
                  <a:lnTo>
                    <a:pt x="949325" y="646112"/>
                  </a:lnTo>
                  <a:lnTo>
                    <a:pt x="981075" y="641350"/>
                  </a:lnTo>
                  <a:lnTo>
                    <a:pt x="1012825" y="627062"/>
                  </a:lnTo>
                  <a:lnTo>
                    <a:pt x="1035050" y="609600"/>
                  </a:lnTo>
                  <a:lnTo>
                    <a:pt x="1057275" y="592137"/>
                  </a:lnTo>
                  <a:lnTo>
                    <a:pt x="1069975" y="565150"/>
                  </a:lnTo>
                  <a:lnTo>
                    <a:pt x="1079500" y="542925"/>
                  </a:lnTo>
                  <a:lnTo>
                    <a:pt x="1084199" y="515937"/>
                  </a:lnTo>
                  <a:lnTo>
                    <a:pt x="1119124" y="506412"/>
                  </a:lnTo>
                  <a:lnTo>
                    <a:pt x="1182624" y="479425"/>
                  </a:lnTo>
                  <a:lnTo>
                    <a:pt x="1227074" y="439737"/>
                  </a:lnTo>
                  <a:lnTo>
                    <a:pt x="1249299" y="390525"/>
                  </a:lnTo>
                  <a:lnTo>
                    <a:pt x="1254125" y="358775"/>
                  </a:lnTo>
                  <a:lnTo>
                    <a:pt x="1249299" y="331787"/>
                  </a:lnTo>
                  <a:lnTo>
                    <a:pt x="1244600" y="309562"/>
                  </a:lnTo>
                  <a:lnTo>
                    <a:pt x="1231900" y="287337"/>
                  </a:lnTo>
                  <a:lnTo>
                    <a:pt x="1214374" y="265112"/>
                  </a:lnTo>
                  <a:lnTo>
                    <a:pt x="1217549" y="238125"/>
                  </a:lnTo>
                  <a:lnTo>
                    <a:pt x="1214374" y="174625"/>
                  </a:lnTo>
                  <a:lnTo>
                    <a:pt x="1192149" y="139700"/>
                  </a:lnTo>
                  <a:lnTo>
                    <a:pt x="1155700" y="112712"/>
                  </a:lnTo>
                  <a:lnTo>
                    <a:pt x="1111250" y="95250"/>
                  </a:lnTo>
                  <a:lnTo>
                    <a:pt x="1092200" y="58737"/>
                  </a:lnTo>
                  <a:lnTo>
                    <a:pt x="1061974" y="26987"/>
                  </a:lnTo>
                  <a:lnTo>
                    <a:pt x="1020699" y="9525"/>
                  </a:lnTo>
                  <a:lnTo>
                    <a:pt x="971550" y="0"/>
                  </a:lnTo>
                  <a:lnTo>
                    <a:pt x="941324" y="4699"/>
                  </a:lnTo>
                  <a:lnTo>
                    <a:pt x="914400" y="9525"/>
                  </a:lnTo>
                  <a:lnTo>
                    <a:pt x="887349" y="22225"/>
                  </a:lnTo>
                  <a:lnTo>
                    <a:pt x="865124" y="41275"/>
                  </a:lnTo>
                  <a:lnTo>
                    <a:pt x="846074" y="22225"/>
                  </a:lnTo>
                  <a:lnTo>
                    <a:pt x="819150" y="9525"/>
                  </a:lnTo>
                  <a:lnTo>
                    <a:pt x="792099" y="4699"/>
                  </a:lnTo>
                  <a:lnTo>
                    <a:pt x="765175" y="0"/>
                  </a:lnTo>
                  <a:lnTo>
                    <a:pt x="730250" y="4699"/>
                  </a:lnTo>
                  <a:lnTo>
                    <a:pt x="698500" y="19050"/>
                  </a:lnTo>
                  <a:lnTo>
                    <a:pt x="671449" y="36512"/>
                  </a:lnTo>
                  <a:lnTo>
                    <a:pt x="649224" y="58737"/>
                  </a:lnTo>
                  <a:lnTo>
                    <a:pt x="626999" y="46037"/>
                  </a:lnTo>
                  <a:lnTo>
                    <a:pt x="600075" y="31750"/>
                  </a:lnTo>
                  <a:lnTo>
                    <a:pt x="573024" y="26987"/>
                  </a:lnTo>
                  <a:lnTo>
                    <a:pt x="541274" y="22225"/>
                  </a:lnTo>
                  <a:lnTo>
                    <a:pt x="501650" y="26987"/>
                  </a:lnTo>
                  <a:lnTo>
                    <a:pt x="461899" y="41275"/>
                  </a:lnTo>
                  <a:lnTo>
                    <a:pt x="430149" y="63500"/>
                  </a:lnTo>
                  <a:lnTo>
                    <a:pt x="407924" y="90487"/>
                  </a:lnTo>
                  <a:lnTo>
                    <a:pt x="403225" y="90487"/>
                  </a:lnTo>
                  <a:lnTo>
                    <a:pt x="358775" y="71437"/>
                  </a:lnTo>
                  <a:lnTo>
                    <a:pt x="304800" y="68262"/>
                  </a:lnTo>
                  <a:lnTo>
                    <a:pt x="263525" y="71437"/>
                  </a:lnTo>
                  <a:lnTo>
                    <a:pt x="196850" y="95250"/>
                  </a:lnTo>
                  <a:lnTo>
                    <a:pt x="142875" y="139700"/>
                  </a:lnTo>
                  <a:lnTo>
                    <a:pt x="115824" y="193675"/>
                  </a:lnTo>
                  <a:lnTo>
                    <a:pt x="112649" y="223837"/>
                  </a:lnTo>
                  <a:lnTo>
                    <a:pt x="112649" y="238125"/>
                  </a:lnTo>
                  <a:lnTo>
                    <a:pt x="112649" y="247650"/>
                  </a:lnTo>
                  <a:close/>
                </a:path>
              </a:pathLst>
            </a:custGeom>
            <a:ln w="174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6850125" y="6016624"/>
              <a:ext cx="73025" cy="14604"/>
            </a:xfrm>
            <a:custGeom>
              <a:avLst/>
              <a:gdLst/>
              <a:ahLst/>
              <a:cxnLst/>
              <a:rect l="l" t="t" r="r" b="b"/>
              <a:pathLst>
                <a:path w="73025" h="14604">
                  <a:moveTo>
                    <a:pt x="0" y="0"/>
                  </a:moveTo>
                  <a:lnTo>
                    <a:pt x="31750" y="9525"/>
                  </a:lnTo>
                  <a:lnTo>
                    <a:pt x="63500" y="14287"/>
                  </a:lnTo>
                  <a:lnTo>
                    <a:pt x="73025" y="142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6850125" y="6016624"/>
              <a:ext cx="73025" cy="14604"/>
            </a:xfrm>
            <a:custGeom>
              <a:avLst/>
              <a:gdLst/>
              <a:ahLst/>
              <a:cxnLst/>
              <a:rect l="l" t="t" r="r" b="b"/>
              <a:pathLst>
                <a:path w="73025" h="14604">
                  <a:moveTo>
                    <a:pt x="0" y="0"/>
                  </a:moveTo>
                  <a:lnTo>
                    <a:pt x="31750" y="9525"/>
                  </a:lnTo>
                  <a:lnTo>
                    <a:pt x="63500" y="14287"/>
                  </a:lnTo>
                  <a:lnTo>
                    <a:pt x="68199" y="14287"/>
                  </a:lnTo>
                  <a:lnTo>
                    <a:pt x="73025" y="14287"/>
                  </a:lnTo>
                </a:path>
              </a:pathLst>
            </a:custGeom>
            <a:ln w="174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6953249" y="6178549"/>
              <a:ext cx="36830" cy="8255"/>
            </a:xfrm>
            <a:custGeom>
              <a:avLst/>
              <a:gdLst/>
              <a:ahLst/>
              <a:cxnLst/>
              <a:rect l="l" t="t" r="r" b="b"/>
              <a:pathLst>
                <a:path w="36829" h="8254">
                  <a:moveTo>
                    <a:pt x="36449" y="0"/>
                  </a:moveTo>
                  <a:lnTo>
                    <a:pt x="19050" y="3175"/>
                  </a:lnTo>
                  <a:lnTo>
                    <a:pt x="0" y="7937"/>
                  </a:lnTo>
                  <a:lnTo>
                    <a:pt x="364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6953249" y="6178549"/>
              <a:ext cx="36830" cy="8255"/>
            </a:xfrm>
            <a:custGeom>
              <a:avLst/>
              <a:gdLst/>
              <a:ahLst/>
              <a:cxnLst/>
              <a:rect l="l" t="t" r="r" b="b"/>
              <a:pathLst>
                <a:path w="36829" h="8254">
                  <a:moveTo>
                    <a:pt x="0" y="7937"/>
                  </a:moveTo>
                  <a:lnTo>
                    <a:pt x="19050" y="3175"/>
                  </a:lnTo>
                  <a:lnTo>
                    <a:pt x="36449" y="0"/>
                  </a:lnTo>
                </a:path>
              </a:pathLst>
            </a:custGeom>
            <a:ln w="174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7245349" y="6222999"/>
              <a:ext cx="17780" cy="27305"/>
            </a:xfrm>
            <a:custGeom>
              <a:avLst/>
              <a:gdLst/>
              <a:ahLst/>
              <a:cxnLst/>
              <a:rect l="l" t="t" r="r" b="b"/>
              <a:pathLst>
                <a:path w="17779" h="27304">
                  <a:moveTo>
                    <a:pt x="0" y="0"/>
                  </a:moveTo>
                  <a:lnTo>
                    <a:pt x="7874" y="12700"/>
                  </a:lnTo>
                  <a:lnTo>
                    <a:pt x="17399" y="26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7245349" y="6222999"/>
              <a:ext cx="17780" cy="27305"/>
            </a:xfrm>
            <a:custGeom>
              <a:avLst/>
              <a:gdLst/>
              <a:ahLst/>
              <a:cxnLst/>
              <a:rect l="l" t="t" r="r" b="b"/>
              <a:pathLst>
                <a:path w="17779" h="27304">
                  <a:moveTo>
                    <a:pt x="0" y="0"/>
                  </a:moveTo>
                  <a:lnTo>
                    <a:pt x="7874" y="12700"/>
                  </a:lnTo>
                  <a:lnTo>
                    <a:pt x="17399" y="26987"/>
                  </a:lnTo>
                </a:path>
              </a:pathLst>
            </a:custGeom>
            <a:ln w="174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7616824" y="6178549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79" h="30479">
                  <a:moveTo>
                    <a:pt x="4699" y="0"/>
                  </a:moveTo>
                  <a:lnTo>
                    <a:pt x="0" y="30162"/>
                  </a:lnTo>
                  <a:lnTo>
                    <a:pt x="4699" y="17462"/>
                  </a:lnTo>
                  <a:lnTo>
                    <a:pt x="46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7616824" y="6178549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79" h="30479">
                  <a:moveTo>
                    <a:pt x="0" y="30162"/>
                  </a:moveTo>
                  <a:lnTo>
                    <a:pt x="4699" y="17462"/>
                  </a:lnTo>
                  <a:lnTo>
                    <a:pt x="4699" y="0"/>
                  </a:lnTo>
                </a:path>
              </a:pathLst>
            </a:custGeom>
            <a:ln w="174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1" name="object 91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7770018" y="5968206"/>
              <a:ext cx="111061" cy="138112"/>
            </a:xfrm>
            <a:prstGeom prst="rect">
              <a:avLst/>
            </a:prstGeom>
          </p:spPr>
        </p:pic>
        <p:sp>
          <p:nvSpPr>
            <p:cNvPr id="92" name="object 92" descr=""/>
            <p:cNvSpPr/>
            <p:nvPr/>
          </p:nvSpPr>
          <p:spPr>
            <a:xfrm>
              <a:off x="7956549" y="5846762"/>
              <a:ext cx="46355" cy="44450"/>
            </a:xfrm>
            <a:custGeom>
              <a:avLst/>
              <a:gdLst/>
              <a:ahLst/>
              <a:cxnLst/>
              <a:rect l="l" t="t" r="r" b="b"/>
              <a:pathLst>
                <a:path w="46354" h="44450">
                  <a:moveTo>
                    <a:pt x="45974" y="0"/>
                  </a:moveTo>
                  <a:lnTo>
                    <a:pt x="0" y="44450"/>
                  </a:lnTo>
                  <a:lnTo>
                    <a:pt x="23875" y="22225"/>
                  </a:lnTo>
                  <a:lnTo>
                    <a:pt x="459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7899399" y="5676899"/>
              <a:ext cx="103505" cy="214629"/>
            </a:xfrm>
            <a:custGeom>
              <a:avLst/>
              <a:gdLst/>
              <a:ahLst/>
              <a:cxnLst/>
              <a:rect l="l" t="t" r="r" b="b"/>
              <a:pathLst>
                <a:path w="103504" h="214629">
                  <a:moveTo>
                    <a:pt x="57150" y="214312"/>
                  </a:moveTo>
                  <a:lnTo>
                    <a:pt x="81025" y="192087"/>
                  </a:lnTo>
                  <a:lnTo>
                    <a:pt x="103124" y="169862"/>
                  </a:lnTo>
                </a:path>
                <a:path w="103504" h="214629">
                  <a:moveTo>
                    <a:pt x="0" y="22225"/>
                  </a:moveTo>
                  <a:lnTo>
                    <a:pt x="0" y="17462"/>
                  </a:lnTo>
                  <a:lnTo>
                    <a:pt x="0" y="7937"/>
                  </a:lnTo>
                  <a:lnTo>
                    <a:pt x="0" y="0"/>
                  </a:lnTo>
                </a:path>
              </a:pathLst>
            </a:custGeom>
            <a:ln w="174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7629524" y="5622924"/>
              <a:ext cx="24130" cy="27305"/>
            </a:xfrm>
            <a:custGeom>
              <a:avLst/>
              <a:gdLst/>
              <a:ahLst/>
              <a:cxnLst/>
              <a:rect l="l" t="t" r="r" b="b"/>
              <a:pathLst>
                <a:path w="24129" h="27304">
                  <a:moveTo>
                    <a:pt x="23749" y="0"/>
                  </a:moveTo>
                  <a:lnTo>
                    <a:pt x="9525" y="12700"/>
                  </a:lnTo>
                  <a:lnTo>
                    <a:pt x="0" y="26987"/>
                  </a:lnTo>
                  <a:lnTo>
                    <a:pt x="237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7629524" y="5622924"/>
              <a:ext cx="24130" cy="27305"/>
            </a:xfrm>
            <a:custGeom>
              <a:avLst/>
              <a:gdLst/>
              <a:ahLst/>
              <a:cxnLst/>
              <a:rect l="l" t="t" r="r" b="b"/>
              <a:pathLst>
                <a:path w="24129" h="27304">
                  <a:moveTo>
                    <a:pt x="23749" y="0"/>
                  </a:moveTo>
                  <a:lnTo>
                    <a:pt x="9525" y="12700"/>
                  </a:lnTo>
                  <a:lnTo>
                    <a:pt x="0" y="26987"/>
                  </a:lnTo>
                </a:path>
              </a:pathLst>
            </a:custGeom>
            <a:ln w="174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7427975" y="5640387"/>
              <a:ext cx="9525" cy="22225"/>
            </a:xfrm>
            <a:custGeom>
              <a:avLst/>
              <a:gdLst/>
              <a:ahLst/>
              <a:cxnLst/>
              <a:rect l="l" t="t" r="r" b="b"/>
              <a:pathLst>
                <a:path w="9525" h="22225">
                  <a:moveTo>
                    <a:pt x="9525" y="0"/>
                  </a:moveTo>
                  <a:lnTo>
                    <a:pt x="4699" y="9525"/>
                  </a:lnTo>
                  <a:lnTo>
                    <a:pt x="0" y="2222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 descr=""/>
            <p:cNvSpPr/>
            <p:nvPr/>
          </p:nvSpPr>
          <p:spPr>
            <a:xfrm>
              <a:off x="7427975" y="5640387"/>
              <a:ext cx="9525" cy="22225"/>
            </a:xfrm>
            <a:custGeom>
              <a:avLst/>
              <a:gdLst/>
              <a:ahLst/>
              <a:cxnLst/>
              <a:rect l="l" t="t" r="r" b="b"/>
              <a:pathLst>
                <a:path w="9525" h="22225">
                  <a:moveTo>
                    <a:pt x="9525" y="0"/>
                  </a:moveTo>
                  <a:lnTo>
                    <a:pt x="4699" y="9525"/>
                  </a:lnTo>
                  <a:lnTo>
                    <a:pt x="0" y="22225"/>
                  </a:lnTo>
                </a:path>
              </a:pathLst>
            </a:custGeom>
            <a:ln w="174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 descr=""/>
            <p:cNvSpPr/>
            <p:nvPr/>
          </p:nvSpPr>
          <p:spPr>
            <a:xfrm>
              <a:off x="7191374" y="5672137"/>
              <a:ext cx="40005" cy="22225"/>
            </a:xfrm>
            <a:custGeom>
              <a:avLst/>
              <a:gdLst/>
              <a:ahLst/>
              <a:cxnLst/>
              <a:rect l="l" t="t" r="r" b="b"/>
              <a:pathLst>
                <a:path w="40004" h="22225">
                  <a:moveTo>
                    <a:pt x="0" y="0"/>
                  </a:moveTo>
                  <a:lnTo>
                    <a:pt x="39624" y="22225"/>
                  </a:lnTo>
                  <a:lnTo>
                    <a:pt x="22225" y="79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 descr=""/>
            <p:cNvSpPr/>
            <p:nvPr/>
          </p:nvSpPr>
          <p:spPr>
            <a:xfrm>
              <a:off x="7191374" y="5672137"/>
              <a:ext cx="40005" cy="22225"/>
            </a:xfrm>
            <a:custGeom>
              <a:avLst/>
              <a:gdLst/>
              <a:ahLst/>
              <a:cxnLst/>
              <a:rect l="l" t="t" r="r" b="b"/>
              <a:pathLst>
                <a:path w="40004" h="22225">
                  <a:moveTo>
                    <a:pt x="39624" y="22225"/>
                  </a:moveTo>
                  <a:lnTo>
                    <a:pt x="22225" y="7937"/>
                  </a:lnTo>
                  <a:lnTo>
                    <a:pt x="0" y="0"/>
                  </a:lnTo>
                </a:path>
              </a:pathLst>
            </a:custGeom>
            <a:ln w="174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6900925" y="5829299"/>
              <a:ext cx="3175" cy="22225"/>
            </a:xfrm>
            <a:custGeom>
              <a:avLst/>
              <a:gdLst/>
              <a:ahLst/>
              <a:cxnLst/>
              <a:rect l="l" t="t" r="r" b="b"/>
              <a:pathLst>
                <a:path w="3175" h="22225">
                  <a:moveTo>
                    <a:pt x="0" y="0"/>
                  </a:moveTo>
                  <a:lnTo>
                    <a:pt x="3175" y="22225"/>
                  </a:lnTo>
                  <a:lnTo>
                    <a:pt x="3175" y="12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 descr=""/>
            <p:cNvSpPr/>
            <p:nvPr/>
          </p:nvSpPr>
          <p:spPr>
            <a:xfrm>
              <a:off x="6900925" y="5829299"/>
              <a:ext cx="3175" cy="22225"/>
            </a:xfrm>
            <a:custGeom>
              <a:avLst/>
              <a:gdLst/>
              <a:ahLst/>
              <a:cxnLst/>
              <a:rect l="l" t="t" r="r" b="b"/>
              <a:pathLst>
                <a:path w="3175" h="22225">
                  <a:moveTo>
                    <a:pt x="0" y="0"/>
                  </a:moveTo>
                  <a:lnTo>
                    <a:pt x="3175" y="12700"/>
                  </a:lnTo>
                  <a:lnTo>
                    <a:pt x="3175" y="22225"/>
                  </a:lnTo>
                </a:path>
              </a:pathLst>
            </a:custGeom>
            <a:ln w="174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 descr=""/>
            <p:cNvSpPr/>
            <p:nvPr/>
          </p:nvSpPr>
          <p:spPr>
            <a:xfrm>
              <a:off x="6778624" y="6088062"/>
              <a:ext cx="211454" cy="125730"/>
            </a:xfrm>
            <a:custGeom>
              <a:avLst/>
              <a:gdLst/>
              <a:ahLst/>
              <a:cxnLst/>
              <a:rect l="l" t="t" r="r" b="b"/>
              <a:pathLst>
                <a:path w="211454" h="125729">
                  <a:moveTo>
                    <a:pt x="105536" y="0"/>
                  </a:moveTo>
                  <a:lnTo>
                    <a:pt x="64454" y="4928"/>
                  </a:lnTo>
                  <a:lnTo>
                    <a:pt x="30908" y="18368"/>
                  </a:lnTo>
                  <a:lnTo>
                    <a:pt x="8292" y="38303"/>
                  </a:lnTo>
                  <a:lnTo>
                    <a:pt x="0" y="62712"/>
                  </a:lnTo>
                  <a:lnTo>
                    <a:pt x="8292" y="87114"/>
                  </a:lnTo>
                  <a:lnTo>
                    <a:pt x="30908" y="107045"/>
                  </a:lnTo>
                  <a:lnTo>
                    <a:pt x="64454" y="120484"/>
                  </a:lnTo>
                  <a:lnTo>
                    <a:pt x="105536" y="125412"/>
                  </a:lnTo>
                  <a:lnTo>
                    <a:pt x="146619" y="120484"/>
                  </a:lnTo>
                  <a:lnTo>
                    <a:pt x="180165" y="107045"/>
                  </a:lnTo>
                  <a:lnTo>
                    <a:pt x="202781" y="87114"/>
                  </a:lnTo>
                  <a:lnTo>
                    <a:pt x="211074" y="62712"/>
                  </a:lnTo>
                  <a:lnTo>
                    <a:pt x="202781" y="38303"/>
                  </a:lnTo>
                  <a:lnTo>
                    <a:pt x="180165" y="18368"/>
                  </a:lnTo>
                  <a:lnTo>
                    <a:pt x="146619" y="4928"/>
                  </a:lnTo>
                  <a:lnTo>
                    <a:pt x="1055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6778624" y="6088062"/>
              <a:ext cx="211454" cy="125730"/>
            </a:xfrm>
            <a:custGeom>
              <a:avLst/>
              <a:gdLst/>
              <a:ahLst/>
              <a:cxnLst/>
              <a:rect l="l" t="t" r="r" b="b"/>
              <a:pathLst>
                <a:path w="211454" h="125729">
                  <a:moveTo>
                    <a:pt x="0" y="62712"/>
                  </a:moveTo>
                  <a:lnTo>
                    <a:pt x="8292" y="38303"/>
                  </a:lnTo>
                  <a:lnTo>
                    <a:pt x="30908" y="18368"/>
                  </a:lnTo>
                  <a:lnTo>
                    <a:pt x="64454" y="4928"/>
                  </a:lnTo>
                  <a:lnTo>
                    <a:pt x="105536" y="0"/>
                  </a:lnTo>
                  <a:lnTo>
                    <a:pt x="146619" y="4928"/>
                  </a:lnTo>
                  <a:lnTo>
                    <a:pt x="180165" y="18368"/>
                  </a:lnTo>
                  <a:lnTo>
                    <a:pt x="202781" y="38303"/>
                  </a:lnTo>
                  <a:lnTo>
                    <a:pt x="211074" y="62712"/>
                  </a:lnTo>
                  <a:lnTo>
                    <a:pt x="202781" y="87114"/>
                  </a:lnTo>
                  <a:lnTo>
                    <a:pt x="180165" y="107045"/>
                  </a:lnTo>
                  <a:lnTo>
                    <a:pt x="146619" y="120484"/>
                  </a:lnTo>
                  <a:lnTo>
                    <a:pt x="105536" y="125412"/>
                  </a:lnTo>
                  <a:lnTo>
                    <a:pt x="64454" y="120484"/>
                  </a:lnTo>
                  <a:lnTo>
                    <a:pt x="30908" y="107045"/>
                  </a:lnTo>
                  <a:lnTo>
                    <a:pt x="8292" y="87114"/>
                  </a:lnTo>
                  <a:lnTo>
                    <a:pt x="0" y="62712"/>
                  </a:lnTo>
                  <a:close/>
                </a:path>
              </a:pathLst>
            </a:custGeom>
            <a:ln w="174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 descr=""/>
            <p:cNvSpPr/>
            <p:nvPr/>
          </p:nvSpPr>
          <p:spPr>
            <a:xfrm>
              <a:off x="6751700" y="6129337"/>
              <a:ext cx="144780" cy="88900"/>
            </a:xfrm>
            <a:custGeom>
              <a:avLst/>
              <a:gdLst/>
              <a:ahLst/>
              <a:cxnLst/>
              <a:rect l="l" t="t" r="r" b="b"/>
              <a:pathLst>
                <a:path w="144779" h="88900">
                  <a:moveTo>
                    <a:pt x="72135" y="0"/>
                  </a:moveTo>
                  <a:lnTo>
                    <a:pt x="44041" y="3493"/>
                  </a:lnTo>
                  <a:lnTo>
                    <a:pt x="21113" y="13019"/>
                  </a:lnTo>
                  <a:lnTo>
                    <a:pt x="5663" y="27148"/>
                  </a:lnTo>
                  <a:lnTo>
                    <a:pt x="0" y="44450"/>
                  </a:lnTo>
                  <a:lnTo>
                    <a:pt x="5663" y="61751"/>
                  </a:lnTo>
                  <a:lnTo>
                    <a:pt x="21113" y="75880"/>
                  </a:lnTo>
                  <a:lnTo>
                    <a:pt x="44041" y="85406"/>
                  </a:lnTo>
                  <a:lnTo>
                    <a:pt x="72135" y="88900"/>
                  </a:lnTo>
                  <a:lnTo>
                    <a:pt x="100250" y="85406"/>
                  </a:lnTo>
                  <a:lnTo>
                    <a:pt x="123221" y="75880"/>
                  </a:lnTo>
                  <a:lnTo>
                    <a:pt x="138715" y="61751"/>
                  </a:lnTo>
                  <a:lnTo>
                    <a:pt x="144399" y="44450"/>
                  </a:lnTo>
                  <a:lnTo>
                    <a:pt x="138715" y="27148"/>
                  </a:lnTo>
                  <a:lnTo>
                    <a:pt x="123221" y="13019"/>
                  </a:lnTo>
                  <a:lnTo>
                    <a:pt x="100250" y="3493"/>
                  </a:lnTo>
                  <a:lnTo>
                    <a:pt x="721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 descr=""/>
            <p:cNvSpPr/>
            <p:nvPr/>
          </p:nvSpPr>
          <p:spPr>
            <a:xfrm>
              <a:off x="6751700" y="6129337"/>
              <a:ext cx="144780" cy="88900"/>
            </a:xfrm>
            <a:custGeom>
              <a:avLst/>
              <a:gdLst/>
              <a:ahLst/>
              <a:cxnLst/>
              <a:rect l="l" t="t" r="r" b="b"/>
              <a:pathLst>
                <a:path w="144779" h="88900">
                  <a:moveTo>
                    <a:pt x="0" y="44450"/>
                  </a:moveTo>
                  <a:lnTo>
                    <a:pt x="5663" y="27148"/>
                  </a:lnTo>
                  <a:lnTo>
                    <a:pt x="21113" y="13019"/>
                  </a:lnTo>
                  <a:lnTo>
                    <a:pt x="44041" y="3493"/>
                  </a:lnTo>
                  <a:lnTo>
                    <a:pt x="72135" y="0"/>
                  </a:lnTo>
                  <a:lnTo>
                    <a:pt x="100250" y="3493"/>
                  </a:lnTo>
                  <a:lnTo>
                    <a:pt x="123221" y="13019"/>
                  </a:lnTo>
                  <a:lnTo>
                    <a:pt x="138715" y="27148"/>
                  </a:lnTo>
                  <a:lnTo>
                    <a:pt x="144399" y="44450"/>
                  </a:lnTo>
                  <a:lnTo>
                    <a:pt x="138715" y="61751"/>
                  </a:lnTo>
                  <a:lnTo>
                    <a:pt x="123221" y="75880"/>
                  </a:lnTo>
                  <a:lnTo>
                    <a:pt x="100250" y="85406"/>
                  </a:lnTo>
                  <a:lnTo>
                    <a:pt x="72135" y="88900"/>
                  </a:lnTo>
                  <a:lnTo>
                    <a:pt x="44041" y="85406"/>
                  </a:lnTo>
                  <a:lnTo>
                    <a:pt x="21113" y="75880"/>
                  </a:lnTo>
                  <a:lnTo>
                    <a:pt x="5663" y="61751"/>
                  </a:lnTo>
                  <a:lnTo>
                    <a:pt x="0" y="44450"/>
                  </a:lnTo>
                  <a:close/>
                </a:path>
              </a:pathLst>
            </a:custGeom>
            <a:ln w="174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 descr=""/>
            <p:cNvSpPr/>
            <p:nvPr/>
          </p:nvSpPr>
          <p:spPr>
            <a:xfrm>
              <a:off x="6783450" y="6151562"/>
              <a:ext cx="76200" cy="44450"/>
            </a:xfrm>
            <a:custGeom>
              <a:avLst/>
              <a:gdLst/>
              <a:ahLst/>
              <a:cxnLst/>
              <a:rect l="l" t="t" r="r" b="b"/>
              <a:pathLst>
                <a:path w="76200" h="44450">
                  <a:moveTo>
                    <a:pt x="38100" y="0"/>
                  </a:moveTo>
                  <a:lnTo>
                    <a:pt x="23252" y="1747"/>
                  </a:lnTo>
                  <a:lnTo>
                    <a:pt x="11144" y="6511"/>
                  </a:lnTo>
                  <a:lnTo>
                    <a:pt x="2988" y="13576"/>
                  </a:lnTo>
                  <a:lnTo>
                    <a:pt x="0" y="22225"/>
                  </a:lnTo>
                  <a:lnTo>
                    <a:pt x="2988" y="30878"/>
                  </a:lnTo>
                  <a:lnTo>
                    <a:pt x="11144" y="37942"/>
                  </a:lnTo>
                  <a:lnTo>
                    <a:pt x="23252" y="42704"/>
                  </a:lnTo>
                  <a:lnTo>
                    <a:pt x="38100" y="44450"/>
                  </a:lnTo>
                  <a:lnTo>
                    <a:pt x="52893" y="42704"/>
                  </a:lnTo>
                  <a:lnTo>
                    <a:pt x="65008" y="37942"/>
                  </a:lnTo>
                  <a:lnTo>
                    <a:pt x="73193" y="30878"/>
                  </a:lnTo>
                  <a:lnTo>
                    <a:pt x="76200" y="22225"/>
                  </a:lnTo>
                  <a:lnTo>
                    <a:pt x="73193" y="13576"/>
                  </a:lnTo>
                  <a:lnTo>
                    <a:pt x="65008" y="6511"/>
                  </a:lnTo>
                  <a:lnTo>
                    <a:pt x="52893" y="1747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 descr=""/>
            <p:cNvSpPr/>
            <p:nvPr/>
          </p:nvSpPr>
          <p:spPr>
            <a:xfrm>
              <a:off x="6783450" y="6151562"/>
              <a:ext cx="76200" cy="44450"/>
            </a:xfrm>
            <a:custGeom>
              <a:avLst/>
              <a:gdLst/>
              <a:ahLst/>
              <a:cxnLst/>
              <a:rect l="l" t="t" r="r" b="b"/>
              <a:pathLst>
                <a:path w="76200" h="44450">
                  <a:moveTo>
                    <a:pt x="0" y="22225"/>
                  </a:moveTo>
                  <a:lnTo>
                    <a:pt x="2988" y="13576"/>
                  </a:lnTo>
                  <a:lnTo>
                    <a:pt x="11144" y="6511"/>
                  </a:lnTo>
                  <a:lnTo>
                    <a:pt x="23252" y="1747"/>
                  </a:lnTo>
                  <a:lnTo>
                    <a:pt x="38100" y="0"/>
                  </a:lnTo>
                  <a:lnTo>
                    <a:pt x="52893" y="1747"/>
                  </a:lnTo>
                  <a:lnTo>
                    <a:pt x="65008" y="6511"/>
                  </a:lnTo>
                  <a:lnTo>
                    <a:pt x="73193" y="13576"/>
                  </a:lnTo>
                  <a:lnTo>
                    <a:pt x="76200" y="22225"/>
                  </a:lnTo>
                  <a:lnTo>
                    <a:pt x="73193" y="30878"/>
                  </a:lnTo>
                  <a:lnTo>
                    <a:pt x="65008" y="37942"/>
                  </a:lnTo>
                  <a:lnTo>
                    <a:pt x="52893" y="42704"/>
                  </a:lnTo>
                  <a:lnTo>
                    <a:pt x="38100" y="44450"/>
                  </a:lnTo>
                  <a:lnTo>
                    <a:pt x="23252" y="42704"/>
                  </a:lnTo>
                  <a:lnTo>
                    <a:pt x="11144" y="37942"/>
                  </a:lnTo>
                  <a:lnTo>
                    <a:pt x="2988" y="30878"/>
                  </a:lnTo>
                  <a:lnTo>
                    <a:pt x="0" y="22225"/>
                  </a:lnTo>
                  <a:close/>
                </a:path>
              </a:pathLst>
            </a:custGeom>
            <a:ln w="174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8" name="object 108" descr=""/>
          <p:cNvSpPr txBox="1"/>
          <p:nvPr/>
        </p:nvSpPr>
        <p:spPr>
          <a:xfrm>
            <a:off x="7157719" y="5754725"/>
            <a:ext cx="43116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40" b="1">
                <a:latin typeface="微软雅黑"/>
                <a:cs typeface="微软雅黑"/>
              </a:rPr>
              <a:t>网络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109" name="object 109" descr=""/>
          <p:cNvSpPr txBox="1"/>
          <p:nvPr/>
        </p:nvSpPr>
        <p:spPr>
          <a:xfrm>
            <a:off x="3019425" y="4953063"/>
            <a:ext cx="1492250" cy="332105"/>
          </a:xfrm>
          <a:prstGeom prst="rect">
            <a:avLst/>
          </a:prstGeom>
          <a:solidFill>
            <a:srgbClr val="FF99FF"/>
          </a:solidFill>
          <a:ln w="22225">
            <a:solidFill>
              <a:srgbClr val="000000"/>
            </a:solidFill>
          </a:ln>
        </p:spPr>
        <p:txBody>
          <a:bodyPr wrap="square" lIns="0" tIns="48260" rIns="0" bIns="0" rtlCol="0" vert="horz">
            <a:spAutoFit/>
          </a:bodyPr>
          <a:lstStyle/>
          <a:p>
            <a:pPr marL="282575">
              <a:lnSpc>
                <a:spcPct val="100000"/>
              </a:lnSpc>
              <a:spcBef>
                <a:spcPts val="380"/>
              </a:spcBef>
            </a:pPr>
            <a:r>
              <a:rPr dirty="0" sz="1600" spc="55" b="1">
                <a:latin typeface="Times New Roman"/>
                <a:cs typeface="Times New Roman"/>
              </a:rPr>
              <a:t>I/O</a:t>
            </a:r>
            <a:r>
              <a:rPr dirty="0" baseline="1736" sz="2400" spc="-52" b="1">
                <a:latin typeface="微软雅黑"/>
                <a:cs typeface="微软雅黑"/>
              </a:rPr>
              <a:t>控制器</a:t>
            </a:r>
            <a:endParaRPr baseline="1736" sz="2400">
              <a:latin typeface="微软雅黑"/>
              <a:cs typeface="微软雅黑"/>
            </a:endParaRPr>
          </a:p>
        </p:txBody>
      </p:sp>
      <p:sp>
        <p:nvSpPr>
          <p:cNvPr id="110" name="object 110" descr=""/>
          <p:cNvSpPr txBox="1"/>
          <p:nvPr/>
        </p:nvSpPr>
        <p:spPr>
          <a:xfrm>
            <a:off x="6670675" y="4937188"/>
            <a:ext cx="1492250" cy="332105"/>
          </a:xfrm>
          <a:prstGeom prst="rect">
            <a:avLst/>
          </a:prstGeom>
          <a:solidFill>
            <a:srgbClr val="FF99FF"/>
          </a:solidFill>
          <a:ln w="22225">
            <a:solidFill>
              <a:srgbClr val="000000"/>
            </a:solidFill>
          </a:ln>
        </p:spPr>
        <p:txBody>
          <a:bodyPr wrap="square" lIns="0" tIns="48260" rIns="0" bIns="0" rtlCol="0" vert="horz">
            <a:spAutoFit/>
          </a:bodyPr>
          <a:lstStyle/>
          <a:p>
            <a:pPr marL="283210">
              <a:lnSpc>
                <a:spcPct val="100000"/>
              </a:lnSpc>
              <a:spcBef>
                <a:spcPts val="380"/>
              </a:spcBef>
            </a:pPr>
            <a:r>
              <a:rPr dirty="0" sz="1600" spc="55" b="1">
                <a:latin typeface="Times New Roman"/>
                <a:cs typeface="Times New Roman"/>
              </a:rPr>
              <a:t>I/O</a:t>
            </a:r>
            <a:r>
              <a:rPr dirty="0" baseline="1736" sz="2400" spc="-52" b="1">
                <a:latin typeface="微软雅黑"/>
                <a:cs typeface="微软雅黑"/>
              </a:rPr>
              <a:t>控制器</a:t>
            </a:r>
            <a:endParaRPr baseline="1736" sz="2400">
              <a:latin typeface="微软雅黑"/>
              <a:cs typeface="微软雅黑"/>
            </a:endParaRPr>
          </a:p>
        </p:txBody>
      </p:sp>
      <p:pic>
        <p:nvPicPr>
          <p:cNvPr id="111" name="object 111" descr="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7366063" y="5262562"/>
            <a:ext cx="82423" cy="369887"/>
          </a:xfrm>
          <a:prstGeom prst="rect">
            <a:avLst/>
          </a:prstGeom>
        </p:spPr>
      </p:pic>
      <p:pic>
        <p:nvPicPr>
          <p:cNvPr id="112" name="object 112" descr="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5567362" y="5281612"/>
            <a:ext cx="82550" cy="369887"/>
          </a:xfrm>
          <a:prstGeom prst="rect">
            <a:avLst/>
          </a:prstGeom>
        </p:spPr>
      </p:pic>
      <p:grpSp>
        <p:nvGrpSpPr>
          <p:cNvPr id="113" name="object 113" descr=""/>
          <p:cNvGrpSpPr/>
          <p:nvPr/>
        </p:nvGrpSpPr>
        <p:grpSpPr>
          <a:xfrm>
            <a:off x="3722687" y="4560887"/>
            <a:ext cx="3710304" cy="384175"/>
            <a:chOff x="3722687" y="4560887"/>
            <a:chExt cx="3710304" cy="384175"/>
          </a:xfrm>
        </p:grpSpPr>
        <p:pic>
          <p:nvPicPr>
            <p:cNvPr id="114" name="object 114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556313" y="4562411"/>
              <a:ext cx="82550" cy="369950"/>
            </a:xfrm>
            <a:prstGeom prst="rect">
              <a:avLst/>
            </a:prstGeom>
          </p:spPr>
        </p:pic>
        <p:pic>
          <p:nvPicPr>
            <p:cNvPr id="115" name="object 115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7350188" y="4560887"/>
              <a:ext cx="82550" cy="369950"/>
            </a:xfrm>
            <a:prstGeom prst="rect">
              <a:avLst/>
            </a:prstGeom>
          </p:spPr>
        </p:pic>
        <p:pic>
          <p:nvPicPr>
            <p:cNvPr id="116" name="object 116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722687" y="4575238"/>
              <a:ext cx="82550" cy="369824"/>
            </a:xfrm>
            <a:prstGeom prst="rect">
              <a:avLst/>
            </a:prstGeom>
          </p:spPr>
        </p:pic>
      </p:grpSp>
      <p:sp>
        <p:nvSpPr>
          <p:cNvPr id="117" name="object 117" descr=""/>
          <p:cNvSpPr txBox="1"/>
          <p:nvPr/>
        </p:nvSpPr>
        <p:spPr>
          <a:xfrm>
            <a:off x="3180333" y="5738876"/>
            <a:ext cx="116649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47395" algn="l"/>
              </a:tabLst>
            </a:pPr>
            <a:r>
              <a:rPr dirty="0" sz="1600" spc="-25" b="1">
                <a:latin typeface="微软雅黑"/>
                <a:cs typeface="微软雅黑"/>
              </a:rPr>
              <a:t>磁</a:t>
            </a:r>
            <a:r>
              <a:rPr dirty="0" sz="1600" spc="-50" b="1">
                <a:latin typeface="微软雅黑"/>
                <a:cs typeface="微软雅黑"/>
              </a:rPr>
              <a:t>盘</a:t>
            </a:r>
            <a:r>
              <a:rPr dirty="0" sz="1600" b="1">
                <a:latin typeface="微软雅黑"/>
                <a:cs typeface="微软雅黑"/>
              </a:rPr>
              <a:t>	</a:t>
            </a:r>
            <a:r>
              <a:rPr dirty="0" sz="1600" spc="-25" b="1">
                <a:latin typeface="微软雅黑"/>
                <a:cs typeface="微软雅黑"/>
              </a:rPr>
              <a:t>磁</a:t>
            </a:r>
            <a:r>
              <a:rPr dirty="0" sz="1600" spc="-50" b="1">
                <a:latin typeface="微软雅黑"/>
                <a:cs typeface="微软雅黑"/>
              </a:rPr>
              <a:t>盘</a:t>
            </a:r>
            <a:endParaRPr sz="1600">
              <a:latin typeface="微软雅黑"/>
              <a:cs typeface="微软雅黑"/>
            </a:endParaRPr>
          </a:p>
        </p:txBody>
      </p:sp>
      <p:pic>
        <p:nvPicPr>
          <p:cNvPr id="118" name="object 118" descr="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3348037" y="5305488"/>
            <a:ext cx="82550" cy="369824"/>
          </a:xfrm>
          <a:prstGeom prst="rect">
            <a:avLst/>
          </a:prstGeom>
        </p:spPr>
      </p:pic>
      <p:pic>
        <p:nvPicPr>
          <p:cNvPr id="119" name="object 119" descr="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4097337" y="5305488"/>
            <a:ext cx="82550" cy="369824"/>
          </a:xfrm>
          <a:prstGeom prst="rect">
            <a:avLst/>
          </a:prstGeom>
        </p:spPr>
      </p:pic>
      <p:sp>
        <p:nvSpPr>
          <p:cNvPr id="120" name="object 120"/>
          <p:cNvSpPr txBox="1">
            <a:spLocks noGrp="1"/>
          </p:cNvSpPr>
          <p:nvPr>
            <p:ph type="title"/>
          </p:nvPr>
        </p:nvSpPr>
        <p:spPr>
          <a:xfrm>
            <a:off x="3051810" y="575817"/>
            <a:ext cx="246443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none" sz="2400">
                <a:solidFill>
                  <a:srgbClr val="D50092"/>
                </a:solidFill>
              </a:rPr>
              <a:t>虚拟</a:t>
            </a:r>
            <a:r>
              <a:rPr dirty="0" u="none" sz="2400">
                <a:solidFill>
                  <a:srgbClr val="D50092"/>
                </a:solidFill>
                <a:latin typeface="宋体"/>
                <a:cs typeface="宋体"/>
              </a:rPr>
              <a:t>DMA</a:t>
            </a:r>
            <a:r>
              <a:rPr dirty="0" u="none" sz="2400">
                <a:solidFill>
                  <a:srgbClr val="D50092"/>
                </a:solidFill>
              </a:rPr>
              <a:t>的</a:t>
            </a:r>
            <a:r>
              <a:rPr dirty="0" u="none" sz="2400" spc="-10">
                <a:solidFill>
                  <a:srgbClr val="D50092"/>
                </a:solidFill>
                <a:latin typeface="宋体"/>
                <a:cs typeface="宋体"/>
              </a:rPr>
              <a:t>I/O</a:t>
            </a:r>
            <a:r>
              <a:rPr dirty="0" u="none" sz="2400" spc="-25">
                <a:solidFill>
                  <a:srgbClr val="D50092"/>
                </a:solidFill>
              </a:rPr>
              <a:t>连接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305040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682105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15" b="1">
                <a:solidFill>
                  <a:srgbClr val="40458B"/>
                </a:solidFill>
                <a:latin typeface="宋体"/>
                <a:cs typeface="宋体"/>
              </a:rPr>
              <a:t>101/81</a:t>
            </a:r>
            <a:endParaRPr baseline="1736" sz="2400">
              <a:latin typeface="宋体"/>
              <a:cs typeface="宋体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19062" y="188976"/>
            <a:ext cx="1437005" cy="274955"/>
            <a:chOff x="119062" y="188976"/>
            <a:chExt cx="1437005" cy="274955"/>
          </a:xfrm>
        </p:grpSpPr>
        <p:sp>
          <p:nvSpPr>
            <p:cNvPr id="4" name="object 4" descr=""/>
            <p:cNvSpPr/>
            <p:nvPr/>
          </p:nvSpPr>
          <p:spPr>
            <a:xfrm>
              <a:off x="119062" y="188976"/>
              <a:ext cx="499745" cy="274955"/>
            </a:xfrm>
            <a:custGeom>
              <a:avLst/>
              <a:gdLst/>
              <a:ahLst/>
              <a:cxnLst/>
              <a:rect l="l" t="t" r="r" b="b"/>
              <a:pathLst>
                <a:path w="499745" h="274955">
                  <a:moveTo>
                    <a:pt x="119837" y="0"/>
                  </a:moveTo>
                  <a:lnTo>
                    <a:pt x="4993" y="41528"/>
                  </a:lnTo>
                  <a:lnTo>
                    <a:pt x="264655" y="135508"/>
                  </a:lnTo>
                  <a:lnTo>
                    <a:pt x="0" y="231266"/>
                  </a:lnTo>
                  <a:lnTo>
                    <a:pt x="119837" y="274574"/>
                  </a:lnTo>
                  <a:lnTo>
                    <a:pt x="499338" y="137287"/>
                  </a:lnTo>
                  <a:lnTo>
                    <a:pt x="119837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85546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9621" y="0"/>
                  </a:moveTo>
                  <a:lnTo>
                    <a:pt x="4991" y="41528"/>
                  </a:lnTo>
                  <a:lnTo>
                    <a:pt x="264147" y="135508"/>
                  </a:lnTo>
                  <a:lnTo>
                    <a:pt x="0" y="231266"/>
                  </a:lnTo>
                  <a:lnTo>
                    <a:pt x="119621" y="274574"/>
                  </a:lnTo>
                  <a:lnTo>
                    <a:pt x="497141" y="137287"/>
                  </a:lnTo>
                  <a:lnTo>
                    <a:pt x="119621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058608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8363" y="0"/>
                  </a:moveTo>
                  <a:lnTo>
                    <a:pt x="4978" y="41528"/>
                  </a:lnTo>
                  <a:lnTo>
                    <a:pt x="264096" y="135508"/>
                  </a:lnTo>
                  <a:lnTo>
                    <a:pt x="0" y="231266"/>
                  </a:lnTo>
                  <a:lnTo>
                    <a:pt x="118363" y="274574"/>
                  </a:lnTo>
                  <a:lnTo>
                    <a:pt x="497141" y="137287"/>
                  </a:lnTo>
                  <a:lnTo>
                    <a:pt x="118363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7850" algn="l"/>
                <a:tab pos="1339850" algn="l"/>
                <a:tab pos="7600315" algn="l"/>
              </a:tabLst>
            </a:pPr>
            <a:r>
              <a:rPr dirty="0"/>
              <a:t>	</a:t>
            </a:r>
            <a:r>
              <a:rPr dirty="0" spc="-25"/>
              <a:t>8.6</a:t>
            </a:r>
            <a:r>
              <a:rPr dirty="0"/>
              <a:t>	I/O与操作系</a:t>
            </a:r>
            <a:r>
              <a:rPr dirty="0" spc="-50"/>
              <a:t>统</a:t>
            </a:r>
            <a:r>
              <a:rPr dirty="0"/>
              <a:t>	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440842" y="693165"/>
            <a:ext cx="8749030" cy="47625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438650">
              <a:lnSpc>
                <a:spcPct val="100000"/>
              </a:lnSpc>
              <a:spcBef>
                <a:spcPts val="105"/>
              </a:spcBef>
            </a:pPr>
            <a:r>
              <a:rPr dirty="0" sz="2600">
                <a:solidFill>
                  <a:srgbClr val="0000CC"/>
                </a:solidFill>
                <a:latin typeface="黑体"/>
                <a:cs typeface="黑体"/>
              </a:rPr>
              <a:t>8.6.2</a:t>
            </a:r>
            <a:r>
              <a:rPr dirty="0" sz="2600" spc="40">
                <a:solidFill>
                  <a:srgbClr val="0000CC"/>
                </a:solidFill>
                <a:latin typeface="黑体"/>
                <a:cs typeface="黑体"/>
              </a:rPr>
              <a:t> </a:t>
            </a:r>
            <a:r>
              <a:rPr dirty="0" sz="2600" spc="-10">
                <a:solidFill>
                  <a:srgbClr val="0000CC"/>
                </a:solidFill>
                <a:latin typeface="黑体"/>
                <a:cs typeface="黑体"/>
              </a:rPr>
              <a:t>I/O</a:t>
            </a:r>
            <a:r>
              <a:rPr dirty="0" sz="2600">
                <a:solidFill>
                  <a:srgbClr val="0000CC"/>
                </a:solidFill>
                <a:latin typeface="黑体"/>
                <a:cs typeface="黑体"/>
              </a:rPr>
              <a:t>和</a:t>
            </a:r>
            <a:r>
              <a:rPr dirty="0" sz="2600" spc="-10">
                <a:solidFill>
                  <a:srgbClr val="0000CC"/>
                </a:solidFill>
                <a:latin typeface="黑体"/>
                <a:cs typeface="黑体"/>
              </a:rPr>
              <a:t>Cache数据一致性</a:t>
            </a:r>
            <a:endParaRPr sz="2600">
              <a:latin typeface="黑体"/>
              <a:cs typeface="黑体"/>
            </a:endParaRPr>
          </a:p>
          <a:p>
            <a:pPr marL="469265" indent="-456565">
              <a:lnSpc>
                <a:spcPct val="100000"/>
              </a:lnSpc>
              <a:spcBef>
                <a:spcPts val="3340"/>
              </a:spcBef>
              <a:buClr>
                <a:srgbClr val="40458B"/>
              </a:buClr>
              <a:buAutoNum type="arabicPeriod"/>
              <a:tabLst>
                <a:tab pos="469265" algn="l"/>
              </a:tabLst>
            </a:pPr>
            <a:r>
              <a:rPr dirty="0" sz="2400" spc="-10">
                <a:solidFill>
                  <a:srgbClr val="E14B04"/>
                </a:solidFill>
                <a:latin typeface="黑体"/>
                <a:cs typeface="黑体"/>
              </a:rPr>
              <a:t>Cache</a:t>
            </a:r>
            <a:r>
              <a:rPr dirty="0" sz="2400">
                <a:solidFill>
                  <a:srgbClr val="E14B04"/>
                </a:solidFill>
                <a:latin typeface="黑体"/>
                <a:cs typeface="黑体"/>
              </a:rPr>
              <a:t>会使一个数据出现两个副本</a:t>
            </a:r>
            <a:r>
              <a:rPr dirty="0" sz="2400" spc="-10">
                <a:solidFill>
                  <a:srgbClr val="E14B04"/>
                </a:solidFill>
                <a:latin typeface="黑体"/>
                <a:cs typeface="黑体"/>
              </a:rPr>
              <a:t>（cache</a:t>
            </a:r>
            <a:r>
              <a:rPr dirty="0" sz="2400">
                <a:solidFill>
                  <a:srgbClr val="E14B04"/>
                </a:solidFill>
                <a:latin typeface="黑体"/>
                <a:cs typeface="黑体"/>
              </a:rPr>
              <a:t>一致性问题</a:t>
            </a:r>
            <a:r>
              <a:rPr dirty="0" sz="2400" spc="-25">
                <a:solidFill>
                  <a:srgbClr val="E14B04"/>
                </a:solidFill>
                <a:latin typeface="黑体"/>
                <a:cs typeface="黑体"/>
              </a:rPr>
              <a:t>）：</a:t>
            </a:r>
            <a:endParaRPr sz="2400">
              <a:latin typeface="黑体"/>
              <a:cs typeface="黑体"/>
            </a:endParaRPr>
          </a:p>
          <a:p>
            <a:pPr marL="1341120">
              <a:lnSpc>
                <a:spcPct val="100000"/>
              </a:lnSpc>
              <a:spcBef>
                <a:spcPts val="830"/>
              </a:spcBef>
            </a:pP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一个在</a:t>
            </a:r>
            <a:r>
              <a:rPr dirty="0" sz="2200" spc="-10">
                <a:solidFill>
                  <a:srgbClr val="40458B"/>
                </a:solidFill>
                <a:latin typeface="黑体"/>
                <a:cs typeface="黑体"/>
              </a:rPr>
              <a:t>Cache</a:t>
            </a: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中，另一个在主存中。</a:t>
            </a:r>
            <a:endParaRPr sz="2200">
              <a:latin typeface="黑体"/>
              <a:cs typeface="黑体"/>
            </a:endParaRPr>
          </a:p>
          <a:p>
            <a:pPr marL="469265" indent="-456565">
              <a:lnSpc>
                <a:spcPct val="100000"/>
              </a:lnSpc>
              <a:spcBef>
                <a:spcPts val="830"/>
              </a:spcBef>
              <a:buClr>
                <a:srgbClr val="40458B"/>
              </a:buClr>
              <a:buAutoNum type="arabicPeriod" startAt="2"/>
              <a:tabLst>
                <a:tab pos="469265" algn="l"/>
              </a:tabLst>
            </a:pPr>
            <a:r>
              <a:rPr dirty="0" sz="2400" spc="-10">
                <a:solidFill>
                  <a:srgbClr val="E14B04"/>
                </a:solidFill>
                <a:latin typeface="黑体"/>
                <a:cs typeface="黑体"/>
              </a:rPr>
              <a:t>I/O</a:t>
            </a:r>
            <a:r>
              <a:rPr dirty="0" sz="2400">
                <a:solidFill>
                  <a:srgbClr val="E14B04"/>
                </a:solidFill>
                <a:latin typeface="黑体"/>
                <a:cs typeface="黑体"/>
              </a:rPr>
              <a:t>设备可以修改存储器中的内容</a:t>
            </a:r>
            <a:r>
              <a:rPr dirty="0" sz="2400" spc="-25">
                <a:solidFill>
                  <a:srgbClr val="E14B04"/>
                </a:solidFill>
                <a:latin typeface="黑体"/>
                <a:cs typeface="黑体"/>
              </a:rPr>
              <a:t>（）</a:t>
            </a:r>
            <a:endParaRPr sz="2400">
              <a:latin typeface="黑体"/>
              <a:cs typeface="黑体"/>
            </a:endParaRPr>
          </a:p>
          <a:p>
            <a:pPr lvl="1" marL="1099185" indent="-457200">
              <a:lnSpc>
                <a:spcPct val="100000"/>
              </a:lnSpc>
              <a:spcBef>
                <a:spcPts val="825"/>
              </a:spcBef>
              <a:buSzPct val="88636"/>
              <a:buFont typeface="Wingdings"/>
              <a:buChar char=""/>
              <a:tabLst>
                <a:tab pos="1099185" algn="l"/>
              </a:tabLst>
            </a:pPr>
            <a:r>
              <a:rPr dirty="0" sz="2200" spc="-20">
                <a:solidFill>
                  <a:srgbClr val="40458B"/>
                </a:solidFill>
                <a:latin typeface="黑体"/>
                <a:cs typeface="黑体"/>
              </a:rPr>
              <a:t>把</a:t>
            </a:r>
            <a:r>
              <a:rPr dirty="0" sz="2200" spc="-10">
                <a:solidFill>
                  <a:srgbClr val="40458B"/>
                </a:solidFill>
                <a:latin typeface="黑体"/>
                <a:cs typeface="黑体"/>
              </a:rPr>
              <a:t>I/O</a:t>
            </a: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连接到存储器上</a:t>
            </a:r>
            <a:endParaRPr sz="2200">
              <a:latin typeface="黑体"/>
              <a:cs typeface="黑体"/>
            </a:endParaRPr>
          </a:p>
          <a:p>
            <a:pPr marL="588645">
              <a:lnSpc>
                <a:spcPct val="100000"/>
              </a:lnSpc>
              <a:spcBef>
                <a:spcPts val="740"/>
              </a:spcBef>
            </a:pPr>
            <a:r>
              <a:rPr dirty="0" sz="2000" spc="-20" b="1">
                <a:solidFill>
                  <a:srgbClr val="FF5CFF"/>
                </a:solidFill>
                <a:latin typeface="宋体"/>
                <a:cs typeface="宋体"/>
              </a:rPr>
              <a:t>会出现以下情况：</a:t>
            </a:r>
            <a:endParaRPr sz="2000">
              <a:latin typeface="宋体"/>
              <a:cs typeface="宋体"/>
            </a:endParaRPr>
          </a:p>
          <a:p>
            <a:pPr marL="948055" marR="503555" indent="-360045">
              <a:lnSpc>
                <a:spcPct val="110000"/>
              </a:lnSpc>
              <a:spcBef>
                <a:spcPts val="480"/>
              </a:spcBef>
              <a:buFont typeface="Wingdings"/>
              <a:buChar char=""/>
              <a:tabLst>
                <a:tab pos="948055" algn="l"/>
                <a:tab pos="1022985" algn="l"/>
              </a:tabLst>
            </a:pPr>
            <a:r>
              <a:rPr dirty="0" sz="1200">
                <a:solidFill>
                  <a:srgbClr val="4668F5"/>
                </a:solidFill>
                <a:latin typeface="Times New Roman"/>
                <a:cs typeface="Times New Roman"/>
              </a:rPr>
              <a:t>	</a:t>
            </a:r>
            <a:r>
              <a:rPr dirty="0" sz="2000" spc="-5" b="1">
                <a:solidFill>
                  <a:srgbClr val="9933FF"/>
                </a:solidFill>
                <a:latin typeface="宋体"/>
                <a:cs typeface="宋体"/>
              </a:rPr>
              <a:t>CPU</a:t>
            </a:r>
            <a:r>
              <a:rPr dirty="0" sz="2000" spc="-10" b="1">
                <a:solidFill>
                  <a:srgbClr val="FF5CFF"/>
                </a:solidFill>
                <a:latin typeface="宋体"/>
                <a:cs typeface="宋体"/>
              </a:rPr>
              <a:t>修改了</a:t>
            </a:r>
            <a:r>
              <a:rPr dirty="0" sz="2000" spc="-10" b="1">
                <a:solidFill>
                  <a:srgbClr val="9933FF"/>
                </a:solidFill>
                <a:latin typeface="宋体"/>
                <a:cs typeface="宋体"/>
              </a:rPr>
              <a:t>Cache</a:t>
            </a:r>
            <a:r>
              <a:rPr dirty="0" sz="2000" spc="-20" b="1">
                <a:solidFill>
                  <a:srgbClr val="FF5CFF"/>
                </a:solidFill>
                <a:latin typeface="宋体"/>
                <a:cs typeface="宋体"/>
              </a:rPr>
              <a:t>的内容后，由于存储器的内容跟不上</a:t>
            </a:r>
            <a:r>
              <a:rPr dirty="0" sz="2000" spc="-10" b="1">
                <a:solidFill>
                  <a:srgbClr val="9933FF"/>
                </a:solidFill>
                <a:latin typeface="宋体"/>
                <a:cs typeface="宋体"/>
              </a:rPr>
              <a:t>Cache</a:t>
            </a:r>
            <a:r>
              <a:rPr dirty="0" sz="2000" spc="-10" b="1">
                <a:solidFill>
                  <a:srgbClr val="FF5CFF"/>
                </a:solidFill>
                <a:latin typeface="宋体"/>
                <a:cs typeface="宋体"/>
              </a:rPr>
              <a:t>内容的变化，</a:t>
            </a:r>
            <a:r>
              <a:rPr dirty="0" sz="2000" spc="-5" b="1">
                <a:solidFill>
                  <a:srgbClr val="9933FF"/>
                </a:solidFill>
                <a:latin typeface="宋体"/>
                <a:cs typeface="宋体"/>
              </a:rPr>
              <a:t>I/O</a:t>
            </a:r>
            <a:r>
              <a:rPr dirty="0" sz="2000" spc="-15" b="1">
                <a:solidFill>
                  <a:srgbClr val="FF5CFF"/>
                </a:solidFill>
                <a:latin typeface="宋体"/>
                <a:cs typeface="宋体"/>
              </a:rPr>
              <a:t>系统进行</a:t>
            </a:r>
            <a:r>
              <a:rPr dirty="0" sz="2000" spc="-15" b="1">
                <a:solidFill>
                  <a:srgbClr val="FF0000"/>
                </a:solidFill>
                <a:latin typeface="宋体"/>
                <a:cs typeface="宋体"/>
              </a:rPr>
              <a:t>输出</a:t>
            </a:r>
            <a:r>
              <a:rPr dirty="0" sz="2000" spc="-20" b="1">
                <a:solidFill>
                  <a:srgbClr val="FF5CFF"/>
                </a:solidFill>
                <a:latin typeface="宋体"/>
                <a:cs typeface="宋体"/>
              </a:rPr>
              <a:t>操作时所看到的数据是旧值。</a:t>
            </a:r>
            <a:r>
              <a:rPr dirty="0" sz="2000" spc="-10" b="1">
                <a:solidFill>
                  <a:srgbClr val="FF5CFF"/>
                </a:solidFill>
                <a:latin typeface="宋体"/>
                <a:cs typeface="宋体"/>
              </a:rPr>
              <a:t>（</a:t>
            </a:r>
            <a:r>
              <a:rPr dirty="0" sz="2000" spc="-15" b="1">
                <a:solidFill>
                  <a:srgbClr val="FF5CFF"/>
                </a:solidFill>
                <a:latin typeface="宋体"/>
                <a:cs typeface="宋体"/>
              </a:rPr>
              <a:t>写直达</a:t>
            </a:r>
            <a:r>
              <a:rPr dirty="0" sz="2000" spc="-10" b="1">
                <a:solidFill>
                  <a:srgbClr val="FF5CFF"/>
                </a:solidFill>
                <a:latin typeface="宋体"/>
                <a:cs typeface="宋体"/>
              </a:rPr>
              <a:t> </a:t>
            </a:r>
            <a:r>
              <a:rPr dirty="0" sz="2000" spc="-5" b="1">
                <a:solidFill>
                  <a:srgbClr val="9933FF"/>
                </a:solidFill>
                <a:latin typeface="宋体"/>
                <a:cs typeface="宋体"/>
              </a:rPr>
              <a:t>Cache</a:t>
            </a:r>
            <a:r>
              <a:rPr dirty="0" sz="2000" spc="-20" b="1">
                <a:solidFill>
                  <a:srgbClr val="FF5CFF"/>
                </a:solidFill>
                <a:latin typeface="宋体"/>
                <a:cs typeface="宋体"/>
              </a:rPr>
              <a:t>没有这样的问题）</a:t>
            </a:r>
            <a:endParaRPr sz="2000">
              <a:latin typeface="宋体"/>
              <a:cs typeface="宋体"/>
            </a:endParaRPr>
          </a:p>
          <a:p>
            <a:pPr marL="948055" marR="881380" indent="-360045">
              <a:lnSpc>
                <a:spcPct val="110000"/>
              </a:lnSpc>
              <a:spcBef>
                <a:spcPts val="484"/>
              </a:spcBef>
              <a:buClr>
                <a:srgbClr val="4668F5"/>
              </a:buClr>
              <a:buSzPct val="60000"/>
              <a:buFont typeface="Wingdings"/>
              <a:buChar char=""/>
              <a:tabLst>
                <a:tab pos="948055" algn="l"/>
              </a:tabLst>
            </a:pPr>
            <a:r>
              <a:rPr dirty="0" sz="2000" spc="-10" b="1">
                <a:solidFill>
                  <a:srgbClr val="9933FF"/>
                </a:solidFill>
                <a:latin typeface="宋体"/>
                <a:cs typeface="宋体"/>
              </a:rPr>
              <a:t>I/O</a:t>
            </a:r>
            <a:r>
              <a:rPr dirty="0" sz="2000" spc="-25" b="1">
                <a:solidFill>
                  <a:srgbClr val="FF5CFF"/>
                </a:solidFill>
                <a:latin typeface="宋体"/>
                <a:cs typeface="宋体"/>
              </a:rPr>
              <a:t>系统进行输入操作后，存储器的内容发生了变化，但</a:t>
            </a:r>
            <a:r>
              <a:rPr dirty="0" sz="2000" spc="-10" b="1">
                <a:solidFill>
                  <a:srgbClr val="9933FF"/>
                </a:solidFill>
                <a:latin typeface="宋体"/>
                <a:cs typeface="宋体"/>
              </a:rPr>
              <a:t>CPU</a:t>
            </a:r>
            <a:r>
              <a:rPr dirty="0" sz="2000" spc="-50" b="1">
                <a:solidFill>
                  <a:srgbClr val="FF5CFF"/>
                </a:solidFill>
                <a:latin typeface="宋体"/>
                <a:cs typeface="宋体"/>
              </a:rPr>
              <a:t>在 </a:t>
            </a:r>
            <a:r>
              <a:rPr dirty="0" sz="2000" spc="-10" b="1">
                <a:solidFill>
                  <a:srgbClr val="9933FF"/>
                </a:solidFill>
                <a:latin typeface="宋体"/>
                <a:cs typeface="宋体"/>
              </a:rPr>
              <a:t>Cache</a:t>
            </a:r>
            <a:r>
              <a:rPr dirty="0" sz="2000" spc="-25" b="1">
                <a:solidFill>
                  <a:srgbClr val="FF5CFF"/>
                </a:solidFill>
                <a:latin typeface="宋体"/>
                <a:cs typeface="宋体"/>
              </a:rPr>
              <a:t>中所看到的内容依然是旧值。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305040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682105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15" b="1">
                <a:solidFill>
                  <a:srgbClr val="40458B"/>
                </a:solidFill>
                <a:latin typeface="宋体"/>
                <a:cs typeface="宋体"/>
              </a:rPr>
              <a:t>102/81</a:t>
            </a:r>
            <a:endParaRPr baseline="1736" sz="2400">
              <a:latin typeface="宋体"/>
              <a:cs typeface="宋体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1555750" y="549275"/>
            <a:ext cx="7588250" cy="0"/>
          </a:xfrm>
          <a:custGeom>
            <a:avLst/>
            <a:gdLst/>
            <a:ahLst/>
            <a:cxnLst/>
            <a:rect l="l" t="t" r="r" b="b"/>
            <a:pathLst>
              <a:path w="7588250" h="0">
                <a:moveTo>
                  <a:pt x="0" y="0"/>
                </a:moveTo>
                <a:lnTo>
                  <a:pt x="7588250" y="0"/>
                </a:lnTo>
              </a:path>
            </a:pathLst>
          </a:custGeom>
          <a:ln w="38100">
            <a:solidFill>
              <a:srgbClr val="2C44A3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119062" y="188976"/>
            <a:ext cx="1437005" cy="274955"/>
            <a:chOff x="119062" y="188976"/>
            <a:chExt cx="1437005" cy="274955"/>
          </a:xfrm>
        </p:grpSpPr>
        <p:sp>
          <p:nvSpPr>
            <p:cNvPr id="5" name="object 5" descr=""/>
            <p:cNvSpPr/>
            <p:nvPr/>
          </p:nvSpPr>
          <p:spPr>
            <a:xfrm>
              <a:off x="119062" y="188976"/>
              <a:ext cx="499745" cy="274955"/>
            </a:xfrm>
            <a:custGeom>
              <a:avLst/>
              <a:gdLst/>
              <a:ahLst/>
              <a:cxnLst/>
              <a:rect l="l" t="t" r="r" b="b"/>
              <a:pathLst>
                <a:path w="499745" h="274955">
                  <a:moveTo>
                    <a:pt x="119837" y="0"/>
                  </a:moveTo>
                  <a:lnTo>
                    <a:pt x="4993" y="41528"/>
                  </a:lnTo>
                  <a:lnTo>
                    <a:pt x="264655" y="135508"/>
                  </a:lnTo>
                  <a:lnTo>
                    <a:pt x="0" y="231266"/>
                  </a:lnTo>
                  <a:lnTo>
                    <a:pt x="119837" y="274574"/>
                  </a:lnTo>
                  <a:lnTo>
                    <a:pt x="499338" y="137287"/>
                  </a:lnTo>
                  <a:lnTo>
                    <a:pt x="119837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85546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9621" y="0"/>
                  </a:moveTo>
                  <a:lnTo>
                    <a:pt x="4991" y="41528"/>
                  </a:lnTo>
                  <a:lnTo>
                    <a:pt x="264147" y="135508"/>
                  </a:lnTo>
                  <a:lnTo>
                    <a:pt x="0" y="231266"/>
                  </a:lnTo>
                  <a:lnTo>
                    <a:pt x="119621" y="274574"/>
                  </a:lnTo>
                  <a:lnTo>
                    <a:pt x="497141" y="137287"/>
                  </a:lnTo>
                  <a:lnTo>
                    <a:pt x="119621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058608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8363" y="0"/>
                  </a:moveTo>
                  <a:lnTo>
                    <a:pt x="4978" y="41528"/>
                  </a:lnTo>
                  <a:lnTo>
                    <a:pt x="264096" y="135508"/>
                  </a:lnTo>
                  <a:lnTo>
                    <a:pt x="0" y="231266"/>
                  </a:lnTo>
                  <a:lnTo>
                    <a:pt x="118363" y="274574"/>
                  </a:lnTo>
                  <a:lnTo>
                    <a:pt x="497141" y="137287"/>
                  </a:lnTo>
                  <a:lnTo>
                    <a:pt x="118363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820926" y="-6350"/>
            <a:ext cx="326453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065" algn="l"/>
              </a:tabLst>
            </a:pPr>
            <a:r>
              <a:rPr dirty="0" u="none" spc="-25"/>
              <a:t>8.6</a:t>
            </a:r>
            <a:r>
              <a:rPr dirty="0" u="none"/>
              <a:t>	I/O</a:t>
            </a:r>
            <a:r>
              <a:rPr dirty="0" u="none" spc="-10"/>
              <a:t>与操作系统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805078" y="749934"/>
            <a:ext cx="757809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0" b="1">
                <a:solidFill>
                  <a:srgbClr val="E14B04"/>
                </a:solidFill>
                <a:latin typeface="宋体"/>
                <a:cs typeface="宋体"/>
              </a:rPr>
              <a:t>举例：</a:t>
            </a:r>
            <a:r>
              <a:rPr dirty="0" sz="2000" spc="-10" b="1">
                <a:latin typeface="宋体"/>
                <a:cs typeface="宋体"/>
              </a:rPr>
              <a:t>假设Cache</a:t>
            </a:r>
            <a:r>
              <a:rPr dirty="0" sz="2000" spc="-20" b="1">
                <a:latin typeface="宋体"/>
                <a:cs typeface="宋体"/>
              </a:rPr>
              <a:t>采用写回法，并且</a:t>
            </a:r>
            <a:r>
              <a:rPr dirty="0" sz="2000" spc="-10" b="1">
                <a:latin typeface="宋体"/>
                <a:cs typeface="宋体"/>
              </a:rPr>
              <a:t>A</a:t>
            </a:r>
            <a:r>
              <a:rPr dirty="0" sz="2000" spc="-15" b="1">
                <a:latin typeface="宋体"/>
                <a:cs typeface="宋体"/>
              </a:rPr>
              <a:t>’是</a:t>
            </a:r>
            <a:r>
              <a:rPr dirty="0" sz="2000" spc="-10" b="1">
                <a:latin typeface="宋体"/>
                <a:cs typeface="宋体"/>
              </a:rPr>
              <a:t>A</a:t>
            </a:r>
            <a:r>
              <a:rPr dirty="0" sz="2000" spc="-15" b="1">
                <a:latin typeface="宋体"/>
                <a:cs typeface="宋体"/>
              </a:rPr>
              <a:t>的副本，</a:t>
            </a:r>
            <a:r>
              <a:rPr dirty="0" sz="2000" spc="-10" b="1">
                <a:latin typeface="宋体"/>
                <a:cs typeface="宋体"/>
              </a:rPr>
              <a:t>B</a:t>
            </a:r>
            <a:r>
              <a:rPr dirty="0" sz="2000" spc="-15" b="1">
                <a:latin typeface="宋体"/>
                <a:cs typeface="宋体"/>
              </a:rPr>
              <a:t>’是</a:t>
            </a:r>
            <a:r>
              <a:rPr dirty="0" sz="2000" spc="-10" b="1">
                <a:latin typeface="宋体"/>
                <a:cs typeface="宋体"/>
              </a:rPr>
              <a:t>B</a:t>
            </a:r>
            <a:r>
              <a:rPr dirty="0" sz="2000" spc="-25" b="1">
                <a:latin typeface="宋体"/>
                <a:cs typeface="宋体"/>
              </a:rPr>
              <a:t>的副本。</a:t>
            </a:r>
            <a:endParaRPr sz="2000">
              <a:latin typeface="宋体"/>
              <a:cs typeface="宋体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1116012" y="1233487"/>
            <a:ext cx="6911975" cy="4391025"/>
            <a:chOff x="1116012" y="1233487"/>
            <a:chExt cx="6911975" cy="4391025"/>
          </a:xfrm>
        </p:grpSpPr>
        <p:sp>
          <p:nvSpPr>
            <p:cNvPr id="12" name="object 12" descr=""/>
            <p:cNvSpPr/>
            <p:nvPr/>
          </p:nvSpPr>
          <p:spPr>
            <a:xfrm>
              <a:off x="1116012" y="1233487"/>
              <a:ext cx="6911975" cy="4391025"/>
            </a:xfrm>
            <a:custGeom>
              <a:avLst/>
              <a:gdLst/>
              <a:ahLst/>
              <a:cxnLst/>
              <a:rect l="l" t="t" r="r" b="b"/>
              <a:pathLst>
                <a:path w="6911975" h="4391025">
                  <a:moveTo>
                    <a:pt x="6911975" y="0"/>
                  </a:moveTo>
                  <a:lnTo>
                    <a:pt x="0" y="0"/>
                  </a:lnTo>
                  <a:lnTo>
                    <a:pt x="0" y="4391025"/>
                  </a:lnTo>
                  <a:lnTo>
                    <a:pt x="6911975" y="4391025"/>
                  </a:lnTo>
                  <a:lnTo>
                    <a:pt x="6911975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93441" y="1913557"/>
              <a:ext cx="87079" cy="316011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93441" y="3261650"/>
              <a:ext cx="87079" cy="311809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77203" y="3585731"/>
              <a:ext cx="86675" cy="315843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2942355" y="1998779"/>
              <a:ext cx="2540" cy="1477645"/>
            </a:xfrm>
            <a:custGeom>
              <a:avLst/>
              <a:gdLst/>
              <a:ahLst/>
              <a:cxnLst/>
              <a:rect l="l" t="t" r="r" b="b"/>
              <a:pathLst>
                <a:path w="2539" h="1477645">
                  <a:moveTo>
                    <a:pt x="2186" y="0"/>
                  </a:moveTo>
                  <a:lnTo>
                    <a:pt x="0" y="1477355"/>
                  </a:lnTo>
                </a:path>
              </a:pathLst>
            </a:custGeom>
            <a:ln w="122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2900134" y="1913559"/>
              <a:ext cx="89535" cy="1647825"/>
            </a:xfrm>
            <a:custGeom>
              <a:avLst/>
              <a:gdLst/>
              <a:ahLst/>
              <a:cxnLst/>
              <a:rect l="l" t="t" r="r" b="b"/>
              <a:pathLst>
                <a:path w="89535" h="1647825">
                  <a:moveTo>
                    <a:pt x="87122" y="1516189"/>
                  </a:moveTo>
                  <a:lnTo>
                    <a:pt x="44399" y="1558544"/>
                  </a:lnTo>
                  <a:lnTo>
                    <a:pt x="0" y="1516189"/>
                  </a:lnTo>
                  <a:lnTo>
                    <a:pt x="44399" y="1647799"/>
                  </a:lnTo>
                  <a:lnTo>
                    <a:pt x="87122" y="1516189"/>
                  </a:lnTo>
                  <a:close/>
                </a:path>
                <a:path w="89535" h="1647825">
                  <a:moveTo>
                    <a:pt x="89141" y="133642"/>
                  </a:moveTo>
                  <a:lnTo>
                    <a:pt x="44399" y="0"/>
                  </a:lnTo>
                  <a:lnTo>
                    <a:pt x="2019" y="133642"/>
                  </a:lnTo>
                  <a:lnTo>
                    <a:pt x="44399" y="91274"/>
                  </a:lnTo>
                  <a:lnTo>
                    <a:pt x="89141" y="13364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8" name="object 18" descr=""/>
          <p:cNvGraphicFramePr>
            <a:graphicFrameLocks noGrp="1"/>
          </p:cNvGraphicFramePr>
          <p:nvPr/>
        </p:nvGraphicFramePr>
        <p:xfrm>
          <a:off x="1874418" y="3923527"/>
          <a:ext cx="962660" cy="12960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3760"/>
              </a:tblGrid>
              <a:tr h="2609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</a:tr>
              <a:tr h="208279">
                <a:tc>
                  <a:txBody>
                    <a:bodyPr/>
                    <a:lstStyle/>
                    <a:p>
                      <a:pPr algn="r" marR="37020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200" spc="-5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</a:tr>
              <a:tr h="418465">
                <a:tc>
                  <a:txBody>
                    <a:bodyPr/>
                    <a:lstStyle/>
                    <a:p>
                      <a:pPr algn="r" marR="37528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400" spc="-50">
                          <a:latin typeface="宋体"/>
                          <a:cs typeface="宋体"/>
                        </a:rPr>
                        <a:t>…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</a:tr>
              <a:tr h="208279">
                <a:tc>
                  <a:txBody>
                    <a:bodyPr/>
                    <a:lstStyle/>
                    <a:p>
                      <a:pPr algn="r" marR="36004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200" spc="-50" b="1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object 19" descr=""/>
          <p:cNvGraphicFramePr>
            <a:graphicFrameLocks noGrp="1"/>
          </p:cNvGraphicFramePr>
          <p:nvPr/>
        </p:nvGraphicFramePr>
        <p:xfrm>
          <a:off x="1393094" y="2221265"/>
          <a:ext cx="964565" cy="10344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6300"/>
              </a:tblGrid>
              <a:tr h="2082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</a:tr>
              <a:tr h="208279">
                <a:tc>
                  <a:txBody>
                    <a:bodyPr/>
                    <a:lstStyle/>
                    <a:p>
                      <a:pPr algn="ctr" marL="1587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200" spc="-25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A’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</a:tr>
              <a:tr h="207645">
                <a:tc>
                  <a:txBody>
                    <a:bodyPr/>
                    <a:lstStyle/>
                    <a:p>
                      <a:pPr algn="ctr" marL="1778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1200" spc="-25" b="1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B’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14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</a:tr>
              <a:tr h="147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</a:tr>
            </a:tbl>
          </a:graphicData>
        </a:graphic>
      </p:graphicFrame>
      <p:sp>
        <p:nvSpPr>
          <p:cNvPr id="20" name="object 20" descr=""/>
          <p:cNvSpPr txBox="1"/>
          <p:nvPr/>
        </p:nvSpPr>
        <p:spPr>
          <a:xfrm>
            <a:off x="1389022" y="1338919"/>
            <a:ext cx="910590" cy="565150"/>
          </a:xfrm>
          <a:prstGeom prst="rect">
            <a:avLst/>
          </a:prstGeom>
          <a:solidFill>
            <a:srgbClr val="FFFFFF"/>
          </a:solidFill>
          <a:ln w="12201">
            <a:solidFill>
              <a:srgbClr val="000000"/>
            </a:solidFill>
          </a:ln>
        </p:spPr>
        <p:txBody>
          <a:bodyPr wrap="square" lIns="0" tIns="165735" rIns="0" bIns="0" rtlCol="0" vert="horz">
            <a:spAutoFit/>
          </a:bodyPr>
          <a:lstStyle/>
          <a:p>
            <a:pPr marL="262255">
              <a:lnSpc>
                <a:spcPct val="100000"/>
              </a:lnSpc>
              <a:spcBef>
                <a:spcPts val="1305"/>
              </a:spcBef>
            </a:pPr>
            <a:r>
              <a:rPr dirty="0" sz="1400" spc="-25">
                <a:latin typeface="Times New Roman"/>
                <a:cs typeface="Times New Roman"/>
              </a:rPr>
              <a:t>CPU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2568527" y="1441909"/>
            <a:ext cx="732155" cy="461645"/>
          </a:xfrm>
          <a:prstGeom prst="rect">
            <a:avLst/>
          </a:prstGeom>
          <a:solidFill>
            <a:srgbClr val="FFFFFF"/>
          </a:solidFill>
          <a:ln w="12201">
            <a:solidFill>
              <a:srgbClr val="000000"/>
            </a:solidFill>
          </a:ln>
        </p:spPr>
        <p:txBody>
          <a:bodyPr wrap="square" lIns="0" tIns="127635" rIns="0" bIns="0" rtlCol="0" vert="horz">
            <a:spAutoFit/>
          </a:bodyPr>
          <a:lstStyle/>
          <a:p>
            <a:pPr algn="ctr" marR="1270">
              <a:lnSpc>
                <a:spcPct val="100000"/>
              </a:lnSpc>
              <a:spcBef>
                <a:spcPts val="1005"/>
              </a:spcBef>
            </a:pPr>
            <a:r>
              <a:rPr dirty="0" sz="1400" spc="-25">
                <a:latin typeface="Times New Roman"/>
                <a:cs typeface="Times New Roman"/>
              </a:rPr>
              <a:t>I/O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778706" y="5380752"/>
            <a:ext cx="121856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20">
                <a:latin typeface="宋体"/>
                <a:cs typeface="宋体"/>
              </a:rPr>
              <a:t>（</a:t>
            </a:r>
            <a:r>
              <a:rPr dirty="0" sz="1200" spc="-20">
                <a:latin typeface="Times New Roman"/>
                <a:cs typeface="Times New Roman"/>
              </a:rPr>
              <a:t>a</a:t>
            </a:r>
            <a:r>
              <a:rPr dirty="0" sz="1200" spc="-20">
                <a:latin typeface="宋体"/>
                <a:cs typeface="宋体"/>
              </a:rPr>
              <a:t>）</a:t>
            </a:r>
            <a:r>
              <a:rPr dirty="0" sz="1200" spc="-20">
                <a:latin typeface="Times New Roman"/>
                <a:cs typeface="Times New Roman"/>
              </a:rPr>
              <a:t>A’=A</a:t>
            </a:r>
            <a:r>
              <a:rPr dirty="0" sz="1200" spc="-20">
                <a:latin typeface="宋体"/>
                <a:cs typeface="宋体"/>
              </a:rPr>
              <a:t>，</a:t>
            </a:r>
            <a:r>
              <a:rPr dirty="0" sz="1200" spc="-20">
                <a:latin typeface="Times New Roman"/>
                <a:cs typeface="Times New Roman"/>
              </a:rPr>
              <a:t>B’=B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3892774" y="5380752"/>
            <a:ext cx="155892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30">
                <a:latin typeface="宋体"/>
                <a:cs typeface="宋体"/>
              </a:rPr>
              <a:t>（</a:t>
            </a:r>
            <a:r>
              <a:rPr dirty="0" sz="1200" spc="-30">
                <a:latin typeface="Times New Roman"/>
                <a:cs typeface="Times New Roman"/>
              </a:rPr>
              <a:t>b</a:t>
            </a:r>
            <a:r>
              <a:rPr dirty="0" sz="1200" spc="-30">
                <a:latin typeface="宋体"/>
                <a:cs typeface="宋体"/>
              </a:rPr>
              <a:t>）</a:t>
            </a:r>
            <a:r>
              <a:rPr dirty="0" sz="1200" spc="-30">
                <a:latin typeface="Times New Roman"/>
                <a:cs typeface="Times New Roman"/>
              </a:rPr>
              <a:t>A’</a:t>
            </a:r>
            <a:r>
              <a:rPr dirty="0" sz="1200" spc="-30">
                <a:latin typeface="宋体"/>
                <a:cs typeface="宋体"/>
              </a:rPr>
              <a:t>≠</a:t>
            </a:r>
            <a:r>
              <a:rPr dirty="0" sz="1200" spc="-30">
                <a:latin typeface="Times New Roman"/>
                <a:cs typeface="Times New Roman"/>
              </a:rPr>
              <a:t>A</a:t>
            </a:r>
            <a:r>
              <a:rPr dirty="0" sz="1200" spc="-30">
                <a:latin typeface="宋体"/>
                <a:cs typeface="宋体"/>
              </a:rPr>
              <a:t>，</a:t>
            </a:r>
            <a:r>
              <a:rPr dirty="0" sz="1200" spc="-30">
                <a:latin typeface="Times New Roman"/>
                <a:cs typeface="Times New Roman"/>
              </a:rPr>
              <a:t>A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 spc="-35">
                <a:latin typeface="宋体"/>
                <a:cs typeface="宋体"/>
              </a:rPr>
              <a:t>为旧值</a:t>
            </a:r>
            <a:endParaRPr sz="1200">
              <a:latin typeface="宋体"/>
              <a:cs typeface="宋体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6263152" y="5390928"/>
            <a:ext cx="155956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20">
                <a:latin typeface="宋体"/>
                <a:cs typeface="宋体"/>
              </a:rPr>
              <a:t>（</a:t>
            </a:r>
            <a:r>
              <a:rPr dirty="0" sz="1200" spc="-20">
                <a:latin typeface="Times New Roman"/>
                <a:cs typeface="Times New Roman"/>
              </a:rPr>
              <a:t>c</a:t>
            </a:r>
            <a:r>
              <a:rPr dirty="0" sz="1200" spc="-20">
                <a:latin typeface="宋体"/>
                <a:cs typeface="宋体"/>
              </a:rPr>
              <a:t>）</a:t>
            </a:r>
            <a:r>
              <a:rPr dirty="0" sz="1200" spc="-20">
                <a:latin typeface="Times New Roman"/>
                <a:cs typeface="Times New Roman"/>
              </a:rPr>
              <a:t>B’</a:t>
            </a:r>
            <a:r>
              <a:rPr dirty="0" sz="1200" spc="-20">
                <a:latin typeface="宋体"/>
                <a:cs typeface="宋体"/>
              </a:rPr>
              <a:t>≠</a:t>
            </a:r>
            <a:r>
              <a:rPr dirty="0" sz="1200" spc="-20">
                <a:latin typeface="Times New Roman"/>
                <a:cs typeface="Times New Roman"/>
              </a:rPr>
              <a:t>B</a:t>
            </a:r>
            <a:r>
              <a:rPr dirty="0" sz="1200" spc="-20">
                <a:latin typeface="宋体"/>
                <a:cs typeface="宋体"/>
              </a:rPr>
              <a:t>，</a:t>
            </a:r>
            <a:r>
              <a:rPr dirty="0" sz="1200" spc="-20">
                <a:latin typeface="Times New Roman"/>
                <a:cs typeface="Times New Roman"/>
              </a:rPr>
              <a:t>B’</a:t>
            </a:r>
            <a:r>
              <a:rPr dirty="0" sz="1200" spc="-35">
                <a:latin typeface="宋体"/>
                <a:cs typeface="宋体"/>
              </a:rPr>
              <a:t>为旧值</a:t>
            </a:r>
            <a:endParaRPr sz="1200">
              <a:latin typeface="宋体"/>
              <a:cs typeface="宋体"/>
            </a:endParaRPr>
          </a:p>
        </p:txBody>
      </p:sp>
      <p:graphicFrame>
        <p:nvGraphicFramePr>
          <p:cNvPr id="25" name="object 25" descr=""/>
          <p:cNvGraphicFramePr>
            <a:graphicFrameLocks noGrp="1"/>
          </p:cNvGraphicFramePr>
          <p:nvPr/>
        </p:nvGraphicFramePr>
        <p:xfrm>
          <a:off x="4139857" y="3923527"/>
          <a:ext cx="962660" cy="12960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3760"/>
              </a:tblGrid>
              <a:tr h="2609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</a:tr>
              <a:tr h="208279">
                <a:tc>
                  <a:txBody>
                    <a:bodyPr/>
                    <a:lstStyle/>
                    <a:p>
                      <a:pPr marL="20574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1200" spc="-1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A(</a:t>
                      </a:r>
                      <a:r>
                        <a:rPr dirty="0" sz="1200" b="1">
                          <a:solidFill>
                            <a:srgbClr val="FF0000"/>
                          </a:solidFill>
                          <a:latin typeface="宋体"/>
                          <a:cs typeface="宋体"/>
                        </a:rPr>
                        <a:t>旧值</a:t>
                      </a:r>
                      <a:r>
                        <a:rPr dirty="0" sz="1200" spc="-5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14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</a:tr>
              <a:tr h="418465">
                <a:tc>
                  <a:txBody>
                    <a:bodyPr/>
                    <a:lstStyle/>
                    <a:p>
                      <a:pPr algn="ctr" marR="6350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400" spc="-50">
                          <a:latin typeface="宋体"/>
                          <a:cs typeface="宋体"/>
                        </a:rPr>
                        <a:t>…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</a:tr>
              <a:tr h="208279">
                <a:tc>
                  <a:txBody>
                    <a:bodyPr/>
                    <a:lstStyle/>
                    <a:p>
                      <a:pPr algn="ctr" marL="3683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200" spc="-50" b="1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</a:tr>
            </a:tbl>
          </a:graphicData>
        </a:graphic>
      </p:graphicFrame>
      <p:grpSp>
        <p:nvGrpSpPr>
          <p:cNvPr id="26" name="object 26" descr=""/>
          <p:cNvGrpSpPr/>
          <p:nvPr/>
        </p:nvGrpSpPr>
        <p:grpSpPr>
          <a:xfrm>
            <a:off x="3670410" y="1913557"/>
            <a:ext cx="1584325" cy="1988185"/>
            <a:chOff x="3670410" y="1913557"/>
            <a:chExt cx="1584325" cy="1988185"/>
          </a:xfrm>
        </p:grpSpPr>
        <p:sp>
          <p:nvSpPr>
            <p:cNvPr id="27" name="object 27" descr=""/>
            <p:cNvSpPr/>
            <p:nvPr/>
          </p:nvSpPr>
          <p:spPr>
            <a:xfrm>
              <a:off x="3676760" y="2227367"/>
              <a:ext cx="875665" cy="1036319"/>
            </a:xfrm>
            <a:custGeom>
              <a:avLst/>
              <a:gdLst/>
              <a:ahLst/>
              <a:cxnLst/>
              <a:rect l="l" t="t" r="r" b="b"/>
              <a:pathLst>
                <a:path w="875664" h="1036320">
                  <a:moveTo>
                    <a:pt x="875585" y="0"/>
                  </a:moveTo>
                  <a:lnTo>
                    <a:pt x="0" y="0"/>
                  </a:lnTo>
                  <a:lnTo>
                    <a:pt x="0" y="1036300"/>
                  </a:lnTo>
                  <a:lnTo>
                    <a:pt x="875585" y="1036300"/>
                  </a:lnTo>
                  <a:lnTo>
                    <a:pt x="875585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3676760" y="2227367"/>
              <a:ext cx="875665" cy="1036319"/>
            </a:xfrm>
            <a:custGeom>
              <a:avLst/>
              <a:gdLst/>
              <a:ahLst/>
              <a:cxnLst/>
              <a:rect l="l" t="t" r="r" b="b"/>
              <a:pathLst>
                <a:path w="875664" h="1036320">
                  <a:moveTo>
                    <a:pt x="0" y="1036300"/>
                  </a:moveTo>
                  <a:lnTo>
                    <a:pt x="875585" y="1036300"/>
                  </a:lnTo>
                  <a:lnTo>
                    <a:pt x="875585" y="0"/>
                  </a:lnTo>
                  <a:lnTo>
                    <a:pt x="0" y="0"/>
                  </a:lnTo>
                  <a:lnTo>
                    <a:pt x="0" y="1036300"/>
                  </a:lnTo>
                  <a:close/>
                </a:path>
              </a:pathLst>
            </a:custGeom>
            <a:ln w="122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3676751" y="2638158"/>
              <a:ext cx="885825" cy="483870"/>
            </a:xfrm>
            <a:custGeom>
              <a:avLst/>
              <a:gdLst/>
              <a:ahLst/>
              <a:cxnLst/>
              <a:rect l="l" t="t" r="r" b="b"/>
              <a:pathLst>
                <a:path w="885825" h="483869">
                  <a:moveTo>
                    <a:pt x="885761" y="471665"/>
                  </a:moveTo>
                  <a:lnTo>
                    <a:pt x="0" y="471665"/>
                  </a:lnTo>
                  <a:lnTo>
                    <a:pt x="0" y="483870"/>
                  </a:lnTo>
                  <a:lnTo>
                    <a:pt x="885761" y="483870"/>
                  </a:lnTo>
                  <a:lnTo>
                    <a:pt x="885761" y="471665"/>
                  </a:lnTo>
                  <a:close/>
                </a:path>
                <a:path w="885825" h="483869">
                  <a:moveTo>
                    <a:pt x="885761" y="0"/>
                  </a:moveTo>
                  <a:lnTo>
                    <a:pt x="0" y="0"/>
                  </a:lnTo>
                  <a:lnTo>
                    <a:pt x="0" y="12204"/>
                  </a:lnTo>
                  <a:lnTo>
                    <a:pt x="885761" y="12204"/>
                  </a:lnTo>
                  <a:lnTo>
                    <a:pt x="8857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071123" y="1913557"/>
              <a:ext cx="87112" cy="316011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071123" y="3261650"/>
              <a:ext cx="87112" cy="311809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576815" y="3585731"/>
              <a:ext cx="87112" cy="315843"/>
            </a:xfrm>
            <a:prstGeom prst="rect">
              <a:avLst/>
            </a:prstGeom>
          </p:spPr>
        </p:pic>
        <p:sp>
          <p:nvSpPr>
            <p:cNvPr id="33" name="object 33" descr=""/>
            <p:cNvSpPr/>
            <p:nvPr/>
          </p:nvSpPr>
          <p:spPr>
            <a:xfrm>
              <a:off x="5207794" y="1998779"/>
              <a:ext cx="2540" cy="1477645"/>
            </a:xfrm>
            <a:custGeom>
              <a:avLst/>
              <a:gdLst/>
              <a:ahLst/>
              <a:cxnLst/>
              <a:rect l="l" t="t" r="r" b="b"/>
              <a:pathLst>
                <a:path w="2539" h="1477645">
                  <a:moveTo>
                    <a:pt x="2186" y="0"/>
                  </a:moveTo>
                  <a:lnTo>
                    <a:pt x="0" y="1477355"/>
                  </a:lnTo>
                </a:path>
              </a:pathLst>
            </a:custGeom>
            <a:ln w="122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5165572" y="1913559"/>
              <a:ext cx="89535" cy="1647825"/>
            </a:xfrm>
            <a:custGeom>
              <a:avLst/>
              <a:gdLst/>
              <a:ahLst/>
              <a:cxnLst/>
              <a:rect l="l" t="t" r="r" b="b"/>
              <a:pathLst>
                <a:path w="89535" h="1647825">
                  <a:moveTo>
                    <a:pt x="87122" y="1516189"/>
                  </a:moveTo>
                  <a:lnTo>
                    <a:pt x="44399" y="1558544"/>
                  </a:lnTo>
                  <a:lnTo>
                    <a:pt x="0" y="1516189"/>
                  </a:lnTo>
                  <a:lnTo>
                    <a:pt x="44399" y="1647799"/>
                  </a:lnTo>
                  <a:lnTo>
                    <a:pt x="87122" y="1516189"/>
                  </a:lnTo>
                  <a:close/>
                </a:path>
                <a:path w="89535" h="1647825">
                  <a:moveTo>
                    <a:pt x="89141" y="133642"/>
                  </a:moveTo>
                  <a:lnTo>
                    <a:pt x="44399" y="0"/>
                  </a:lnTo>
                  <a:lnTo>
                    <a:pt x="2019" y="133642"/>
                  </a:lnTo>
                  <a:lnTo>
                    <a:pt x="44399" y="91274"/>
                  </a:lnTo>
                  <a:lnTo>
                    <a:pt x="89141" y="13364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 descr=""/>
          <p:cNvSpPr txBox="1"/>
          <p:nvPr/>
        </p:nvSpPr>
        <p:spPr>
          <a:xfrm>
            <a:off x="3671715" y="2435817"/>
            <a:ext cx="893444" cy="208915"/>
          </a:xfrm>
          <a:prstGeom prst="rect">
            <a:avLst/>
          </a:prstGeom>
          <a:solidFill>
            <a:srgbClr val="CCFFCC"/>
          </a:solidFill>
          <a:ln w="12203">
            <a:solidFill>
              <a:srgbClr val="000000"/>
            </a:solidFill>
          </a:ln>
        </p:spPr>
        <p:txBody>
          <a:bodyPr wrap="square" lIns="0" tIns="3175" rIns="0" bIns="0" rtlCol="0" vert="horz">
            <a:spAutoFit/>
          </a:bodyPr>
          <a:lstStyle/>
          <a:p>
            <a:pPr marL="213360">
              <a:lnSpc>
                <a:spcPct val="100000"/>
              </a:lnSpc>
              <a:spcBef>
                <a:spcPts val="25"/>
              </a:spcBef>
            </a:pPr>
            <a:r>
              <a:rPr dirty="0" sz="1200" spc="-10" b="1">
                <a:solidFill>
                  <a:srgbClr val="FF0000"/>
                </a:solidFill>
                <a:latin typeface="Times New Roman"/>
                <a:cs typeface="Times New Roman"/>
              </a:rPr>
              <a:t>A’(500)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3671715" y="2907650"/>
            <a:ext cx="893444" cy="208279"/>
          </a:xfrm>
          <a:prstGeom prst="rect">
            <a:avLst/>
          </a:prstGeom>
          <a:solidFill>
            <a:srgbClr val="CCFFCC"/>
          </a:solidFill>
          <a:ln w="12203">
            <a:solidFill>
              <a:srgbClr val="000000"/>
            </a:solidFill>
          </a:ln>
        </p:spPr>
        <p:txBody>
          <a:bodyPr wrap="square" lIns="0" tIns="11430" rIns="0" bIns="0" rtlCol="0" vert="horz">
            <a:spAutoFit/>
          </a:bodyPr>
          <a:lstStyle/>
          <a:p>
            <a:pPr algn="ctr" marL="10795">
              <a:lnSpc>
                <a:spcPct val="100000"/>
              </a:lnSpc>
              <a:spcBef>
                <a:spcPts val="90"/>
              </a:spcBef>
            </a:pPr>
            <a:r>
              <a:rPr dirty="0" sz="1200" spc="-25" b="1">
                <a:solidFill>
                  <a:srgbClr val="0000FF"/>
                </a:solidFill>
                <a:latin typeface="Times New Roman"/>
                <a:cs typeface="Times New Roman"/>
              </a:rPr>
              <a:t>B’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3671715" y="1338919"/>
            <a:ext cx="893444" cy="565150"/>
          </a:xfrm>
          <a:prstGeom prst="rect">
            <a:avLst/>
          </a:prstGeom>
          <a:solidFill>
            <a:srgbClr val="FFFFFF"/>
          </a:solidFill>
          <a:ln w="12201">
            <a:solidFill>
              <a:srgbClr val="000000"/>
            </a:solidFill>
          </a:ln>
        </p:spPr>
        <p:txBody>
          <a:bodyPr wrap="square" lIns="0" tIns="165735" rIns="0" bIns="0" rtlCol="0" vert="horz">
            <a:spAutoFit/>
          </a:bodyPr>
          <a:lstStyle/>
          <a:p>
            <a:pPr marL="257175">
              <a:lnSpc>
                <a:spcPct val="100000"/>
              </a:lnSpc>
              <a:spcBef>
                <a:spcPts val="1305"/>
              </a:spcBef>
            </a:pPr>
            <a:r>
              <a:rPr dirty="0" sz="1400" spc="-25">
                <a:latin typeface="Times New Roman"/>
                <a:cs typeface="Times New Roman"/>
              </a:rPr>
              <a:t>CPU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4833949" y="1441909"/>
            <a:ext cx="732155" cy="461645"/>
          </a:xfrm>
          <a:prstGeom prst="rect">
            <a:avLst/>
          </a:prstGeom>
          <a:solidFill>
            <a:srgbClr val="FFFFFF"/>
          </a:solidFill>
          <a:ln w="12201">
            <a:solidFill>
              <a:srgbClr val="000000"/>
            </a:solidFill>
          </a:ln>
        </p:spPr>
        <p:txBody>
          <a:bodyPr wrap="square" lIns="0" tIns="127635" rIns="0" bIns="0" rtlCol="0" vert="horz">
            <a:spAutoFit/>
          </a:bodyPr>
          <a:lstStyle/>
          <a:p>
            <a:pPr algn="ctr" marR="1270">
              <a:lnSpc>
                <a:spcPct val="100000"/>
              </a:lnSpc>
              <a:spcBef>
                <a:spcPts val="1005"/>
              </a:spcBef>
            </a:pPr>
            <a:r>
              <a:rPr dirty="0" sz="1400" spc="-25">
                <a:latin typeface="Times New Roman"/>
                <a:cs typeface="Times New Roman"/>
              </a:rPr>
              <a:t>I/O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39" name="object 39" descr=""/>
          <p:cNvGrpSpPr/>
          <p:nvPr/>
        </p:nvGrpSpPr>
        <p:grpSpPr>
          <a:xfrm>
            <a:off x="6443855" y="1913557"/>
            <a:ext cx="1181735" cy="3320415"/>
            <a:chOff x="6443855" y="1913557"/>
            <a:chExt cx="1181735" cy="3320415"/>
          </a:xfrm>
        </p:grpSpPr>
        <p:sp>
          <p:nvSpPr>
            <p:cNvPr id="40" name="object 40" descr=""/>
            <p:cNvSpPr/>
            <p:nvPr/>
          </p:nvSpPr>
          <p:spPr>
            <a:xfrm>
              <a:off x="6516842" y="3929629"/>
              <a:ext cx="875665" cy="1297940"/>
            </a:xfrm>
            <a:custGeom>
              <a:avLst/>
              <a:gdLst/>
              <a:ahLst/>
              <a:cxnLst/>
              <a:rect l="l" t="t" r="r" b="b"/>
              <a:pathLst>
                <a:path w="875665" h="1297939">
                  <a:moveTo>
                    <a:pt x="875585" y="0"/>
                  </a:moveTo>
                  <a:lnTo>
                    <a:pt x="0" y="0"/>
                  </a:lnTo>
                  <a:lnTo>
                    <a:pt x="0" y="1297615"/>
                  </a:lnTo>
                  <a:lnTo>
                    <a:pt x="875585" y="1297615"/>
                  </a:lnTo>
                  <a:lnTo>
                    <a:pt x="875585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6516842" y="3929629"/>
              <a:ext cx="875665" cy="1297940"/>
            </a:xfrm>
            <a:custGeom>
              <a:avLst/>
              <a:gdLst/>
              <a:ahLst/>
              <a:cxnLst/>
              <a:rect l="l" t="t" r="r" b="b"/>
              <a:pathLst>
                <a:path w="875665" h="1297939">
                  <a:moveTo>
                    <a:pt x="0" y="1297615"/>
                  </a:moveTo>
                  <a:lnTo>
                    <a:pt x="875585" y="1297615"/>
                  </a:lnTo>
                  <a:lnTo>
                    <a:pt x="875585" y="0"/>
                  </a:lnTo>
                  <a:lnTo>
                    <a:pt x="0" y="0"/>
                  </a:lnTo>
                  <a:lnTo>
                    <a:pt x="0" y="1297615"/>
                  </a:lnTo>
                  <a:close/>
                </a:path>
              </a:pathLst>
            </a:custGeom>
            <a:ln w="122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43855" y="1913557"/>
              <a:ext cx="87112" cy="316011"/>
            </a:xfrm>
            <a:prstGeom prst="rect">
              <a:avLst/>
            </a:prstGeom>
          </p:spPr>
        </p:pic>
        <p:pic>
          <p:nvPicPr>
            <p:cNvPr id="43" name="object 43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443855" y="3261650"/>
              <a:ext cx="87112" cy="311809"/>
            </a:xfrm>
            <a:prstGeom prst="rect">
              <a:avLst/>
            </a:prstGeom>
          </p:spPr>
        </p:pic>
        <p:pic>
          <p:nvPicPr>
            <p:cNvPr id="44" name="object 44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949716" y="3585731"/>
              <a:ext cx="86608" cy="315843"/>
            </a:xfrm>
            <a:prstGeom prst="rect">
              <a:avLst/>
            </a:prstGeom>
          </p:spPr>
        </p:pic>
        <p:sp>
          <p:nvSpPr>
            <p:cNvPr id="45" name="object 45" descr=""/>
            <p:cNvSpPr/>
            <p:nvPr/>
          </p:nvSpPr>
          <p:spPr>
            <a:xfrm>
              <a:off x="7578677" y="1998779"/>
              <a:ext cx="2540" cy="1477645"/>
            </a:xfrm>
            <a:custGeom>
              <a:avLst/>
              <a:gdLst/>
              <a:ahLst/>
              <a:cxnLst/>
              <a:rect l="l" t="t" r="r" b="b"/>
              <a:pathLst>
                <a:path w="2540" h="1477645">
                  <a:moveTo>
                    <a:pt x="2018" y="0"/>
                  </a:moveTo>
                  <a:lnTo>
                    <a:pt x="0" y="1477355"/>
                  </a:lnTo>
                </a:path>
              </a:pathLst>
            </a:custGeom>
            <a:ln w="122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7535951" y="1913559"/>
              <a:ext cx="89535" cy="1647825"/>
            </a:xfrm>
            <a:custGeom>
              <a:avLst/>
              <a:gdLst/>
              <a:ahLst/>
              <a:cxnLst/>
              <a:rect l="l" t="t" r="r" b="b"/>
              <a:pathLst>
                <a:path w="89534" h="1647825">
                  <a:moveTo>
                    <a:pt x="87122" y="1516189"/>
                  </a:moveTo>
                  <a:lnTo>
                    <a:pt x="44742" y="1558544"/>
                  </a:lnTo>
                  <a:lnTo>
                    <a:pt x="0" y="1516189"/>
                  </a:lnTo>
                  <a:lnTo>
                    <a:pt x="44742" y="1647799"/>
                  </a:lnTo>
                  <a:lnTo>
                    <a:pt x="87122" y="1516189"/>
                  </a:lnTo>
                  <a:close/>
                </a:path>
                <a:path w="89534" h="1647825">
                  <a:moveTo>
                    <a:pt x="89141" y="133642"/>
                  </a:moveTo>
                  <a:lnTo>
                    <a:pt x="44742" y="0"/>
                  </a:lnTo>
                  <a:lnTo>
                    <a:pt x="2019" y="133642"/>
                  </a:lnTo>
                  <a:lnTo>
                    <a:pt x="44742" y="91274"/>
                  </a:lnTo>
                  <a:lnTo>
                    <a:pt x="89141" y="13364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6516840" y="4184865"/>
              <a:ext cx="883919" cy="848360"/>
            </a:xfrm>
            <a:custGeom>
              <a:avLst/>
              <a:gdLst/>
              <a:ahLst/>
              <a:cxnLst/>
              <a:rect l="l" t="t" r="r" b="b"/>
              <a:pathLst>
                <a:path w="883920" h="848360">
                  <a:moveTo>
                    <a:pt x="883564" y="836041"/>
                  </a:moveTo>
                  <a:lnTo>
                    <a:pt x="0" y="836041"/>
                  </a:lnTo>
                  <a:lnTo>
                    <a:pt x="0" y="848233"/>
                  </a:lnTo>
                  <a:lnTo>
                    <a:pt x="883564" y="848233"/>
                  </a:lnTo>
                  <a:lnTo>
                    <a:pt x="883564" y="836041"/>
                  </a:lnTo>
                  <a:close/>
                </a:path>
                <a:path w="883920" h="848360">
                  <a:moveTo>
                    <a:pt x="883564" y="208407"/>
                  </a:moveTo>
                  <a:lnTo>
                    <a:pt x="0" y="208407"/>
                  </a:lnTo>
                  <a:lnTo>
                    <a:pt x="0" y="220599"/>
                  </a:lnTo>
                  <a:lnTo>
                    <a:pt x="883564" y="220599"/>
                  </a:lnTo>
                  <a:lnTo>
                    <a:pt x="883564" y="208407"/>
                  </a:lnTo>
                  <a:close/>
                </a:path>
                <a:path w="883920" h="848360">
                  <a:moveTo>
                    <a:pt x="883564" y="0"/>
                  </a:moveTo>
                  <a:lnTo>
                    <a:pt x="0" y="0"/>
                  </a:lnTo>
                  <a:lnTo>
                    <a:pt x="0" y="12204"/>
                  </a:lnTo>
                  <a:lnTo>
                    <a:pt x="883564" y="12204"/>
                  </a:lnTo>
                  <a:lnTo>
                    <a:pt x="8835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8" descr=""/>
          <p:cNvSpPr txBox="1"/>
          <p:nvPr/>
        </p:nvSpPr>
        <p:spPr>
          <a:xfrm>
            <a:off x="6816605" y="4460856"/>
            <a:ext cx="20383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latin typeface="宋体"/>
                <a:cs typeface="宋体"/>
              </a:rPr>
              <a:t>…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49" name="object 49" descr=""/>
          <p:cNvSpPr txBox="1"/>
          <p:nvPr/>
        </p:nvSpPr>
        <p:spPr>
          <a:xfrm>
            <a:off x="6522944" y="4197061"/>
            <a:ext cx="746125" cy="196215"/>
          </a:xfrm>
          <a:prstGeom prst="rect">
            <a:avLst/>
          </a:prstGeom>
          <a:solidFill>
            <a:srgbClr val="FFFF99"/>
          </a:solidFill>
        </p:spPr>
        <p:txBody>
          <a:bodyPr wrap="square" lIns="0" tIns="0" rIns="0" bIns="0" rtlCol="0" vert="horz">
            <a:spAutoFit/>
          </a:bodyPr>
          <a:lstStyle/>
          <a:p>
            <a:pPr algn="ctr" marL="122555">
              <a:lnSpc>
                <a:spcPts val="1420"/>
              </a:lnSpc>
            </a:pPr>
            <a:r>
              <a:rPr dirty="0" sz="1200" spc="-50" b="1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0" name="object 50" descr=""/>
          <p:cNvSpPr txBox="1"/>
          <p:nvPr/>
        </p:nvSpPr>
        <p:spPr>
          <a:xfrm>
            <a:off x="6516842" y="4818194"/>
            <a:ext cx="875665" cy="208915"/>
          </a:xfrm>
          <a:prstGeom prst="rect">
            <a:avLst/>
          </a:prstGeom>
          <a:solidFill>
            <a:srgbClr val="FFFF99"/>
          </a:solidFill>
          <a:ln w="12204">
            <a:solidFill>
              <a:srgbClr val="000000"/>
            </a:solidFill>
          </a:ln>
        </p:spPr>
        <p:txBody>
          <a:bodyPr wrap="square" lIns="0" tIns="15240" rIns="0" bIns="0" rtlCol="0" vert="horz">
            <a:spAutoFit/>
          </a:bodyPr>
          <a:lstStyle/>
          <a:p>
            <a:pPr marL="252095">
              <a:lnSpc>
                <a:spcPct val="100000"/>
              </a:lnSpc>
              <a:spcBef>
                <a:spcPts val="120"/>
              </a:spcBef>
            </a:pPr>
            <a:r>
              <a:rPr dirty="0" sz="1200" spc="-10" b="1">
                <a:solidFill>
                  <a:srgbClr val="0000FF"/>
                </a:solidFill>
                <a:latin typeface="Times New Roman"/>
                <a:cs typeface="Times New Roman"/>
              </a:rPr>
              <a:t>B(400)</a:t>
            </a:r>
            <a:endParaRPr sz="1200">
              <a:latin typeface="Times New Roman"/>
              <a:cs typeface="Times New Roman"/>
            </a:endParaRPr>
          </a:p>
        </p:txBody>
      </p:sp>
      <p:graphicFrame>
        <p:nvGraphicFramePr>
          <p:cNvPr id="51" name="object 51" descr=""/>
          <p:cNvGraphicFramePr>
            <a:graphicFrameLocks noGrp="1"/>
          </p:cNvGraphicFramePr>
          <p:nvPr/>
        </p:nvGraphicFramePr>
        <p:xfrm>
          <a:off x="6043223" y="2221265"/>
          <a:ext cx="962660" cy="10344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3760"/>
              </a:tblGrid>
              <a:tr h="2082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</a:tr>
              <a:tr h="208279">
                <a:tc>
                  <a:txBody>
                    <a:bodyPr/>
                    <a:lstStyle/>
                    <a:p>
                      <a:pPr algn="ctr" marL="1778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200" spc="-25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A’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</a:tr>
              <a:tr h="207645">
                <a:tc>
                  <a:txBody>
                    <a:bodyPr/>
                    <a:lstStyle/>
                    <a:p>
                      <a:pPr algn="ctr" marL="74295">
                        <a:lnSpc>
                          <a:spcPts val="1420"/>
                        </a:lnSpc>
                      </a:pPr>
                      <a:r>
                        <a:rPr dirty="0" sz="1200" spc="-10" b="1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dirty="0" sz="1200" spc="-30" b="1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’ (</a:t>
                      </a:r>
                      <a:r>
                        <a:rPr dirty="0" sz="1200" spc="-5" b="1">
                          <a:solidFill>
                            <a:srgbClr val="0000FF"/>
                          </a:solidFill>
                          <a:latin typeface="宋体"/>
                          <a:cs typeface="宋体"/>
                        </a:rPr>
                        <a:t>旧值</a:t>
                      </a:r>
                      <a:r>
                        <a:rPr dirty="0" sz="1200" spc="-50" b="1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</a:tr>
              <a:tr h="147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</a:tr>
            </a:tbl>
          </a:graphicData>
        </a:graphic>
      </p:graphicFrame>
      <p:sp>
        <p:nvSpPr>
          <p:cNvPr id="52" name="object 52" descr=""/>
          <p:cNvSpPr txBox="1"/>
          <p:nvPr/>
        </p:nvSpPr>
        <p:spPr>
          <a:xfrm>
            <a:off x="6039067" y="1338919"/>
            <a:ext cx="910590" cy="565150"/>
          </a:xfrm>
          <a:prstGeom prst="rect">
            <a:avLst/>
          </a:prstGeom>
          <a:solidFill>
            <a:srgbClr val="FFFFFF"/>
          </a:solidFill>
          <a:ln w="12201">
            <a:solidFill>
              <a:srgbClr val="000000"/>
            </a:solidFill>
          </a:ln>
        </p:spPr>
        <p:txBody>
          <a:bodyPr wrap="square" lIns="0" tIns="165735" rIns="0" bIns="0" rtlCol="0" vert="horz">
            <a:spAutoFit/>
          </a:bodyPr>
          <a:lstStyle/>
          <a:p>
            <a:pPr marL="262890">
              <a:lnSpc>
                <a:spcPct val="100000"/>
              </a:lnSpc>
              <a:spcBef>
                <a:spcPts val="1305"/>
              </a:spcBef>
            </a:pPr>
            <a:r>
              <a:rPr dirty="0" sz="1400" spc="-25">
                <a:latin typeface="Times New Roman"/>
                <a:cs typeface="Times New Roman"/>
              </a:rPr>
              <a:t>CPU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3" name="object 53" descr=""/>
          <p:cNvSpPr txBox="1"/>
          <p:nvPr/>
        </p:nvSpPr>
        <p:spPr>
          <a:xfrm>
            <a:off x="7204327" y="1441909"/>
            <a:ext cx="734695" cy="461645"/>
          </a:xfrm>
          <a:prstGeom prst="rect">
            <a:avLst/>
          </a:prstGeom>
          <a:solidFill>
            <a:srgbClr val="FFFFFF"/>
          </a:solidFill>
          <a:ln w="12201">
            <a:solidFill>
              <a:srgbClr val="000000"/>
            </a:solidFill>
          </a:ln>
        </p:spPr>
        <p:txBody>
          <a:bodyPr wrap="square" lIns="0" tIns="127635" rIns="0" bIns="0" rtlCol="0" vert="horz">
            <a:spAutoFit/>
          </a:bodyPr>
          <a:lstStyle/>
          <a:p>
            <a:pPr algn="ctr" marR="2540">
              <a:lnSpc>
                <a:spcPct val="100000"/>
              </a:lnSpc>
              <a:spcBef>
                <a:spcPts val="1005"/>
              </a:spcBef>
            </a:pPr>
            <a:r>
              <a:rPr dirty="0" sz="1400" spc="-25">
                <a:latin typeface="Times New Roman"/>
                <a:cs typeface="Times New Roman"/>
              </a:rPr>
              <a:t>I/O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54" name="object 54" descr=""/>
          <p:cNvGrpSpPr/>
          <p:nvPr/>
        </p:nvGrpSpPr>
        <p:grpSpPr>
          <a:xfrm>
            <a:off x="1180457" y="1925529"/>
            <a:ext cx="6772909" cy="1666875"/>
            <a:chOff x="1180457" y="1925529"/>
            <a:chExt cx="6772909" cy="1666875"/>
          </a:xfrm>
        </p:grpSpPr>
        <p:sp>
          <p:nvSpPr>
            <p:cNvPr id="55" name="object 55" descr=""/>
            <p:cNvSpPr/>
            <p:nvPr/>
          </p:nvSpPr>
          <p:spPr>
            <a:xfrm>
              <a:off x="1186807" y="3585731"/>
              <a:ext cx="6760209" cy="0"/>
            </a:xfrm>
            <a:custGeom>
              <a:avLst/>
              <a:gdLst/>
              <a:ahLst/>
              <a:cxnLst/>
              <a:rect l="l" t="t" r="r" b="b"/>
              <a:pathLst>
                <a:path w="6760209" h="0">
                  <a:moveTo>
                    <a:pt x="0" y="0"/>
                  </a:moveTo>
                  <a:lnTo>
                    <a:pt x="1946086" y="0"/>
                  </a:lnTo>
                </a:path>
                <a:path w="6760209" h="0">
                  <a:moveTo>
                    <a:pt x="2407044" y="0"/>
                  </a:moveTo>
                  <a:lnTo>
                    <a:pt x="4353126" y="0"/>
                  </a:lnTo>
                </a:path>
                <a:path w="6760209" h="0">
                  <a:moveTo>
                    <a:pt x="4814084" y="0"/>
                  </a:moveTo>
                  <a:lnTo>
                    <a:pt x="6760165" y="0"/>
                  </a:lnTo>
                </a:path>
              </a:pathLst>
            </a:custGeom>
            <a:ln w="122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3806168" y="1931879"/>
              <a:ext cx="0" cy="376555"/>
            </a:xfrm>
            <a:custGeom>
              <a:avLst/>
              <a:gdLst/>
              <a:ahLst/>
              <a:cxnLst/>
              <a:rect l="l" t="t" r="r" b="b"/>
              <a:pathLst>
                <a:path w="0" h="376555">
                  <a:moveTo>
                    <a:pt x="0" y="0"/>
                  </a:moveTo>
                  <a:lnTo>
                    <a:pt x="0" y="376524"/>
                  </a:lnTo>
                </a:path>
              </a:pathLst>
            </a:custGeom>
            <a:ln w="12276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3763873" y="2277979"/>
              <a:ext cx="86995" cy="133985"/>
            </a:xfrm>
            <a:custGeom>
              <a:avLst/>
              <a:gdLst/>
              <a:ahLst/>
              <a:cxnLst/>
              <a:rect l="l" t="t" r="r" b="b"/>
              <a:pathLst>
                <a:path w="86995" h="133985">
                  <a:moveTo>
                    <a:pt x="86608" y="0"/>
                  </a:moveTo>
                  <a:lnTo>
                    <a:pt x="42379" y="42695"/>
                  </a:lnTo>
                  <a:lnTo>
                    <a:pt x="0" y="0"/>
                  </a:lnTo>
                  <a:lnTo>
                    <a:pt x="42379" y="133464"/>
                  </a:lnTo>
                  <a:lnTo>
                    <a:pt x="866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" name="object 58" descr=""/>
          <p:cNvSpPr txBox="1"/>
          <p:nvPr/>
        </p:nvSpPr>
        <p:spPr>
          <a:xfrm>
            <a:off x="3408944" y="2002481"/>
            <a:ext cx="32893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35">
                <a:latin typeface="宋体"/>
                <a:cs typeface="宋体"/>
              </a:rPr>
              <a:t>写入</a:t>
            </a:r>
            <a:endParaRPr sz="1200">
              <a:latin typeface="宋体"/>
              <a:cs typeface="宋体"/>
            </a:endParaRPr>
          </a:p>
        </p:txBody>
      </p:sp>
      <p:sp>
        <p:nvSpPr>
          <p:cNvPr id="59" name="object 59" descr=""/>
          <p:cNvSpPr txBox="1"/>
          <p:nvPr/>
        </p:nvSpPr>
        <p:spPr>
          <a:xfrm>
            <a:off x="6910444" y="2012231"/>
            <a:ext cx="32893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35">
                <a:latin typeface="宋体"/>
                <a:cs typeface="宋体"/>
              </a:rPr>
              <a:t>写入</a:t>
            </a:r>
            <a:endParaRPr sz="1200">
              <a:latin typeface="宋体"/>
              <a:cs typeface="宋体"/>
            </a:endParaRPr>
          </a:p>
        </p:txBody>
      </p:sp>
      <p:grpSp>
        <p:nvGrpSpPr>
          <p:cNvPr id="60" name="object 60" descr=""/>
          <p:cNvGrpSpPr/>
          <p:nvPr/>
        </p:nvGrpSpPr>
        <p:grpSpPr>
          <a:xfrm>
            <a:off x="7232917" y="1907505"/>
            <a:ext cx="86995" cy="2884805"/>
            <a:chOff x="7232917" y="1907505"/>
            <a:chExt cx="86995" cy="2884805"/>
          </a:xfrm>
        </p:grpSpPr>
        <p:sp>
          <p:nvSpPr>
            <p:cNvPr id="61" name="object 61" descr=""/>
            <p:cNvSpPr/>
            <p:nvPr/>
          </p:nvSpPr>
          <p:spPr>
            <a:xfrm>
              <a:off x="7279248" y="1907505"/>
              <a:ext cx="0" cy="655955"/>
            </a:xfrm>
            <a:custGeom>
              <a:avLst/>
              <a:gdLst/>
              <a:ahLst/>
              <a:cxnLst/>
              <a:rect l="l" t="t" r="r" b="b"/>
              <a:pathLst>
                <a:path w="0" h="655955">
                  <a:moveTo>
                    <a:pt x="0" y="0"/>
                  </a:moveTo>
                  <a:lnTo>
                    <a:pt x="0" y="655724"/>
                  </a:lnTo>
                </a:path>
              </a:pathLst>
            </a:custGeom>
            <a:ln w="12276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7271092" y="2587603"/>
              <a:ext cx="14604" cy="60960"/>
            </a:xfrm>
            <a:custGeom>
              <a:avLst/>
              <a:gdLst/>
              <a:ahLst/>
              <a:cxnLst/>
              <a:rect l="l" t="t" r="r" b="b"/>
              <a:pathLst>
                <a:path w="14604" h="60960">
                  <a:moveTo>
                    <a:pt x="10090" y="0"/>
                  </a:moveTo>
                  <a:lnTo>
                    <a:pt x="4036" y="0"/>
                  </a:lnTo>
                  <a:lnTo>
                    <a:pt x="2018" y="2185"/>
                  </a:lnTo>
                  <a:lnTo>
                    <a:pt x="2018" y="4202"/>
                  </a:lnTo>
                  <a:lnTo>
                    <a:pt x="0" y="52612"/>
                  </a:lnTo>
                  <a:lnTo>
                    <a:pt x="0" y="54629"/>
                  </a:lnTo>
                  <a:lnTo>
                    <a:pt x="6054" y="60681"/>
                  </a:lnTo>
                  <a:lnTo>
                    <a:pt x="8072" y="60681"/>
                  </a:lnTo>
                  <a:lnTo>
                    <a:pt x="12276" y="56646"/>
                  </a:lnTo>
                  <a:lnTo>
                    <a:pt x="12276" y="54629"/>
                  </a:lnTo>
                  <a:lnTo>
                    <a:pt x="14294" y="6219"/>
                  </a:lnTo>
                  <a:lnTo>
                    <a:pt x="14294" y="4202"/>
                  </a:lnTo>
                  <a:lnTo>
                    <a:pt x="1009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7276221" y="2672658"/>
              <a:ext cx="0" cy="2016125"/>
            </a:xfrm>
            <a:custGeom>
              <a:avLst/>
              <a:gdLst/>
              <a:ahLst/>
              <a:cxnLst/>
              <a:rect l="l" t="t" r="r" b="b"/>
              <a:pathLst>
                <a:path w="0" h="2016125">
                  <a:moveTo>
                    <a:pt x="0" y="0"/>
                  </a:moveTo>
                  <a:lnTo>
                    <a:pt x="0" y="2016089"/>
                  </a:lnTo>
                </a:path>
              </a:pathLst>
            </a:custGeom>
            <a:ln w="14294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7232917" y="4658625"/>
              <a:ext cx="86995" cy="133985"/>
            </a:xfrm>
            <a:custGeom>
              <a:avLst/>
              <a:gdLst/>
              <a:ahLst/>
              <a:cxnLst/>
              <a:rect l="l" t="t" r="r" b="b"/>
              <a:pathLst>
                <a:path w="86995" h="133985">
                  <a:moveTo>
                    <a:pt x="86608" y="0"/>
                  </a:moveTo>
                  <a:lnTo>
                    <a:pt x="44229" y="42342"/>
                  </a:lnTo>
                  <a:lnTo>
                    <a:pt x="0" y="0"/>
                  </a:lnTo>
                  <a:lnTo>
                    <a:pt x="44229" y="133515"/>
                  </a:lnTo>
                  <a:lnTo>
                    <a:pt x="866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5" name="object 65" descr=""/>
          <p:cNvSpPr txBox="1"/>
          <p:nvPr/>
        </p:nvSpPr>
        <p:spPr>
          <a:xfrm>
            <a:off x="1281523" y="4411216"/>
            <a:ext cx="48069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35">
                <a:latin typeface="宋体"/>
                <a:cs typeface="宋体"/>
              </a:rPr>
              <a:t>存储器</a:t>
            </a:r>
            <a:endParaRPr sz="1200">
              <a:latin typeface="宋体"/>
              <a:cs typeface="宋体"/>
            </a:endParaRPr>
          </a:p>
        </p:txBody>
      </p:sp>
      <p:sp>
        <p:nvSpPr>
          <p:cNvPr id="66" name="object 66" descr=""/>
          <p:cNvSpPr txBox="1"/>
          <p:nvPr/>
        </p:nvSpPr>
        <p:spPr>
          <a:xfrm>
            <a:off x="3548527" y="4413249"/>
            <a:ext cx="48069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35">
                <a:latin typeface="宋体"/>
                <a:cs typeface="宋体"/>
              </a:rPr>
              <a:t>存储器</a:t>
            </a:r>
            <a:endParaRPr sz="1200">
              <a:latin typeface="宋体"/>
              <a:cs typeface="宋体"/>
            </a:endParaRPr>
          </a:p>
        </p:txBody>
      </p:sp>
      <p:sp>
        <p:nvSpPr>
          <p:cNvPr id="67" name="object 67" descr=""/>
          <p:cNvSpPr txBox="1"/>
          <p:nvPr/>
        </p:nvSpPr>
        <p:spPr>
          <a:xfrm>
            <a:off x="5909151" y="4418948"/>
            <a:ext cx="48069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35">
                <a:latin typeface="宋体"/>
                <a:cs typeface="宋体"/>
              </a:rPr>
              <a:t>存储器</a:t>
            </a:r>
            <a:endParaRPr sz="1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305040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682105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15" b="1">
                <a:solidFill>
                  <a:srgbClr val="40458B"/>
                </a:solidFill>
                <a:latin typeface="宋体"/>
                <a:cs typeface="宋体"/>
              </a:rPr>
              <a:t>103/81</a:t>
            </a:r>
            <a:endParaRPr baseline="1736" sz="2400">
              <a:latin typeface="宋体"/>
              <a:cs typeface="宋体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19062" y="188976"/>
            <a:ext cx="1437005" cy="274955"/>
            <a:chOff x="119062" y="188976"/>
            <a:chExt cx="1437005" cy="274955"/>
          </a:xfrm>
        </p:grpSpPr>
        <p:sp>
          <p:nvSpPr>
            <p:cNvPr id="4" name="object 4" descr=""/>
            <p:cNvSpPr/>
            <p:nvPr/>
          </p:nvSpPr>
          <p:spPr>
            <a:xfrm>
              <a:off x="119062" y="188976"/>
              <a:ext cx="499745" cy="274955"/>
            </a:xfrm>
            <a:custGeom>
              <a:avLst/>
              <a:gdLst/>
              <a:ahLst/>
              <a:cxnLst/>
              <a:rect l="l" t="t" r="r" b="b"/>
              <a:pathLst>
                <a:path w="499745" h="274955">
                  <a:moveTo>
                    <a:pt x="119837" y="0"/>
                  </a:moveTo>
                  <a:lnTo>
                    <a:pt x="4993" y="41528"/>
                  </a:lnTo>
                  <a:lnTo>
                    <a:pt x="264655" y="135508"/>
                  </a:lnTo>
                  <a:lnTo>
                    <a:pt x="0" y="231266"/>
                  </a:lnTo>
                  <a:lnTo>
                    <a:pt x="119837" y="274574"/>
                  </a:lnTo>
                  <a:lnTo>
                    <a:pt x="499338" y="137287"/>
                  </a:lnTo>
                  <a:lnTo>
                    <a:pt x="119837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85546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9621" y="0"/>
                  </a:moveTo>
                  <a:lnTo>
                    <a:pt x="4991" y="41528"/>
                  </a:lnTo>
                  <a:lnTo>
                    <a:pt x="264147" y="135508"/>
                  </a:lnTo>
                  <a:lnTo>
                    <a:pt x="0" y="231266"/>
                  </a:lnTo>
                  <a:lnTo>
                    <a:pt x="119621" y="274574"/>
                  </a:lnTo>
                  <a:lnTo>
                    <a:pt x="497141" y="137287"/>
                  </a:lnTo>
                  <a:lnTo>
                    <a:pt x="119621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058608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8363" y="0"/>
                  </a:moveTo>
                  <a:lnTo>
                    <a:pt x="4978" y="41528"/>
                  </a:lnTo>
                  <a:lnTo>
                    <a:pt x="264096" y="135508"/>
                  </a:lnTo>
                  <a:lnTo>
                    <a:pt x="0" y="231266"/>
                  </a:lnTo>
                  <a:lnTo>
                    <a:pt x="118363" y="274574"/>
                  </a:lnTo>
                  <a:lnTo>
                    <a:pt x="497141" y="137287"/>
                  </a:lnTo>
                  <a:lnTo>
                    <a:pt x="118363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38200" algn="l"/>
                <a:tab pos="7600315" algn="l"/>
              </a:tabLst>
            </a:pPr>
            <a:r>
              <a:rPr dirty="0"/>
              <a:t>	8.6</a:t>
            </a:r>
            <a:r>
              <a:rPr dirty="0" spc="15"/>
              <a:t> </a:t>
            </a:r>
            <a:r>
              <a:rPr dirty="0" spc="-10"/>
              <a:t>I/O</a:t>
            </a:r>
            <a:r>
              <a:rPr dirty="0"/>
              <a:t>与操作系</a:t>
            </a:r>
            <a:r>
              <a:rPr dirty="0" spc="-50"/>
              <a:t>统</a:t>
            </a:r>
            <a:r>
              <a:rPr dirty="0"/>
              <a:t>	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628599" y="1159002"/>
            <a:ext cx="7761605" cy="31222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5"/>
              </a:spcBef>
              <a:buSzPct val="88636"/>
              <a:buFont typeface="Wingdings"/>
              <a:buChar char=""/>
              <a:tabLst>
                <a:tab pos="469265" algn="l"/>
              </a:tabLst>
            </a:pPr>
            <a:r>
              <a:rPr dirty="0" sz="2200" spc="-20">
                <a:solidFill>
                  <a:srgbClr val="40458B"/>
                </a:solidFill>
                <a:latin typeface="黑体"/>
                <a:cs typeface="黑体"/>
              </a:rPr>
              <a:t>把</a:t>
            </a:r>
            <a:r>
              <a:rPr dirty="0" sz="2200" spc="-10">
                <a:solidFill>
                  <a:srgbClr val="40458B"/>
                </a:solidFill>
                <a:latin typeface="黑体"/>
                <a:cs typeface="黑体"/>
              </a:rPr>
              <a:t>I/O</a:t>
            </a:r>
            <a:r>
              <a:rPr dirty="0" sz="2200" spc="-30">
                <a:solidFill>
                  <a:srgbClr val="40458B"/>
                </a:solidFill>
                <a:latin typeface="黑体"/>
                <a:cs typeface="黑体"/>
              </a:rPr>
              <a:t>直接连接到</a:t>
            </a:r>
            <a:r>
              <a:rPr dirty="0" sz="2200" spc="-20">
                <a:solidFill>
                  <a:srgbClr val="40458B"/>
                </a:solidFill>
                <a:latin typeface="黑体"/>
                <a:cs typeface="黑体"/>
              </a:rPr>
              <a:t>Cache</a:t>
            </a:r>
            <a:r>
              <a:rPr dirty="0" sz="2200" spc="-50">
                <a:solidFill>
                  <a:srgbClr val="40458B"/>
                </a:solidFill>
                <a:latin typeface="黑体"/>
                <a:cs typeface="黑体"/>
              </a:rPr>
              <a:t>上</a:t>
            </a:r>
            <a:endParaRPr sz="2200">
              <a:latin typeface="黑体"/>
              <a:cs typeface="黑体"/>
            </a:endParaRPr>
          </a:p>
          <a:p>
            <a:pPr lvl="1" marL="577850" indent="-360045">
              <a:lnSpc>
                <a:spcPct val="100000"/>
              </a:lnSpc>
              <a:spcBef>
                <a:spcPts val="1485"/>
              </a:spcBef>
              <a:buClr>
                <a:srgbClr val="4668F5"/>
              </a:buClr>
              <a:buSzPct val="60000"/>
              <a:buFont typeface="Wingdings"/>
              <a:buChar char=""/>
              <a:tabLst>
                <a:tab pos="577850" algn="l"/>
              </a:tabLst>
            </a:pPr>
            <a:r>
              <a:rPr dirty="0" sz="2000" spc="-10" b="1">
                <a:solidFill>
                  <a:srgbClr val="FF5CFF"/>
                </a:solidFill>
                <a:latin typeface="宋体"/>
                <a:cs typeface="宋体"/>
              </a:rPr>
              <a:t>不会产生由</a:t>
            </a:r>
            <a:r>
              <a:rPr dirty="0" sz="2000" spc="-10" b="1">
                <a:solidFill>
                  <a:srgbClr val="9933FF"/>
                </a:solidFill>
                <a:latin typeface="宋体"/>
                <a:cs typeface="宋体"/>
              </a:rPr>
              <a:t>I/O</a:t>
            </a:r>
            <a:r>
              <a:rPr dirty="0" sz="2000" spc="-25" b="1">
                <a:solidFill>
                  <a:srgbClr val="FF5CFF"/>
                </a:solidFill>
                <a:latin typeface="宋体"/>
                <a:cs typeface="宋体"/>
              </a:rPr>
              <a:t>导致的数据不一致的问题。</a:t>
            </a:r>
            <a:endParaRPr sz="2000">
              <a:latin typeface="宋体"/>
              <a:cs typeface="宋体"/>
            </a:endParaRPr>
          </a:p>
          <a:p>
            <a:pPr lvl="2" marL="794385" indent="-360045">
              <a:lnSpc>
                <a:spcPct val="100000"/>
              </a:lnSpc>
              <a:spcBef>
                <a:spcPts val="1340"/>
              </a:spcBef>
              <a:buClr>
                <a:srgbClr val="006600"/>
              </a:buClr>
              <a:buSzPct val="63888"/>
              <a:buFont typeface="Wingdings"/>
              <a:buChar char=""/>
              <a:tabLst>
                <a:tab pos="794385" algn="l"/>
              </a:tabLst>
            </a:pPr>
            <a:r>
              <a:rPr dirty="0" sz="1800" spc="-10" b="1">
                <a:solidFill>
                  <a:srgbClr val="006FC0"/>
                </a:solidFill>
                <a:latin typeface="宋体"/>
                <a:cs typeface="宋体"/>
              </a:rPr>
              <a:t>所有I/O设备和CPU都能在Cache</a:t>
            </a:r>
            <a:r>
              <a:rPr dirty="0" sz="1800" spc="-15" b="1">
                <a:solidFill>
                  <a:srgbClr val="006FC0"/>
                </a:solidFill>
                <a:latin typeface="宋体"/>
                <a:cs typeface="宋体"/>
              </a:rPr>
              <a:t>中看到最新的数据。</a:t>
            </a:r>
            <a:endParaRPr sz="1800">
              <a:latin typeface="宋体"/>
              <a:cs typeface="宋体"/>
            </a:endParaRPr>
          </a:p>
          <a:p>
            <a:pPr lvl="1" marL="577850" indent="-360045">
              <a:lnSpc>
                <a:spcPct val="100000"/>
              </a:lnSpc>
              <a:spcBef>
                <a:spcPts val="1395"/>
              </a:spcBef>
              <a:buClr>
                <a:srgbClr val="4668F5"/>
              </a:buClr>
              <a:buSzPct val="60000"/>
              <a:buFont typeface="Wingdings"/>
              <a:buChar char=""/>
              <a:tabLst>
                <a:tab pos="577850" algn="l"/>
              </a:tabLst>
            </a:pPr>
            <a:r>
              <a:rPr dirty="0" sz="2000" spc="-10" b="1">
                <a:solidFill>
                  <a:srgbClr val="9933FF"/>
                </a:solidFill>
                <a:latin typeface="宋体"/>
                <a:cs typeface="宋体"/>
              </a:rPr>
              <a:t>I/O</a:t>
            </a:r>
            <a:r>
              <a:rPr dirty="0" sz="2000" spc="-10" b="1">
                <a:solidFill>
                  <a:srgbClr val="FF5CFF"/>
                </a:solidFill>
                <a:latin typeface="宋体"/>
                <a:cs typeface="宋体"/>
              </a:rPr>
              <a:t>会跟CPU</a:t>
            </a:r>
            <a:r>
              <a:rPr dirty="0" sz="2000" spc="-20" b="1">
                <a:solidFill>
                  <a:srgbClr val="FF5CFF"/>
                </a:solidFill>
                <a:latin typeface="宋体"/>
                <a:cs typeface="宋体"/>
              </a:rPr>
              <a:t>竞争访问Cache，在进行</a:t>
            </a:r>
            <a:r>
              <a:rPr dirty="0" sz="2000" spc="-10" b="1">
                <a:solidFill>
                  <a:srgbClr val="9933FF"/>
                </a:solidFill>
                <a:latin typeface="宋体"/>
                <a:cs typeface="宋体"/>
              </a:rPr>
              <a:t>I/O</a:t>
            </a:r>
            <a:r>
              <a:rPr dirty="0" sz="2000" spc="-15" b="1">
                <a:solidFill>
                  <a:srgbClr val="FF5CFF"/>
                </a:solidFill>
                <a:latin typeface="宋体"/>
                <a:cs typeface="宋体"/>
              </a:rPr>
              <a:t>时，会造成</a:t>
            </a:r>
            <a:r>
              <a:rPr dirty="0" sz="2000" spc="-20" b="1">
                <a:solidFill>
                  <a:srgbClr val="FF5CFF"/>
                </a:solidFill>
                <a:latin typeface="宋体"/>
                <a:cs typeface="宋体"/>
              </a:rPr>
              <a:t>CPU</a:t>
            </a:r>
            <a:r>
              <a:rPr dirty="0" sz="2000" spc="-25" b="1">
                <a:solidFill>
                  <a:srgbClr val="FF5CFF"/>
                </a:solidFill>
                <a:latin typeface="宋体"/>
                <a:cs typeface="宋体"/>
              </a:rPr>
              <a:t>的停顿。</a:t>
            </a:r>
            <a:endParaRPr sz="2000">
              <a:latin typeface="宋体"/>
              <a:cs typeface="宋体"/>
            </a:endParaRPr>
          </a:p>
          <a:p>
            <a:pPr lvl="1" marL="577850" marR="5080" indent="-360045">
              <a:lnSpc>
                <a:spcPct val="140000"/>
              </a:lnSpc>
              <a:spcBef>
                <a:spcPts val="484"/>
              </a:spcBef>
              <a:buClr>
                <a:srgbClr val="4668F5"/>
              </a:buClr>
              <a:buSzPct val="60000"/>
              <a:buFont typeface="Wingdings"/>
              <a:buChar char=""/>
              <a:tabLst>
                <a:tab pos="577850" algn="l"/>
              </a:tabLst>
            </a:pPr>
            <a:r>
              <a:rPr dirty="0" sz="2000" spc="-10" b="1">
                <a:solidFill>
                  <a:srgbClr val="9933FF"/>
                </a:solidFill>
                <a:latin typeface="宋体"/>
                <a:cs typeface="宋体"/>
              </a:rPr>
              <a:t>I/O</a:t>
            </a:r>
            <a:r>
              <a:rPr dirty="0" sz="2000" spc="-15" b="1">
                <a:solidFill>
                  <a:srgbClr val="FF5CFF"/>
                </a:solidFill>
                <a:latin typeface="宋体"/>
                <a:cs typeface="宋体"/>
              </a:rPr>
              <a:t>还可能会破坏</a:t>
            </a:r>
            <a:r>
              <a:rPr dirty="0" sz="2000" spc="-10" b="1">
                <a:solidFill>
                  <a:srgbClr val="FF5CFF"/>
                </a:solidFill>
                <a:latin typeface="宋体"/>
                <a:cs typeface="宋体"/>
              </a:rPr>
              <a:t>Cache中</a:t>
            </a:r>
            <a:r>
              <a:rPr dirty="0" sz="2000" spc="-20" b="1">
                <a:solidFill>
                  <a:srgbClr val="FF5CFF"/>
                </a:solidFill>
                <a:latin typeface="宋体"/>
                <a:cs typeface="宋体"/>
              </a:rPr>
              <a:t>CPU访问的内容，因为</a:t>
            </a:r>
            <a:r>
              <a:rPr dirty="0" sz="2000" spc="-20" b="1">
                <a:solidFill>
                  <a:srgbClr val="9933FF"/>
                </a:solidFill>
                <a:latin typeface="宋体"/>
                <a:cs typeface="宋体"/>
              </a:rPr>
              <a:t>I/O</a:t>
            </a:r>
            <a:r>
              <a:rPr dirty="0" sz="2000" spc="-25" b="1">
                <a:solidFill>
                  <a:srgbClr val="FF5CFF"/>
                </a:solidFill>
                <a:latin typeface="宋体"/>
                <a:cs typeface="宋体"/>
              </a:rPr>
              <a:t>操作可能导致</a:t>
            </a:r>
            <a:r>
              <a:rPr dirty="0" sz="2000" spc="-10" b="1">
                <a:solidFill>
                  <a:srgbClr val="FF5CFF"/>
                </a:solidFill>
                <a:latin typeface="宋体"/>
                <a:cs typeface="宋体"/>
              </a:rPr>
              <a:t>一些新数据被加入Cache</a:t>
            </a:r>
            <a:r>
              <a:rPr dirty="0" sz="2000" spc="-25" b="1">
                <a:solidFill>
                  <a:srgbClr val="FF5CFF"/>
                </a:solidFill>
                <a:latin typeface="宋体"/>
                <a:cs typeface="宋体"/>
              </a:rPr>
              <a:t>，而这些新数据可能在近期内并不会被</a:t>
            </a:r>
            <a:r>
              <a:rPr dirty="0" sz="2000" spc="-50" b="1">
                <a:solidFill>
                  <a:srgbClr val="FF5CFF"/>
                </a:solidFill>
                <a:latin typeface="宋体"/>
                <a:cs typeface="宋体"/>
              </a:rPr>
              <a:t> </a:t>
            </a:r>
            <a:r>
              <a:rPr dirty="0" sz="2000" spc="-10" b="1">
                <a:solidFill>
                  <a:srgbClr val="FF5CFF"/>
                </a:solidFill>
                <a:latin typeface="宋体"/>
                <a:cs typeface="宋体"/>
              </a:rPr>
              <a:t>CPU</a:t>
            </a:r>
            <a:r>
              <a:rPr dirty="0" sz="2000" spc="-25" b="1">
                <a:solidFill>
                  <a:srgbClr val="FF5CFF"/>
                </a:solidFill>
                <a:latin typeface="宋体"/>
                <a:cs typeface="宋体"/>
              </a:rPr>
              <a:t>访问。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305040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682105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15" b="1">
                <a:solidFill>
                  <a:srgbClr val="40458B"/>
                </a:solidFill>
                <a:latin typeface="宋体"/>
                <a:cs typeface="宋体"/>
              </a:rPr>
              <a:t>104/81</a:t>
            </a:r>
            <a:endParaRPr baseline="1736" sz="2400">
              <a:latin typeface="宋体"/>
              <a:cs typeface="宋体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19062" y="188976"/>
            <a:ext cx="1437005" cy="274955"/>
            <a:chOff x="119062" y="188976"/>
            <a:chExt cx="1437005" cy="274955"/>
          </a:xfrm>
        </p:grpSpPr>
        <p:sp>
          <p:nvSpPr>
            <p:cNvPr id="4" name="object 4" descr=""/>
            <p:cNvSpPr/>
            <p:nvPr/>
          </p:nvSpPr>
          <p:spPr>
            <a:xfrm>
              <a:off x="119062" y="188976"/>
              <a:ext cx="499745" cy="274955"/>
            </a:xfrm>
            <a:custGeom>
              <a:avLst/>
              <a:gdLst/>
              <a:ahLst/>
              <a:cxnLst/>
              <a:rect l="l" t="t" r="r" b="b"/>
              <a:pathLst>
                <a:path w="499745" h="274955">
                  <a:moveTo>
                    <a:pt x="119837" y="0"/>
                  </a:moveTo>
                  <a:lnTo>
                    <a:pt x="4993" y="41528"/>
                  </a:lnTo>
                  <a:lnTo>
                    <a:pt x="264655" y="135508"/>
                  </a:lnTo>
                  <a:lnTo>
                    <a:pt x="0" y="231266"/>
                  </a:lnTo>
                  <a:lnTo>
                    <a:pt x="119837" y="274574"/>
                  </a:lnTo>
                  <a:lnTo>
                    <a:pt x="499338" y="137287"/>
                  </a:lnTo>
                  <a:lnTo>
                    <a:pt x="119837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85546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9621" y="0"/>
                  </a:moveTo>
                  <a:lnTo>
                    <a:pt x="4991" y="41528"/>
                  </a:lnTo>
                  <a:lnTo>
                    <a:pt x="264147" y="135508"/>
                  </a:lnTo>
                  <a:lnTo>
                    <a:pt x="0" y="231266"/>
                  </a:lnTo>
                  <a:lnTo>
                    <a:pt x="119621" y="274574"/>
                  </a:lnTo>
                  <a:lnTo>
                    <a:pt x="497141" y="137287"/>
                  </a:lnTo>
                  <a:lnTo>
                    <a:pt x="119621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058608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8363" y="0"/>
                  </a:moveTo>
                  <a:lnTo>
                    <a:pt x="4978" y="41528"/>
                  </a:lnTo>
                  <a:lnTo>
                    <a:pt x="264096" y="135508"/>
                  </a:lnTo>
                  <a:lnTo>
                    <a:pt x="0" y="231266"/>
                  </a:lnTo>
                  <a:lnTo>
                    <a:pt x="118363" y="274574"/>
                  </a:lnTo>
                  <a:lnTo>
                    <a:pt x="497141" y="137287"/>
                  </a:lnTo>
                  <a:lnTo>
                    <a:pt x="118363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38200" algn="l"/>
                <a:tab pos="7600315" algn="l"/>
              </a:tabLst>
            </a:pPr>
            <a:r>
              <a:rPr dirty="0"/>
              <a:t>	8.6</a:t>
            </a:r>
            <a:r>
              <a:rPr dirty="0" spc="15"/>
              <a:t> </a:t>
            </a:r>
            <a:r>
              <a:rPr dirty="0" spc="-10"/>
              <a:t>I/O</a:t>
            </a:r>
            <a:r>
              <a:rPr dirty="0"/>
              <a:t>与操作系</a:t>
            </a:r>
            <a:r>
              <a:rPr dirty="0" spc="-50"/>
              <a:t>统</a:t>
            </a:r>
            <a:r>
              <a:rPr dirty="0"/>
              <a:t>	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329590" y="1121264"/>
            <a:ext cx="7860665" cy="3736340"/>
          </a:xfrm>
          <a:prstGeom prst="rect">
            <a:avLst/>
          </a:prstGeom>
        </p:spPr>
        <p:txBody>
          <a:bodyPr wrap="square" lIns="0" tIns="168275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325"/>
              </a:spcBef>
              <a:buClr>
                <a:srgbClr val="40458B"/>
              </a:buClr>
              <a:buAutoNum type="arabicPeriod" startAt="3"/>
              <a:tabLst>
                <a:tab pos="469265" algn="l"/>
              </a:tabLst>
            </a:pPr>
            <a:r>
              <a:rPr dirty="0" sz="2400">
                <a:solidFill>
                  <a:srgbClr val="E14B04"/>
                </a:solidFill>
                <a:latin typeface="黑体"/>
                <a:cs typeface="黑体"/>
              </a:rPr>
              <a:t>解决内容一致性问题的方法（软件、硬件方法</a:t>
            </a:r>
            <a:r>
              <a:rPr dirty="0" sz="2400" spc="-50">
                <a:solidFill>
                  <a:srgbClr val="E14B04"/>
                </a:solidFill>
                <a:latin typeface="黑体"/>
                <a:cs typeface="黑体"/>
              </a:rPr>
              <a:t>）</a:t>
            </a:r>
            <a:endParaRPr sz="2400">
              <a:latin typeface="黑体"/>
              <a:cs typeface="黑体"/>
            </a:endParaRPr>
          </a:p>
          <a:p>
            <a:pPr marL="588645">
              <a:lnSpc>
                <a:spcPct val="100000"/>
              </a:lnSpc>
              <a:spcBef>
                <a:spcPts val="1025"/>
              </a:spcBef>
            </a:pPr>
            <a:r>
              <a:rPr dirty="0" sz="2000">
                <a:solidFill>
                  <a:srgbClr val="FF5CFF"/>
                </a:solidFill>
                <a:latin typeface="宋体"/>
                <a:cs typeface="宋体"/>
              </a:rPr>
              <a:t>（</a:t>
            </a:r>
            <a:r>
              <a:rPr dirty="0" sz="2000" spc="-5">
                <a:solidFill>
                  <a:srgbClr val="FF5CFF"/>
                </a:solidFill>
                <a:latin typeface="宋体"/>
                <a:cs typeface="宋体"/>
              </a:rPr>
              <a:t>不管</a:t>
            </a:r>
            <a:r>
              <a:rPr dirty="0" sz="2000">
                <a:solidFill>
                  <a:srgbClr val="FF5CFF"/>
                </a:solidFill>
                <a:latin typeface="黑体"/>
                <a:cs typeface="黑体"/>
              </a:rPr>
              <a:t>Cache</a:t>
            </a:r>
            <a:r>
              <a:rPr dirty="0" sz="2000" spc="-15">
                <a:solidFill>
                  <a:srgbClr val="FF5CFF"/>
                </a:solidFill>
                <a:latin typeface="宋体"/>
                <a:cs typeface="宋体"/>
              </a:rPr>
              <a:t>是采用写直达法还是写回法</a:t>
            </a:r>
            <a:r>
              <a:rPr dirty="0" sz="2000" spc="-50">
                <a:solidFill>
                  <a:srgbClr val="FF5CFF"/>
                </a:solidFill>
                <a:latin typeface="宋体"/>
                <a:cs typeface="宋体"/>
              </a:rPr>
              <a:t>）</a:t>
            </a:r>
            <a:endParaRPr sz="2000">
              <a:latin typeface="宋体"/>
              <a:cs typeface="宋体"/>
            </a:endParaRPr>
          </a:p>
          <a:p>
            <a:pPr lvl="1" marL="805180" indent="-457200">
              <a:lnSpc>
                <a:spcPct val="100000"/>
              </a:lnSpc>
              <a:spcBef>
                <a:spcPts val="1025"/>
              </a:spcBef>
              <a:buSzPct val="88636"/>
              <a:buFont typeface="Wingdings"/>
              <a:buChar char=""/>
              <a:tabLst>
                <a:tab pos="805180" algn="l"/>
              </a:tabLst>
            </a:pP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软件的方法</a:t>
            </a:r>
            <a:endParaRPr sz="2200">
              <a:latin typeface="黑体"/>
              <a:cs typeface="黑体"/>
            </a:endParaRPr>
          </a:p>
          <a:p>
            <a:pPr lvl="2" marL="948690" indent="-360045">
              <a:lnSpc>
                <a:spcPct val="100000"/>
              </a:lnSpc>
              <a:spcBef>
                <a:spcPts val="990"/>
              </a:spcBef>
              <a:buClr>
                <a:srgbClr val="4668F5"/>
              </a:buClr>
              <a:buSzPct val="60000"/>
              <a:buFont typeface="Wingdings"/>
              <a:buChar char=""/>
              <a:tabLst>
                <a:tab pos="948690" algn="l"/>
              </a:tabLst>
            </a:pPr>
            <a:r>
              <a:rPr dirty="0" sz="2000" spc="-10" b="1">
                <a:solidFill>
                  <a:srgbClr val="FF5CFF"/>
                </a:solidFill>
                <a:latin typeface="宋体"/>
                <a:cs typeface="宋体"/>
              </a:rPr>
              <a:t>设法保证</a:t>
            </a:r>
            <a:r>
              <a:rPr dirty="0" sz="2000" spc="-10" b="1">
                <a:solidFill>
                  <a:srgbClr val="9933FF"/>
                </a:solidFill>
                <a:latin typeface="宋体"/>
                <a:cs typeface="宋体"/>
              </a:rPr>
              <a:t>I/O</a:t>
            </a:r>
            <a:r>
              <a:rPr dirty="0" sz="2000" spc="-25" b="1">
                <a:solidFill>
                  <a:srgbClr val="FF5CFF"/>
                </a:solidFill>
                <a:latin typeface="宋体"/>
                <a:cs typeface="宋体"/>
              </a:rPr>
              <a:t>缓冲器中的所有各块都不在</a:t>
            </a:r>
            <a:r>
              <a:rPr dirty="0" sz="2000" spc="-10" b="1">
                <a:solidFill>
                  <a:srgbClr val="FF5CFF"/>
                </a:solidFill>
                <a:latin typeface="宋体"/>
                <a:cs typeface="宋体"/>
              </a:rPr>
              <a:t>Cache</a:t>
            </a:r>
            <a:r>
              <a:rPr dirty="0" sz="2000" spc="-30" b="1">
                <a:solidFill>
                  <a:srgbClr val="FF5CFF"/>
                </a:solidFill>
                <a:latin typeface="宋体"/>
                <a:cs typeface="宋体"/>
              </a:rPr>
              <a:t>中。</a:t>
            </a:r>
            <a:endParaRPr sz="2000">
              <a:latin typeface="宋体"/>
              <a:cs typeface="宋体"/>
            </a:endParaRPr>
          </a:p>
          <a:p>
            <a:pPr lvl="2" marL="948690" indent="-360045">
              <a:lnSpc>
                <a:spcPct val="100000"/>
              </a:lnSpc>
              <a:spcBef>
                <a:spcPts val="965"/>
              </a:spcBef>
              <a:buClr>
                <a:srgbClr val="4668F5"/>
              </a:buClr>
              <a:buSzPct val="60000"/>
              <a:buFont typeface="Wingdings"/>
              <a:buChar char=""/>
              <a:tabLst>
                <a:tab pos="948690" algn="l"/>
              </a:tabLst>
            </a:pPr>
            <a:r>
              <a:rPr dirty="0" sz="2000" spc="-20" b="1">
                <a:solidFill>
                  <a:srgbClr val="FF5CFF"/>
                </a:solidFill>
                <a:latin typeface="宋体"/>
                <a:cs typeface="宋体"/>
              </a:rPr>
              <a:t>具体做法有两种</a:t>
            </a:r>
            <a:endParaRPr sz="2000">
              <a:latin typeface="宋体"/>
              <a:cs typeface="宋体"/>
            </a:endParaRPr>
          </a:p>
          <a:p>
            <a:pPr lvl="3" marL="1164590" marR="6985" indent="-360045">
              <a:lnSpc>
                <a:spcPct val="120000"/>
              </a:lnSpc>
              <a:spcBef>
                <a:spcPts val="464"/>
              </a:spcBef>
              <a:buClr>
                <a:srgbClr val="006600"/>
              </a:buClr>
              <a:buSzPct val="63888"/>
              <a:buFont typeface="Wingdings"/>
              <a:buChar char=""/>
              <a:tabLst>
                <a:tab pos="1164590" algn="l"/>
              </a:tabLst>
            </a:pPr>
            <a:r>
              <a:rPr dirty="0" sz="1800" spc="-10" b="1">
                <a:solidFill>
                  <a:srgbClr val="006FC0"/>
                </a:solidFill>
                <a:latin typeface="宋体"/>
                <a:cs typeface="宋体"/>
              </a:rPr>
              <a:t>把</a:t>
            </a:r>
            <a:r>
              <a:rPr dirty="0" sz="1800" spc="-10" b="1">
                <a:solidFill>
                  <a:srgbClr val="9933FF"/>
                </a:solidFill>
                <a:latin typeface="宋体"/>
                <a:cs typeface="宋体"/>
              </a:rPr>
              <a:t>I/O</a:t>
            </a:r>
            <a:r>
              <a:rPr dirty="0" sz="1800" spc="-10" b="1">
                <a:solidFill>
                  <a:srgbClr val="006FC0"/>
                </a:solidFill>
                <a:latin typeface="宋体"/>
                <a:cs typeface="宋体"/>
              </a:rPr>
              <a:t>缓冲器的页面设置为不可进入Cache</a:t>
            </a:r>
            <a:r>
              <a:rPr dirty="0" sz="1800" spc="-15" b="1">
                <a:solidFill>
                  <a:srgbClr val="006FC0"/>
                </a:solidFill>
                <a:latin typeface="宋体"/>
                <a:cs typeface="宋体"/>
              </a:rPr>
              <a:t>的，在进行输入操作时，操作系统总是把输入的数据放到该页面上。</a:t>
            </a:r>
            <a:endParaRPr sz="1800">
              <a:latin typeface="宋体"/>
              <a:cs typeface="宋体"/>
            </a:endParaRPr>
          </a:p>
          <a:p>
            <a:pPr lvl="3" marL="1164590" indent="-359410">
              <a:lnSpc>
                <a:spcPct val="100000"/>
              </a:lnSpc>
              <a:spcBef>
                <a:spcPts val="860"/>
              </a:spcBef>
              <a:buClr>
                <a:srgbClr val="006600"/>
              </a:buClr>
              <a:buSzPct val="63888"/>
              <a:buFont typeface="Wingdings"/>
              <a:buChar char=""/>
              <a:tabLst>
                <a:tab pos="1164590" algn="l"/>
              </a:tabLst>
            </a:pPr>
            <a:r>
              <a:rPr dirty="0" sz="1800" spc="-20" b="1">
                <a:solidFill>
                  <a:srgbClr val="006FC0"/>
                </a:solidFill>
                <a:latin typeface="宋体"/>
                <a:cs typeface="宋体"/>
              </a:rPr>
              <a:t>在进行输入操作之前，操作系统先把</a:t>
            </a:r>
            <a:r>
              <a:rPr dirty="0" sz="1800" spc="-10" b="1">
                <a:solidFill>
                  <a:srgbClr val="006FC0"/>
                </a:solidFill>
                <a:latin typeface="宋体"/>
                <a:cs typeface="宋体"/>
              </a:rPr>
              <a:t>Cache</a:t>
            </a:r>
            <a:r>
              <a:rPr dirty="0" sz="1800" spc="-20" b="1">
                <a:solidFill>
                  <a:srgbClr val="006FC0"/>
                </a:solidFill>
                <a:latin typeface="宋体"/>
                <a:cs typeface="宋体"/>
              </a:rPr>
              <a:t>中与</a:t>
            </a:r>
            <a:r>
              <a:rPr dirty="0" sz="1800" spc="-10" b="1">
                <a:solidFill>
                  <a:srgbClr val="9933FF"/>
                </a:solidFill>
                <a:latin typeface="宋体"/>
                <a:cs typeface="宋体"/>
              </a:rPr>
              <a:t>I/O</a:t>
            </a:r>
            <a:r>
              <a:rPr dirty="0" sz="1800" spc="-20" b="1">
                <a:solidFill>
                  <a:srgbClr val="006FC0"/>
                </a:solidFill>
                <a:latin typeface="宋体"/>
                <a:cs typeface="宋体"/>
              </a:rPr>
              <a:t>缓冲器相关的数</a:t>
            </a:r>
            <a:endParaRPr sz="1800">
              <a:latin typeface="宋体"/>
              <a:cs typeface="宋体"/>
            </a:endParaRPr>
          </a:p>
          <a:p>
            <a:pPr marL="1164590">
              <a:lnSpc>
                <a:spcPct val="100000"/>
              </a:lnSpc>
              <a:spcBef>
                <a:spcPts val="434"/>
              </a:spcBef>
            </a:pPr>
            <a:r>
              <a:rPr dirty="0" sz="1800" spc="-10" b="1">
                <a:solidFill>
                  <a:srgbClr val="006FC0"/>
                </a:solidFill>
                <a:latin typeface="宋体"/>
                <a:cs typeface="宋体"/>
              </a:rPr>
              <a:t>据“赶出”Cache</a:t>
            </a:r>
            <a:r>
              <a:rPr dirty="0" sz="1800" spc="-15" b="1">
                <a:solidFill>
                  <a:srgbClr val="006FC0"/>
                </a:solidFill>
                <a:latin typeface="宋体"/>
                <a:cs typeface="宋体"/>
              </a:rPr>
              <a:t>，即把相应的数据块设置为“无效”状态。</a:t>
            </a:r>
            <a:endParaRPr sz="1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0517" y="6560367"/>
            <a:ext cx="7305040" cy="209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50"/>
              </a:lnSpc>
              <a:tabLst>
                <a:tab pos="6682105" algn="l"/>
              </a:tabLst>
            </a:pPr>
            <a:r>
              <a:rPr dirty="0" sz="1600" spc="-50">
                <a:solidFill>
                  <a:srgbClr val="40458B"/>
                </a:solidFill>
                <a:latin typeface="黑体"/>
                <a:cs typeface="黑体"/>
                <a:hlinkClick r:id="rId2" action="ppaction://hlinksldjump"/>
              </a:rPr>
              <a:t>▲</a:t>
            </a:r>
            <a:r>
              <a:rPr dirty="0" sz="1600">
                <a:solidFill>
                  <a:srgbClr val="40458B"/>
                </a:solidFill>
                <a:latin typeface="黑体"/>
                <a:cs typeface="黑体"/>
              </a:rPr>
              <a:t>	</a:t>
            </a:r>
            <a:r>
              <a:rPr dirty="0" baseline="1736" sz="2400" spc="-15" b="1">
                <a:solidFill>
                  <a:srgbClr val="40458B"/>
                </a:solidFill>
                <a:latin typeface="宋体"/>
                <a:cs typeface="宋体"/>
              </a:rPr>
              <a:t>105/81</a:t>
            </a:r>
            <a:endParaRPr baseline="1736" sz="2400">
              <a:latin typeface="宋体"/>
              <a:cs typeface="宋体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19062" y="188976"/>
            <a:ext cx="1437005" cy="274955"/>
            <a:chOff x="119062" y="188976"/>
            <a:chExt cx="1437005" cy="274955"/>
          </a:xfrm>
        </p:grpSpPr>
        <p:sp>
          <p:nvSpPr>
            <p:cNvPr id="4" name="object 4" descr=""/>
            <p:cNvSpPr/>
            <p:nvPr/>
          </p:nvSpPr>
          <p:spPr>
            <a:xfrm>
              <a:off x="119062" y="188976"/>
              <a:ext cx="499745" cy="274955"/>
            </a:xfrm>
            <a:custGeom>
              <a:avLst/>
              <a:gdLst/>
              <a:ahLst/>
              <a:cxnLst/>
              <a:rect l="l" t="t" r="r" b="b"/>
              <a:pathLst>
                <a:path w="499745" h="274955">
                  <a:moveTo>
                    <a:pt x="119837" y="0"/>
                  </a:moveTo>
                  <a:lnTo>
                    <a:pt x="4993" y="41528"/>
                  </a:lnTo>
                  <a:lnTo>
                    <a:pt x="264655" y="135508"/>
                  </a:lnTo>
                  <a:lnTo>
                    <a:pt x="0" y="231266"/>
                  </a:lnTo>
                  <a:lnTo>
                    <a:pt x="119837" y="274574"/>
                  </a:lnTo>
                  <a:lnTo>
                    <a:pt x="499338" y="137287"/>
                  </a:lnTo>
                  <a:lnTo>
                    <a:pt x="119837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85546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9621" y="0"/>
                  </a:moveTo>
                  <a:lnTo>
                    <a:pt x="4991" y="41528"/>
                  </a:lnTo>
                  <a:lnTo>
                    <a:pt x="264147" y="135508"/>
                  </a:lnTo>
                  <a:lnTo>
                    <a:pt x="0" y="231266"/>
                  </a:lnTo>
                  <a:lnTo>
                    <a:pt x="119621" y="274574"/>
                  </a:lnTo>
                  <a:lnTo>
                    <a:pt x="497141" y="137287"/>
                  </a:lnTo>
                  <a:lnTo>
                    <a:pt x="119621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058608" y="188976"/>
              <a:ext cx="497205" cy="274955"/>
            </a:xfrm>
            <a:custGeom>
              <a:avLst/>
              <a:gdLst/>
              <a:ahLst/>
              <a:cxnLst/>
              <a:rect l="l" t="t" r="r" b="b"/>
              <a:pathLst>
                <a:path w="497205" h="274955">
                  <a:moveTo>
                    <a:pt x="118363" y="0"/>
                  </a:moveTo>
                  <a:lnTo>
                    <a:pt x="4978" y="41528"/>
                  </a:lnTo>
                  <a:lnTo>
                    <a:pt x="264096" y="135508"/>
                  </a:lnTo>
                  <a:lnTo>
                    <a:pt x="0" y="231266"/>
                  </a:lnTo>
                  <a:lnTo>
                    <a:pt x="118363" y="274574"/>
                  </a:lnTo>
                  <a:lnTo>
                    <a:pt x="497141" y="137287"/>
                  </a:lnTo>
                  <a:lnTo>
                    <a:pt x="118363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/>
          <p:nvPr/>
        </p:nvSpPr>
        <p:spPr>
          <a:xfrm>
            <a:off x="0" y="6526212"/>
            <a:ext cx="9144000" cy="333375"/>
          </a:xfrm>
          <a:custGeom>
            <a:avLst/>
            <a:gdLst/>
            <a:ahLst/>
            <a:cxnLst/>
            <a:rect l="l" t="t" r="r" b="b"/>
            <a:pathLst>
              <a:path w="9144000" h="333375">
                <a:moveTo>
                  <a:pt x="9144000" y="0"/>
                </a:moveTo>
                <a:lnTo>
                  <a:pt x="0" y="0"/>
                </a:lnTo>
                <a:lnTo>
                  <a:pt x="0" y="333375"/>
                </a:lnTo>
                <a:lnTo>
                  <a:pt x="9144000" y="333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38200" algn="l"/>
                <a:tab pos="7600315" algn="l"/>
              </a:tabLst>
            </a:pPr>
            <a:r>
              <a:rPr dirty="0"/>
              <a:t>	8.6</a:t>
            </a:r>
            <a:r>
              <a:rPr dirty="0" spc="15"/>
              <a:t> </a:t>
            </a:r>
            <a:r>
              <a:rPr dirty="0" spc="-10"/>
              <a:t>I/O</a:t>
            </a:r>
            <a:r>
              <a:rPr dirty="0"/>
              <a:t>与操作系</a:t>
            </a:r>
            <a:r>
              <a:rPr dirty="0" spc="-50"/>
              <a:t>统</a:t>
            </a:r>
            <a:r>
              <a:rPr dirty="0"/>
              <a:t>	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628599" y="653541"/>
            <a:ext cx="8144509" cy="3061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3660">
              <a:lnSpc>
                <a:spcPts val="2875"/>
              </a:lnSpc>
              <a:spcBef>
                <a:spcPts val="100"/>
              </a:spcBef>
              <a:tabLst>
                <a:tab pos="530860" algn="l"/>
              </a:tabLst>
            </a:pPr>
            <a:r>
              <a:rPr dirty="0" sz="2400" spc="-25">
                <a:solidFill>
                  <a:srgbClr val="FF0000"/>
                </a:solidFill>
                <a:latin typeface="黑体"/>
                <a:cs typeface="黑体"/>
              </a:rPr>
              <a:t>3.</a:t>
            </a:r>
            <a:r>
              <a:rPr dirty="0" sz="2400">
                <a:solidFill>
                  <a:srgbClr val="FF0000"/>
                </a:solidFill>
                <a:latin typeface="黑体"/>
                <a:cs typeface="黑体"/>
              </a:rPr>
              <a:t>	解决内容一致性问题的方法（软件、硬件方法</a:t>
            </a:r>
            <a:r>
              <a:rPr dirty="0" sz="2400" spc="-50">
                <a:solidFill>
                  <a:srgbClr val="FF0000"/>
                </a:solidFill>
                <a:latin typeface="黑体"/>
                <a:cs typeface="黑体"/>
              </a:rPr>
              <a:t>）</a:t>
            </a:r>
            <a:endParaRPr sz="2400">
              <a:latin typeface="黑体"/>
              <a:cs typeface="黑体"/>
            </a:endParaRPr>
          </a:p>
          <a:p>
            <a:pPr marL="988060">
              <a:lnSpc>
                <a:spcPts val="2395"/>
              </a:lnSpc>
            </a:pPr>
            <a:r>
              <a:rPr dirty="0" sz="2000">
                <a:solidFill>
                  <a:srgbClr val="FF0000"/>
                </a:solidFill>
                <a:latin typeface="黑体"/>
                <a:cs typeface="黑体"/>
              </a:rPr>
              <a:t>（不管</a:t>
            </a:r>
            <a:r>
              <a:rPr dirty="0" sz="2000" spc="-10">
                <a:solidFill>
                  <a:srgbClr val="FF0000"/>
                </a:solidFill>
                <a:latin typeface="黑体"/>
                <a:cs typeface="黑体"/>
              </a:rPr>
              <a:t>Cache</a:t>
            </a:r>
            <a:r>
              <a:rPr dirty="0" sz="2000" spc="-15">
                <a:solidFill>
                  <a:srgbClr val="FF0000"/>
                </a:solidFill>
                <a:latin typeface="黑体"/>
                <a:cs typeface="黑体"/>
              </a:rPr>
              <a:t>是采用写直达法还是写回法</a:t>
            </a:r>
            <a:r>
              <a:rPr dirty="0" sz="2000" spc="-50">
                <a:solidFill>
                  <a:srgbClr val="FF0000"/>
                </a:solidFill>
                <a:latin typeface="黑体"/>
                <a:cs typeface="黑体"/>
              </a:rPr>
              <a:t>）</a:t>
            </a:r>
            <a:endParaRPr sz="2000">
              <a:latin typeface="黑体"/>
              <a:cs typeface="黑体"/>
            </a:endParaRPr>
          </a:p>
          <a:p>
            <a:pPr marL="469265" indent="-456565">
              <a:lnSpc>
                <a:spcPct val="100000"/>
              </a:lnSpc>
              <a:spcBef>
                <a:spcPts val="1540"/>
              </a:spcBef>
              <a:buSzPct val="88636"/>
              <a:buFont typeface="Wingdings"/>
              <a:buChar char=""/>
              <a:tabLst>
                <a:tab pos="469265" algn="l"/>
              </a:tabLst>
            </a:pPr>
            <a:r>
              <a:rPr dirty="0" sz="2200" spc="-35">
                <a:solidFill>
                  <a:srgbClr val="40458B"/>
                </a:solidFill>
                <a:latin typeface="黑体"/>
                <a:cs typeface="黑体"/>
              </a:rPr>
              <a:t>硬件的方法</a:t>
            </a:r>
            <a:endParaRPr sz="2200">
              <a:latin typeface="黑体"/>
              <a:cs typeface="黑体"/>
            </a:endParaRPr>
          </a:p>
          <a:p>
            <a:pPr lvl="1" marL="577850" indent="-360045">
              <a:lnSpc>
                <a:spcPct val="100000"/>
              </a:lnSpc>
              <a:spcBef>
                <a:spcPts val="1485"/>
              </a:spcBef>
              <a:buClr>
                <a:srgbClr val="4668F5"/>
              </a:buClr>
              <a:buSzPct val="60000"/>
              <a:buFont typeface="Wingdings"/>
              <a:buChar char=""/>
              <a:tabLst>
                <a:tab pos="577850" algn="l"/>
              </a:tabLst>
            </a:pPr>
            <a:r>
              <a:rPr dirty="0" sz="2000" spc="-15" b="1">
                <a:solidFill>
                  <a:srgbClr val="FF5CFF"/>
                </a:solidFill>
                <a:latin typeface="宋体"/>
                <a:cs typeface="宋体"/>
              </a:rPr>
              <a:t>在进行输入操作时，检查相应的</a:t>
            </a:r>
            <a:r>
              <a:rPr dirty="0" sz="2000" spc="-20" b="1">
                <a:solidFill>
                  <a:srgbClr val="9933FF"/>
                </a:solidFill>
                <a:latin typeface="宋体"/>
                <a:cs typeface="宋体"/>
              </a:rPr>
              <a:t>I/O</a:t>
            </a:r>
            <a:r>
              <a:rPr dirty="0" sz="2000" spc="-15" b="1">
                <a:solidFill>
                  <a:srgbClr val="FF5CFF"/>
                </a:solidFill>
                <a:latin typeface="宋体"/>
                <a:cs typeface="宋体"/>
              </a:rPr>
              <a:t>地址</a:t>
            </a:r>
            <a:r>
              <a:rPr dirty="0" sz="2000" spc="-10" b="1">
                <a:solidFill>
                  <a:srgbClr val="FF5CFF"/>
                </a:solidFill>
                <a:latin typeface="宋体"/>
                <a:cs typeface="宋体"/>
              </a:rPr>
              <a:t>（</a:t>
            </a:r>
            <a:r>
              <a:rPr dirty="0" sz="2000" spc="-10" b="1">
                <a:solidFill>
                  <a:srgbClr val="9933FF"/>
                </a:solidFill>
                <a:latin typeface="宋体"/>
                <a:cs typeface="宋体"/>
              </a:rPr>
              <a:t>I/O</a:t>
            </a:r>
            <a:r>
              <a:rPr dirty="0" sz="2000" spc="-20" b="1">
                <a:solidFill>
                  <a:srgbClr val="FF5CFF"/>
                </a:solidFill>
                <a:latin typeface="宋体"/>
                <a:cs typeface="宋体"/>
              </a:rPr>
              <a:t>缓冲器中的单元</a:t>
            </a:r>
            <a:r>
              <a:rPr dirty="0" sz="2000" spc="-10" b="1">
                <a:solidFill>
                  <a:srgbClr val="FF5CFF"/>
                </a:solidFill>
                <a:latin typeface="宋体"/>
                <a:cs typeface="宋体"/>
              </a:rPr>
              <a:t>）</a:t>
            </a:r>
            <a:r>
              <a:rPr dirty="0" sz="2000" spc="-50" b="1">
                <a:solidFill>
                  <a:srgbClr val="FF5CFF"/>
                </a:solidFill>
                <a:latin typeface="宋体"/>
                <a:cs typeface="宋体"/>
              </a:rPr>
              <a:t>是</a:t>
            </a:r>
            <a:endParaRPr sz="2000">
              <a:latin typeface="宋体"/>
              <a:cs typeface="宋体"/>
            </a:endParaRPr>
          </a:p>
          <a:p>
            <a:pPr marL="577850">
              <a:lnSpc>
                <a:spcPct val="100000"/>
              </a:lnSpc>
              <a:spcBef>
                <a:spcPts val="960"/>
              </a:spcBef>
            </a:pPr>
            <a:r>
              <a:rPr dirty="0" sz="2000" spc="-15" b="1">
                <a:solidFill>
                  <a:srgbClr val="FF5CFF"/>
                </a:solidFill>
                <a:latin typeface="宋体"/>
                <a:cs typeface="宋体"/>
              </a:rPr>
              <a:t>否在</a:t>
            </a:r>
            <a:r>
              <a:rPr dirty="0" sz="2000" b="1">
                <a:solidFill>
                  <a:srgbClr val="9933FF"/>
                </a:solidFill>
                <a:latin typeface="宋体"/>
                <a:cs typeface="宋体"/>
              </a:rPr>
              <a:t>Cache</a:t>
            </a:r>
            <a:r>
              <a:rPr dirty="0" sz="2000" spc="-15" b="1">
                <a:solidFill>
                  <a:srgbClr val="FF5CFF"/>
                </a:solidFill>
                <a:latin typeface="宋体"/>
                <a:cs typeface="宋体"/>
              </a:rPr>
              <a:t>中（</a:t>
            </a:r>
            <a:r>
              <a:rPr dirty="0" sz="2000" spc="-20" b="1">
                <a:solidFill>
                  <a:srgbClr val="FF5CFF"/>
                </a:solidFill>
                <a:latin typeface="宋体"/>
                <a:cs typeface="宋体"/>
              </a:rPr>
              <a:t>即是否有数据副本</a:t>
            </a:r>
            <a:r>
              <a:rPr dirty="0" sz="2000" spc="-15" b="1">
                <a:solidFill>
                  <a:srgbClr val="FF5CFF"/>
                </a:solidFill>
                <a:latin typeface="宋体"/>
                <a:cs typeface="宋体"/>
              </a:rPr>
              <a:t>）</a:t>
            </a:r>
            <a:r>
              <a:rPr dirty="0" sz="2000" spc="-50" b="1">
                <a:solidFill>
                  <a:srgbClr val="FF5CFF"/>
                </a:solidFill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  <a:p>
            <a:pPr lvl="1" marL="577850" marR="5080" indent="-360045">
              <a:lnSpc>
                <a:spcPct val="140000"/>
              </a:lnSpc>
              <a:spcBef>
                <a:spcPts val="484"/>
              </a:spcBef>
              <a:buClr>
                <a:srgbClr val="4668F5"/>
              </a:buClr>
              <a:buSzPct val="60000"/>
              <a:buFont typeface="Wingdings"/>
              <a:buChar char=""/>
              <a:tabLst>
                <a:tab pos="577850" algn="l"/>
              </a:tabLst>
            </a:pPr>
            <a:r>
              <a:rPr dirty="0" sz="2000" spc="-10" b="1">
                <a:solidFill>
                  <a:srgbClr val="FF5CFF"/>
                </a:solidFill>
                <a:latin typeface="宋体"/>
                <a:cs typeface="宋体"/>
              </a:rPr>
              <a:t>如果发现</a:t>
            </a:r>
            <a:r>
              <a:rPr dirty="0" sz="2000" spc="-10" b="1">
                <a:solidFill>
                  <a:srgbClr val="9933FF"/>
                </a:solidFill>
                <a:latin typeface="宋体"/>
                <a:cs typeface="宋体"/>
              </a:rPr>
              <a:t>I/O</a:t>
            </a:r>
            <a:r>
              <a:rPr dirty="0" sz="2000" spc="-20" b="1">
                <a:solidFill>
                  <a:srgbClr val="FF5CFF"/>
                </a:solidFill>
                <a:latin typeface="宋体"/>
                <a:cs typeface="宋体"/>
              </a:rPr>
              <a:t>地址在</a:t>
            </a:r>
            <a:r>
              <a:rPr dirty="0" sz="2000" spc="-10" b="1">
                <a:solidFill>
                  <a:srgbClr val="9933FF"/>
                </a:solidFill>
                <a:latin typeface="宋体"/>
                <a:cs typeface="宋体"/>
              </a:rPr>
              <a:t>Cache</a:t>
            </a:r>
            <a:r>
              <a:rPr dirty="0" sz="2000" spc="-20" b="1">
                <a:solidFill>
                  <a:srgbClr val="FF5CFF"/>
                </a:solidFill>
                <a:latin typeface="宋体"/>
                <a:cs typeface="宋体"/>
              </a:rPr>
              <a:t>中有匹配的项，就把相应的</a:t>
            </a:r>
            <a:r>
              <a:rPr dirty="0" sz="2000" spc="-10" b="1">
                <a:solidFill>
                  <a:srgbClr val="9933FF"/>
                </a:solidFill>
                <a:latin typeface="宋体"/>
                <a:cs typeface="宋体"/>
              </a:rPr>
              <a:t>Cache</a:t>
            </a:r>
            <a:r>
              <a:rPr dirty="0" sz="2000" spc="-25" b="1">
                <a:solidFill>
                  <a:srgbClr val="FF5CFF"/>
                </a:solidFill>
                <a:latin typeface="宋体"/>
                <a:cs typeface="宋体"/>
              </a:rPr>
              <a:t>块设置为</a:t>
            </a:r>
            <a:r>
              <a:rPr dirty="0" sz="2000" spc="-50" b="1">
                <a:solidFill>
                  <a:srgbClr val="FF5CFF"/>
                </a:solidFill>
                <a:latin typeface="宋体"/>
                <a:cs typeface="宋体"/>
              </a:rPr>
              <a:t> </a:t>
            </a:r>
            <a:r>
              <a:rPr dirty="0" sz="2000" spc="-20" b="1">
                <a:solidFill>
                  <a:srgbClr val="FF5CFF"/>
                </a:solidFill>
                <a:latin typeface="宋体"/>
                <a:cs typeface="宋体"/>
              </a:rPr>
              <a:t>“无效”。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yyan</dc:creator>
  <dc:title>没有幻灯片标题</dc:title>
  <dcterms:created xsi:type="dcterms:W3CDTF">2026-01-11T17:46:39Z</dcterms:created>
  <dcterms:modified xsi:type="dcterms:W3CDTF">2026-01-11T17:46:39Z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2026-01-03T00:00:00Z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2026-01-11T00:00:00Z</vt:filetime>
  </property>
  <property fmtid="{D5CDD505-2E9C-101B-9397-08002B2CF9AE}" pid="5" name="Producer">
    <vt:lpwstr>Microsoft® PowerPoint® 2021</vt:lpwstr>
  </property>
</Properties>
</file>