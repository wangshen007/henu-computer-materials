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notesMasterIdLst>
    <p:notesMasterId r:id="rId60"/>
  </p:notesMasterIdLst>
  <p:sldIdLst>
    <p:sldId id="259" r:id="rId2"/>
    <p:sldId id="260" r:id="rId3"/>
    <p:sldId id="409" r:id="rId4"/>
    <p:sldId id="320" r:id="rId5"/>
    <p:sldId id="321" r:id="rId6"/>
    <p:sldId id="412" r:id="rId7"/>
    <p:sldId id="288" r:id="rId8"/>
    <p:sldId id="339" r:id="rId9"/>
    <p:sldId id="313" r:id="rId10"/>
    <p:sldId id="290" r:id="rId11"/>
    <p:sldId id="315" r:id="rId12"/>
    <p:sldId id="291" r:id="rId13"/>
    <p:sldId id="340" r:id="rId14"/>
    <p:sldId id="308" r:id="rId15"/>
    <p:sldId id="309" r:id="rId16"/>
    <p:sldId id="311" r:id="rId17"/>
    <p:sldId id="310" r:id="rId18"/>
    <p:sldId id="261" r:id="rId19"/>
    <p:sldId id="316" r:id="rId20"/>
    <p:sldId id="284" r:id="rId21"/>
    <p:sldId id="327" r:id="rId22"/>
    <p:sldId id="328" r:id="rId23"/>
    <p:sldId id="286" r:id="rId24"/>
    <p:sldId id="307" r:id="rId25"/>
    <p:sldId id="326" r:id="rId26"/>
    <p:sldId id="329" r:id="rId27"/>
    <p:sldId id="330" r:id="rId28"/>
    <p:sldId id="331" r:id="rId29"/>
    <p:sldId id="332" r:id="rId30"/>
    <p:sldId id="333" r:id="rId31"/>
    <p:sldId id="334" r:id="rId32"/>
    <p:sldId id="335" r:id="rId33"/>
    <p:sldId id="336" r:id="rId34"/>
    <p:sldId id="287" r:id="rId35"/>
    <p:sldId id="262" r:id="rId36"/>
    <p:sldId id="279" r:id="rId37"/>
    <p:sldId id="337" r:id="rId38"/>
    <p:sldId id="306" r:id="rId39"/>
    <p:sldId id="280" r:id="rId40"/>
    <p:sldId id="281" r:id="rId41"/>
    <p:sldId id="282" r:id="rId42"/>
    <p:sldId id="318" r:id="rId43"/>
    <p:sldId id="410" r:id="rId44"/>
    <p:sldId id="411" r:id="rId45"/>
    <p:sldId id="283" r:id="rId46"/>
    <p:sldId id="413" r:id="rId47"/>
    <p:sldId id="263" r:id="rId48"/>
    <p:sldId id="275" r:id="rId49"/>
    <p:sldId id="304" r:id="rId50"/>
    <p:sldId id="276" r:id="rId51"/>
    <p:sldId id="264" r:id="rId52"/>
    <p:sldId id="300" r:id="rId53"/>
    <p:sldId id="265" r:id="rId54"/>
    <p:sldId id="342" r:id="rId55"/>
    <p:sldId id="297" r:id="rId56"/>
    <p:sldId id="298" r:id="rId57"/>
    <p:sldId id="386" r:id="rId58"/>
    <p:sldId id="357" r:id="rId5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7" autoAdjust="0"/>
    <p:restoredTop sz="90471" autoAdjust="0"/>
  </p:normalViewPr>
  <p:slideViewPr>
    <p:cSldViewPr snapToGrid="0" snapToObjects="1" showGuides="1">
      <p:cViewPr varScale="1">
        <p:scale>
          <a:sx n="83" d="100"/>
          <a:sy n="83" d="100"/>
        </p:scale>
        <p:origin x="1636" y="64"/>
      </p:cViewPr>
      <p:guideLst>
        <p:guide orient="horz" pos="2160"/>
        <p:guide pos="2880"/>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CAFC49D-E2D6-F070-C7B1-07F41DE36A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5D631EB5-969D-B123-BA73-E5895D2335A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7054CDB3-F7B1-4872-ADDC-C39D2DA91FB8}" type="datetimeFigureOut">
              <a:rPr lang="zh-CN" altLang="en-US"/>
              <a:pPr>
                <a:defRPr/>
              </a:pPr>
              <a:t>2026/1/6</a:t>
            </a:fld>
            <a:endParaRPr lang="zh-CN" altLang="en-US"/>
          </a:p>
        </p:txBody>
      </p:sp>
      <p:sp>
        <p:nvSpPr>
          <p:cNvPr id="4" name="幻灯片图像占位符 3">
            <a:extLst>
              <a:ext uri="{FF2B5EF4-FFF2-40B4-BE49-F238E27FC236}">
                <a16:creationId xmlns:a16="http://schemas.microsoft.com/office/drawing/2014/main" id="{699D073E-89F6-A99A-FDC3-3C919A1CB8ED}"/>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A6660D28-B026-E886-98D4-5FEA831BFBF9}"/>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二级</a:t>
            </a:r>
          </a:p>
          <a:p>
            <a:pPr lvl="2"/>
            <a:r>
              <a:rPr lang="zh-CN" altLang="en-US" noProof="0"/>
              <a:t>三级</a:t>
            </a:r>
          </a:p>
          <a:p>
            <a:pPr lvl="3"/>
            <a:r>
              <a:rPr lang="zh-CN" altLang="en-US" noProof="0"/>
              <a:t>四级</a:t>
            </a:r>
          </a:p>
          <a:p>
            <a:pPr lvl="4"/>
            <a:r>
              <a:rPr lang="zh-CN" altLang="en-US" noProof="0"/>
              <a:t>五级</a:t>
            </a:r>
          </a:p>
        </p:txBody>
      </p:sp>
      <p:sp>
        <p:nvSpPr>
          <p:cNvPr id="6" name="页脚占位符 5">
            <a:extLst>
              <a:ext uri="{FF2B5EF4-FFF2-40B4-BE49-F238E27FC236}">
                <a16:creationId xmlns:a16="http://schemas.microsoft.com/office/drawing/2014/main" id="{2E456019-6D70-9B07-25F3-FE916A3600D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a:extLst>
              <a:ext uri="{FF2B5EF4-FFF2-40B4-BE49-F238E27FC236}">
                <a16:creationId xmlns:a16="http://schemas.microsoft.com/office/drawing/2014/main" id="{53D9EB2B-6878-06B9-C3E3-FEEA9F21E257}"/>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16E3E98C-39AC-4EF5-8D73-E966E82C870F}"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9F7C3FF8-E6C1-D916-7872-B67E6BF879B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71EE1E5B-CD57-C1C2-87BD-10574DB2BBD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148" name="灯片编号占位符 3">
            <a:extLst>
              <a:ext uri="{FF2B5EF4-FFF2-40B4-BE49-F238E27FC236}">
                <a16:creationId xmlns:a16="http://schemas.microsoft.com/office/drawing/2014/main" id="{32AFD4BD-BF9B-F458-C91B-764476F70E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B3CC6A5-2119-4023-8E0A-D4458B5DB29F}" type="slidenum">
              <a:rPr lang="zh-CN" altLang="en-US"/>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618F094D-9A20-B848-8845-C2E5A0E5E30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备注占位符 2">
            <a:extLst>
              <a:ext uri="{FF2B5EF4-FFF2-40B4-BE49-F238E27FC236}">
                <a16:creationId xmlns:a16="http://schemas.microsoft.com/office/drawing/2014/main" id="{C2B7E503-C8A3-E950-EAF8-6AD09DCF53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220" name="灯片编号占位符 3">
            <a:extLst>
              <a:ext uri="{FF2B5EF4-FFF2-40B4-BE49-F238E27FC236}">
                <a16:creationId xmlns:a16="http://schemas.microsoft.com/office/drawing/2014/main" id="{B8036CB7-9998-DBC6-C83A-163F18312D1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F36960D-E398-4397-A717-7086D24EF727}" type="slidenum">
              <a:rPr lang="zh-CN" altLang="en-US"/>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B37375D4-D8ED-8357-3897-000549D7576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a:extLst>
              <a:ext uri="{FF2B5EF4-FFF2-40B4-BE49-F238E27FC236}">
                <a16:creationId xmlns:a16="http://schemas.microsoft.com/office/drawing/2014/main" id="{67908D25-AFAC-83C2-4747-891DCB6574A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1268" name="灯片编号占位符 3">
            <a:extLst>
              <a:ext uri="{FF2B5EF4-FFF2-40B4-BE49-F238E27FC236}">
                <a16:creationId xmlns:a16="http://schemas.microsoft.com/office/drawing/2014/main" id="{3DD328C6-CFD8-F070-6A92-15516B4AB3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568010-8736-4618-8815-51CD280492FF}" type="slidenum">
              <a:rPr lang="zh-CN" altLang="en-US"/>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FB823E7A-7F69-1370-5309-A64A07C8AF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a:extLst>
              <a:ext uri="{FF2B5EF4-FFF2-40B4-BE49-F238E27FC236}">
                <a16:creationId xmlns:a16="http://schemas.microsoft.com/office/drawing/2014/main" id="{28007801-D5E4-9317-18F9-9C08A2974FC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3316" name="灯片编号占位符 3">
            <a:extLst>
              <a:ext uri="{FF2B5EF4-FFF2-40B4-BE49-F238E27FC236}">
                <a16:creationId xmlns:a16="http://schemas.microsoft.com/office/drawing/2014/main" id="{39D1DDA6-423A-BE6C-8E07-9282B70936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F2CBE54-1D62-4373-9CEE-A7AED97840DE}" type="slidenum">
              <a:rPr lang="zh-CN" altLang="en-US"/>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C607F3C6-BA7E-B9FB-4263-6DB2A62C3E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a:extLst>
              <a:ext uri="{FF2B5EF4-FFF2-40B4-BE49-F238E27FC236}">
                <a16:creationId xmlns:a16="http://schemas.microsoft.com/office/drawing/2014/main" id="{C1EB2C48-1208-78FB-07EC-1F0B2E7EEE0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5364" name="灯片编号占位符 3">
            <a:extLst>
              <a:ext uri="{FF2B5EF4-FFF2-40B4-BE49-F238E27FC236}">
                <a16:creationId xmlns:a16="http://schemas.microsoft.com/office/drawing/2014/main" id="{B195A289-0B67-AD2E-EB03-A3798FD240A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B0DC240-D0C8-4128-BC54-BDDE212BEC92}" type="slidenum">
              <a:rPr lang="zh-CN" altLang="en-US"/>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3B5D7753-7517-64D4-5B6F-C311AD7CD45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0999989A-D302-B21F-F8BE-1B4819A7A3E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7412" name="灯片编号占位符 3">
            <a:extLst>
              <a:ext uri="{FF2B5EF4-FFF2-40B4-BE49-F238E27FC236}">
                <a16:creationId xmlns:a16="http://schemas.microsoft.com/office/drawing/2014/main" id="{0BAD92DC-B1E3-AE20-EB81-B5E51281D91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8C42832-5C5B-4908-BAEE-7747383F5630}" type="slidenum">
              <a:rPr lang="zh-CN" altLang="en-US"/>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88CB21DC-3B45-2263-16F1-AE6E429B6E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a:extLst>
              <a:ext uri="{FF2B5EF4-FFF2-40B4-BE49-F238E27FC236}">
                <a16:creationId xmlns:a16="http://schemas.microsoft.com/office/drawing/2014/main" id="{73473608-310E-6543-C02F-A21FB7A8318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19460" name="灯片编号占位符 3">
            <a:extLst>
              <a:ext uri="{FF2B5EF4-FFF2-40B4-BE49-F238E27FC236}">
                <a16:creationId xmlns:a16="http://schemas.microsoft.com/office/drawing/2014/main" id="{5BB2CF0B-3AD7-D4AE-72D3-57FB9E2CA6D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3A3A50-1A6B-42EB-A2C3-8E1D8E2223D1}" type="slidenum">
              <a:rPr lang="zh-CN" altLang="en-US"/>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CACA9678-CC1E-4432-AF83-B1EEAF20476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89417D71-5A6B-CE16-5EBA-89C88B879B0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1508" name="灯片编号占位符 3">
            <a:extLst>
              <a:ext uri="{FF2B5EF4-FFF2-40B4-BE49-F238E27FC236}">
                <a16:creationId xmlns:a16="http://schemas.microsoft.com/office/drawing/2014/main" id="{645D8D7B-7373-90A1-2FB7-DF65F7A8A68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A665189-48DA-4DF9-AD4E-BB0B7563D685}" type="slidenum">
              <a:rPr lang="zh-CN" altLang="en-US"/>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82AE7ABA-1DED-24F2-4216-C41BAAA0961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a:extLst>
              <a:ext uri="{FF2B5EF4-FFF2-40B4-BE49-F238E27FC236}">
                <a16:creationId xmlns:a16="http://schemas.microsoft.com/office/drawing/2014/main" id="{CF0DAB7F-5E28-27F5-E135-AC982EF1F4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3556" name="灯片编号占位符 3">
            <a:extLst>
              <a:ext uri="{FF2B5EF4-FFF2-40B4-BE49-F238E27FC236}">
                <a16:creationId xmlns:a16="http://schemas.microsoft.com/office/drawing/2014/main" id="{CA05B7E3-3C8A-7DFE-2001-A4244059D3B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3CDB1BD-411A-4B89-A84D-F726DD31193B}" type="slidenum">
              <a:rPr lang="zh-CN" altLang="en-US"/>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3082DBF5-A441-09F2-1E91-BB6BB1C77E3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1701BD7A-1971-B6E2-05F3-369B4EC56D4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5604" name="灯片编号占位符 3">
            <a:extLst>
              <a:ext uri="{FF2B5EF4-FFF2-40B4-BE49-F238E27FC236}">
                <a16:creationId xmlns:a16="http://schemas.microsoft.com/office/drawing/2014/main" id="{4E993DA5-DE17-622E-635B-AEB86B8052A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1F09CF0-C913-4D3D-8672-24407F07542A}" type="slidenum">
              <a:rPr lang="zh-CN" altLang="en-US"/>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47848C94-2C56-C483-78B0-64507EBA643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备注占位符 2">
            <a:extLst>
              <a:ext uri="{FF2B5EF4-FFF2-40B4-BE49-F238E27FC236}">
                <a16:creationId xmlns:a16="http://schemas.microsoft.com/office/drawing/2014/main" id="{88A36BAC-A812-13C5-E8BE-A81ECEDDD71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27652" name="灯片编号占位符 3">
            <a:extLst>
              <a:ext uri="{FF2B5EF4-FFF2-40B4-BE49-F238E27FC236}">
                <a16:creationId xmlns:a16="http://schemas.microsoft.com/office/drawing/2014/main" id="{4C21F3D6-EE45-EB40-580D-EBE4B849CA8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C396E57-6F8F-47A4-ABCC-525E7C34AAED}" type="slidenum">
              <a:rPr lang="zh-CN" altLang="en-US"/>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17FDD68D-7E94-C444-6E33-CE3E51F9858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备注占位符 2">
            <a:extLst>
              <a:ext uri="{FF2B5EF4-FFF2-40B4-BE49-F238E27FC236}">
                <a16:creationId xmlns:a16="http://schemas.microsoft.com/office/drawing/2014/main" id="{A44E4F41-4295-C7C8-705D-78A69925E79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9700" name="灯片编号占位符 3">
            <a:extLst>
              <a:ext uri="{FF2B5EF4-FFF2-40B4-BE49-F238E27FC236}">
                <a16:creationId xmlns:a16="http://schemas.microsoft.com/office/drawing/2014/main" id="{72694C4C-CE04-C97E-7D0B-463383D858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259E09-778D-430B-A5EA-C76E7DD7D4E1}" type="slidenum">
              <a:rPr lang="zh-CN" altLang="en-US"/>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1D3E8D4D-EBBC-F97A-2614-EAF9A021C5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a:extLst>
              <a:ext uri="{FF2B5EF4-FFF2-40B4-BE49-F238E27FC236}">
                <a16:creationId xmlns:a16="http://schemas.microsoft.com/office/drawing/2014/main" id="{7C333CC5-FCA0-6621-5BAC-0DF47E6B50B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34820" name="灯片编号占位符 3">
            <a:extLst>
              <a:ext uri="{FF2B5EF4-FFF2-40B4-BE49-F238E27FC236}">
                <a16:creationId xmlns:a16="http://schemas.microsoft.com/office/drawing/2014/main" id="{D45F258A-7666-7C8E-5ADB-E5F07312F1B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09EAFBD-21AE-4818-8193-4B2922A60D85}" type="slidenum">
              <a:rPr lang="zh-CN" altLang="en-US"/>
              <a:pPr/>
              <a:t>17</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FD053AC0-B0C9-93BE-DDDE-94F556CB1DC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BD39C457-E874-4C3F-A002-E74A2DA2B4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37892" name="灯片编号占位符 3">
            <a:extLst>
              <a:ext uri="{FF2B5EF4-FFF2-40B4-BE49-F238E27FC236}">
                <a16:creationId xmlns:a16="http://schemas.microsoft.com/office/drawing/2014/main" id="{4AC644E3-BD71-7650-D164-5F4CB62B2E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72384B-FF40-4E24-8ACD-CBB3E4A1EA25}" type="slidenum">
              <a:rPr lang="zh-CN" altLang="en-US"/>
              <a:pPr/>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53F5769F-D74A-A258-BF16-DE97B17757E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备注占位符 2">
            <a:extLst>
              <a:ext uri="{FF2B5EF4-FFF2-40B4-BE49-F238E27FC236}">
                <a16:creationId xmlns:a16="http://schemas.microsoft.com/office/drawing/2014/main" id="{003F1FD1-841A-9829-DB3C-F9E1646F0CE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39940" name="灯片编号占位符 3">
            <a:extLst>
              <a:ext uri="{FF2B5EF4-FFF2-40B4-BE49-F238E27FC236}">
                <a16:creationId xmlns:a16="http://schemas.microsoft.com/office/drawing/2014/main" id="{6DE75A31-CBF2-3B3D-61A2-349177AEE08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80B69C3-BFE9-4916-B50E-F2DCF9C1A6E6}" type="slidenum">
              <a:rPr lang="zh-CN" altLang="en-US"/>
              <a:pPr/>
              <a:t>20</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F27AD71C-D4E2-5E55-7083-CA5F4FFBC3D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a:extLst>
              <a:ext uri="{FF2B5EF4-FFF2-40B4-BE49-F238E27FC236}">
                <a16:creationId xmlns:a16="http://schemas.microsoft.com/office/drawing/2014/main" id="{30A3BC33-C9D6-E81F-DE9E-0606500CF37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41988" name="灯片编号占位符 3">
            <a:extLst>
              <a:ext uri="{FF2B5EF4-FFF2-40B4-BE49-F238E27FC236}">
                <a16:creationId xmlns:a16="http://schemas.microsoft.com/office/drawing/2014/main" id="{BBE00991-605C-F23F-B745-77A0E10E045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73DE98C-F9C3-4FD5-8339-9BE5D37C7775}" type="slidenum">
              <a:rPr lang="zh-CN" altLang="en-US"/>
              <a:pPr/>
              <a:t>21</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703164AF-3061-DBDD-291C-C06EC80CA79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备注占位符 2">
            <a:extLst>
              <a:ext uri="{FF2B5EF4-FFF2-40B4-BE49-F238E27FC236}">
                <a16:creationId xmlns:a16="http://schemas.microsoft.com/office/drawing/2014/main" id="{715B5A1F-1943-A444-C657-D1CBBED1E89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44036" name="灯片编号占位符 3">
            <a:extLst>
              <a:ext uri="{FF2B5EF4-FFF2-40B4-BE49-F238E27FC236}">
                <a16:creationId xmlns:a16="http://schemas.microsoft.com/office/drawing/2014/main" id="{2C218194-EE3A-07EE-64C6-2C372AD6B47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A6F7990-146E-4F39-B78D-58EFDB587A45}" type="slidenum">
              <a:rPr lang="zh-CN" altLang="en-US"/>
              <a:pPr/>
              <a:t>22</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F35DAAFA-9710-FEC0-9B39-D78A691DDD0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备注占位符 2">
            <a:extLst>
              <a:ext uri="{FF2B5EF4-FFF2-40B4-BE49-F238E27FC236}">
                <a16:creationId xmlns:a16="http://schemas.microsoft.com/office/drawing/2014/main" id="{BD896246-F252-CBA2-1E0B-CABAA6CBA20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46084" name="灯片编号占位符 3">
            <a:extLst>
              <a:ext uri="{FF2B5EF4-FFF2-40B4-BE49-F238E27FC236}">
                <a16:creationId xmlns:a16="http://schemas.microsoft.com/office/drawing/2014/main" id="{8C7C9BFB-F320-E055-D05E-753F53620ED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C495214-BA1A-49B6-9AD4-2A10B292A758}" type="slidenum">
              <a:rPr lang="zh-CN" altLang="en-US"/>
              <a:pPr/>
              <a:t>23</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34368C41-9627-9FED-35F3-5688DCD45A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a:extLst>
              <a:ext uri="{FF2B5EF4-FFF2-40B4-BE49-F238E27FC236}">
                <a16:creationId xmlns:a16="http://schemas.microsoft.com/office/drawing/2014/main" id="{279A4872-949C-FD95-FB7C-9D21574B39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48132" name="灯片编号占位符 3">
            <a:extLst>
              <a:ext uri="{FF2B5EF4-FFF2-40B4-BE49-F238E27FC236}">
                <a16:creationId xmlns:a16="http://schemas.microsoft.com/office/drawing/2014/main" id="{622EBFB6-6C12-4156-A915-887BC67C88B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436957A-7E00-4DDF-A630-84068A2834D9}" type="slidenum">
              <a:rPr lang="zh-CN" altLang="en-US"/>
              <a:pPr/>
              <a:t>24</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DF189D65-B35B-33C3-6D44-D33CBF745C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备注占位符 2">
            <a:extLst>
              <a:ext uri="{FF2B5EF4-FFF2-40B4-BE49-F238E27FC236}">
                <a16:creationId xmlns:a16="http://schemas.microsoft.com/office/drawing/2014/main" id="{E62BE797-938D-BA1E-EED3-94A1FDA6E54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0180" name="灯片编号占位符 3">
            <a:extLst>
              <a:ext uri="{FF2B5EF4-FFF2-40B4-BE49-F238E27FC236}">
                <a16:creationId xmlns:a16="http://schemas.microsoft.com/office/drawing/2014/main" id="{23F5BE08-38C5-EA31-5E3F-FE0687D9C0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8C18DE0-F2D0-4335-9E7D-7C24759FF6F3}" type="slidenum">
              <a:rPr lang="zh-CN" altLang="en-US"/>
              <a:pPr/>
              <a:t>25</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444AA007-F935-BF26-679B-80244EB486B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备注占位符 2">
            <a:extLst>
              <a:ext uri="{FF2B5EF4-FFF2-40B4-BE49-F238E27FC236}">
                <a16:creationId xmlns:a16="http://schemas.microsoft.com/office/drawing/2014/main" id="{A729A97E-648B-C371-F446-3FAFB5BE508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2228" name="灯片编号占位符 3">
            <a:extLst>
              <a:ext uri="{FF2B5EF4-FFF2-40B4-BE49-F238E27FC236}">
                <a16:creationId xmlns:a16="http://schemas.microsoft.com/office/drawing/2014/main" id="{76F0E9E6-5498-BD07-6CAB-22749700AF9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1CFA678-58DD-4A9F-8462-52BCD430D39C}" type="slidenum">
              <a:rPr lang="zh-CN" altLang="en-US"/>
              <a:pPr/>
              <a:t>26</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D125ED7D-40D0-CE5E-599C-6062C2F3F55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a:extLst>
              <a:ext uri="{FF2B5EF4-FFF2-40B4-BE49-F238E27FC236}">
                <a16:creationId xmlns:a16="http://schemas.microsoft.com/office/drawing/2014/main" id="{8FD81ADD-7C41-1E7E-4887-C4689A8A0F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4276" name="灯片编号占位符 3">
            <a:extLst>
              <a:ext uri="{FF2B5EF4-FFF2-40B4-BE49-F238E27FC236}">
                <a16:creationId xmlns:a16="http://schemas.microsoft.com/office/drawing/2014/main" id="{ED72B5BC-36A6-8023-19B0-CBED2E3813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B8D1BAE-3F2E-4E8B-AFDC-F3A264992883}" type="slidenum">
              <a:rPr lang="zh-CN" altLang="en-US"/>
              <a:pPr/>
              <a:t>27</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24AE2DFB-1105-65DA-98A5-48656245AA5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备注占位符 2">
            <a:extLst>
              <a:ext uri="{FF2B5EF4-FFF2-40B4-BE49-F238E27FC236}">
                <a16:creationId xmlns:a16="http://schemas.microsoft.com/office/drawing/2014/main" id="{A7D824E8-EB41-7D6C-99BD-5087FC8120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6324" name="灯片编号占位符 3">
            <a:extLst>
              <a:ext uri="{FF2B5EF4-FFF2-40B4-BE49-F238E27FC236}">
                <a16:creationId xmlns:a16="http://schemas.microsoft.com/office/drawing/2014/main" id="{992F8A75-C4E1-AAD3-6206-6E831FDA29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E10525-466F-42BA-9292-CAACE630D7C2}" type="slidenum">
              <a:rPr lang="zh-CN" altLang="en-US"/>
              <a:pPr/>
              <a:t>28</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FD15490A-EEE1-3387-AFB5-8A5AC1BED3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91563314-C7B6-D3F9-5C0B-8FDE6D709BC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8372" name="灯片编号占位符 3">
            <a:extLst>
              <a:ext uri="{FF2B5EF4-FFF2-40B4-BE49-F238E27FC236}">
                <a16:creationId xmlns:a16="http://schemas.microsoft.com/office/drawing/2014/main" id="{5EA1BA63-D00A-077B-A97C-3ED8EBF7D1F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2E2273-02F5-43D5-AF66-9D969524C4A9}" type="slidenum">
              <a:rPr lang="zh-CN" altLang="en-US"/>
              <a:pPr/>
              <a:t>29</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5AEE07C9-1902-3162-ADFB-B797655D2E3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a:extLst>
              <a:ext uri="{FF2B5EF4-FFF2-40B4-BE49-F238E27FC236}">
                <a16:creationId xmlns:a16="http://schemas.microsoft.com/office/drawing/2014/main" id="{D3E94B98-001B-E1B4-E2F2-7A548FB19DC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0420" name="灯片编号占位符 3">
            <a:extLst>
              <a:ext uri="{FF2B5EF4-FFF2-40B4-BE49-F238E27FC236}">
                <a16:creationId xmlns:a16="http://schemas.microsoft.com/office/drawing/2014/main" id="{D968B059-B78B-1680-6784-F8B864946A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2C4F2E-DAE7-481D-8A6E-742169B13379}" type="slidenum">
              <a:rPr lang="zh-CN" altLang="en-US"/>
              <a:pPr/>
              <a:t>30</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F686766A-08DF-CCA5-E82A-C58DBB7DE34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a:extLst>
              <a:ext uri="{FF2B5EF4-FFF2-40B4-BE49-F238E27FC236}">
                <a16:creationId xmlns:a16="http://schemas.microsoft.com/office/drawing/2014/main" id="{BC093B6A-813D-4B8D-337A-602D555F2ED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2468" name="灯片编号占位符 3">
            <a:extLst>
              <a:ext uri="{FF2B5EF4-FFF2-40B4-BE49-F238E27FC236}">
                <a16:creationId xmlns:a16="http://schemas.microsoft.com/office/drawing/2014/main" id="{39532EE7-8726-0C06-5D19-01662A0D98B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6081A83-8B3C-4B67-B626-BB689F5B331D}" type="slidenum">
              <a:rPr lang="zh-CN" altLang="en-US"/>
              <a:pPr/>
              <a:t>31</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DEBF523B-405F-4896-7686-831AE9FA3CB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a:extLst>
              <a:ext uri="{FF2B5EF4-FFF2-40B4-BE49-F238E27FC236}">
                <a16:creationId xmlns:a16="http://schemas.microsoft.com/office/drawing/2014/main" id="{14DAD43C-328C-1071-6A00-80B9CE35B6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4516" name="灯片编号占位符 3">
            <a:extLst>
              <a:ext uri="{FF2B5EF4-FFF2-40B4-BE49-F238E27FC236}">
                <a16:creationId xmlns:a16="http://schemas.microsoft.com/office/drawing/2014/main" id="{3DDE82EA-E79C-6B05-155C-6E19CB9C2F9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5BD631-1FA0-40A4-92F9-47858F5859B6}" type="slidenum">
              <a:rPr lang="zh-CN" altLang="en-US"/>
              <a:pPr/>
              <a:t>32</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3AE702FC-40AE-8F64-3E20-4DB701ED15C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a:extLst>
              <a:ext uri="{FF2B5EF4-FFF2-40B4-BE49-F238E27FC236}">
                <a16:creationId xmlns:a16="http://schemas.microsoft.com/office/drawing/2014/main" id="{4C2E3A97-7344-486C-6EBC-60EB34D3EBC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66564" name="灯片编号占位符 3">
            <a:extLst>
              <a:ext uri="{FF2B5EF4-FFF2-40B4-BE49-F238E27FC236}">
                <a16:creationId xmlns:a16="http://schemas.microsoft.com/office/drawing/2014/main" id="{568CB7C2-77E5-73C9-7BE9-DA6C0E4D183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8E9C1CD-9B89-448D-9404-95742D9BC614}" type="slidenum">
              <a:rPr lang="zh-CN" altLang="en-US"/>
              <a:pPr/>
              <a:t>33</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3FFC4EA7-E18C-1610-7C15-1EE884ABA49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a:extLst>
              <a:ext uri="{FF2B5EF4-FFF2-40B4-BE49-F238E27FC236}">
                <a16:creationId xmlns:a16="http://schemas.microsoft.com/office/drawing/2014/main" id="{911233E0-9A49-58F3-4ED0-ED53786A4E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68612" name="灯片编号占位符 3">
            <a:extLst>
              <a:ext uri="{FF2B5EF4-FFF2-40B4-BE49-F238E27FC236}">
                <a16:creationId xmlns:a16="http://schemas.microsoft.com/office/drawing/2014/main" id="{F0FB7718-90C0-9243-C03A-77044F116A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F4E370-60B1-4322-AB5E-502F4DB92E8B}" type="slidenum">
              <a:rPr lang="zh-CN" altLang="en-US"/>
              <a:pPr/>
              <a:t>34</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E423F1A0-F5DD-63A9-5C4C-F209DF5286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备注占位符 2">
            <a:extLst>
              <a:ext uri="{FF2B5EF4-FFF2-40B4-BE49-F238E27FC236}">
                <a16:creationId xmlns:a16="http://schemas.microsoft.com/office/drawing/2014/main" id="{7722717F-FDD0-DE33-022F-87E4A54F10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71684" name="灯片编号占位符 3">
            <a:extLst>
              <a:ext uri="{FF2B5EF4-FFF2-40B4-BE49-F238E27FC236}">
                <a16:creationId xmlns:a16="http://schemas.microsoft.com/office/drawing/2014/main" id="{4EC60E24-17DD-9718-55F2-A479A8485E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B65D9F-5643-4B85-B23D-4EF40D8DA259}" type="slidenum">
              <a:rPr lang="zh-CN" altLang="en-US"/>
              <a:pPr/>
              <a:t>36</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F011A20B-57B3-E40F-57FC-CE08CB62679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备注占位符 2">
            <a:extLst>
              <a:ext uri="{FF2B5EF4-FFF2-40B4-BE49-F238E27FC236}">
                <a16:creationId xmlns:a16="http://schemas.microsoft.com/office/drawing/2014/main" id="{2223C8CA-09BF-CF92-E5C0-783558B4C6D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73732" name="灯片编号占位符 3">
            <a:extLst>
              <a:ext uri="{FF2B5EF4-FFF2-40B4-BE49-F238E27FC236}">
                <a16:creationId xmlns:a16="http://schemas.microsoft.com/office/drawing/2014/main" id="{A27249E0-673F-64D9-BCB8-23656F6DE3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B99926D-143B-436A-8D12-2EA27F4825C3}" type="slidenum">
              <a:rPr lang="zh-CN" altLang="en-US"/>
              <a:pPr/>
              <a:t>37</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F6500789-22CA-C745-31D2-17B4BEEE43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备注占位符 2">
            <a:extLst>
              <a:ext uri="{FF2B5EF4-FFF2-40B4-BE49-F238E27FC236}">
                <a16:creationId xmlns:a16="http://schemas.microsoft.com/office/drawing/2014/main" id="{9914F83C-01B2-8F2B-8B65-B2E72563732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6020" name="灯片编号占位符 3">
            <a:extLst>
              <a:ext uri="{FF2B5EF4-FFF2-40B4-BE49-F238E27FC236}">
                <a16:creationId xmlns:a16="http://schemas.microsoft.com/office/drawing/2014/main" id="{10AA00C4-E33B-4777-7707-1BC2BD7CEA8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BF841D-B402-4F59-AF2F-131C9FDE3790}" type="slidenum">
              <a:rPr lang="zh-CN" altLang="en-US"/>
              <a:pPr/>
              <a:t>48</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a:extLst>
              <a:ext uri="{FF2B5EF4-FFF2-40B4-BE49-F238E27FC236}">
                <a16:creationId xmlns:a16="http://schemas.microsoft.com/office/drawing/2014/main" id="{795761EB-AD0B-BD6F-C4BC-DB9445977E7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备注占位符 2">
            <a:extLst>
              <a:ext uri="{FF2B5EF4-FFF2-40B4-BE49-F238E27FC236}">
                <a16:creationId xmlns:a16="http://schemas.microsoft.com/office/drawing/2014/main" id="{2A07E2A7-2422-CD2E-F7CB-2E62A35FBAD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0116" name="灯片编号占位符 3">
            <a:extLst>
              <a:ext uri="{FF2B5EF4-FFF2-40B4-BE49-F238E27FC236}">
                <a16:creationId xmlns:a16="http://schemas.microsoft.com/office/drawing/2014/main" id="{519D1337-67DD-185A-ED88-8994B9B4A76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4603626-B95A-4312-BA05-FB126808177E}" type="slidenum">
              <a:rPr lang="zh-CN" altLang="en-US"/>
              <a:pPr/>
              <a:t>51</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a:extLst>
              <a:ext uri="{FF2B5EF4-FFF2-40B4-BE49-F238E27FC236}">
                <a16:creationId xmlns:a16="http://schemas.microsoft.com/office/drawing/2014/main" id="{3F0EF311-C2EF-D0AC-527F-288D0C0E42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备注占位符 2">
            <a:extLst>
              <a:ext uri="{FF2B5EF4-FFF2-40B4-BE49-F238E27FC236}">
                <a16:creationId xmlns:a16="http://schemas.microsoft.com/office/drawing/2014/main" id="{99FE0D32-702D-899B-490F-05A7C1B155B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2164" name="灯片编号占位符 3">
            <a:extLst>
              <a:ext uri="{FF2B5EF4-FFF2-40B4-BE49-F238E27FC236}">
                <a16:creationId xmlns:a16="http://schemas.microsoft.com/office/drawing/2014/main" id="{B3F0AA53-0118-E970-160B-7379074441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A209E5-D3CC-46B0-A469-20DF4C4EBC05}" type="slidenum">
              <a:rPr lang="zh-CN" altLang="en-US"/>
              <a:pPr/>
              <a:t>52</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FA3DBE17-1327-043C-CA03-42B626A6E40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a:extLst>
              <a:ext uri="{FF2B5EF4-FFF2-40B4-BE49-F238E27FC236}">
                <a16:creationId xmlns:a16="http://schemas.microsoft.com/office/drawing/2014/main" id="{E57A4611-61E0-A932-0DE8-FDAE163863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5236" name="灯片编号占位符 3">
            <a:extLst>
              <a:ext uri="{FF2B5EF4-FFF2-40B4-BE49-F238E27FC236}">
                <a16:creationId xmlns:a16="http://schemas.microsoft.com/office/drawing/2014/main" id="{7D5EEA80-EB82-3481-6A3A-62B656317C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29E747-BC26-4FB0-9DB7-84BBC9EDC453}" type="slidenum">
              <a:rPr lang="zh-CN" altLang="en-US"/>
              <a:pPr/>
              <a:t>54</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D6A3C339-A446-351C-6081-88030A8428C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8189F6D9-7A3C-400A-4226-B0275C149E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EM</a:t>
            </a:r>
            <a:r>
              <a:rPr lang="zh-CN" altLang="en-US"/>
              <a:t>算法不能保证找到全局最优；</a:t>
            </a:r>
            <a:endParaRPr lang="en-US" altLang="zh-CN"/>
          </a:p>
        </p:txBody>
      </p:sp>
      <p:sp>
        <p:nvSpPr>
          <p:cNvPr id="100356" name="Slide Number Placeholder 3">
            <a:extLst>
              <a:ext uri="{FF2B5EF4-FFF2-40B4-BE49-F238E27FC236}">
                <a16:creationId xmlns:a16="http://schemas.microsoft.com/office/drawing/2014/main" id="{D60BD99E-A41E-510A-26E9-C2FB8107D3C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7C82A1A-1B66-4958-831F-82AA3D6BAEC8}" type="slidenum">
              <a:rPr kumimoji="1" lang="zh-CN" altLang="en-US"/>
              <a:pPr/>
              <a:t>58</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341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625434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00" algn="l">
              <a:buClr>
                <a:schemeClr val="accent1"/>
              </a:buClr>
              <a:buSzPct val="100000"/>
              <a:buFont typeface="Wingdings" panose="05000000000000000000" pitchFamily="2" charset="2"/>
              <a:buChar char="p"/>
              <a:defRPr lang="zh-CN" altLang="en-US" dirty="0" smtClean="0"/>
            </a:lvl1pPr>
            <a:lvl2pPr marL="685800" indent="-360000">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dirty="0"/>
          </a:p>
        </p:txBody>
      </p:sp>
    </p:spTree>
    <p:extLst>
      <p:ext uri="{BB962C8B-B14F-4D97-AF65-F5344CB8AC3E}">
        <p14:creationId xmlns:p14="http://schemas.microsoft.com/office/powerpoint/2010/main" val="2530626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129357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1189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41122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337631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4365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0"/>
          <a:srcRect/>
          <a:stretch>
            <a:fillRect/>
          </a:stretch>
        </a:blipFill>
        <a:effectLst/>
      </p:bgPr>
    </p:bg>
    <p:spTree>
      <p:nvGrpSpPr>
        <p:cNvPr id="1" name=""/>
        <p:cNvGrpSpPr/>
        <p:nvPr/>
      </p:nvGrpSpPr>
      <p:grpSpPr>
        <a:xfrm>
          <a:off x="0" y="0"/>
          <a:ext cx="0" cy="0"/>
          <a:chOff x="0" y="0"/>
          <a:chExt cx="0" cy="0"/>
        </a:xfrm>
      </p:grpSpPr>
      <p:sp>
        <p:nvSpPr>
          <p:cNvPr id="1026" name="Text Placeholder 2">
            <a:extLst>
              <a:ext uri="{FF2B5EF4-FFF2-40B4-BE49-F238E27FC236}">
                <a16:creationId xmlns:a16="http://schemas.microsoft.com/office/drawing/2014/main" id="{FE154ABB-C5A9-4BFA-C2ED-2CA3ADF89211}"/>
              </a:ext>
            </a:extLst>
          </p:cNvPr>
          <p:cNvSpPr>
            <a:spLocks noGrp="1"/>
          </p:cNvSpPr>
          <p:nvPr>
            <p:ph type="body" idx="1"/>
          </p:nvPr>
        </p:nvSpPr>
        <p:spPr bwMode="auto">
          <a:xfrm>
            <a:off x="260350" y="1050925"/>
            <a:ext cx="8629650" cy="507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8" name="标题占位符 7">
            <a:extLst>
              <a:ext uri="{FF2B5EF4-FFF2-40B4-BE49-F238E27FC236}">
                <a16:creationId xmlns:a16="http://schemas.microsoft.com/office/drawing/2014/main" id="{A2506F62-0529-8CA0-0560-BFB868D3C7B4}"/>
              </a:ext>
            </a:extLst>
          </p:cNvPr>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909" r:id="rId1"/>
    <p:sldLayoutId id="2147483903" r:id="rId2"/>
    <p:sldLayoutId id="2147483904" r:id="rId3"/>
    <p:sldLayoutId id="2147483905" r:id="rId4"/>
    <p:sldLayoutId id="2147483906" r:id="rId5"/>
    <p:sldLayoutId id="2147483907" r:id="rId6"/>
    <p:sldLayoutId id="2147483908" r:id="rId7"/>
    <p:sldLayoutId id="2147483910" r:id="rId8"/>
  </p:sldLayoutIdLst>
  <p:txStyles>
    <p:titleStyle>
      <a:lvl1pPr algn="l" rtl="0" eaLnBrk="0" fontAlgn="base" hangingPunct="0">
        <a:lnSpc>
          <a:spcPct val="90000"/>
        </a:lnSpc>
        <a:spcBef>
          <a:spcPct val="0"/>
        </a:spcBef>
        <a:spcAft>
          <a:spcPct val="0"/>
        </a:spcAft>
        <a:defRPr sz="3600" b="1" kern="120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vl2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2pPr>
      <a:lvl3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3pPr>
      <a:lvl4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4pPr>
      <a:lvl5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5pPr>
      <a:lvl6pPr marL="4572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6pPr>
      <a:lvl7pPr marL="9144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7pPr>
      <a:lvl8pPr marL="13716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8pPr>
      <a:lvl9pPr marL="18288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9pPr>
    </p:titleStyle>
    <p:bodyStyle>
      <a:lvl1pPr marL="228600" indent="-358775" algn="l" rtl="0" eaLnBrk="0" fontAlgn="base" hangingPunct="0">
        <a:lnSpc>
          <a:spcPct val="90000"/>
        </a:lnSpc>
        <a:spcBef>
          <a:spcPts val="1000"/>
        </a:spcBef>
        <a:spcAft>
          <a:spcPct val="0"/>
        </a:spcAft>
        <a:buClr>
          <a:schemeClr val="tx2"/>
        </a:buClr>
        <a:buSzPct val="120000"/>
        <a:buFont typeface="Wingdings" panose="05000000000000000000" pitchFamily="2" charset="2"/>
        <a:buChar char="p"/>
        <a:defRPr sz="2200" kern="1200">
          <a:solidFill>
            <a:schemeClr val="tx1"/>
          </a:solidFill>
          <a:latin typeface="Verdana" panose="020B0604030504040204" pitchFamily="34" charset="0"/>
          <a:ea typeface="幼圆" panose="02010509060101010101" pitchFamily="49" charset="-122"/>
          <a:cs typeface="+mn-cs"/>
        </a:defRPr>
      </a:lvl1pPr>
      <a:lvl2pPr marL="6858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2000" kern="1200">
          <a:solidFill>
            <a:schemeClr val="tx1"/>
          </a:solidFill>
          <a:latin typeface="Verdana" panose="020B0604030504040204" pitchFamily="34" charset="0"/>
          <a:ea typeface="幼圆" panose="02010509060101010101" pitchFamily="49" charset="-122"/>
          <a:cs typeface="+mn-cs"/>
        </a:defRPr>
      </a:lvl2pPr>
      <a:lvl3pPr marL="11430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kern="1200">
          <a:solidFill>
            <a:schemeClr val="tx1"/>
          </a:solidFill>
          <a:latin typeface="Verdana" panose="020B0604030504040204" pitchFamily="34" charset="0"/>
          <a:ea typeface="幼圆" panose="02010509060101010101" pitchFamily="49" charset="-122"/>
          <a:cs typeface="+mn-cs"/>
        </a:defRPr>
      </a:lvl3pPr>
      <a:lvl4pPr marL="16002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1600" kern="1200">
          <a:solidFill>
            <a:schemeClr val="tx1"/>
          </a:solidFill>
          <a:latin typeface="Verdana" panose="020B0604030504040204" pitchFamily="34" charset="0"/>
          <a:ea typeface="幼圆" panose="02010509060101010101" pitchFamily="49" charset="-122"/>
          <a:cs typeface="+mn-cs"/>
        </a:defRPr>
      </a:lvl4pPr>
      <a:lvl5pPr marL="2057400" indent="-358775" algn="l" rtl="0" eaLnBrk="0" fontAlgn="base" hangingPunct="0">
        <a:lnSpc>
          <a:spcPct val="90000"/>
        </a:lnSpc>
        <a:spcBef>
          <a:spcPts val="500"/>
        </a:spcBef>
        <a:spcAft>
          <a:spcPct val="0"/>
        </a:spcAft>
        <a:buClr>
          <a:schemeClr val="tx2"/>
        </a:buClr>
        <a:buFont typeface="Wingdings" panose="05000000000000000000" pitchFamily="2" charset="2"/>
        <a:buChar char="l"/>
        <a:defRPr sz="1600" kern="120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8.bin"/><Relationship Id="rId18" Type="http://schemas.openxmlformats.org/officeDocument/2006/relationships/oleObject" Target="../embeddings/oleObject11.bin"/><Relationship Id="rId3" Type="http://schemas.openxmlformats.org/officeDocument/2006/relationships/oleObject" Target="../embeddings/oleObject3.bin"/><Relationship Id="rId21" Type="http://schemas.openxmlformats.org/officeDocument/2006/relationships/image" Target="../media/image15.wmf"/><Relationship Id="rId7" Type="http://schemas.openxmlformats.org/officeDocument/2006/relationships/oleObject" Target="../embeddings/oleObject5.bin"/><Relationship Id="rId12" Type="http://schemas.openxmlformats.org/officeDocument/2006/relationships/image" Target="../media/image11.wmf"/><Relationship Id="rId17" Type="http://schemas.openxmlformats.org/officeDocument/2006/relationships/image" Target="../media/image13.wmf"/><Relationship Id="rId25" Type="http://schemas.openxmlformats.org/officeDocument/2006/relationships/image" Target="../media/image18.png"/><Relationship Id="rId2" Type="http://schemas.openxmlformats.org/officeDocument/2006/relationships/notesSlide" Target="../notesSlides/notesSlide7.xml"/><Relationship Id="rId16" Type="http://schemas.openxmlformats.org/officeDocument/2006/relationships/oleObject" Target="../embeddings/oleObject10.bin"/><Relationship Id="rId20" Type="http://schemas.openxmlformats.org/officeDocument/2006/relationships/oleObject" Target="../embeddings/oleObject12.bin"/><Relationship Id="rId1" Type="http://schemas.openxmlformats.org/officeDocument/2006/relationships/slideLayout" Target="../slideLayouts/slideLayout4.xml"/><Relationship Id="rId6" Type="http://schemas.openxmlformats.org/officeDocument/2006/relationships/image" Target="../media/image8.wmf"/><Relationship Id="rId11" Type="http://schemas.openxmlformats.org/officeDocument/2006/relationships/oleObject" Target="../embeddings/oleObject7.bin"/><Relationship Id="rId24" Type="http://schemas.openxmlformats.org/officeDocument/2006/relationships/image" Target="../media/image17.wmf"/><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10" Type="http://schemas.openxmlformats.org/officeDocument/2006/relationships/image" Target="../media/image10.wmf"/><Relationship Id="rId19" Type="http://schemas.openxmlformats.org/officeDocument/2006/relationships/image" Target="../media/image14.wmf"/><Relationship Id="rId4" Type="http://schemas.openxmlformats.org/officeDocument/2006/relationships/image" Target="../media/image7.wmf"/><Relationship Id="rId9" Type="http://schemas.openxmlformats.org/officeDocument/2006/relationships/oleObject" Target="../embeddings/oleObject6.bin"/><Relationship Id="rId14" Type="http://schemas.openxmlformats.org/officeDocument/2006/relationships/image" Target="../media/image12.wmf"/><Relationship Id="rId22"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9.bin"/><Relationship Id="rId18" Type="http://schemas.openxmlformats.org/officeDocument/2006/relationships/image" Target="../media/image26.png"/><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2.wmf"/><Relationship Id="rId17" Type="http://schemas.openxmlformats.org/officeDocument/2006/relationships/image" Target="../media/image25.png"/><Relationship Id="rId2" Type="http://schemas.openxmlformats.org/officeDocument/2006/relationships/notesSlide" Target="../notesSlides/notesSlide8.xml"/><Relationship Id="rId16" Type="http://schemas.openxmlformats.org/officeDocument/2006/relationships/image" Target="../media/image24.wmf"/><Relationship Id="rId1" Type="http://schemas.openxmlformats.org/officeDocument/2006/relationships/slideLayout" Target="../slideLayouts/slideLayout4.xml"/><Relationship Id="rId6" Type="http://schemas.openxmlformats.org/officeDocument/2006/relationships/image" Target="../media/image19.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21.wmf"/><Relationship Id="rId4" Type="http://schemas.openxmlformats.org/officeDocument/2006/relationships/image" Target="../media/image12.wmf"/><Relationship Id="rId9" Type="http://schemas.openxmlformats.org/officeDocument/2006/relationships/oleObject" Target="../embeddings/oleObject17.bin"/><Relationship Id="rId14" Type="http://schemas.openxmlformats.org/officeDocument/2006/relationships/image" Target="../media/image23.wmf"/></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7.png"/><Relationship Id="rId7" Type="http://schemas.openxmlformats.org/officeDocument/2006/relationships/image" Target="../media/image15.wmf"/><Relationship Id="rId12" Type="http://schemas.openxmlformats.org/officeDocument/2006/relationships/image" Target="../media/image31.wmf"/><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oleObject" Target="../embeddings/oleObject21.bin"/><Relationship Id="rId11" Type="http://schemas.openxmlformats.org/officeDocument/2006/relationships/oleObject" Target="../embeddings/oleObject23.bin"/><Relationship Id="rId5" Type="http://schemas.openxmlformats.org/officeDocument/2006/relationships/image" Target="../media/image29.png"/><Relationship Id="rId10" Type="http://schemas.openxmlformats.org/officeDocument/2006/relationships/image" Target="../media/image30.wmf"/><Relationship Id="rId4" Type="http://schemas.openxmlformats.org/officeDocument/2006/relationships/image" Target="../media/image28.png"/><Relationship Id="rId9" Type="http://schemas.openxmlformats.org/officeDocument/2006/relationships/oleObject" Target="../embeddings/oleObject22.bin"/></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oleObject" Target="../embeddings/oleObject26.bin"/><Relationship Id="rId18" Type="http://schemas.openxmlformats.org/officeDocument/2006/relationships/image" Target="../media/image36.wmf"/><Relationship Id="rId3" Type="http://schemas.openxmlformats.org/officeDocument/2006/relationships/image" Target="../media/image27.png"/><Relationship Id="rId7" Type="http://schemas.openxmlformats.org/officeDocument/2006/relationships/image" Target="../media/image32.wmf"/><Relationship Id="rId12" Type="http://schemas.openxmlformats.org/officeDocument/2006/relationships/image" Target="../media/image34.wmf"/><Relationship Id="rId17" Type="http://schemas.openxmlformats.org/officeDocument/2006/relationships/oleObject" Target="../embeddings/oleObject28.bin"/><Relationship Id="rId2" Type="http://schemas.openxmlformats.org/officeDocument/2006/relationships/notesSlide" Target="../notesSlides/notesSlide10.xml"/><Relationship Id="rId16" Type="http://schemas.openxmlformats.org/officeDocument/2006/relationships/image" Target="../media/image12.wmf"/><Relationship Id="rId1" Type="http://schemas.openxmlformats.org/officeDocument/2006/relationships/slideLayout" Target="../slideLayouts/slideLayout4.xml"/><Relationship Id="rId6" Type="http://schemas.openxmlformats.org/officeDocument/2006/relationships/oleObject" Target="../embeddings/oleObject24.bin"/><Relationship Id="rId11" Type="http://schemas.openxmlformats.org/officeDocument/2006/relationships/oleObject" Target="../embeddings/oleObject25.bin"/><Relationship Id="rId5" Type="http://schemas.openxmlformats.org/officeDocument/2006/relationships/image" Target="../media/image29.png"/><Relationship Id="rId15" Type="http://schemas.openxmlformats.org/officeDocument/2006/relationships/oleObject" Target="../embeddings/oleObject27.bin"/><Relationship Id="rId10" Type="http://schemas.openxmlformats.org/officeDocument/2006/relationships/image" Target="../media/image26.png"/><Relationship Id="rId4" Type="http://schemas.openxmlformats.org/officeDocument/2006/relationships/image" Target="../media/image28.png"/><Relationship Id="rId9" Type="http://schemas.openxmlformats.org/officeDocument/2006/relationships/image" Target="../media/image25.png"/><Relationship Id="rId14" Type="http://schemas.openxmlformats.org/officeDocument/2006/relationships/image" Target="../media/image35.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oleObject" Target="../embeddings/oleObject30.bin"/><Relationship Id="rId4" Type="http://schemas.openxmlformats.org/officeDocument/2006/relationships/image" Target="../media/image36.wmf"/></Relationships>
</file>

<file path=ppt/slides/_rels/slide13.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35.bin"/><Relationship Id="rId3" Type="http://schemas.openxmlformats.org/officeDocument/2006/relationships/oleObject" Target="../embeddings/oleObject29.bin"/><Relationship Id="rId7" Type="http://schemas.openxmlformats.org/officeDocument/2006/relationships/oleObject" Target="../embeddings/oleObject32.bin"/><Relationship Id="rId12" Type="http://schemas.openxmlformats.org/officeDocument/2006/relationships/image" Target="../media/image38.wmf"/><Relationship Id="rId2" Type="http://schemas.openxmlformats.org/officeDocument/2006/relationships/notesSlide" Target="../notesSlides/notesSlide12.xml"/><Relationship Id="rId16"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oleObject" Target="../embeddings/oleObject31.bin"/><Relationship Id="rId11" Type="http://schemas.openxmlformats.org/officeDocument/2006/relationships/oleObject" Target="../embeddings/oleObject34.bin"/><Relationship Id="rId5" Type="http://schemas.openxmlformats.org/officeDocument/2006/relationships/oleObject" Target="../embeddings/oleObject30.bin"/><Relationship Id="rId15" Type="http://schemas.openxmlformats.org/officeDocument/2006/relationships/image" Target="../media/image39.wmf"/><Relationship Id="rId10" Type="http://schemas.openxmlformats.org/officeDocument/2006/relationships/image" Target="../media/image37.wmf"/><Relationship Id="rId4" Type="http://schemas.openxmlformats.org/officeDocument/2006/relationships/image" Target="../media/image36.wmf"/><Relationship Id="rId9" Type="http://schemas.openxmlformats.org/officeDocument/2006/relationships/oleObject" Target="../embeddings/oleObject33.bin"/><Relationship Id="rId14" Type="http://schemas.openxmlformats.org/officeDocument/2006/relationships/oleObject" Target="../embeddings/oleObject36.bin"/></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wmf"/><Relationship Id="rId7" Type="http://schemas.openxmlformats.org/officeDocument/2006/relationships/image" Target="../media/image36.wmf"/><Relationship Id="rId2" Type="http://schemas.openxmlformats.org/officeDocument/2006/relationships/oleObject" Target="../embeddings/oleObject37.bin"/><Relationship Id="rId1" Type="http://schemas.openxmlformats.org/officeDocument/2006/relationships/slideLayout" Target="../slideLayouts/slideLayout4.xml"/><Relationship Id="rId6" Type="http://schemas.openxmlformats.org/officeDocument/2006/relationships/oleObject" Target="../embeddings/oleObject39.bin"/><Relationship Id="rId11" Type="http://schemas.openxmlformats.org/officeDocument/2006/relationships/image" Target="../media/image43.emf"/><Relationship Id="rId5" Type="http://schemas.openxmlformats.org/officeDocument/2006/relationships/image" Target="../media/image39.wmf"/><Relationship Id="rId10" Type="http://schemas.openxmlformats.org/officeDocument/2006/relationships/oleObject" Target="../embeddings/oleObject40.bin"/><Relationship Id="rId4" Type="http://schemas.openxmlformats.org/officeDocument/2006/relationships/oleObject" Target="../embeddings/oleObject38.bin"/><Relationship Id="rId9"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wmf"/><Relationship Id="rId7" Type="http://schemas.openxmlformats.org/officeDocument/2006/relationships/image" Target="../media/image36.wmf"/><Relationship Id="rId2" Type="http://schemas.openxmlformats.org/officeDocument/2006/relationships/oleObject" Target="../embeddings/oleObject41.bin"/><Relationship Id="rId1" Type="http://schemas.openxmlformats.org/officeDocument/2006/relationships/slideLayout" Target="../slideLayouts/slideLayout4.xml"/><Relationship Id="rId6" Type="http://schemas.openxmlformats.org/officeDocument/2006/relationships/oleObject" Target="../embeddings/oleObject43.bin"/><Relationship Id="rId5" Type="http://schemas.openxmlformats.org/officeDocument/2006/relationships/image" Target="../media/image39.wmf"/><Relationship Id="rId4" Type="http://schemas.openxmlformats.org/officeDocument/2006/relationships/oleObject" Target="../embeddings/oleObject42.bin"/><Relationship Id="rId9" Type="http://schemas.openxmlformats.org/officeDocument/2006/relationships/image" Target="../media/image40.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wmf"/><Relationship Id="rId7" Type="http://schemas.openxmlformats.org/officeDocument/2006/relationships/image" Target="../media/image36.wmf"/><Relationship Id="rId2" Type="http://schemas.openxmlformats.org/officeDocument/2006/relationships/oleObject" Target="../embeddings/oleObject44.bin"/><Relationship Id="rId1" Type="http://schemas.openxmlformats.org/officeDocument/2006/relationships/slideLayout" Target="../slideLayouts/slideLayout4.xml"/><Relationship Id="rId6" Type="http://schemas.openxmlformats.org/officeDocument/2006/relationships/oleObject" Target="../embeddings/oleObject46.bin"/><Relationship Id="rId5" Type="http://schemas.openxmlformats.org/officeDocument/2006/relationships/image" Target="../media/image39.wmf"/><Relationship Id="rId4" Type="http://schemas.openxmlformats.org/officeDocument/2006/relationships/oleObject" Target="../embeddings/oleObject45.bin"/><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image" Target="../media/image42.png"/><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12.wmf"/><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9.wmf"/><Relationship Id="rId11" Type="http://schemas.openxmlformats.org/officeDocument/2006/relationships/oleObject" Target="../embeddings/oleObject51.bin"/><Relationship Id="rId5" Type="http://schemas.openxmlformats.org/officeDocument/2006/relationships/oleObject" Target="../embeddings/oleObject48.bin"/><Relationship Id="rId10" Type="http://schemas.openxmlformats.org/officeDocument/2006/relationships/image" Target="../media/image37.wmf"/><Relationship Id="rId4" Type="http://schemas.openxmlformats.org/officeDocument/2006/relationships/image" Target="../media/image41.wmf"/><Relationship Id="rId9" Type="http://schemas.openxmlformats.org/officeDocument/2006/relationships/oleObject" Target="../embeddings/oleObject50.bin"/><Relationship Id="rId14"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oleObject" Target="../embeddings/oleObject58.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oleObject" Target="../embeddings/oleObject57.bin"/><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4.wmf"/><Relationship Id="rId11" Type="http://schemas.openxmlformats.org/officeDocument/2006/relationships/image" Target="../media/image46.wmf"/><Relationship Id="rId5" Type="http://schemas.openxmlformats.org/officeDocument/2006/relationships/oleObject" Target="../embeddings/oleObject53.bin"/><Relationship Id="rId10" Type="http://schemas.openxmlformats.org/officeDocument/2006/relationships/oleObject" Target="../embeddings/oleObject56.bin"/><Relationship Id="rId4" Type="http://schemas.openxmlformats.org/officeDocument/2006/relationships/image" Target="../media/image37.wmf"/><Relationship Id="rId9" Type="http://schemas.openxmlformats.org/officeDocument/2006/relationships/image" Target="../media/image45.wmf"/><Relationship Id="rId14" Type="http://schemas.openxmlformats.org/officeDocument/2006/relationships/image" Target="../media/image47.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oleObject" Target="../embeddings/oleObject65.bin"/><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oleObject" Target="../embeddings/oleObject64.bin"/><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4.wmf"/><Relationship Id="rId11" Type="http://schemas.openxmlformats.org/officeDocument/2006/relationships/image" Target="../media/image46.wmf"/><Relationship Id="rId5" Type="http://schemas.openxmlformats.org/officeDocument/2006/relationships/oleObject" Target="../embeddings/oleObject60.bin"/><Relationship Id="rId10" Type="http://schemas.openxmlformats.org/officeDocument/2006/relationships/oleObject" Target="../embeddings/oleObject63.bin"/><Relationship Id="rId4" Type="http://schemas.openxmlformats.org/officeDocument/2006/relationships/image" Target="../media/image37.wmf"/><Relationship Id="rId9" Type="http://schemas.openxmlformats.org/officeDocument/2006/relationships/image" Target="../media/image45.wmf"/><Relationship Id="rId14" Type="http://schemas.openxmlformats.org/officeDocument/2006/relationships/image" Target="../media/image47.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image" Target="../media/image48.png"/><Relationship Id="rId7" Type="http://schemas.openxmlformats.org/officeDocument/2006/relationships/image" Target="../media/image50.wmf"/><Relationship Id="rId12" Type="http://schemas.openxmlformats.org/officeDocument/2006/relationships/image" Target="../media/image52.wmf"/><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oleObject" Target="../embeddings/oleObject67.bin"/><Relationship Id="rId11" Type="http://schemas.openxmlformats.org/officeDocument/2006/relationships/oleObject" Target="../embeddings/oleObject70.bin"/><Relationship Id="rId5" Type="http://schemas.openxmlformats.org/officeDocument/2006/relationships/image" Target="../media/image49.wmf"/><Relationship Id="rId10" Type="http://schemas.openxmlformats.org/officeDocument/2006/relationships/image" Target="../media/image51.wmf"/><Relationship Id="rId4" Type="http://schemas.openxmlformats.org/officeDocument/2006/relationships/oleObject" Target="../embeddings/oleObject66.bin"/><Relationship Id="rId9" Type="http://schemas.openxmlformats.org/officeDocument/2006/relationships/oleObject" Target="../embeddings/oleObject69.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57.wmf"/><Relationship Id="rId3" Type="http://schemas.openxmlformats.org/officeDocument/2006/relationships/image" Target="../media/image48.png"/><Relationship Id="rId7" Type="http://schemas.openxmlformats.org/officeDocument/2006/relationships/image" Target="../media/image54.wmf"/><Relationship Id="rId12" Type="http://schemas.openxmlformats.org/officeDocument/2006/relationships/oleObject" Target="../embeddings/oleObject75.bin"/><Relationship Id="rId17" Type="http://schemas.openxmlformats.org/officeDocument/2006/relationships/image" Target="../media/image59.wmf"/><Relationship Id="rId2" Type="http://schemas.openxmlformats.org/officeDocument/2006/relationships/notesSlide" Target="../notesSlides/notesSlide17.xml"/><Relationship Id="rId16" Type="http://schemas.openxmlformats.org/officeDocument/2006/relationships/oleObject" Target="../embeddings/oleObject77.bin"/><Relationship Id="rId1" Type="http://schemas.openxmlformats.org/officeDocument/2006/relationships/slideLayout" Target="../slideLayouts/slideLayout8.xml"/><Relationship Id="rId6" Type="http://schemas.openxmlformats.org/officeDocument/2006/relationships/oleObject" Target="../embeddings/oleObject72.bin"/><Relationship Id="rId11" Type="http://schemas.openxmlformats.org/officeDocument/2006/relationships/image" Target="../media/image56.wmf"/><Relationship Id="rId5" Type="http://schemas.openxmlformats.org/officeDocument/2006/relationships/image" Target="../media/image53.wmf"/><Relationship Id="rId15" Type="http://schemas.openxmlformats.org/officeDocument/2006/relationships/image" Target="../media/image58.wmf"/><Relationship Id="rId10" Type="http://schemas.openxmlformats.org/officeDocument/2006/relationships/oleObject" Target="../embeddings/oleObject74.bin"/><Relationship Id="rId4" Type="http://schemas.openxmlformats.org/officeDocument/2006/relationships/oleObject" Target="../embeddings/oleObject71.bin"/><Relationship Id="rId9" Type="http://schemas.openxmlformats.org/officeDocument/2006/relationships/image" Target="../media/image55.wmf"/><Relationship Id="rId14" Type="http://schemas.openxmlformats.org/officeDocument/2006/relationships/oleObject" Target="../embeddings/oleObject76.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oleObject" Target="../embeddings/oleObject82.bin"/><Relationship Id="rId3" Type="http://schemas.openxmlformats.org/officeDocument/2006/relationships/image" Target="../media/image60.png"/><Relationship Id="rId7" Type="http://schemas.openxmlformats.org/officeDocument/2006/relationships/image" Target="../media/image63.wmf"/><Relationship Id="rId12" Type="http://schemas.openxmlformats.org/officeDocument/2006/relationships/oleObject" Target="../embeddings/oleObject81.bin"/><Relationship Id="rId2" Type="http://schemas.openxmlformats.org/officeDocument/2006/relationships/notesSlide" Target="../notesSlides/notesSlide18.xml"/><Relationship Id="rId16" Type="http://schemas.openxmlformats.org/officeDocument/2006/relationships/oleObject" Target="../embeddings/oleObject83.bin"/><Relationship Id="rId1" Type="http://schemas.openxmlformats.org/officeDocument/2006/relationships/slideLayout" Target="../slideLayouts/slideLayout4.xml"/><Relationship Id="rId6" Type="http://schemas.openxmlformats.org/officeDocument/2006/relationships/oleObject" Target="../embeddings/oleObject78.bin"/><Relationship Id="rId11" Type="http://schemas.openxmlformats.org/officeDocument/2006/relationships/image" Target="../media/image45.wmf"/><Relationship Id="rId5" Type="http://schemas.openxmlformats.org/officeDocument/2006/relationships/image" Target="../media/image62.png"/><Relationship Id="rId15" Type="http://schemas.openxmlformats.org/officeDocument/2006/relationships/image" Target="../media/image65.png"/><Relationship Id="rId10" Type="http://schemas.openxmlformats.org/officeDocument/2006/relationships/oleObject" Target="../embeddings/oleObject80.bin"/><Relationship Id="rId4" Type="http://schemas.openxmlformats.org/officeDocument/2006/relationships/image" Target="../media/image61.png"/><Relationship Id="rId9" Type="http://schemas.openxmlformats.org/officeDocument/2006/relationships/image" Target="../media/image37.wmf"/><Relationship Id="rId14" Type="http://schemas.openxmlformats.org/officeDocument/2006/relationships/image" Target="../media/image64.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oleObject" Target="../embeddings/oleObject88.bin"/><Relationship Id="rId18" Type="http://schemas.openxmlformats.org/officeDocument/2006/relationships/image" Target="../media/image66.wmf"/><Relationship Id="rId26" Type="http://schemas.openxmlformats.org/officeDocument/2006/relationships/image" Target="../media/image70.wmf"/><Relationship Id="rId3" Type="http://schemas.openxmlformats.org/officeDocument/2006/relationships/image" Target="../media/image60.png"/><Relationship Id="rId21" Type="http://schemas.openxmlformats.org/officeDocument/2006/relationships/image" Target="../media/image68.png"/><Relationship Id="rId7" Type="http://schemas.openxmlformats.org/officeDocument/2006/relationships/image" Target="../media/image63.wmf"/><Relationship Id="rId12" Type="http://schemas.openxmlformats.org/officeDocument/2006/relationships/oleObject" Target="../embeddings/oleObject87.bin"/><Relationship Id="rId17" Type="http://schemas.openxmlformats.org/officeDocument/2006/relationships/oleObject" Target="../embeddings/oleObject90.bin"/><Relationship Id="rId25" Type="http://schemas.openxmlformats.org/officeDocument/2006/relationships/oleObject" Target="../embeddings/oleObject94.bin"/><Relationship Id="rId2" Type="http://schemas.openxmlformats.org/officeDocument/2006/relationships/notesSlide" Target="../notesSlides/notesSlide19.xml"/><Relationship Id="rId16" Type="http://schemas.openxmlformats.org/officeDocument/2006/relationships/oleObject" Target="../embeddings/oleObject89.bin"/><Relationship Id="rId20" Type="http://schemas.openxmlformats.org/officeDocument/2006/relationships/image" Target="../media/image67.wmf"/><Relationship Id="rId1" Type="http://schemas.openxmlformats.org/officeDocument/2006/relationships/slideLayout" Target="../slideLayouts/slideLayout4.xml"/><Relationship Id="rId6" Type="http://schemas.openxmlformats.org/officeDocument/2006/relationships/oleObject" Target="../embeddings/oleObject84.bin"/><Relationship Id="rId11" Type="http://schemas.openxmlformats.org/officeDocument/2006/relationships/image" Target="../media/image45.wmf"/><Relationship Id="rId24" Type="http://schemas.openxmlformats.org/officeDocument/2006/relationships/image" Target="../media/image69.wmf"/><Relationship Id="rId5" Type="http://schemas.openxmlformats.org/officeDocument/2006/relationships/image" Target="../media/image62.png"/><Relationship Id="rId15" Type="http://schemas.openxmlformats.org/officeDocument/2006/relationships/image" Target="../media/image65.png"/><Relationship Id="rId23" Type="http://schemas.openxmlformats.org/officeDocument/2006/relationships/oleObject" Target="../embeddings/oleObject93.bin"/><Relationship Id="rId10" Type="http://schemas.openxmlformats.org/officeDocument/2006/relationships/oleObject" Target="../embeddings/oleObject86.bin"/><Relationship Id="rId19" Type="http://schemas.openxmlformats.org/officeDocument/2006/relationships/oleObject" Target="../embeddings/oleObject91.bin"/><Relationship Id="rId4" Type="http://schemas.openxmlformats.org/officeDocument/2006/relationships/image" Target="../media/image61.png"/><Relationship Id="rId9" Type="http://schemas.openxmlformats.org/officeDocument/2006/relationships/image" Target="../media/image37.wmf"/><Relationship Id="rId14" Type="http://schemas.openxmlformats.org/officeDocument/2006/relationships/image" Target="../media/image64.wmf"/><Relationship Id="rId22" Type="http://schemas.openxmlformats.org/officeDocument/2006/relationships/oleObject" Target="../embeddings/oleObject92.bin"/><Relationship Id="rId27" Type="http://schemas.openxmlformats.org/officeDocument/2006/relationships/image" Target="../media/image71.png"/></Relationships>
</file>

<file path=ppt/slides/_rels/slide25.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95.bin"/><Relationship Id="rId7" Type="http://schemas.openxmlformats.org/officeDocument/2006/relationships/oleObject" Target="../embeddings/oleObject91.bin"/><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66.wmf"/><Relationship Id="rId11" Type="http://schemas.openxmlformats.org/officeDocument/2006/relationships/image" Target="../media/image73.wmf"/><Relationship Id="rId5" Type="http://schemas.openxmlformats.org/officeDocument/2006/relationships/oleObject" Target="../embeddings/oleObject90.bin"/><Relationship Id="rId10" Type="http://schemas.openxmlformats.org/officeDocument/2006/relationships/oleObject" Target="../embeddings/oleObject96.bin"/><Relationship Id="rId4" Type="http://schemas.openxmlformats.org/officeDocument/2006/relationships/image" Target="../media/image72.wmf"/><Relationship Id="rId9" Type="http://schemas.openxmlformats.org/officeDocument/2006/relationships/image" Target="../media/image68.png"/></Relationships>
</file>

<file path=ppt/slides/_rels/slide26.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95.bin"/><Relationship Id="rId7" Type="http://schemas.openxmlformats.org/officeDocument/2006/relationships/oleObject" Target="../embeddings/oleObject98.bin"/><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74.wmf"/><Relationship Id="rId5" Type="http://schemas.openxmlformats.org/officeDocument/2006/relationships/oleObject" Target="../embeddings/oleObject97.bin"/><Relationship Id="rId10" Type="http://schemas.openxmlformats.org/officeDocument/2006/relationships/image" Target="../media/image76.wmf"/><Relationship Id="rId4" Type="http://schemas.openxmlformats.org/officeDocument/2006/relationships/image" Target="../media/image72.wmf"/><Relationship Id="rId9" Type="http://schemas.openxmlformats.org/officeDocument/2006/relationships/oleObject" Target="../embeddings/oleObject99.bin"/></Relationships>
</file>

<file path=ppt/slides/_rels/slide27.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95.bin"/><Relationship Id="rId7" Type="http://schemas.openxmlformats.org/officeDocument/2006/relationships/oleObject" Target="../embeddings/oleObject101.bin"/><Relationship Id="rId12" Type="http://schemas.openxmlformats.org/officeDocument/2006/relationships/image" Target="../media/image79.wmf"/><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76.wmf"/><Relationship Id="rId11" Type="http://schemas.openxmlformats.org/officeDocument/2006/relationships/oleObject" Target="../embeddings/oleObject103.bin"/><Relationship Id="rId5" Type="http://schemas.openxmlformats.org/officeDocument/2006/relationships/oleObject" Target="../embeddings/oleObject100.bin"/><Relationship Id="rId10" Type="http://schemas.openxmlformats.org/officeDocument/2006/relationships/image" Target="../media/image78.wmf"/><Relationship Id="rId4" Type="http://schemas.openxmlformats.org/officeDocument/2006/relationships/image" Target="../media/image72.wmf"/><Relationship Id="rId9" Type="http://schemas.openxmlformats.org/officeDocument/2006/relationships/oleObject" Target="../embeddings/oleObject102.bin"/></Relationships>
</file>

<file path=ppt/slides/_rels/slide28.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95.bin"/><Relationship Id="rId7" Type="http://schemas.openxmlformats.org/officeDocument/2006/relationships/oleObject" Target="../embeddings/oleObject105.bin"/><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80.wmf"/><Relationship Id="rId5" Type="http://schemas.openxmlformats.org/officeDocument/2006/relationships/oleObject" Target="../embeddings/oleObject104.bin"/><Relationship Id="rId10" Type="http://schemas.openxmlformats.org/officeDocument/2006/relationships/image" Target="../media/image82.wmf"/><Relationship Id="rId4" Type="http://schemas.openxmlformats.org/officeDocument/2006/relationships/image" Target="../media/image72.wmf"/><Relationship Id="rId9" Type="http://schemas.openxmlformats.org/officeDocument/2006/relationships/oleObject" Target="../embeddings/oleObject106.bin"/></Relationships>
</file>

<file path=ppt/slides/_rels/slide29.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111.bin"/><Relationship Id="rId3" Type="http://schemas.openxmlformats.org/officeDocument/2006/relationships/oleObject" Target="../embeddings/oleObject95.bin"/><Relationship Id="rId7" Type="http://schemas.openxmlformats.org/officeDocument/2006/relationships/oleObject" Target="../embeddings/oleObject108.bin"/><Relationship Id="rId12" Type="http://schemas.openxmlformats.org/officeDocument/2006/relationships/image" Target="../media/image86.wmf"/><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83.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85.wmf"/><Relationship Id="rId4" Type="http://schemas.openxmlformats.org/officeDocument/2006/relationships/image" Target="../media/image72.wmf"/><Relationship Id="rId9" Type="http://schemas.openxmlformats.org/officeDocument/2006/relationships/oleObject" Target="../embeddings/oleObject109.bin"/><Relationship Id="rId14" Type="http://schemas.openxmlformats.org/officeDocument/2006/relationships/image" Target="../media/image87.wmf"/></Relationships>
</file>

<file path=ppt/slides/_rels/slide30.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95.bin"/><Relationship Id="rId7" Type="http://schemas.openxmlformats.org/officeDocument/2006/relationships/oleObject" Target="../embeddings/oleObject113.bin"/><Relationship Id="rId12" Type="http://schemas.openxmlformats.org/officeDocument/2006/relationships/image" Target="../media/image91.wmf"/><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88.wmf"/><Relationship Id="rId11" Type="http://schemas.openxmlformats.org/officeDocument/2006/relationships/oleObject" Target="../embeddings/oleObject115.bin"/><Relationship Id="rId5" Type="http://schemas.openxmlformats.org/officeDocument/2006/relationships/oleObject" Target="../embeddings/oleObject112.bin"/><Relationship Id="rId10" Type="http://schemas.openxmlformats.org/officeDocument/2006/relationships/image" Target="../media/image90.wmf"/><Relationship Id="rId4" Type="http://schemas.openxmlformats.org/officeDocument/2006/relationships/image" Target="../media/image72.wmf"/><Relationship Id="rId9" Type="http://schemas.openxmlformats.org/officeDocument/2006/relationships/oleObject" Target="../embeddings/oleObject114.bin"/></Relationships>
</file>

<file path=ppt/slides/_rels/slide31.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95.bin"/><Relationship Id="rId7" Type="http://schemas.openxmlformats.org/officeDocument/2006/relationships/oleObject" Target="../embeddings/oleObject117.bin"/><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92.wmf"/><Relationship Id="rId5" Type="http://schemas.openxmlformats.org/officeDocument/2006/relationships/oleObject" Target="../embeddings/oleObject116.bin"/><Relationship Id="rId4" Type="http://schemas.openxmlformats.org/officeDocument/2006/relationships/image" Target="../media/image72.wmf"/></Relationships>
</file>

<file path=ppt/slides/_rels/slide32.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122.bin"/><Relationship Id="rId3" Type="http://schemas.openxmlformats.org/officeDocument/2006/relationships/oleObject" Target="../embeddings/oleObject95.bin"/><Relationship Id="rId7" Type="http://schemas.openxmlformats.org/officeDocument/2006/relationships/oleObject" Target="../embeddings/oleObject119.bin"/><Relationship Id="rId12" Type="http://schemas.openxmlformats.org/officeDocument/2006/relationships/image" Target="../media/image97.wmf"/><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94.wmf"/><Relationship Id="rId11" Type="http://schemas.openxmlformats.org/officeDocument/2006/relationships/oleObject" Target="../embeddings/oleObject121.bin"/><Relationship Id="rId5" Type="http://schemas.openxmlformats.org/officeDocument/2006/relationships/oleObject" Target="../embeddings/oleObject118.bin"/><Relationship Id="rId10" Type="http://schemas.openxmlformats.org/officeDocument/2006/relationships/image" Target="../media/image96.wmf"/><Relationship Id="rId4" Type="http://schemas.openxmlformats.org/officeDocument/2006/relationships/image" Target="../media/image72.wmf"/><Relationship Id="rId9" Type="http://schemas.openxmlformats.org/officeDocument/2006/relationships/oleObject" Target="../embeddings/oleObject120.bin"/><Relationship Id="rId14" Type="http://schemas.openxmlformats.org/officeDocument/2006/relationships/image" Target="../media/image98.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99.wmf"/><Relationship Id="rId5" Type="http://schemas.openxmlformats.org/officeDocument/2006/relationships/oleObject" Target="../embeddings/oleObject123.bin"/><Relationship Id="rId4" Type="http://schemas.openxmlformats.org/officeDocument/2006/relationships/image" Target="../media/image72.wmf"/></Relationships>
</file>

<file path=ppt/slides/_rels/slide34.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image" Target="../media/image105.png"/><Relationship Id="rId3" Type="http://schemas.openxmlformats.org/officeDocument/2006/relationships/oleObject" Target="../embeddings/oleObject124.bin"/><Relationship Id="rId7" Type="http://schemas.openxmlformats.org/officeDocument/2006/relationships/oleObject" Target="../embeddings/oleObject126.bin"/><Relationship Id="rId12" Type="http://schemas.openxmlformats.org/officeDocument/2006/relationships/image" Target="../media/image104.wmf"/><Relationship Id="rId2" Type="http://schemas.openxmlformats.org/officeDocument/2006/relationships/notesSlide" Target="../notesSlides/notesSlide29.xml"/><Relationship Id="rId16" Type="http://schemas.openxmlformats.org/officeDocument/2006/relationships/image" Target="../media/image107.wmf"/><Relationship Id="rId1" Type="http://schemas.openxmlformats.org/officeDocument/2006/relationships/slideLayout" Target="../slideLayouts/slideLayout4.xml"/><Relationship Id="rId6" Type="http://schemas.openxmlformats.org/officeDocument/2006/relationships/image" Target="../media/image101.wmf"/><Relationship Id="rId11" Type="http://schemas.openxmlformats.org/officeDocument/2006/relationships/oleObject" Target="../embeddings/oleObject128.bin"/><Relationship Id="rId5" Type="http://schemas.openxmlformats.org/officeDocument/2006/relationships/oleObject" Target="../embeddings/oleObject125.bin"/><Relationship Id="rId15" Type="http://schemas.openxmlformats.org/officeDocument/2006/relationships/oleObject" Target="../embeddings/oleObject129.bin"/><Relationship Id="rId10" Type="http://schemas.openxmlformats.org/officeDocument/2006/relationships/image" Target="../media/image103.wmf"/><Relationship Id="rId4" Type="http://schemas.openxmlformats.org/officeDocument/2006/relationships/image" Target="../media/image100.wmf"/><Relationship Id="rId9" Type="http://schemas.openxmlformats.org/officeDocument/2006/relationships/oleObject" Target="../embeddings/oleObject127.bin"/><Relationship Id="rId14" Type="http://schemas.openxmlformats.org/officeDocument/2006/relationships/image" Target="../media/image10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44.wmf"/><Relationship Id="rId5" Type="http://schemas.openxmlformats.org/officeDocument/2006/relationships/oleObject" Target="../embeddings/oleObject131.bin"/><Relationship Id="rId10" Type="http://schemas.openxmlformats.org/officeDocument/2006/relationships/image" Target="../media/image109.wmf"/><Relationship Id="rId4" Type="http://schemas.openxmlformats.org/officeDocument/2006/relationships/image" Target="../media/image36.wmf"/><Relationship Id="rId9" Type="http://schemas.openxmlformats.org/officeDocument/2006/relationships/oleObject" Target="../embeddings/oleObject133.bin"/></Relationships>
</file>

<file path=ppt/slides/_rels/slide37.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137.bin"/><Relationship Id="rId18" Type="http://schemas.openxmlformats.org/officeDocument/2006/relationships/oleObject" Target="../embeddings/oleObject139.bin"/><Relationship Id="rId3" Type="http://schemas.openxmlformats.org/officeDocument/2006/relationships/oleObject" Target="../embeddings/oleObject130.bin"/><Relationship Id="rId7" Type="http://schemas.openxmlformats.org/officeDocument/2006/relationships/oleObject" Target="../embeddings/oleObject134.bin"/><Relationship Id="rId12" Type="http://schemas.openxmlformats.org/officeDocument/2006/relationships/image" Target="../media/image12.wmf"/><Relationship Id="rId17" Type="http://schemas.openxmlformats.org/officeDocument/2006/relationships/image" Target="../media/image114.png"/><Relationship Id="rId2" Type="http://schemas.openxmlformats.org/officeDocument/2006/relationships/notesSlide" Target="../notesSlides/notesSlide31.xml"/><Relationship Id="rId16" Type="http://schemas.openxmlformats.org/officeDocument/2006/relationships/image" Target="../media/image113.wmf"/><Relationship Id="rId1" Type="http://schemas.openxmlformats.org/officeDocument/2006/relationships/slideLayout" Target="../slideLayouts/slideLayout4.xml"/><Relationship Id="rId6" Type="http://schemas.openxmlformats.org/officeDocument/2006/relationships/image" Target="../media/image44.wmf"/><Relationship Id="rId11" Type="http://schemas.openxmlformats.org/officeDocument/2006/relationships/oleObject" Target="../embeddings/oleObject136.bin"/><Relationship Id="rId5" Type="http://schemas.openxmlformats.org/officeDocument/2006/relationships/oleObject" Target="../embeddings/oleObject131.bin"/><Relationship Id="rId15" Type="http://schemas.openxmlformats.org/officeDocument/2006/relationships/oleObject" Target="../embeddings/oleObject138.bin"/><Relationship Id="rId10" Type="http://schemas.openxmlformats.org/officeDocument/2006/relationships/image" Target="../media/image111.wmf"/><Relationship Id="rId19" Type="http://schemas.openxmlformats.org/officeDocument/2006/relationships/image" Target="../media/image115.wmf"/><Relationship Id="rId4" Type="http://schemas.openxmlformats.org/officeDocument/2006/relationships/image" Target="../media/image36.wmf"/><Relationship Id="rId9" Type="http://schemas.openxmlformats.org/officeDocument/2006/relationships/oleObject" Target="../embeddings/oleObject135.bin"/><Relationship Id="rId14" Type="http://schemas.openxmlformats.org/officeDocument/2006/relationships/image" Target="../media/image112.wmf"/></Relationships>
</file>

<file path=ppt/slides/_rels/slide38.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oleObject" Target="../embeddings/oleObject140.bin"/><Relationship Id="rId1" Type="http://schemas.openxmlformats.org/officeDocument/2006/relationships/slideLayout" Target="../slideLayouts/slideLayout4.xml"/><Relationship Id="rId4" Type="http://schemas.openxmlformats.org/officeDocument/2006/relationships/image" Target="../media/image116.png"/></Relationships>
</file>

<file path=ppt/slides/_rels/slide39.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oleObject" Target="../embeddings/oleObject141.bin"/><Relationship Id="rId7" Type="http://schemas.openxmlformats.org/officeDocument/2006/relationships/image" Target="../media/image113.wmf"/><Relationship Id="rId2" Type="http://schemas.openxmlformats.org/officeDocument/2006/relationships/image" Target="../media/image117.png"/><Relationship Id="rId1" Type="http://schemas.openxmlformats.org/officeDocument/2006/relationships/slideLayout" Target="../slideLayouts/slideLayout4.xml"/><Relationship Id="rId6" Type="http://schemas.openxmlformats.org/officeDocument/2006/relationships/oleObject" Target="../embeddings/oleObject142.bin"/><Relationship Id="rId5" Type="http://schemas.openxmlformats.org/officeDocument/2006/relationships/image" Target="../media/image119.png"/><Relationship Id="rId4" Type="http://schemas.openxmlformats.org/officeDocument/2006/relationships/image" Target="../media/image118.wmf"/></Relationships>
</file>

<file path=ppt/slides/_rels/slide40.xml.rels><?xml version="1.0" encoding="UTF-8" standalone="yes"?>
<Relationships xmlns="http://schemas.openxmlformats.org/package/2006/relationships"><Relationship Id="rId13" Type="http://schemas.openxmlformats.org/officeDocument/2006/relationships/oleObject" Target="../embeddings/oleObject148.bin"/><Relationship Id="rId18" Type="http://schemas.openxmlformats.org/officeDocument/2006/relationships/oleObject" Target="../embeddings/oleObject151.bin"/><Relationship Id="rId26" Type="http://schemas.openxmlformats.org/officeDocument/2006/relationships/image" Target="../media/image126.wmf"/><Relationship Id="rId3" Type="http://schemas.openxmlformats.org/officeDocument/2006/relationships/image" Target="../media/image121.png"/><Relationship Id="rId21" Type="http://schemas.openxmlformats.org/officeDocument/2006/relationships/image" Target="../media/image111.wmf"/><Relationship Id="rId34" Type="http://schemas.openxmlformats.org/officeDocument/2006/relationships/oleObject" Target="../embeddings/oleObject159.bin"/><Relationship Id="rId7" Type="http://schemas.openxmlformats.org/officeDocument/2006/relationships/image" Target="../media/image122.wmf"/><Relationship Id="rId12" Type="http://schemas.openxmlformats.org/officeDocument/2006/relationships/image" Target="../media/image63.wmf"/><Relationship Id="rId17" Type="http://schemas.openxmlformats.org/officeDocument/2006/relationships/oleObject" Target="../embeddings/oleObject150.bin"/><Relationship Id="rId25" Type="http://schemas.openxmlformats.org/officeDocument/2006/relationships/oleObject" Target="../embeddings/oleObject155.bin"/><Relationship Id="rId33" Type="http://schemas.openxmlformats.org/officeDocument/2006/relationships/image" Target="../media/image130.wmf"/><Relationship Id="rId2" Type="http://schemas.openxmlformats.org/officeDocument/2006/relationships/image" Target="../media/image120.png"/><Relationship Id="rId16" Type="http://schemas.openxmlformats.org/officeDocument/2006/relationships/image" Target="../media/image124.wmf"/><Relationship Id="rId20" Type="http://schemas.openxmlformats.org/officeDocument/2006/relationships/oleObject" Target="../embeddings/oleObject152.bin"/><Relationship Id="rId29" Type="http://schemas.openxmlformats.org/officeDocument/2006/relationships/oleObject" Target="../embeddings/oleObject157.bin"/><Relationship Id="rId1" Type="http://schemas.openxmlformats.org/officeDocument/2006/relationships/slideLayout" Target="../slideLayouts/slideLayout3.xml"/><Relationship Id="rId6" Type="http://schemas.openxmlformats.org/officeDocument/2006/relationships/oleObject" Target="../embeddings/oleObject144.bin"/><Relationship Id="rId11" Type="http://schemas.openxmlformats.org/officeDocument/2006/relationships/oleObject" Target="../embeddings/oleObject147.bin"/><Relationship Id="rId24" Type="http://schemas.openxmlformats.org/officeDocument/2006/relationships/image" Target="../media/image125.wmf"/><Relationship Id="rId32" Type="http://schemas.openxmlformats.org/officeDocument/2006/relationships/oleObject" Target="../embeddings/oleObject158.bin"/><Relationship Id="rId5" Type="http://schemas.openxmlformats.org/officeDocument/2006/relationships/image" Target="../media/image46.wmf"/><Relationship Id="rId15" Type="http://schemas.openxmlformats.org/officeDocument/2006/relationships/oleObject" Target="../embeddings/oleObject149.bin"/><Relationship Id="rId23" Type="http://schemas.openxmlformats.org/officeDocument/2006/relationships/oleObject" Target="../embeddings/oleObject154.bin"/><Relationship Id="rId28" Type="http://schemas.openxmlformats.org/officeDocument/2006/relationships/image" Target="../media/image127.wmf"/><Relationship Id="rId10" Type="http://schemas.openxmlformats.org/officeDocument/2006/relationships/oleObject" Target="../embeddings/oleObject146.bin"/><Relationship Id="rId19" Type="http://schemas.openxmlformats.org/officeDocument/2006/relationships/image" Target="../media/image112.wmf"/><Relationship Id="rId31" Type="http://schemas.openxmlformats.org/officeDocument/2006/relationships/image" Target="../media/image129.png"/><Relationship Id="rId4" Type="http://schemas.openxmlformats.org/officeDocument/2006/relationships/oleObject" Target="../embeddings/oleObject143.bin"/><Relationship Id="rId9" Type="http://schemas.openxmlformats.org/officeDocument/2006/relationships/image" Target="../media/image123.wmf"/><Relationship Id="rId14" Type="http://schemas.openxmlformats.org/officeDocument/2006/relationships/image" Target="../media/image37.wmf"/><Relationship Id="rId22" Type="http://schemas.openxmlformats.org/officeDocument/2006/relationships/oleObject" Target="../embeddings/oleObject153.bin"/><Relationship Id="rId27" Type="http://schemas.openxmlformats.org/officeDocument/2006/relationships/oleObject" Target="../embeddings/oleObject156.bin"/><Relationship Id="rId30" Type="http://schemas.openxmlformats.org/officeDocument/2006/relationships/image" Target="../media/image128.wmf"/><Relationship Id="rId35" Type="http://schemas.openxmlformats.org/officeDocument/2006/relationships/image" Target="../media/image131.wmf"/><Relationship Id="rId8" Type="http://schemas.openxmlformats.org/officeDocument/2006/relationships/oleObject" Target="../embeddings/oleObject145.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image" Target="../media/image132.png"/><Relationship Id="rId1" Type="http://schemas.openxmlformats.org/officeDocument/2006/relationships/slideLayout" Target="../slideLayouts/slideLayout4.xml"/><Relationship Id="rId5" Type="http://schemas.openxmlformats.org/officeDocument/2006/relationships/image" Target="../media/image114.png"/><Relationship Id="rId4" Type="http://schemas.openxmlformats.org/officeDocument/2006/relationships/image" Target="../media/image113.wmf"/></Relationships>
</file>

<file path=ppt/slides/_rels/slide4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image" Target="../media/image132.png"/><Relationship Id="rId1" Type="http://schemas.openxmlformats.org/officeDocument/2006/relationships/slideLayout" Target="../slideLayouts/slideLayout4.xml"/><Relationship Id="rId5" Type="http://schemas.openxmlformats.org/officeDocument/2006/relationships/image" Target="../media/image114.png"/><Relationship Id="rId4" Type="http://schemas.openxmlformats.org/officeDocument/2006/relationships/image" Target="../media/image113.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image" Target="../media/image132.png"/><Relationship Id="rId1" Type="http://schemas.openxmlformats.org/officeDocument/2006/relationships/slideLayout" Target="../slideLayouts/slideLayout4.xml"/><Relationship Id="rId5" Type="http://schemas.openxmlformats.org/officeDocument/2006/relationships/image" Target="../media/image114.png"/><Relationship Id="rId4" Type="http://schemas.openxmlformats.org/officeDocument/2006/relationships/image" Target="../media/image113.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64.bin"/><Relationship Id="rId13" Type="http://schemas.openxmlformats.org/officeDocument/2006/relationships/image" Target="../media/image137.png"/><Relationship Id="rId3" Type="http://schemas.openxmlformats.org/officeDocument/2006/relationships/image" Target="../media/image46.wmf"/><Relationship Id="rId7" Type="http://schemas.openxmlformats.org/officeDocument/2006/relationships/image" Target="../media/image134.wmf"/><Relationship Id="rId12" Type="http://schemas.openxmlformats.org/officeDocument/2006/relationships/image" Target="../media/image136.png"/><Relationship Id="rId2" Type="http://schemas.openxmlformats.org/officeDocument/2006/relationships/oleObject" Target="../embeddings/oleObject161.bin"/><Relationship Id="rId1" Type="http://schemas.openxmlformats.org/officeDocument/2006/relationships/slideLayout" Target="../slideLayouts/slideLayout4.xml"/><Relationship Id="rId6" Type="http://schemas.openxmlformats.org/officeDocument/2006/relationships/oleObject" Target="../embeddings/oleObject163.bin"/><Relationship Id="rId11" Type="http://schemas.openxmlformats.org/officeDocument/2006/relationships/image" Target="../media/image135.wmf"/><Relationship Id="rId5" Type="http://schemas.openxmlformats.org/officeDocument/2006/relationships/image" Target="../media/image7.wmf"/><Relationship Id="rId10" Type="http://schemas.openxmlformats.org/officeDocument/2006/relationships/oleObject" Target="../embeddings/oleObject165.bin"/><Relationship Id="rId4" Type="http://schemas.openxmlformats.org/officeDocument/2006/relationships/oleObject" Target="../embeddings/oleObject162.bin"/><Relationship Id="rId9" Type="http://schemas.openxmlformats.org/officeDocument/2006/relationships/image" Target="../media/image112.wmf"/><Relationship Id="rId14" Type="http://schemas.openxmlformats.org/officeDocument/2006/relationships/image" Target="../media/image138.png"/></Relationships>
</file>

<file path=ppt/slides/_rels/slide4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41.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69.bin"/><Relationship Id="rId3" Type="http://schemas.openxmlformats.org/officeDocument/2006/relationships/image" Target="../media/image141.wmf"/><Relationship Id="rId7" Type="http://schemas.openxmlformats.org/officeDocument/2006/relationships/image" Target="../media/image111.wmf"/><Relationship Id="rId12" Type="http://schemas.openxmlformats.org/officeDocument/2006/relationships/image" Target="../media/image143.wmf"/><Relationship Id="rId2" Type="http://schemas.openxmlformats.org/officeDocument/2006/relationships/oleObject" Target="../embeddings/oleObject166.bin"/><Relationship Id="rId1" Type="http://schemas.openxmlformats.org/officeDocument/2006/relationships/slideLayout" Target="../slideLayouts/slideLayout4.xml"/><Relationship Id="rId6" Type="http://schemas.openxmlformats.org/officeDocument/2006/relationships/oleObject" Target="../embeddings/oleObject168.bin"/><Relationship Id="rId11" Type="http://schemas.openxmlformats.org/officeDocument/2006/relationships/oleObject" Target="../embeddings/oleObject172.bin"/><Relationship Id="rId5" Type="http://schemas.openxmlformats.org/officeDocument/2006/relationships/image" Target="../media/image142.wmf"/><Relationship Id="rId10" Type="http://schemas.openxmlformats.org/officeDocument/2006/relationships/oleObject" Target="../embeddings/oleObject171.bin"/><Relationship Id="rId4" Type="http://schemas.openxmlformats.org/officeDocument/2006/relationships/oleObject" Target="../embeddings/oleObject167.bin"/><Relationship Id="rId9" Type="http://schemas.openxmlformats.org/officeDocument/2006/relationships/oleObject" Target="../embeddings/oleObject170.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73.bin"/><Relationship Id="rId2" Type="http://schemas.openxmlformats.org/officeDocument/2006/relationships/image" Target="../media/image144.png"/><Relationship Id="rId1" Type="http://schemas.openxmlformats.org/officeDocument/2006/relationships/slideLayout" Target="../slideLayouts/slideLayout4.xml"/><Relationship Id="rId4" Type="http://schemas.openxmlformats.org/officeDocument/2006/relationships/image" Target="../media/image145.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oleObject" Target="../embeddings/oleObject174.bin"/><Relationship Id="rId7" Type="http://schemas.openxmlformats.org/officeDocument/2006/relationships/oleObject" Target="../embeddings/oleObject176.bin"/><Relationship Id="rId2" Type="http://schemas.openxmlformats.org/officeDocument/2006/relationships/image" Target="../media/image147.png"/><Relationship Id="rId1" Type="http://schemas.openxmlformats.org/officeDocument/2006/relationships/slideLayout" Target="../slideLayouts/slideLayout4.xml"/><Relationship Id="rId6" Type="http://schemas.openxmlformats.org/officeDocument/2006/relationships/image" Target="../media/image149.wmf"/><Relationship Id="rId5" Type="http://schemas.openxmlformats.org/officeDocument/2006/relationships/oleObject" Target="../embeddings/oleObject175.bin"/><Relationship Id="rId10" Type="http://schemas.openxmlformats.org/officeDocument/2006/relationships/image" Target="../media/image151.wmf"/><Relationship Id="rId4" Type="http://schemas.openxmlformats.org/officeDocument/2006/relationships/image" Target="../media/image148.wmf"/><Relationship Id="rId9" Type="http://schemas.openxmlformats.org/officeDocument/2006/relationships/oleObject" Target="../embeddings/oleObject177.bin"/></Relationships>
</file>

<file path=ppt/slides/_rels/slide56.x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oleObject" Target="../embeddings/oleObject178.bin"/><Relationship Id="rId1" Type="http://schemas.openxmlformats.org/officeDocument/2006/relationships/slideLayout" Target="../slideLayouts/slideLayout4.xml"/><Relationship Id="rId6" Type="http://schemas.openxmlformats.org/officeDocument/2006/relationships/image" Target="../media/image152.png"/><Relationship Id="rId5" Type="http://schemas.openxmlformats.org/officeDocument/2006/relationships/image" Target="../media/image150.wmf"/><Relationship Id="rId4" Type="http://schemas.openxmlformats.org/officeDocument/2006/relationships/oleObject" Target="../embeddings/oleObject179.bin"/></Relationships>
</file>

<file path=ppt/slides/_rels/slide5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4.xml"/><Relationship Id="rId6" Type="http://schemas.openxmlformats.org/officeDocument/2006/relationships/image" Target="../media/image150.wmf"/><Relationship Id="rId5" Type="http://schemas.openxmlformats.org/officeDocument/2006/relationships/oleObject" Target="../embeddings/oleObject180.bin"/><Relationship Id="rId4" Type="http://schemas.openxmlformats.org/officeDocument/2006/relationships/image" Target="../media/image15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766271-528A-8D7A-BDF7-1252E35C6F0A}"/>
              </a:ext>
            </a:extLst>
          </p:cNvPr>
          <p:cNvSpPr>
            <a:spLocks noGrp="1"/>
          </p:cNvSpPr>
          <p:nvPr>
            <p:ph type="title"/>
          </p:nvPr>
        </p:nvSpPr>
        <p:spPr>
          <a:xfrm>
            <a:off x="628650" y="2841625"/>
            <a:ext cx="7886700" cy="1325563"/>
          </a:xfrm>
        </p:spPr>
        <p:txBody>
          <a:bodyPr/>
          <a:lstStyle/>
          <a:p>
            <a:pPr eaLnBrk="1" fontAlgn="auto" hangingPunct="1">
              <a:spcAft>
                <a:spcPts val="0"/>
              </a:spcAft>
              <a:defRPr/>
            </a:pPr>
            <a:r>
              <a:rPr kumimoji="1" lang="zh-CN" altLang="en-US" dirty="0">
                <a:cs typeface="Verdana" pitchFamily="34" charset="0"/>
              </a:rPr>
              <a:t>第七</a:t>
            </a:r>
            <a:r>
              <a:rPr kumimoji="1" lang="zh-CN" altLang="en-US">
                <a:cs typeface="Verdana" pitchFamily="34" charset="0"/>
              </a:rPr>
              <a:t>章：贝叶斯分类器</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A792A4D-8DC5-968D-9153-D49734E76145}"/>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章节目录</a:t>
            </a:r>
          </a:p>
        </p:txBody>
      </p:sp>
      <p:sp>
        <p:nvSpPr>
          <p:cNvPr id="7171" name="内容占位符 3">
            <a:extLst>
              <a:ext uri="{FF2B5EF4-FFF2-40B4-BE49-F238E27FC236}">
                <a16:creationId xmlns:a16="http://schemas.microsoft.com/office/drawing/2014/main" id="{A6C51AAC-645E-59CA-CD07-CAADABBBACEF}"/>
              </a:ext>
            </a:extLst>
          </p:cNvPr>
          <p:cNvSpPr>
            <a:spLocks noGrp="1"/>
          </p:cNvSpPr>
          <p:nvPr>
            <p:ph idx="1"/>
          </p:nvPr>
        </p:nvSpPr>
        <p:spPr>
          <a:xfrm>
            <a:off x="260350" y="1243013"/>
            <a:ext cx="8616950" cy="3697287"/>
          </a:xfrm>
        </p:spPr>
        <p:txBody>
          <a:bodyPr/>
          <a:lstStyle/>
          <a:p>
            <a:pPr indent="-358775" eaLnBrk="1" hangingPunct="1">
              <a:lnSpc>
                <a:spcPct val="150000"/>
              </a:lnSpc>
            </a:pPr>
            <a:r>
              <a:rPr b="1">
                <a:latin typeface="幼圆" panose="02010509060101010101" pitchFamily="49" charset="-122"/>
                <a:ea typeface="宋体" panose="02010600030101010101" pitchFamily="2" charset="-122"/>
              </a:rPr>
              <a:t>贝叶斯决策论</a:t>
            </a:r>
            <a:endParaRPr lang="en-US" altLang="zh-CN" b="1">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极大似然估计</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半朴素贝叶斯分类器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贝叶斯网</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lang="en-US" altLang="zh-CN" b="1">
                <a:solidFill>
                  <a:srgbClr val="D9D9D9"/>
                </a:solidFill>
              </a:rPr>
              <a:t>EM</a:t>
            </a:r>
            <a:r>
              <a:rPr b="1">
                <a:solidFill>
                  <a:srgbClr val="D9D9D9"/>
                </a:solidFill>
                <a:latin typeface="幼圆" panose="02010509060101010101" pitchFamily="49" charset="-122"/>
                <a:ea typeface="宋体" panose="02010600030101010101" pitchFamily="2" charset="-122"/>
              </a:rPr>
              <a:t>算法</a:t>
            </a:r>
            <a:endParaRPr lang="en-US" altLang="zh-CN" b="1">
              <a:solidFill>
                <a:srgbClr val="D9D9D9"/>
              </a:solidFill>
              <a:latin typeface="幼圆" panose="02010509060101010101" pitchFamily="49"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7D9BC09-D8A2-0481-5BA3-9B2F32AD54C8}"/>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AB7CF093-7F5F-5CF0-C4B7-C371C882A043}"/>
              </a:ext>
            </a:extLst>
          </p:cNvPr>
          <p:cNvSpPr>
            <a:spLocks noGrp="1"/>
          </p:cNvSpPr>
          <p:nvPr>
            <p:ph sz="quarter" idx="14"/>
          </p:nvPr>
        </p:nvSpPr>
        <p:spPr>
          <a:xfrm>
            <a:off x="174625" y="1041400"/>
            <a:ext cx="8604250" cy="2166938"/>
          </a:xfrm>
        </p:spPr>
        <p:txBody>
          <a:bodyPr rtlCol="0">
            <a:normAutofit fontScale="92500"/>
          </a:bodyPr>
          <a:lstStyle/>
          <a:p>
            <a:pPr indent="-360000" eaLnBrk="1" fontAlgn="auto" hangingPunct="1">
              <a:lnSpc>
                <a:spcPts val="3600"/>
              </a:lnSpc>
              <a:spcAft>
                <a:spcPts val="0"/>
              </a:spcAft>
              <a:defRPr/>
            </a:pPr>
            <a:r>
              <a:rPr lang="zh-CN" altLang="en-US" sz="2400" dirty="0"/>
              <a:t>贝叶斯决策论（</a:t>
            </a:r>
            <a:r>
              <a:rPr lang="en-US" altLang="zh-CN" sz="2400" dirty="0"/>
              <a:t>Bayesian decision theory</a:t>
            </a:r>
            <a:r>
              <a:rPr lang="zh-CN" altLang="en-US" sz="2400" dirty="0"/>
              <a:t>）是在概率框架下实施决策的基本方法。</a:t>
            </a:r>
          </a:p>
          <a:p>
            <a:pPr lvl="1" indent="-360000" eaLnBrk="1" fontAlgn="auto" hangingPunct="1">
              <a:lnSpc>
                <a:spcPts val="3600"/>
              </a:lnSpc>
              <a:spcAft>
                <a:spcPts val="0"/>
              </a:spcAft>
              <a:defRPr/>
            </a:pPr>
            <a:r>
              <a:rPr lang="zh-CN" altLang="en-US" sz="2400" dirty="0"/>
              <a:t>对于分类任务，在所有相关概率都已知的理想情形下，贝叶斯决策考虑如何基于这些</a:t>
            </a:r>
            <a:r>
              <a:rPr lang="zh-CN" altLang="en-US" sz="2400" dirty="0">
                <a:solidFill>
                  <a:srgbClr val="C00000"/>
                </a:solidFill>
              </a:rPr>
              <a:t>概率</a:t>
            </a:r>
            <a:r>
              <a:rPr lang="zh-CN" altLang="en-US" sz="2400" dirty="0"/>
              <a:t>和</a:t>
            </a:r>
            <a:r>
              <a:rPr lang="zh-CN" altLang="en-US" sz="2400" dirty="0">
                <a:solidFill>
                  <a:srgbClr val="C00000"/>
                </a:solidFill>
              </a:rPr>
              <a:t>误判损失</a:t>
            </a:r>
            <a:r>
              <a:rPr lang="zh-CN" altLang="en-US" sz="2400" dirty="0"/>
              <a:t>来选择最优的类别标记。</a:t>
            </a:r>
            <a:endParaRPr lang="en-US" altLang="zh-CN" sz="2400" dirty="0"/>
          </a:p>
          <a:p>
            <a:pPr marL="0" indent="0" eaLnBrk="1" fontAlgn="auto" hangingPunct="1">
              <a:spcAft>
                <a:spcPts val="0"/>
              </a:spcAft>
              <a:buFont typeface="Wingdings" panose="05000000000000000000" pitchFamily="2" charset="2"/>
              <a:buNone/>
              <a:defRPr/>
            </a:pP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387DDBC-7316-2ED9-87AB-5785A509AC8A}"/>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10243" name="内容占位符 1">
            <a:extLst>
              <a:ext uri="{FF2B5EF4-FFF2-40B4-BE49-F238E27FC236}">
                <a16:creationId xmlns:a16="http://schemas.microsoft.com/office/drawing/2014/main" id="{BF6EE00C-3BA9-5C78-E870-AC4168D6AB1E}"/>
              </a:ext>
            </a:extLst>
          </p:cNvPr>
          <p:cNvSpPr>
            <a:spLocks noGrp="1"/>
          </p:cNvSpPr>
          <p:nvPr>
            <p:ph sz="quarter" idx="14"/>
          </p:nvPr>
        </p:nvSpPr>
        <p:spPr>
          <a:xfrm>
            <a:off x="0" y="3429000"/>
            <a:ext cx="8604250" cy="1385888"/>
          </a:xfrm>
        </p:spPr>
        <p:txBody>
          <a:bodyPr/>
          <a:lstStyle/>
          <a:p>
            <a:pPr eaLnBrk="1" hangingPunct="1">
              <a:lnSpc>
                <a:spcPts val="3600"/>
              </a:lnSpc>
            </a:pPr>
            <a:r>
              <a:rPr lang="zh-CN" altLang="en-US" sz="2400"/>
              <a:t>基本原理：</a:t>
            </a:r>
          </a:p>
          <a:p>
            <a:pPr lvl="1" eaLnBrk="1" hangingPunct="1">
              <a:lnSpc>
                <a:spcPts val="3600"/>
              </a:lnSpc>
            </a:pPr>
            <a:r>
              <a:rPr lang="zh-CN" altLang="en-US" sz="2400"/>
              <a:t>如果</a:t>
            </a:r>
            <a:r>
              <a:rPr lang="en-US" altLang="zh-CN" sz="2400"/>
              <a:t>P1(x1,x2)&gt;P0(x1,x2)</a:t>
            </a:r>
            <a:r>
              <a:rPr lang="zh-CN" altLang="en-US" sz="2400"/>
              <a:t>，那么类别为</a:t>
            </a:r>
            <a:r>
              <a:rPr lang="en-US" altLang="zh-CN" sz="2400"/>
              <a:t>1</a:t>
            </a:r>
            <a:r>
              <a:rPr lang="zh-CN" altLang="en-US" sz="2400"/>
              <a:t>；</a:t>
            </a:r>
            <a:endParaRPr lang="en-US" altLang="zh-CN" sz="2400"/>
          </a:p>
          <a:p>
            <a:pPr lvl="1" eaLnBrk="1" hangingPunct="1">
              <a:lnSpc>
                <a:spcPts val="3600"/>
              </a:lnSpc>
            </a:pPr>
            <a:r>
              <a:rPr lang="zh-CN" altLang="en-US" sz="2400"/>
              <a:t>如果</a:t>
            </a:r>
            <a:r>
              <a:rPr lang="en-US" altLang="zh-CN" sz="2400"/>
              <a:t>P1(x1,x2)&lt;P0(x1,x2)</a:t>
            </a:r>
            <a:r>
              <a:rPr lang="zh-CN" altLang="en-US" sz="2400"/>
              <a:t>，那么类别为</a:t>
            </a:r>
            <a:r>
              <a:rPr lang="en-US" altLang="zh-CN" sz="2400"/>
              <a:t>0</a:t>
            </a:r>
            <a:r>
              <a:rPr lang="zh-CN" altLang="en-US" sz="2400"/>
              <a:t>；</a:t>
            </a:r>
            <a:endParaRPr lang="en-US" altLang="zh-CN" sz="2400"/>
          </a:p>
          <a:p>
            <a:pPr lvl="1" eaLnBrk="1" hangingPunct="1">
              <a:lnSpc>
                <a:spcPts val="3600"/>
              </a:lnSpc>
            </a:pPr>
            <a:r>
              <a:rPr lang="zh-CN" altLang="en-US" sz="2400"/>
              <a:t>如果相等，可以设置为</a:t>
            </a:r>
            <a:r>
              <a:rPr lang="en-US" altLang="zh-CN" sz="2400"/>
              <a:t>1</a:t>
            </a:r>
            <a:r>
              <a:rPr lang="zh-CN" altLang="en-US" sz="2400"/>
              <a:t>，也可以设置为</a:t>
            </a:r>
            <a:r>
              <a:rPr lang="en-US" altLang="zh-CN" sz="2400"/>
              <a:t>0</a:t>
            </a:r>
            <a:r>
              <a:rPr lang="zh-CN" altLang="en-US" sz="2400"/>
              <a:t>；</a:t>
            </a:r>
            <a:endParaRPr lang="en-US" altLang="zh-CN" sz="2400"/>
          </a:p>
        </p:txBody>
      </p:sp>
      <p:pic>
        <p:nvPicPr>
          <p:cNvPr id="10244" name="图片 2">
            <a:extLst>
              <a:ext uri="{FF2B5EF4-FFF2-40B4-BE49-F238E27FC236}">
                <a16:creationId xmlns:a16="http://schemas.microsoft.com/office/drawing/2014/main" id="{FCFF6D4C-48DF-5A60-E87C-00CFAF251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6838" y="174625"/>
            <a:ext cx="4976812" cy="370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内容占位符 1">
            <a:extLst>
              <a:ext uri="{FF2B5EF4-FFF2-40B4-BE49-F238E27FC236}">
                <a16:creationId xmlns:a16="http://schemas.microsoft.com/office/drawing/2014/main" id="{16ACA3F4-236A-4880-70D9-C0C10DDA9389}"/>
              </a:ext>
            </a:extLst>
          </p:cNvPr>
          <p:cNvSpPr txBox="1">
            <a:spLocks/>
          </p:cNvSpPr>
          <p:nvPr/>
        </p:nvSpPr>
        <p:spPr bwMode="auto">
          <a:xfrm rot="10800000" flipV="1">
            <a:off x="0" y="5729288"/>
            <a:ext cx="88534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eaLnBrk="1" hangingPunct="1">
              <a:buClr>
                <a:schemeClr val="accent1"/>
              </a:buClr>
            </a:pPr>
            <a:r>
              <a:rPr lang="zh-CN" altLang="en-US" sz="2400"/>
              <a:t>即：对每个样本</a:t>
            </a:r>
            <a:r>
              <a:rPr lang="en-US" altLang="zh-CN" sz="2400"/>
              <a:t>x</a:t>
            </a:r>
            <a:r>
              <a:rPr lang="zh-CN" altLang="en-US" sz="2400"/>
              <a:t>，选择能使后验概率</a:t>
            </a:r>
            <a:r>
              <a:rPr lang="en-US" altLang="zh-CN" sz="2400"/>
              <a:t>P(c|x)</a:t>
            </a:r>
            <a:r>
              <a:rPr lang="zh-CN" altLang="en-US" sz="2400"/>
              <a:t>最大的类别标记；</a:t>
            </a:r>
            <a:endParaRPr lang="en-US" altLang="zh-CN"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8E8AA08-B5C7-BE3E-42BB-93B4D9A41399}"/>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7171" name="内容占位符 1">
            <a:extLst>
              <a:ext uri="{FF2B5EF4-FFF2-40B4-BE49-F238E27FC236}">
                <a16:creationId xmlns:a16="http://schemas.microsoft.com/office/drawing/2014/main" id="{83BD07A0-1B16-412D-58E4-84F1368B8E9F}"/>
              </a:ext>
            </a:extLst>
          </p:cNvPr>
          <p:cNvSpPr>
            <a:spLocks noGrp="1"/>
          </p:cNvSpPr>
          <p:nvPr>
            <p:ph sz="quarter" idx="14"/>
          </p:nvPr>
        </p:nvSpPr>
        <p:spPr>
          <a:xfrm>
            <a:off x="184150" y="876300"/>
            <a:ext cx="8604250" cy="1385888"/>
          </a:xfrm>
        </p:spPr>
        <p:txBody>
          <a:bodyPr/>
          <a:lstStyle/>
          <a:p>
            <a:pPr eaLnBrk="1" hangingPunct="1">
              <a:lnSpc>
                <a:spcPts val="3600"/>
              </a:lnSpc>
              <a:defRPr/>
            </a:pPr>
            <a:r>
              <a:rPr lang="zh-CN" altLang="en-US" sz="2400" dirty="0"/>
              <a:t>例：将一枚硬币抛掷两次，观察其出现正反面的情况。设事件</a:t>
            </a:r>
            <a:r>
              <a:rPr lang="en-US" altLang="zh-CN" sz="2400" dirty="0"/>
              <a:t>A</a:t>
            </a:r>
            <a:r>
              <a:rPr lang="zh-CN" altLang="en-US" sz="2400" dirty="0"/>
              <a:t>为“至少有一次为</a:t>
            </a:r>
            <a:r>
              <a:rPr lang="en-US" altLang="zh-CN" sz="2400" dirty="0"/>
              <a:t>H</a:t>
            </a:r>
            <a:r>
              <a:rPr lang="zh-CN" altLang="en-US" sz="2400" dirty="0"/>
              <a:t>”，事件</a:t>
            </a:r>
            <a:r>
              <a:rPr lang="en-US" altLang="zh-CN" sz="2400" dirty="0"/>
              <a:t>B</a:t>
            </a:r>
            <a:r>
              <a:rPr lang="zh-CN" altLang="en-US" sz="2400" dirty="0"/>
              <a:t>为“两次掷出同一面”。求已知事件</a:t>
            </a:r>
            <a:r>
              <a:rPr lang="en-US" altLang="zh-CN" sz="2400" dirty="0"/>
              <a:t>A</a:t>
            </a:r>
            <a:r>
              <a:rPr lang="zh-CN" altLang="en-US" sz="2400" dirty="0"/>
              <a:t>已经发生的条件下事件</a:t>
            </a:r>
            <a:r>
              <a:rPr lang="en-US" altLang="zh-CN" sz="2400" dirty="0"/>
              <a:t>B</a:t>
            </a:r>
            <a:r>
              <a:rPr lang="zh-CN" altLang="en-US" sz="2400" dirty="0"/>
              <a:t>发生的概率。</a:t>
            </a:r>
          </a:p>
          <a:p>
            <a:pPr lvl="1" eaLnBrk="1" hangingPunct="1">
              <a:lnSpc>
                <a:spcPts val="3600"/>
              </a:lnSpc>
              <a:defRPr/>
            </a:pPr>
            <a:r>
              <a:rPr lang="zh-CN" altLang="en-US" sz="2400" dirty="0"/>
              <a:t>样本空间</a:t>
            </a:r>
            <a:r>
              <a:rPr lang="en-US" altLang="zh-CN" sz="2400" dirty="0"/>
              <a:t>S={HH,HT,TH,TT}</a:t>
            </a:r>
          </a:p>
          <a:p>
            <a:pPr lvl="1" eaLnBrk="1" hangingPunct="1">
              <a:lnSpc>
                <a:spcPts val="3600"/>
              </a:lnSpc>
              <a:defRPr/>
            </a:pPr>
            <a:r>
              <a:rPr lang="en-US" altLang="zh-CN" sz="2400" dirty="0"/>
              <a:t>A={HH,HT,TH},B={HH,TT}</a:t>
            </a:r>
            <a:r>
              <a:rPr lang="zh-CN" altLang="en-US" sz="2400" dirty="0"/>
              <a:t>；</a:t>
            </a:r>
            <a:endParaRPr lang="en-US" altLang="zh-CN" sz="2400" dirty="0"/>
          </a:p>
          <a:p>
            <a:pPr lvl="1" eaLnBrk="1" hangingPunct="1">
              <a:lnSpc>
                <a:spcPts val="3600"/>
              </a:lnSpc>
              <a:defRPr/>
            </a:pPr>
            <a:r>
              <a:rPr lang="zh-CN" altLang="en-US" sz="2400" dirty="0"/>
              <a:t>计算：</a:t>
            </a:r>
            <a:r>
              <a:rPr lang="en-US" altLang="zh-CN" sz="2400" dirty="0"/>
              <a:t>P(A)= </a:t>
            </a:r>
            <a:r>
              <a:rPr lang="zh-CN" altLang="en-US" sz="2400" dirty="0">
                <a:solidFill>
                  <a:srgbClr val="FF0000"/>
                </a:solidFill>
              </a:rPr>
              <a:t>？</a:t>
            </a:r>
            <a:r>
              <a:rPr lang="zh-CN" altLang="en-US" sz="2400" dirty="0"/>
              <a:t> </a:t>
            </a:r>
            <a:r>
              <a:rPr lang="en-US" altLang="zh-CN" sz="2400" dirty="0"/>
              <a:t>  P(B|A)=</a:t>
            </a:r>
            <a:r>
              <a:rPr lang="zh-CN" altLang="en-US" sz="2400" dirty="0">
                <a:solidFill>
                  <a:srgbClr val="FF0000"/>
                </a:solidFill>
              </a:rPr>
              <a:t>？   </a:t>
            </a:r>
            <a:r>
              <a:rPr lang="en-US" altLang="zh-CN" sz="2400" dirty="0"/>
              <a:t>P(AB)=</a:t>
            </a:r>
            <a:r>
              <a:rPr lang="zh-CN" altLang="en-US" sz="2400" dirty="0">
                <a:solidFill>
                  <a:srgbClr val="FF0000"/>
                </a:solidFill>
              </a:rPr>
              <a:t>？</a:t>
            </a:r>
            <a:r>
              <a:rPr lang="en-US" altLang="zh-CN" sz="2400" dirty="0"/>
              <a:t> </a:t>
            </a:r>
            <a:endParaRPr lang="en-US" altLang="zh-CN" sz="2400" dirty="0">
              <a:solidFill>
                <a:srgbClr val="FF0000"/>
              </a:solidFill>
            </a:endParaRPr>
          </a:p>
          <a:p>
            <a:pPr marL="327025" lvl="1" indent="0" eaLnBrk="1" hangingPunct="1">
              <a:lnSpc>
                <a:spcPts val="3600"/>
              </a:lnSpc>
              <a:buFont typeface="Wingdings" panose="05000000000000000000" pitchFamily="2" charset="2"/>
              <a:buNone/>
              <a:defRPr/>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BE710C9-E4EB-CA2A-1EDB-2F83CA5DAFEC}"/>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7171" name="内容占位符 1">
            <a:extLst>
              <a:ext uri="{FF2B5EF4-FFF2-40B4-BE49-F238E27FC236}">
                <a16:creationId xmlns:a16="http://schemas.microsoft.com/office/drawing/2014/main" id="{FAD5EF82-2B19-0599-5907-9503A7C1D179}"/>
              </a:ext>
            </a:extLst>
          </p:cNvPr>
          <p:cNvSpPr>
            <a:spLocks noGrp="1"/>
          </p:cNvSpPr>
          <p:nvPr>
            <p:ph sz="quarter" idx="14"/>
          </p:nvPr>
        </p:nvSpPr>
        <p:spPr>
          <a:xfrm>
            <a:off x="184150" y="876300"/>
            <a:ext cx="8604250" cy="1385888"/>
          </a:xfrm>
        </p:spPr>
        <p:txBody>
          <a:bodyPr/>
          <a:lstStyle/>
          <a:p>
            <a:pPr eaLnBrk="1" hangingPunct="1">
              <a:lnSpc>
                <a:spcPts val="3600"/>
              </a:lnSpc>
              <a:defRPr/>
            </a:pPr>
            <a:r>
              <a:rPr lang="zh-CN" altLang="en-US" sz="2400" dirty="0"/>
              <a:t>例：将一枚硬币抛掷两次，观察其出现正反面的情况。设事件</a:t>
            </a:r>
            <a:r>
              <a:rPr lang="en-US" altLang="zh-CN" sz="2400" dirty="0"/>
              <a:t>A</a:t>
            </a:r>
            <a:r>
              <a:rPr lang="zh-CN" altLang="en-US" sz="2400" dirty="0"/>
              <a:t>为“至少有一次为</a:t>
            </a:r>
            <a:r>
              <a:rPr lang="en-US" altLang="zh-CN" sz="2400" dirty="0"/>
              <a:t>H</a:t>
            </a:r>
            <a:r>
              <a:rPr lang="zh-CN" altLang="en-US" sz="2400" dirty="0"/>
              <a:t>”，事件</a:t>
            </a:r>
            <a:r>
              <a:rPr lang="en-US" altLang="zh-CN" sz="2400" dirty="0"/>
              <a:t>B</a:t>
            </a:r>
            <a:r>
              <a:rPr lang="zh-CN" altLang="en-US" sz="2400" dirty="0"/>
              <a:t>为“两次掷出同一面”。求已知事件</a:t>
            </a:r>
            <a:r>
              <a:rPr lang="en-US" altLang="zh-CN" sz="2400" dirty="0"/>
              <a:t>A</a:t>
            </a:r>
            <a:r>
              <a:rPr lang="zh-CN" altLang="en-US" sz="2400" dirty="0"/>
              <a:t>已经发生的条件下事件</a:t>
            </a:r>
            <a:r>
              <a:rPr lang="en-US" altLang="zh-CN" sz="2400" dirty="0"/>
              <a:t>B</a:t>
            </a:r>
            <a:r>
              <a:rPr lang="zh-CN" altLang="en-US" sz="2400" dirty="0"/>
              <a:t>发生的概率。</a:t>
            </a:r>
          </a:p>
          <a:p>
            <a:pPr lvl="1" eaLnBrk="1" hangingPunct="1">
              <a:lnSpc>
                <a:spcPts val="3600"/>
              </a:lnSpc>
              <a:defRPr/>
            </a:pPr>
            <a:r>
              <a:rPr lang="zh-CN" altLang="en-US" sz="2400" dirty="0"/>
              <a:t>样本空间</a:t>
            </a:r>
            <a:r>
              <a:rPr lang="en-US" altLang="zh-CN" sz="2400" dirty="0"/>
              <a:t>S={HH,HT,TH,TT}</a:t>
            </a:r>
          </a:p>
          <a:p>
            <a:pPr lvl="1" eaLnBrk="1" hangingPunct="1">
              <a:lnSpc>
                <a:spcPts val="3600"/>
              </a:lnSpc>
              <a:defRPr/>
            </a:pPr>
            <a:r>
              <a:rPr lang="en-US" altLang="zh-CN" sz="2400" dirty="0"/>
              <a:t>A={HH,HT,TH},B={HH,TT}</a:t>
            </a:r>
            <a:r>
              <a:rPr lang="zh-CN" altLang="en-US" sz="2400" dirty="0"/>
              <a:t>；</a:t>
            </a:r>
            <a:endParaRPr lang="en-US" altLang="zh-CN" sz="2400" dirty="0"/>
          </a:p>
          <a:p>
            <a:pPr lvl="1" eaLnBrk="1" hangingPunct="1">
              <a:lnSpc>
                <a:spcPts val="3600"/>
              </a:lnSpc>
              <a:defRPr/>
            </a:pPr>
            <a:r>
              <a:rPr lang="zh-CN" altLang="en-US" sz="2400" dirty="0"/>
              <a:t>因此：</a:t>
            </a:r>
            <a:r>
              <a:rPr lang="en-US" altLang="zh-CN" sz="2400" dirty="0"/>
              <a:t>P(B|A)=1/3</a:t>
            </a:r>
            <a:r>
              <a:rPr lang="zh-CN" altLang="en-US" sz="2400" dirty="0"/>
              <a:t>；</a:t>
            </a:r>
            <a:endParaRPr lang="en-US" altLang="zh-CN" sz="2400" dirty="0"/>
          </a:p>
          <a:p>
            <a:pPr lvl="1" eaLnBrk="1" hangingPunct="1">
              <a:lnSpc>
                <a:spcPts val="3600"/>
              </a:lnSpc>
              <a:defRPr/>
            </a:pPr>
            <a:r>
              <a:rPr lang="zh-CN" altLang="en-US" sz="2400" dirty="0"/>
              <a:t>另外易知：</a:t>
            </a:r>
            <a:r>
              <a:rPr lang="en-US" altLang="zh-CN" sz="2400" dirty="0"/>
              <a:t>P(A)=3/4</a:t>
            </a:r>
            <a:r>
              <a:rPr lang="zh-CN" altLang="en-US" sz="2400" dirty="0"/>
              <a:t>；</a:t>
            </a:r>
            <a:r>
              <a:rPr lang="en-US" altLang="zh-CN" sz="2400" dirty="0"/>
              <a:t>  P(AB)=1/4</a:t>
            </a:r>
          </a:p>
          <a:p>
            <a:pPr marL="327025" lvl="1" indent="0" eaLnBrk="1" hangingPunct="1">
              <a:lnSpc>
                <a:spcPts val="3600"/>
              </a:lnSpc>
              <a:buFont typeface="Wingdings" panose="05000000000000000000" pitchFamily="2" charset="2"/>
              <a:buNone/>
              <a:defRPr/>
            </a:pPr>
            <a:endParaRPr lang="en-US" altLang="zh-CN" sz="2400" dirty="0"/>
          </a:p>
        </p:txBody>
      </p:sp>
      <p:graphicFrame>
        <p:nvGraphicFramePr>
          <p:cNvPr id="2" name="对象 1">
            <a:extLst>
              <a:ext uri="{FF2B5EF4-FFF2-40B4-BE49-F238E27FC236}">
                <a16:creationId xmlns:a16="http://schemas.microsoft.com/office/drawing/2014/main" id="{9D9D61FB-0E56-62E8-1C13-781F6D2ED9C9}"/>
              </a:ext>
            </a:extLst>
          </p:cNvPr>
          <p:cNvGraphicFramePr>
            <a:graphicFrameLocks noChangeAspect="1"/>
          </p:cNvGraphicFramePr>
          <p:nvPr/>
        </p:nvGraphicFramePr>
        <p:xfrm>
          <a:off x="1447800" y="4446588"/>
          <a:ext cx="5367338" cy="2065337"/>
        </p:xfrm>
        <a:graphic>
          <a:graphicData uri="http://schemas.openxmlformats.org/presentationml/2006/ole">
            <mc:AlternateContent xmlns:mc="http://schemas.openxmlformats.org/markup-compatibility/2006">
              <mc:Choice xmlns:v="urn:schemas-microsoft-com:vml" Requires="v">
                <p:oleObj name="Equation" r:id="rId3" imgW="2870200" imgH="1104900" progId="Equation.DSMT4">
                  <p:embed/>
                </p:oleObj>
              </mc:Choice>
              <mc:Fallback>
                <p:oleObj name="Equation" r:id="rId3" imgW="2870200" imgH="11049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446588"/>
                        <a:ext cx="5367338"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a:extLst>
              <a:ext uri="{FF2B5EF4-FFF2-40B4-BE49-F238E27FC236}">
                <a16:creationId xmlns:a16="http://schemas.microsoft.com/office/drawing/2014/main" id="{220D43CA-CD8B-8794-0CAB-A329C773F481}"/>
              </a:ext>
            </a:extLst>
          </p:cNvPr>
          <p:cNvGraphicFramePr>
            <a:graphicFrameLocks noChangeAspect="1"/>
          </p:cNvGraphicFramePr>
          <p:nvPr/>
        </p:nvGraphicFramePr>
        <p:xfrm>
          <a:off x="4132263" y="3287713"/>
          <a:ext cx="2112962" cy="782637"/>
        </p:xfrm>
        <a:graphic>
          <a:graphicData uri="http://schemas.openxmlformats.org/presentationml/2006/ole">
            <mc:AlternateContent xmlns:mc="http://schemas.openxmlformats.org/markup-compatibility/2006">
              <mc:Choice xmlns:v="urn:schemas-microsoft-com:vml" Requires="v">
                <p:oleObj name="Equation" r:id="rId5" imgW="1130300" imgH="419100" progId="Equation.DSMT4">
                  <p:embed/>
                </p:oleObj>
              </mc:Choice>
              <mc:Fallback>
                <p:oleObj name="Equation" r:id="rId5" imgW="1130300" imgH="419100"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2263" y="3287713"/>
                        <a:ext cx="2112962"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FFD0D71-86D8-9388-5146-80874BFD669F}"/>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0162F813-71BD-12A0-50F1-EB44B3A92B44}"/>
              </a:ext>
            </a:extLst>
          </p:cNvPr>
          <p:cNvSpPr>
            <a:spLocks noGrp="1"/>
          </p:cNvSpPr>
          <p:nvPr>
            <p:ph sz="quarter" idx="14"/>
          </p:nvPr>
        </p:nvSpPr>
        <p:spPr>
          <a:xfrm>
            <a:off x="174625" y="1041400"/>
            <a:ext cx="8604250" cy="2166938"/>
          </a:xfrm>
        </p:spPr>
        <p:txBody>
          <a:bodyPr rtlCol="0">
            <a:normAutofit fontScale="92500"/>
          </a:bodyPr>
          <a:lstStyle/>
          <a:p>
            <a:pPr indent="-360000" eaLnBrk="1" fontAlgn="auto" hangingPunct="1">
              <a:lnSpc>
                <a:spcPts val="3600"/>
              </a:lnSpc>
              <a:spcAft>
                <a:spcPts val="0"/>
              </a:spcAft>
              <a:defRPr/>
            </a:pPr>
            <a:r>
              <a:rPr lang="zh-CN" altLang="en-US" sz="2400" dirty="0"/>
              <a:t>贝叶斯决策论（</a:t>
            </a:r>
            <a:r>
              <a:rPr lang="en-US" altLang="zh-CN" sz="2400" dirty="0"/>
              <a:t>Bayesian decision theory</a:t>
            </a:r>
            <a:r>
              <a:rPr lang="zh-CN" altLang="en-US" sz="2400" dirty="0"/>
              <a:t>）是在概率框架下实施决策的基本方法。</a:t>
            </a:r>
          </a:p>
          <a:p>
            <a:pPr lvl="1" indent="-360000" eaLnBrk="1" fontAlgn="auto" hangingPunct="1">
              <a:lnSpc>
                <a:spcPts val="3600"/>
              </a:lnSpc>
              <a:spcAft>
                <a:spcPts val="0"/>
              </a:spcAft>
              <a:defRPr/>
            </a:pPr>
            <a:r>
              <a:rPr lang="zh-CN" altLang="en-US" sz="2400" dirty="0"/>
              <a:t>对于分类任务，在所有相关概率都已知的理想情形下，贝叶斯决策考虑如何基于这些</a:t>
            </a:r>
            <a:r>
              <a:rPr lang="zh-CN" altLang="en-US" sz="2400" dirty="0">
                <a:solidFill>
                  <a:srgbClr val="C00000"/>
                </a:solidFill>
              </a:rPr>
              <a:t>概率</a:t>
            </a:r>
            <a:r>
              <a:rPr lang="zh-CN" altLang="en-US" sz="2400" dirty="0"/>
              <a:t>和</a:t>
            </a:r>
            <a:r>
              <a:rPr lang="zh-CN" altLang="en-US" sz="2400" dirty="0">
                <a:solidFill>
                  <a:srgbClr val="C00000"/>
                </a:solidFill>
              </a:rPr>
              <a:t>误判损失</a:t>
            </a:r>
            <a:r>
              <a:rPr lang="zh-CN" altLang="en-US" sz="2400" dirty="0"/>
              <a:t>来选择最优的类别标记。</a:t>
            </a:r>
            <a:endParaRPr lang="en-US" altLang="zh-CN" sz="2400" dirty="0"/>
          </a:p>
          <a:p>
            <a:pPr marL="0" indent="0" eaLnBrk="1" fontAlgn="auto" hangingPunct="1">
              <a:spcAft>
                <a:spcPts val="0"/>
              </a:spcAft>
              <a:buFont typeface="Wingdings" panose="05000000000000000000" pitchFamily="2" charset="2"/>
              <a:buNone/>
              <a:defRPr/>
            </a:pP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6FB8144-5446-DE94-E780-C3212D5E155A}"/>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159DCB3F-E43B-9049-A061-C2B9D74B0F52}"/>
              </a:ext>
            </a:extLst>
          </p:cNvPr>
          <p:cNvSpPr>
            <a:spLocks noGrp="1"/>
          </p:cNvSpPr>
          <p:nvPr>
            <p:ph sz="quarter" idx="14"/>
          </p:nvPr>
        </p:nvSpPr>
        <p:spPr>
          <a:xfrm>
            <a:off x="0" y="1041400"/>
            <a:ext cx="8969375" cy="5316538"/>
          </a:xfrm>
        </p:spPr>
        <p:txBody>
          <a:bodyPr rtlCol="0">
            <a:normAutofit/>
          </a:bodyPr>
          <a:lstStyle/>
          <a:p>
            <a:pPr lvl="1" indent="-360000" eaLnBrk="1" fontAlgn="auto" hangingPunct="1">
              <a:spcAft>
                <a:spcPts val="0"/>
              </a:spcAft>
              <a:defRPr/>
            </a:pPr>
            <a:endParaRPr lang="zh-CN" altLang="en-US" dirty="0"/>
          </a:p>
          <a:p>
            <a:pPr indent="-360000" eaLnBrk="1" fontAlgn="auto" hangingPunct="1">
              <a:lnSpc>
                <a:spcPts val="3600"/>
              </a:lnSpc>
              <a:spcAft>
                <a:spcPts val="0"/>
              </a:spcAft>
              <a:defRPr/>
            </a:pPr>
            <a:r>
              <a:rPr lang="zh-CN" altLang="en-US" dirty="0"/>
              <a:t>假设有    种可能的类别标记，即                        ，   是将一个真实标记为    的样本误分类为    所产生的损失。基于后验概率              可获得将样本    分类为    所产生的期望损失（</a:t>
            </a:r>
            <a:r>
              <a:rPr lang="en-US" altLang="zh-CN" dirty="0"/>
              <a:t>expected loss</a:t>
            </a:r>
            <a:r>
              <a:rPr lang="zh-CN" altLang="en-US" dirty="0"/>
              <a:t>），即在样本上的“条件风险”（</a:t>
            </a:r>
            <a:r>
              <a:rPr lang="en-US" altLang="zh-CN" dirty="0"/>
              <a:t>conditional risk</a:t>
            </a:r>
            <a:r>
              <a:rPr lang="zh-CN" altLang="en-US" dirty="0"/>
              <a:t>）</a:t>
            </a:r>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en-US" altLang="zh-CN" dirty="0"/>
          </a:p>
          <a:p>
            <a:pPr marL="0" indent="0" eaLnBrk="1" fontAlgn="auto" hangingPunct="1">
              <a:spcAft>
                <a:spcPts val="0"/>
              </a:spcAft>
              <a:buFont typeface="Wingdings" panose="05000000000000000000" pitchFamily="2" charset="2"/>
              <a:buNone/>
              <a:defRPr/>
            </a:pPr>
            <a:endParaRPr lang="zh-CN" altLang="en-US" dirty="0"/>
          </a:p>
          <a:p>
            <a:pPr indent="-360000" eaLnBrk="1" fontAlgn="auto" hangingPunct="1">
              <a:spcAft>
                <a:spcPts val="0"/>
              </a:spcAft>
              <a:defRPr/>
            </a:pPr>
            <a:r>
              <a:rPr lang="zh-CN" altLang="en-US" dirty="0"/>
              <a:t>我们的任务是寻找一个判定准则                 以最小化总体风险</a:t>
            </a:r>
            <a:endParaRPr lang="en-US" altLang="zh-CN" dirty="0"/>
          </a:p>
          <a:p>
            <a:pPr marL="0" indent="0" eaLnBrk="1" fontAlgn="auto" hangingPunct="1">
              <a:spcAft>
                <a:spcPts val="0"/>
              </a:spcAft>
              <a:buFont typeface="Wingdings" panose="05000000000000000000" pitchFamily="2" charset="2"/>
              <a:buNone/>
              <a:defRPr/>
            </a:pPr>
            <a:endParaRPr lang="en-US" altLang="zh-CN" dirty="0"/>
          </a:p>
        </p:txBody>
      </p:sp>
      <p:graphicFrame>
        <p:nvGraphicFramePr>
          <p:cNvPr id="18436" name="Object 1463">
            <a:extLst>
              <a:ext uri="{FF2B5EF4-FFF2-40B4-BE49-F238E27FC236}">
                <a16:creationId xmlns:a16="http://schemas.microsoft.com/office/drawing/2014/main" id="{D2608D31-D238-7A87-2975-D7D47FCD762A}"/>
              </a:ext>
            </a:extLst>
          </p:cNvPr>
          <p:cNvGraphicFramePr>
            <a:graphicFrameLocks noChangeAspect="1"/>
          </p:cNvGraphicFramePr>
          <p:nvPr/>
        </p:nvGraphicFramePr>
        <p:xfrm>
          <a:off x="1339850" y="1627188"/>
          <a:ext cx="247650" cy="282575"/>
        </p:xfrm>
        <a:graphic>
          <a:graphicData uri="http://schemas.openxmlformats.org/presentationml/2006/ole">
            <mc:AlternateContent xmlns:mc="http://schemas.openxmlformats.org/markup-compatibility/2006">
              <mc:Choice xmlns:v="urn:schemas-microsoft-com:vml" Requires="v">
                <p:oleObj name="Formula" r:id="rId3" imgW="137351" imgH="155155" progId="">
                  <p:embed/>
                </p:oleObj>
              </mc:Choice>
              <mc:Fallback>
                <p:oleObj name="Formula" r:id="rId3" imgW="137351" imgH="155155" progId="">
                  <p:embed/>
                  <p:pic>
                    <p:nvPicPr>
                      <p:cNvPr id="0" name="Object 14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9850" y="1627188"/>
                        <a:ext cx="24765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7" name="Object 1464">
            <a:extLst>
              <a:ext uri="{FF2B5EF4-FFF2-40B4-BE49-F238E27FC236}">
                <a16:creationId xmlns:a16="http://schemas.microsoft.com/office/drawing/2014/main" id="{336458B6-B2D9-9F05-E085-05282BA2CD43}"/>
              </a:ext>
            </a:extLst>
          </p:cNvPr>
          <p:cNvGraphicFramePr>
            <a:graphicFrameLocks noChangeAspect="1"/>
          </p:cNvGraphicFramePr>
          <p:nvPr/>
        </p:nvGraphicFramePr>
        <p:xfrm>
          <a:off x="4484688" y="1554163"/>
          <a:ext cx="2263775" cy="323850"/>
        </p:xfrm>
        <a:graphic>
          <a:graphicData uri="http://schemas.openxmlformats.org/presentationml/2006/ole">
            <mc:AlternateContent xmlns:mc="http://schemas.openxmlformats.org/markup-compatibility/2006">
              <mc:Choice xmlns:v="urn:schemas-microsoft-com:vml" Requires="v">
                <p:oleObj name="Formula" r:id="rId5" imgW="1240790" imgH="177800" progId="">
                  <p:embed/>
                </p:oleObj>
              </mc:Choice>
              <mc:Fallback>
                <p:oleObj name="Formula" r:id="rId5" imgW="1240790" imgH="177800" progId="">
                  <p:embed/>
                  <p:pic>
                    <p:nvPicPr>
                      <p:cNvPr id="0" name="Object 14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4688" y="1554163"/>
                        <a:ext cx="22637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Object 1465">
            <a:extLst>
              <a:ext uri="{FF2B5EF4-FFF2-40B4-BE49-F238E27FC236}">
                <a16:creationId xmlns:a16="http://schemas.microsoft.com/office/drawing/2014/main" id="{C0577704-9036-B037-D034-E9A2B87C375D}"/>
              </a:ext>
            </a:extLst>
          </p:cNvPr>
          <p:cNvGraphicFramePr>
            <a:graphicFrameLocks noChangeAspect="1"/>
          </p:cNvGraphicFramePr>
          <p:nvPr/>
        </p:nvGraphicFramePr>
        <p:xfrm>
          <a:off x="7011988" y="1547813"/>
          <a:ext cx="361950" cy="361950"/>
        </p:xfrm>
        <a:graphic>
          <a:graphicData uri="http://schemas.openxmlformats.org/presentationml/2006/ole">
            <mc:AlternateContent xmlns:mc="http://schemas.openxmlformats.org/markup-compatibility/2006">
              <mc:Choice xmlns:v="urn:schemas-microsoft-com:vml" Requires="v">
                <p:oleObj name="Formula" r:id="rId7" imgW="170417" imgH="171688" progId="">
                  <p:embed/>
                </p:oleObj>
              </mc:Choice>
              <mc:Fallback>
                <p:oleObj name="Formula" r:id="rId7" imgW="170417" imgH="171688" progId="">
                  <p:embed/>
                  <p:pic>
                    <p:nvPicPr>
                      <p:cNvPr id="0" name="Object 14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1988" y="1547813"/>
                        <a:ext cx="3619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9" name="Object 1466">
            <a:extLst>
              <a:ext uri="{FF2B5EF4-FFF2-40B4-BE49-F238E27FC236}">
                <a16:creationId xmlns:a16="http://schemas.microsoft.com/office/drawing/2014/main" id="{E624765B-F2E3-8261-6D32-4A44A390E9A9}"/>
              </a:ext>
            </a:extLst>
          </p:cNvPr>
          <p:cNvGraphicFramePr>
            <a:graphicFrameLocks noChangeAspect="1"/>
          </p:cNvGraphicFramePr>
          <p:nvPr/>
        </p:nvGraphicFramePr>
        <p:xfrm>
          <a:off x="1463675" y="2090738"/>
          <a:ext cx="252413" cy="298450"/>
        </p:xfrm>
        <a:graphic>
          <a:graphicData uri="http://schemas.openxmlformats.org/presentationml/2006/ole">
            <mc:AlternateContent xmlns:mc="http://schemas.openxmlformats.org/markup-compatibility/2006">
              <mc:Choice xmlns:v="urn:schemas-microsoft-com:vml" Requires="v">
                <p:oleObj name="Formula" r:id="rId9" imgW="113187" imgH="133535" progId="">
                  <p:embed/>
                </p:oleObj>
              </mc:Choice>
              <mc:Fallback>
                <p:oleObj name="Formula" r:id="rId9" imgW="113187" imgH="133535" progId="">
                  <p:embed/>
                  <p:pic>
                    <p:nvPicPr>
                      <p:cNvPr id="0" name="Object 14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63675" y="2090738"/>
                        <a:ext cx="252413"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0" name="Object 1467">
            <a:extLst>
              <a:ext uri="{FF2B5EF4-FFF2-40B4-BE49-F238E27FC236}">
                <a16:creationId xmlns:a16="http://schemas.microsoft.com/office/drawing/2014/main" id="{E9EBD209-6903-D1F3-51E1-A8ACE1AD09FA}"/>
              </a:ext>
            </a:extLst>
          </p:cNvPr>
          <p:cNvGraphicFramePr>
            <a:graphicFrameLocks noChangeAspect="1"/>
          </p:cNvGraphicFramePr>
          <p:nvPr/>
        </p:nvGraphicFramePr>
        <p:xfrm>
          <a:off x="3254375" y="2530475"/>
          <a:ext cx="255588" cy="292100"/>
        </p:xfrm>
        <a:graphic>
          <a:graphicData uri="http://schemas.openxmlformats.org/presentationml/2006/ole">
            <mc:AlternateContent xmlns:mc="http://schemas.openxmlformats.org/markup-compatibility/2006">
              <mc:Choice xmlns:v="urn:schemas-microsoft-com:vml" Requires="v">
                <p:oleObj name="Formula" r:id="rId11" imgW="104285" imgH="119546" progId="">
                  <p:embed/>
                </p:oleObj>
              </mc:Choice>
              <mc:Fallback>
                <p:oleObj name="Formula" r:id="rId11" imgW="104285" imgH="119546" progId="">
                  <p:embed/>
                  <p:pic>
                    <p:nvPicPr>
                      <p:cNvPr id="0" name="Object 146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4375" y="2530475"/>
                        <a:ext cx="2555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Object 1468">
            <a:extLst>
              <a:ext uri="{FF2B5EF4-FFF2-40B4-BE49-F238E27FC236}">
                <a16:creationId xmlns:a16="http://schemas.microsoft.com/office/drawing/2014/main" id="{8C3E76F8-E177-D044-88F4-540B281DFB28}"/>
              </a:ext>
            </a:extLst>
          </p:cNvPr>
          <p:cNvGraphicFramePr>
            <a:graphicFrameLocks noChangeAspect="1"/>
          </p:cNvGraphicFramePr>
          <p:nvPr/>
        </p:nvGraphicFramePr>
        <p:xfrm>
          <a:off x="2111375" y="2530475"/>
          <a:ext cx="236538" cy="287338"/>
        </p:xfrm>
        <a:graphic>
          <a:graphicData uri="http://schemas.openxmlformats.org/presentationml/2006/ole">
            <mc:AlternateContent xmlns:mc="http://schemas.openxmlformats.org/markup-compatibility/2006">
              <mc:Choice xmlns:v="urn:schemas-microsoft-com:vml" Requires="v">
                <p:oleObj name="Formula" r:id="rId13" imgW="97926" imgH="120818" progId="">
                  <p:embed/>
                </p:oleObj>
              </mc:Choice>
              <mc:Fallback>
                <p:oleObj name="Formula" r:id="rId13" imgW="97926" imgH="120818" progId="">
                  <p:embed/>
                  <p:pic>
                    <p:nvPicPr>
                      <p:cNvPr id="0" name="Object 14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1375" y="2530475"/>
                        <a:ext cx="2365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2" name="Object 1469">
            <a:extLst>
              <a:ext uri="{FF2B5EF4-FFF2-40B4-BE49-F238E27FC236}">
                <a16:creationId xmlns:a16="http://schemas.microsoft.com/office/drawing/2014/main" id="{196F0B4B-900D-0C7A-5C0F-B2CAB41DFE4E}"/>
              </a:ext>
            </a:extLst>
          </p:cNvPr>
          <p:cNvGraphicFramePr>
            <a:graphicFrameLocks noChangeAspect="1"/>
          </p:cNvGraphicFramePr>
          <p:nvPr/>
        </p:nvGraphicFramePr>
        <p:xfrm>
          <a:off x="3854450" y="2089150"/>
          <a:ext cx="257175" cy="292100"/>
        </p:xfrm>
        <a:graphic>
          <a:graphicData uri="http://schemas.openxmlformats.org/presentationml/2006/ole">
            <mc:AlternateContent xmlns:mc="http://schemas.openxmlformats.org/markup-compatibility/2006">
              <mc:Choice xmlns:v="urn:schemas-microsoft-com:vml" Requires="v">
                <p:oleObj name="Formula" r:id="rId15" imgW="104285" imgH="119546" progId="">
                  <p:embed/>
                </p:oleObj>
              </mc:Choice>
              <mc:Fallback>
                <p:oleObj name="Formula" r:id="rId15" imgW="104285" imgH="119546" progId="">
                  <p:embed/>
                  <p:pic>
                    <p:nvPicPr>
                      <p:cNvPr id="0" name="Object 14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4450" y="2089150"/>
                        <a:ext cx="257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3" name="Object 1470">
            <a:extLst>
              <a:ext uri="{FF2B5EF4-FFF2-40B4-BE49-F238E27FC236}">
                <a16:creationId xmlns:a16="http://schemas.microsoft.com/office/drawing/2014/main" id="{6CA36DAF-E09B-A523-6CC7-8CAFDC9CABA6}"/>
              </a:ext>
            </a:extLst>
          </p:cNvPr>
          <p:cNvGraphicFramePr>
            <a:graphicFrameLocks noChangeAspect="1"/>
          </p:cNvGraphicFramePr>
          <p:nvPr/>
        </p:nvGraphicFramePr>
        <p:xfrm>
          <a:off x="7756525" y="2066925"/>
          <a:ext cx="1168400" cy="338138"/>
        </p:xfrm>
        <a:graphic>
          <a:graphicData uri="http://schemas.openxmlformats.org/presentationml/2006/ole">
            <mc:AlternateContent xmlns:mc="http://schemas.openxmlformats.org/markup-compatibility/2006">
              <mc:Choice xmlns:v="urn:schemas-microsoft-com:vml" Requires="v">
                <p:oleObj name="Formula" r:id="rId16" imgW="612140" imgH="177800" progId="">
                  <p:embed/>
                </p:oleObj>
              </mc:Choice>
              <mc:Fallback>
                <p:oleObj name="Formula" r:id="rId16" imgW="612140" imgH="177800" progId="">
                  <p:embed/>
                  <p:pic>
                    <p:nvPicPr>
                      <p:cNvPr id="0" name="Object 14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56525" y="2066925"/>
                        <a:ext cx="1168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6" name="Object 1471">
            <a:extLst>
              <a:ext uri="{FF2B5EF4-FFF2-40B4-BE49-F238E27FC236}">
                <a16:creationId xmlns:a16="http://schemas.microsoft.com/office/drawing/2014/main" id="{271D6258-74B7-72AC-9903-3603D7BEC7D4}"/>
              </a:ext>
            </a:extLst>
          </p:cNvPr>
          <p:cNvGraphicFramePr>
            <a:graphicFrameLocks noChangeAspect="1"/>
          </p:cNvGraphicFramePr>
          <p:nvPr/>
        </p:nvGraphicFramePr>
        <p:xfrm>
          <a:off x="4484688" y="4802188"/>
          <a:ext cx="1401762" cy="315912"/>
        </p:xfrm>
        <a:graphic>
          <a:graphicData uri="http://schemas.openxmlformats.org/presentationml/2006/ole">
            <mc:AlternateContent xmlns:mc="http://schemas.openxmlformats.org/markup-compatibility/2006">
              <mc:Choice xmlns:v="urn:schemas-microsoft-com:vml" Requires="v">
                <p:oleObj name="Formula" r:id="rId18" imgW="702310" imgH="158750" progId="">
                  <p:embed/>
                </p:oleObj>
              </mc:Choice>
              <mc:Fallback>
                <p:oleObj name="Formula" r:id="rId18" imgW="702310" imgH="158750" progId="">
                  <p:embed/>
                  <p:pic>
                    <p:nvPicPr>
                      <p:cNvPr id="0" name="Object 14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84688" y="4802188"/>
                        <a:ext cx="1401762"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397" name="组合 7">
            <a:extLst>
              <a:ext uri="{FF2B5EF4-FFF2-40B4-BE49-F238E27FC236}">
                <a16:creationId xmlns:a16="http://schemas.microsoft.com/office/drawing/2014/main" id="{743127C7-C60F-83B9-610A-5B7C5060398E}"/>
              </a:ext>
            </a:extLst>
          </p:cNvPr>
          <p:cNvGrpSpPr>
            <a:grpSpLocks/>
          </p:cNvGrpSpPr>
          <p:nvPr/>
        </p:nvGrpSpPr>
        <p:grpSpPr bwMode="auto">
          <a:xfrm>
            <a:off x="2111375" y="3376613"/>
            <a:ext cx="6057900" cy="1211262"/>
            <a:chOff x="2347567" y="4147811"/>
            <a:chExt cx="5905231" cy="1129360"/>
          </a:xfrm>
        </p:grpSpPr>
        <p:graphicFrame>
          <p:nvGraphicFramePr>
            <p:cNvPr id="18449" name="Object 1472">
              <a:extLst>
                <a:ext uri="{FF2B5EF4-FFF2-40B4-BE49-F238E27FC236}">
                  <a16:creationId xmlns:a16="http://schemas.microsoft.com/office/drawing/2014/main" id="{919F2906-0CE2-980A-0C48-F8AD61FDFE2C}"/>
                </a:ext>
              </a:extLst>
            </p:cNvPr>
            <p:cNvGraphicFramePr>
              <a:graphicFrameLocks noChangeAspect="1"/>
            </p:cNvGraphicFramePr>
            <p:nvPr/>
          </p:nvGraphicFramePr>
          <p:xfrm>
            <a:off x="2347567" y="4147811"/>
            <a:ext cx="4148484" cy="1129360"/>
          </p:xfrm>
          <a:graphic>
            <a:graphicData uri="http://schemas.openxmlformats.org/presentationml/2006/ole">
              <mc:AlternateContent xmlns:mc="http://schemas.openxmlformats.org/markup-compatibility/2006">
                <mc:Choice xmlns:v="urn:schemas-microsoft-com:vml" Requires="v">
                  <p:oleObj name="Formula" r:id="rId20" imgW="1788160" imgH="487680" progId="">
                    <p:embed/>
                  </p:oleObj>
                </mc:Choice>
                <mc:Fallback>
                  <p:oleObj name="Formula" r:id="rId20" imgW="1788160" imgH="487680" progId="">
                    <p:embed/>
                    <p:pic>
                      <p:nvPicPr>
                        <p:cNvPr id="0" name="Object 147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47567" y="4147811"/>
                          <a:ext cx="4148484" cy="112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450" name="图片 6">
              <a:extLst>
                <a:ext uri="{FF2B5EF4-FFF2-40B4-BE49-F238E27FC236}">
                  <a16:creationId xmlns:a16="http://schemas.microsoft.com/office/drawing/2014/main" id="{DB0763D1-35DC-CEFB-C867-08593DF9A227}"/>
                </a:ext>
              </a:extLst>
            </p:cNvPr>
            <p:cNvPicPr>
              <a:picLocks noChangeAspect="1"/>
            </p:cNvPicPr>
            <p:nvPr/>
          </p:nvPicPr>
          <p:blipFill>
            <a:blip r:embed="rId22">
              <a:extLst>
                <a:ext uri="{28A0092B-C50C-407E-A947-70E740481C1C}">
                  <a14:useLocalDpi xmlns:a14="http://schemas.microsoft.com/office/drawing/2010/main" val="0"/>
                </a:ext>
              </a:extLst>
            </a:blip>
            <a:srcRect/>
            <a:stretch>
              <a:fillRect/>
            </a:stretch>
          </p:blipFill>
          <p:spPr bwMode="auto">
            <a:xfrm>
              <a:off x="7615630" y="4505476"/>
              <a:ext cx="637168" cy="384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398" name="组合 9">
            <a:extLst>
              <a:ext uri="{FF2B5EF4-FFF2-40B4-BE49-F238E27FC236}">
                <a16:creationId xmlns:a16="http://schemas.microsoft.com/office/drawing/2014/main" id="{EBDDBD8B-0035-5053-565D-CA3F8FF508C9}"/>
              </a:ext>
            </a:extLst>
          </p:cNvPr>
          <p:cNvGrpSpPr>
            <a:grpSpLocks/>
          </p:cNvGrpSpPr>
          <p:nvPr/>
        </p:nvGrpSpPr>
        <p:grpSpPr bwMode="auto">
          <a:xfrm>
            <a:off x="2424113" y="5464175"/>
            <a:ext cx="5514975" cy="422275"/>
            <a:chOff x="2757249" y="5696378"/>
            <a:chExt cx="5514593" cy="422275"/>
          </a:xfrm>
        </p:grpSpPr>
        <p:graphicFrame>
          <p:nvGraphicFramePr>
            <p:cNvPr id="18447" name="Object 1473">
              <a:extLst>
                <a:ext uri="{FF2B5EF4-FFF2-40B4-BE49-F238E27FC236}">
                  <a16:creationId xmlns:a16="http://schemas.microsoft.com/office/drawing/2014/main" id="{6DAAE994-71B0-9460-5623-AAB6DA7B0084}"/>
                </a:ext>
              </a:extLst>
            </p:cNvPr>
            <p:cNvGraphicFramePr>
              <a:graphicFrameLocks noChangeAspect="1"/>
            </p:cNvGraphicFramePr>
            <p:nvPr/>
          </p:nvGraphicFramePr>
          <p:xfrm>
            <a:off x="2757249" y="5696378"/>
            <a:ext cx="3641725" cy="422275"/>
          </p:xfrm>
          <a:graphic>
            <a:graphicData uri="http://schemas.openxmlformats.org/presentationml/2006/ole">
              <mc:AlternateContent xmlns:mc="http://schemas.openxmlformats.org/markup-compatibility/2006">
                <mc:Choice xmlns:v="urn:schemas-microsoft-com:vml" Requires="v">
                  <p:oleObj name="Formula" r:id="rId23" imgW="1530350" imgH="177800" progId="">
                    <p:embed/>
                  </p:oleObj>
                </mc:Choice>
                <mc:Fallback>
                  <p:oleObj name="Formula" r:id="rId23" imgW="1530350" imgH="177800" progId="">
                    <p:embed/>
                    <p:pic>
                      <p:nvPicPr>
                        <p:cNvPr id="0" name="Object 147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57249" y="5696378"/>
                          <a:ext cx="36417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448" name="图片 8">
              <a:extLst>
                <a:ext uri="{FF2B5EF4-FFF2-40B4-BE49-F238E27FC236}">
                  <a16:creationId xmlns:a16="http://schemas.microsoft.com/office/drawing/2014/main" id="{033475E6-351F-0742-CCCC-28A1D0BEBC8A}"/>
                </a:ext>
              </a:extLst>
            </p:cNvPr>
            <p:cNvPicPr>
              <a:picLocks noChangeAspect="1"/>
            </p:cNvPicPr>
            <p:nvPr/>
          </p:nvPicPr>
          <p:blipFill>
            <a:blip r:embed="rId25">
              <a:extLst>
                <a:ext uri="{28A0092B-C50C-407E-A947-70E740481C1C}">
                  <a14:useLocalDpi xmlns:a14="http://schemas.microsoft.com/office/drawing/2010/main" val="0"/>
                </a:ext>
              </a:extLst>
            </a:blip>
            <a:srcRect/>
            <a:stretch>
              <a:fillRect/>
            </a:stretch>
          </p:blipFill>
          <p:spPr bwMode="auto">
            <a:xfrm>
              <a:off x="7615630" y="5734154"/>
              <a:ext cx="656212" cy="384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9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978FE02-612F-4441-20F3-9349B7BE16F9}"/>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0483" name="内容占位符 1">
            <a:extLst>
              <a:ext uri="{FF2B5EF4-FFF2-40B4-BE49-F238E27FC236}">
                <a16:creationId xmlns:a16="http://schemas.microsoft.com/office/drawing/2014/main" id="{0A088CC2-530B-E9E5-A17F-3A8901530E69}"/>
              </a:ext>
            </a:extLst>
          </p:cNvPr>
          <p:cNvSpPr>
            <a:spLocks noGrp="1"/>
          </p:cNvSpPr>
          <p:nvPr>
            <p:ph sz="quarter" idx="14"/>
          </p:nvPr>
        </p:nvSpPr>
        <p:spPr>
          <a:xfrm>
            <a:off x="174625" y="1041400"/>
            <a:ext cx="8969375" cy="4740275"/>
          </a:xfrm>
        </p:spPr>
        <p:txBody>
          <a:bodyPr/>
          <a:lstStyle/>
          <a:p>
            <a:pPr eaLnBrk="1" hangingPunct="1"/>
            <a:r>
              <a:rPr lang="zh-CN" altLang="en-US"/>
              <a:t>显然，对每个样本   ，若    能最小化条件风险                   ，则总体风险        也将被最小化。</a:t>
            </a:r>
          </a:p>
          <a:p>
            <a:pPr eaLnBrk="1" hangingPunct="1"/>
            <a:endParaRPr lang="zh-CN" altLang="en-US"/>
          </a:p>
          <a:p>
            <a:pPr eaLnBrk="1" hangingPunct="1"/>
            <a:r>
              <a:rPr lang="zh-CN" altLang="en-US"/>
              <a:t>这就产生了贝叶斯判定准则（</a:t>
            </a:r>
            <a:r>
              <a:rPr lang="en-US" altLang="zh-CN"/>
              <a:t>Bayes decision rule</a:t>
            </a:r>
            <a:r>
              <a:rPr lang="zh-CN" altLang="en-US"/>
              <a:t>）： 为最小化总体风险，只需在每个样本上选择那个能使条件风险             最小的类别标记，即</a:t>
            </a:r>
          </a:p>
          <a:p>
            <a:pPr eaLnBrk="1" hangingPunct="1"/>
            <a:endParaRPr lang="zh-CN" altLang="en-US"/>
          </a:p>
          <a:p>
            <a:pPr eaLnBrk="1" hangingPunct="1"/>
            <a:endParaRPr lang="zh-CN" altLang="en-US"/>
          </a:p>
          <a:p>
            <a:pPr lvl="1" eaLnBrk="1" hangingPunct="1"/>
            <a:r>
              <a:rPr lang="zh-CN" altLang="en-US"/>
              <a:t>此时，被称为贝叶斯最优分类器</a:t>
            </a:r>
            <a:r>
              <a:rPr lang="en-US" altLang="zh-CN"/>
              <a:t>(Bayes optimal classifier)</a:t>
            </a:r>
            <a:r>
              <a:rPr lang="zh-CN" altLang="en-US"/>
              <a:t>，与之对应的总体风险        称为贝叶斯风险 </a:t>
            </a:r>
            <a:r>
              <a:rPr lang="en-US" altLang="zh-CN"/>
              <a:t>(Bayes</a:t>
            </a:r>
            <a:r>
              <a:rPr lang="zh-CN" altLang="en-US"/>
              <a:t> </a:t>
            </a:r>
            <a:r>
              <a:rPr lang="en-US" altLang="zh-CN"/>
              <a:t>risk)</a:t>
            </a:r>
            <a:r>
              <a:rPr lang="zh-CN" altLang="en-US"/>
              <a:t>。</a:t>
            </a:r>
          </a:p>
          <a:p>
            <a:pPr lvl="1" eaLnBrk="1" hangingPunct="1"/>
            <a:r>
              <a:rPr lang="zh-CN" altLang="en-US"/>
              <a:t>              反映了分类器所能达到的最好性能，即通过机器学习所能产生的模型精度的理论上限。</a:t>
            </a:r>
          </a:p>
          <a:p>
            <a:pPr eaLnBrk="1" hangingPunct="1"/>
            <a:endParaRPr lang="en-US" altLang="zh-CN"/>
          </a:p>
          <a:p>
            <a:pPr eaLnBrk="1" hangingPunct="1"/>
            <a:endParaRPr lang="en-US" altLang="zh-CN"/>
          </a:p>
        </p:txBody>
      </p:sp>
      <p:graphicFrame>
        <p:nvGraphicFramePr>
          <p:cNvPr id="20484" name="Object 135">
            <a:extLst>
              <a:ext uri="{FF2B5EF4-FFF2-40B4-BE49-F238E27FC236}">
                <a16:creationId xmlns:a16="http://schemas.microsoft.com/office/drawing/2014/main" id="{6F299283-1347-743A-0BBE-5ACC16D06770}"/>
              </a:ext>
            </a:extLst>
          </p:cNvPr>
          <p:cNvGraphicFramePr>
            <a:graphicFrameLocks noChangeAspect="1"/>
          </p:cNvGraphicFramePr>
          <p:nvPr/>
        </p:nvGraphicFramePr>
        <p:xfrm>
          <a:off x="2898775" y="1125538"/>
          <a:ext cx="236538" cy="287337"/>
        </p:xfrm>
        <a:graphic>
          <a:graphicData uri="http://schemas.openxmlformats.org/presentationml/2006/ole">
            <mc:AlternateContent xmlns:mc="http://schemas.openxmlformats.org/markup-compatibility/2006">
              <mc:Choice xmlns:v="urn:schemas-microsoft-com:vml" Requires="v">
                <p:oleObj name="Formula" r:id="rId3" imgW="97926" imgH="120818" progId="">
                  <p:embed/>
                </p:oleObj>
              </mc:Choice>
              <mc:Fallback>
                <p:oleObj name="Formula" r:id="rId3" imgW="97926" imgH="120818" progId="">
                  <p:embed/>
                  <p:pic>
                    <p:nvPicPr>
                      <p:cNvPr id="0" name="Object 1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8775" y="1125538"/>
                        <a:ext cx="2365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5" name="Object 136">
            <a:extLst>
              <a:ext uri="{FF2B5EF4-FFF2-40B4-BE49-F238E27FC236}">
                <a16:creationId xmlns:a16="http://schemas.microsoft.com/office/drawing/2014/main" id="{7396A029-5E94-5B83-23D4-BA8C319AB989}"/>
              </a:ext>
            </a:extLst>
          </p:cNvPr>
          <p:cNvGraphicFramePr>
            <a:graphicFrameLocks noChangeAspect="1"/>
          </p:cNvGraphicFramePr>
          <p:nvPr/>
        </p:nvGraphicFramePr>
        <p:xfrm>
          <a:off x="3805238" y="1090613"/>
          <a:ext cx="206375" cy="374650"/>
        </p:xfrm>
        <a:graphic>
          <a:graphicData uri="http://schemas.openxmlformats.org/presentationml/2006/ole">
            <mc:AlternateContent xmlns:mc="http://schemas.openxmlformats.org/markup-compatibility/2006">
              <mc:Choice xmlns:v="urn:schemas-microsoft-com:vml" Requires="v">
                <p:oleObj name="Formula" r:id="rId5" imgW="86480" imgH="157699" progId="">
                  <p:embed/>
                </p:oleObj>
              </mc:Choice>
              <mc:Fallback>
                <p:oleObj name="Formula" r:id="rId5" imgW="86480" imgH="157699" progId="">
                  <p:embed/>
                  <p:pic>
                    <p:nvPicPr>
                      <p:cNvPr id="0" name="Object 1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5238" y="1090613"/>
                        <a:ext cx="2063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6" name="Object 137">
            <a:extLst>
              <a:ext uri="{FF2B5EF4-FFF2-40B4-BE49-F238E27FC236}">
                <a16:creationId xmlns:a16="http://schemas.microsoft.com/office/drawing/2014/main" id="{C0B2B05D-B52E-44B9-0DEB-091FE12D7DC0}"/>
              </a:ext>
            </a:extLst>
          </p:cNvPr>
          <p:cNvGraphicFramePr>
            <a:graphicFrameLocks noChangeAspect="1"/>
          </p:cNvGraphicFramePr>
          <p:nvPr/>
        </p:nvGraphicFramePr>
        <p:xfrm>
          <a:off x="6494463" y="1085850"/>
          <a:ext cx="1566862" cy="379413"/>
        </p:xfrm>
        <a:graphic>
          <a:graphicData uri="http://schemas.openxmlformats.org/presentationml/2006/ole">
            <mc:AlternateContent xmlns:mc="http://schemas.openxmlformats.org/markup-compatibility/2006">
              <mc:Choice xmlns:v="urn:schemas-microsoft-com:vml" Requires="v">
                <p:oleObj name="Formula" r:id="rId7" imgW="728980" imgH="177800" progId="">
                  <p:embed/>
                </p:oleObj>
              </mc:Choice>
              <mc:Fallback>
                <p:oleObj name="Formula" r:id="rId7" imgW="728980" imgH="177800" progId="">
                  <p:embed/>
                  <p:pic>
                    <p:nvPicPr>
                      <p:cNvPr id="0" name="Object 1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94463" y="1085850"/>
                        <a:ext cx="1566862"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7" name="Object 138">
            <a:extLst>
              <a:ext uri="{FF2B5EF4-FFF2-40B4-BE49-F238E27FC236}">
                <a16:creationId xmlns:a16="http://schemas.microsoft.com/office/drawing/2014/main" id="{C946A49A-0F6A-538A-F4F2-3464F69F52E7}"/>
              </a:ext>
            </a:extLst>
          </p:cNvPr>
          <p:cNvGraphicFramePr>
            <a:graphicFrameLocks noChangeAspect="1"/>
          </p:cNvGraphicFramePr>
          <p:nvPr/>
        </p:nvGraphicFramePr>
        <p:xfrm>
          <a:off x="1433513" y="1403350"/>
          <a:ext cx="592137" cy="334963"/>
        </p:xfrm>
        <a:graphic>
          <a:graphicData uri="http://schemas.openxmlformats.org/presentationml/2006/ole">
            <mc:AlternateContent xmlns:mc="http://schemas.openxmlformats.org/markup-compatibility/2006">
              <mc:Choice xmlns:v="urn:schemas-microsoft-com:vml" Requires="v">
                <p:oleObj name="Formula" r:id="rId9" imgW="307340" imgH="176530" progId="">
                  <p:embed/>
                </p:oleObj>
              </mc:Choice>
              <mc:Fallback>
                <p:oleObj name="Formula" r:id="rId9" imgW="307340" imgH="176530" progId="">
                  <p:embed/>
                  <p:pic>
                    <p:nvPicPr>
                      <p:cNvPr id="0" name="Object 1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3513" y="1403350"/>
                        <a:ext cx="5921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8" name="Object 139">
            <a:extLst>
              <a:ext uri="{FF2B5EF4-FFF2-40B4-BE49-F238E27FC236}">
                <a16:creationId xmlns:a16="http://schemas.microsoft.com/office/drawing/2014/main" id="{7CB277E9-7CF4-C2E0-EA48-F2264CCDEF2F}"/>
              </a:ext>
            </a:extLst>
          </p:cNvPr>
          <p:cNvGraphicFramePr>
            <a:graphicFrameLocks noChangeAspect="1"/>
          </p:cNvGraphicFramePr>
          <p:nvPr/>
        </p:nvGraphicFramePr>
        <p:xfrm>
          <a:off x="6796088" y="2578100"/>
          <a:ext cx="965200" cy="338138"/>
        </p:xfrm>
        <a:graphic>
          <a:graphicData uri="http://schemas.openxmlformats.org/presentationml/2006/ole">
            <mc:AlternateContent xmlns:mc="http://schemas.openxmlformats.org/markup-compatibility/2006">
              <mc:Choice xmlns:v="urn:schemas-microsoft-com:vml" Requires="v">
                <p:oleObj name="Formula" r:id="rId11" imgW="502920" imgH="177800" progId="">
                  <p:embed/>
                </p:oleObj>
              </mc:Choice>
              <mc:Fallback>
                <p:oleObj name="Formula" r:id="rId11" imgW="502920" imgH="177800" progId="">
                  <p:embed/>
                  <p:pic>
                    <p:nvPicPr>
                      <p:cNvPr id="0" name="Object 1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96088" y="2578100"/>
                        <a:ext cx="965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9" name="Object 140">
            <a:extLst>
              <a:ext uri="{FF2B5EF4-FFF2-40B4-BE49-F238E27FC236}">
                <a16:creationId xmlns:a16="http://schemas.microsoft.com/office/drawing/2014/main" id="{B079AA41-6519-FE48-98F6-D651AACF5BAE}"/>
              </a:ext>
            </a:extLst>
          </p:cNvPr>
          <p:cNvGraphicFramePr>
            <a:graphicFrameLocks noChangeAspect="1"/>
          </p:cNvGraphicFramePr>
          <p:nvPr/>
        </p:nvGraphicFramePr>
        <p:xfrm>
          <a:off x="2295525" y="4371975"/>
          <a:ext cx="569913" cy="269875"/>
        </p:xfrm>
        <a:graphic>
          <a:graphicData uri="http://schemas.openxmlformats.org/presentationml/2006/ole">
            <mc:AlternateContent xmlns:mc="http://schemas.openxmlformats.org/markup-compatibility/2006">
              <mc:Choice xmlns:v="urn:schemas-microsoft-com:vml" Requires="v">
                <p:oleObj name="Formula" r:id="rId13" imgW="368812" imgH="176776" progId="">
                  <p:embed/>
                </p:oleObj>
              </mc:Choice>
              <mc:Fallback>
                <p:oleObj name="Formula" r:id="rId13" imgW="368812" imgH="176776" progId="">
                  <p:embed/>
                  <p:pic>
                    <p:nvPicPr>
                      <p:cNvPr id="0" name="Object 1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95525" y="4371975"/>
                        <a:ext cx="569913"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90" name="Object 141">
            <a:extLst>
              <a:ext uri="{FF2B5EF4-FFF2-40B4-BE49-F238E27FC236}">
                <a16:creationId xmlns:a16="http://schemas.microsoft.com/office/drawing/2014/main" id="{FACAF393-AC65-DF66-8BB3-FA6C55ED4524}"/>
              </a:ext>
            </a:extLst>
          </p:cNvPr>
          <p:cNvGraphicFramePr>
            <a:graphicFrameLocks noChangeAspect="1"/>
          </p:cNvGraphicFramePr>
          <p:nvPr/>
        </p:nvGraphicFramePr>
        <p:xfrm>
          <a:off x="1138238" y="4691063"/>
          <a:ext cx="960437" cy="271462"/>
        </p:xfrm>
        <a:graphic>
          <a:graphicData uri="http://schemas.openxmlformats.org/presentationml/2006/ole">
            <mc:AlternateContent xmlns:mc="http://schemas.openxmlformats.org/markup-compatibility/2006">
              <mc:Choice xmlns:v="urn:schemas-microsoft-com:vml" Requires="v">
                <p:oleObj name="Formula" r:id="rId15" imgW="621894" imgH="176776" progId="">
                  <p:embed/>
                </p:oleObj>
              </mc:Choice>
              <mc:Fallback>
                <p:oleObj name="Formula" r:id="rId15" imgW="621894" imgH="176776" progId="">
                  <p:embed/>
                  <p:pic>
                    <p:nvPicPr>
                      <p:cNvPr id="0" name="Object 14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38238" y="4691063"/>
                        <a:ext cx="960437"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0491" name="组合 5">
            <a:extLst>
              <a:ext uri="{FF2B5EF4-FFF2-40B4-BE49-F238E27FC236}">
                <a16:creationId xmlns:a16="http://schemas.microsoft.com/office/drawing/2014/main" id="{3E9ECF65-E10D-9267-06A1-06DB80C29570}"/>
              </a:ext>
            </a:extLst>
          </p:cNvPr>
          <p:cNvGrpSpPr>
            <a:grpSpLocks/>
          </p:cNvGrpSpPr>
          <p:nvPr/>
        </p:nvGrpSpPr>
        <p:grpSpPr bwMode="auto">
          <a:xfrm>
            <a:off x="2797175" y="3348038"/>
            <a:ext cx="5416550" cy="619125"/>
            <a:chOff x="2797411" y="3347892"/>
            <a:chExt cx="5416948" cy="619815"/>
          </a:xfrm>
        </p:grpSpPr>
        <p:pic>
          <p:nvPicPr>
            <p:cNvPr id="20492" name="图片 16">
              <a:extLst>
                <a:ext uri="{FF2B5EF4-FFF2-40B4-BE49-F238E27FC236}">
                  <a16:creationId xmlns:a16="http://schemas.microsoft.com/office/drawing/2014/main" id="{930B49E5-B57B-DBFF-D83B-2B89FB63EB8C}"/>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2797411" y="3347892"/>
              <a:ext cx="3563938" cy="61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3" name="图片 4">
              <a:extLst>
                <a:ext uri="{FF2B5EF4-FFF2-40B4-BE49-F238E27FC236}">
                  <a16:creationId xmlns:a16="http://schemas.microsoft.com/office/drawing/2014/main" id="{FE1C365A-3A5F-07B5-465F-1A91AA133D45}"/>
                </a:ext>
              </a:extLst>
            </p:cNvPr>
            <p:cNvPicPr>
              <a:picLocks noChangeAspect="1"/>
            </p:cNvPicPr>
            <p:nvPr/>
          </p:nvPicPr>
          <p:blipFill>
            <a:blip r:embed="rId18">
              <a:extLst>
                <a:ext uri="{28A0092B-C50C-407E-A947-70E740481C1C}">
                  <a14:useLocalDpi xmlns:a14="http://schemas.microsoft.com/office/drawing/2010/main" val="0"/>
                </a:ext>
              </a:extLst>
            </a:blip>
            <a:srcRect/>
            <a:stretch>
              <a:fillRect/>
            </a:stretch>
          </p:blipFill>
          <p:spPr bwMode="auto">
            <a:xfrm>
              <a:off x="7615492" y="3370184"/>
              <a:ext cx="598867" cy="36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35AA5B0-CCC3-1F94-972A-9B93AAFDE349}"/>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11267" name="内容占位符 1">
            <a:extLst>
              <a:ext uri="{FF2B5EF4-FFF2-40B4-BE49-F238E27FC236}">
                <a16:creationId xmlns:a16="http://schemas.microsoft.com/office/drawing/2014/main" id="{BCE599CF-6A72-26C8-3C77-5BCF2CEA8BCC}"/>
              </a:ext>
            </a:extLst>
          </p:cNvPr>
          <p:cNvSpPr>
            <a:spLocks noGrp="1"/>
          </p:cNvSpPr>
          <p:nvPr>
            <p:ph sz="quarter" idx="14"/>
          </p:nvPr>
        </p:nvSpPr>
        <p:spPr>
          <a:xfrm>
            <a:off x="174625" y="1041400"/>
            <a:ext cx="8969375" cy="3114675"/>
          </a:xfrm>
        </p:spPr>
        <p:txBody>
          <a:bodyPr/>
          <a:lstStyle/>
          <a:p>
            <a:pPr eaLnBrk="1" hangingPunct="1"/>
            <a:r>
              <a:rPr lang="zh-CN" altLang="en-US"/>
              <a:t>具体来说，若目标是最小化分类错误率，则误判损失    可写为</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en-US" altLang="zh-CN"/>
          </a:p>
          <a:p>
            <a:pPr eaLnBrk="1" hangingPunct="1"/>
            <a:endParaRPr lang="en-US" altLang="zh-CN"/>
          </a:p>
        </p:txBody>
      </p:sp>
      <p:pic>
        <p:nvPicPr>
          <p:cNvPr id="22532" name="图片 10">
            <a:extLst>
              <a:ext uri="{FF2B5EF4-FFF2-40B4-BE49-F238E27FC236}">
                <a16:creationId xmlns:a16="http://schemas.microsoft.com/office/drawing/2014/main" id="{68AE69B8-6996-5C87-EC7C-F2C6FF1E13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45338" y="1120775"/>
            <a:ext cx="309562"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69" name="组合 4">
            <a:extLst>
              <a:ext uri="{FF2B5EF4-FFF2-40B4-BE49-F238E27FC236}">
                <a16:creationId xmlns:a16="http://schemas.microsoft.com/office/drawing/2014/main" id="{27A352A3-E683-2B11-12DF-CD1BACF657A2}"/>
              </a:ext>
            </a:extLst>
          </p:cNvPr>
          <p:cNvGrpSpPr>
            <a:grpSpLocks/>
          </p:cNvGrpSpPr>
          <p:nvPr/>
        </p:nvGrpSpPr>
        <p:grpSpPr bwMode="auto">
          <a:xfrm>
            <a:off x="2738438" y="1706563"/>
            <a:ext cx="4725987" cy="760412"/>
            <a:chOff x="2738424" y="1706846"/>
            <a:chExt cx="4726112" cy="759504"/>
          </a:xfrm>
        </p:grpSpPr>
        <p:pic>
          <p:nvPicPr>
            <p:cNvPr id="22538" name="图片 12">
              <a:extLst>
                <a:ext uri="{FF2B5EF4-FFF2-40B4-BE49-F238E27FC236}">
                  <a16:creationId xmlns:a16="http://schemas.microsoft.com/office/drawing/2014/main" id="{E3CE14E8-DE1B-6EC3-62B2-BFBCB3CF26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38424" y="1706846"/>
              <a:ext cx="2950254" cy="75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9" name="图片 2">
              <a:extLst>
                <a:ext uri="{FF2B5EF4-FFF2-40B4-BE49-F238E27FC236}">
                  <a16:creationId xmlns:a16="http://schemas.microsoft.com/office/drawing/2014/main" id="{EC27ED22-0F42-9786-3D1F-4957DB38333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27489" y="1910185"/>
              <a:ext cx="637047" cy="35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22534" name="Object 1472">
            <a:extLst>
              <a:ext uri="{FF2B5EF4-FFF2-40B4-BE49-F238E27FC236}">
                <a16:creationId xmlns:a16="http://schemas.microsoft.com/office/drawing/2014/main" id="{53574600-94F3-CFA1-1C69-05769BA44435}"/>
              </a:ext>
            </a:extLst>
          </p:cNvPr>
          <p:cNvGraphicFramePr>
            <a:graphicFrameLocks noChangeAspect="1"/>
          </p:cNvGraphicFramePr>
          <p:nvPr/>
        </p:nvGraphicFramePr>
        <p:xfrm>
          <a:off x="1558925" y="2643188"/>
          <a:ext cx="4148138" cy="1128712"/>
        </p:xfrm>
        <a:graphic>
          <a:graphicData uri="http://schemas.openxmlformats.org/presentationml/2006/ole">
            <mc:AlternateContent xmlns:mc="http://schemas.openxmlformats.org/markup-compatibility/2006">
              <mc:Choice xmlns:v="urn:schemas-microsoft-com:vml" Requires="v">
                <p:oleObj name="Formula" r:id="rId6" imgW="1788160" imgH="487680" progId="">
                  <p:embed/>
                </p:oleObj>
              </mc:Choice>
              <mc:Fallback>
                <p:oleObj name="Formula" r:id="rId6" imgW="1788160" imgH="487680" progId="">
                  <p:embed/>
                  <p:pic>
                    <p:nvPicPr>
                      <p:cNvPr id="0" name="Object 14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8925" y="2643188"/>
                        <a:ext cx="4148138"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2535" name="图片 6">
            <a:extLst>
              <a:ext uri="{FF2B5EF4-FFF2-40B4-BE49-F238E27FC236}">
                <a16:creationId xmlns:a16="http://schemas.microsoft.com/office/drawing/2014/main" id="{EA3ED4D0-2634-FE7B-7FE5-DB7372DA75D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827838" y="3001963"/>
            <a:ext cx="636587"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a:extLst>
              <a:ext uri="{FF2B5EF4-FFF2-40B4-BE49-F238E27FC236}">
                <a16:creationId xmlns:a16="http://schemas.microsoft.com/office/drawing/2014/main" id="{EF817983-AA34-2FBE-F6AF-43D6A03FB96A}"/>
              </a:ext>
            </a:extLst>
          </p:cNvPr>
          <p:cNvGraphicFramePr>
            <a:graphicFrameLocks noChangeAspect="1"/>
          </p:cNvGraphicFramePr>
          <p:nvPr/>
        </p:nvGraphicFramePr>
        <p:xfrm>
          <a:off x="127000" y="3671888"/>
          <a:ext cx="8842375" cy="1322387"/>
        </p:xfrm>
        <a:graphic>
          <a:graphicData uri="http://schemas.openxmlformats.org/presentationml/2006/ole">
            <mc:AlternateContent xmlns:mc="http://schemas.openxmlformats.org/markup-compatibility/2006">
              <mc:Choice xmlns:v="urn:schemas-microsoft-com:vml" Requires="v">
                <p:oleObj name="Equation" r:id="rId9" imgW="4584700" imgH="685800" progId="Equation.DSMT4">
                  <p:embed/>
                </p:oleObj>
              </mc:Choice>
              <mc:Fallback>
                <p:oleObj name="Equation" r:id="rId9" imgW="4584700" imgH="685800" progId="Equation.DSMT4">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7000" y="3671888"/>
                        <a:ext cx="88423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090B3FFF-6B24-BC77-91A1-DBC0748FAF90}"/>
              </a:ext>
            </a:extLst>
          </p:cNvPr>
          <p:cNvGraphicFramePr>
            <a:graphicFrameLocks noChangeAspect="1"/>
          </p:cNvGraphicFramePr>
          <p:nvPr/>
        </p:nvGraphicFramePr>
        <p:xfrm>
          <a:off x="2006600" y="5024438"/>
          <a:ext cx="4922838" cy="1322387"/>
        </p:xfrm>
        <a:graphic>
          <a:graphicData uri="http://schemas.openxmlformats.org/presentationml/2006/ole">
            <mc:AlternateContent xmlns:mc="http://schemas.openxmlformats.org/markup-compatibility/2006">
              <mc:Choice xmlns:v="urn:schemas-microsoft-com:vml" Requires="v">
                <p:oleObj name="Equation" r:id="rId11" imgW="2552700" imgH="685800" progId="Equation.DSMT4">
                  <p:embed/>
                </p:oleObj>
              </mc:Choice>
              <mc:Fallback>
                <p:oleObj name="Equation" r:id="rId11" imgW="2552700" imgH="685800" progId="Equation.DSMT4">
                  <p:embed/>
                  <p:pic>
                    <p:nvPicPr>
                      <p:cNvPr id="0" name="对象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6600" y="5024438"/>
                        <a:ext cx="492283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4DF6F70-A488-30FB-8593-2797C3D3404F}"/>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5FC4D43D-8503-CC73-01EE-FCEA50F3C65E}"/>
              </a:ext>
            </a:extLst>
          </p:cNvPr>
          <p:cNvSpPr>
            <a:spLocks noGrp="1"/>
          </p:cNvSpPr>
          <p:nvPr>
            <p:ph sz="quarter" idx="14"/>
          </p:nvPr>
        </p:nvSpPr>
        <p:spPr>
          <a:xfrm>
            <a:off x="87313" y="915988"/>
            <a:ext cx="8969375" cy="4475162"/>
          </a:xfrm>
        </p:spPr>
        <p:txBody>
          <a:bodyPr rtlCol="0">
            <a:normAutofit/>
          </a:bodyPr>
          <a:lstStyle/>
          <a:p>
            <a:pPr indent="-360000" eaLnBrk="1" fontAlgn="auto" hangingPunct="1">
              <a:spcAft>
                <a:spcPts val="0"/>
              </a:spcAft>
              <a:defRPr/>
            </a:pPr>
            <a:r>
              <a:rPr lang="zh-CN" altLang="en-US" dirty="0"/>
              <a:t>具体来说，若目标是最小化分类错误率，则误判损失    可写为</a:t>
            </a:r>
          </a:p>
          <a:p>
            <a:pPr indent="-360000" eaLnBrk="1" fontAlgn="auto" hangingPunct="1">
              <a:spcAft>
                <a:spcPts val="0"/>
              </a:spcAft>
              <a:defRPr/>
            </a:pPr>
            <a:endParaRPr lang="zh-CN" altLang="en-US" dirty="0"/>
          </a:p>
          <a:p>
            <a:pPr indent="-360000" eaLnBrk="1" fontAlgn="auto" hangingPunct="1">
              <a:spcAft>
                <a:spcPts val="0"/>
              </a:spcAft>
              <a:defRPr/>
            </a:pPr>
            <a:endParaRPr lang="zh-CN" altLang="en-US" dirty="0"/>
          </a:p>
          <a:p>
            <a:pPr indent="-360000" eaLnBrk="1" fontAlgn="auto" hangingPunct="1">
              <a:spcAft>
                <a:spcPts val="0"/>
              </a:spcAft>
              <a:defRPr/>
            </a:pPr>
            <a:r>
              <a:rPr lang="zh-CN" altLang="en-US" dirty="0"/>
              <a:t>此时条件风险</a:t>
            </a:r>
          </a:p>
          <a:p>
            <a:pPr indent="-360000" eaLnBrk="1" fontAlgn="auto" hangingPunct="1">
              <a:spcAft>
                <a:spcPts val="0"/>
              </a:spcAft>
              <a:defRPr/>
            </a:pPr>
            <a:endParaRPr lang="zh-CN" altLang="en-US" dirty="0"/>
          </a:p>
          <a:p>
            <a:pPr indent="-360000" eaLnBrk="1" fontAlgn="auto" hangingPunct="1">
              <a:spcAft>
                <a:spcPts val="0"/>
              </a:spcAft>
              <a:defRPr/>
            </a:pPr>
            <a:r>
              <a:rPr lang="zh-CN" altLang="en-US" dirty="0">
                <a:latin typeface="+mj-ea"/>
              </a:rPr>
              <a:t>于是，最小化分类错误率的贝叶斯最优分类器为</a:t>
            </a:r>
          </a:p>
          <a:p>
            <a:pPr indent="-360000" eaLnBrk="1" fontAlgn="auto" hangingPunct="1">
              <a:spcAft>
                <a:spcPts val="0"/>
              </a:spcAft>
              <a:defRPr/>
            </a:pPr>
            <a:endParaRPr lang="zh-CN" altLang="en-US" dirty="0">
              <a:latin typeface="+mj-ea"/>
            </a:endParaRPr>
          </a:p>
          <a:p>
            <a:pPr marL="0" indent="0" eaLnBrk="1" fontAlgn="auto" hangingPunct="1">
              <a:spcAft>
                <a:spcPts val="0"/>
              </a:spcAft>
              <a:buFont typeface="Wingdings" panose="05000000000000000000" pitchFamily="2" charset="2"/>
              <a:buNone/>
              <a:defRPr/>
            </a:pPr>
            <a:endParaRPr lang="en-US" altLang="zh-CN" dirty="0"/>
          </a:p>
          <a:p>
            <a:pPr indent="-360000" eaLnBrk="1" fontAlgn="auto" hangingPunct="1">
              <a:spcAft>
                <a:spcPts val="0"/>
              </a:spcAft>
              <a:defRPr/>
            </a:pPr>
            <a:endParaRPr lang="en-US" altLang="zh-CN" dirty="0"/>
          </a:p>
        </p:txBody>
      </p:sp>
      <p:pic>
        <p:nvPicPr>
          <p:cNvPr id="24580" name="图片 10">
            <a:extLst>
              <a:ext uri="{FF2B5EF4-FFF2-40B4-BE49-F238E27FC236}">
                <a16:creationId xmlns:a16="http://schemas.microsoft.com/office/drawing/2014/main" id="{FDFC5800-A1E6-B20B-5968-EFA0233F19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04050" y="968375"/>
            <a:ext cx="309563"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81" name="组合 4">
            <a:extLst>
              <a:ext uri="{FF2B5EF4-FFF2-40B4-BE49-F238E27FC236}">
                <a16:creationId xmlns:a16="http://schemas.microsoft.com/office/drawing/2014/main" id="{EB4DE5D4-08B0-720D-80DC-9A7EBF6C9420}"/>
              </a:ext>
            </a:extLst>
          </p:cNvPr>
          <p:cNvGrpSpPr>
            <a:grpSpLocks/>
          </p:cNvGrpSpPr>
          <p:nvPr/>
        </p:nvGrpSpPr>
        <p:grpSpPr bwMode="auto">
          <a:xfrm>
            <a:off x="2744788" y="1397000"/>
            <a:ext cx="4725987" cy="760413"/>
            <a:chOff x="2738424" y="1706846"/>
            <a:chExt cx="4726112" cy="759504"/>
          </a:xfrm>
        </p:grpSpPr>
        <p:pic>
          <p:nvPicPr>
            <p:cNvPr id="24594" name="图片 12">
              <a:extLst>
                <a:ext uri="{FF2B5EF4-FFF2-40B4-BE49-F238E27FC236}">
                  <a16:creationId xmlns:a16="http://schemas.microsoft.com/office/drawing/2014/main" id="{64693A53-A430-30E2-EB63-CC018610FA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38424" y="1706846"/>
              <a:ext cx="2950254" cy="75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5" name="图片 2">
              <a:extLst>
                <a:ext uri="{FF2B5EF4-FFF2-40B4-BE49-F238E27FC236}">
                  <a16:creationId xmlns:a16="http://schemas.microsoft.com/office/drawing/2014/main" id="{8533E192-A0D2-C419-AC13-C6426234A58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27489" y="1910185"/>
              <a:ext cx="637047" cy="35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582" name="组合 6">
            <a:extLst>
              <a:ext uri="{FF2B5EF4-FFF2-40B4-BE49-F238E27FC236}">
                <a16:creationId xmlns:a16="http://schemas.microsoft.com/office/drawing/2014/main" id="{E72B01B9-E3D7-1DDE-1A92-183B6008EDBE}"/>
              </a:ext>
            </a:extLst>
          </p:cNvPr>
          <p:cNvGrpSpPr>
            <a:grpSpLocks/>
          </p:cNvGrpSpPr>
          <p:nvPr/>
        </p:nvGrpSpPr>
        <p:grpSpPr bwMode="auto">
          <a:xfrm>
            <a:off x="2630488" y="2551113"/>
            <a:ext cx="4840287" cy="374650"/>
            <a:chOff x="2647958" y="3318378"/>
            <a:chExt cx="4839820" cy="373905"/>
          </a:xfrm>
        </p:grpSpPr>
        <p:graphicFrame>
          <p:nvGraphicFramePr>
            <p:cNvPr id="24592" name="Object 53">
              <a:extLst>
                <a:ext uri="{FF2B5EF4-FFF2-40B4-BE49-F238E27FC236}">
                  <a16:creationId xmlns:a16="http://schemas.microsoft.com/office/drawing/2014/main" id="{6B51222B-B9E6-B3F7-B1A7-52E74F554DAB}"/>
                </a:ext>
              </a:extLst>
            </p:cNvPr>
            <p:cNvGraphicFramePr>
              <a:graphicFrameLocks noChangeAspect="1"/>
            </p:cNvGraphicFramePr>
            <p:nvPr/>
          </p:nvGraphicFramePr>
          <p:xfrm>
            <a:off x="2647958" y="3318378"/>
            <a:ext cx="3131185" cy="373905"/>
          </p:xfrm>
          <a:graphic>
            <a:graphicData uri="http://schemas.openxmlformats.org/presentationml/2006/ole">
              <mc:AlternateContent xmlns:mc="http://schemas.openxmlformats.org/markup-compatibility/2006">
                <mc:Choice xmlns:v="urn:schemas-microsoft-com:vml" Requires="v">
                  <p:oleObj name="Formula" r:id="rId6" imgW="1475740" imgH="177800" progId="">
                    <p:embed/>
                  </p:oleObj>
                </mc:Choice>
                <mc:Fallback>
                  <p:oleObj name="Formula" r:id="rId6" imgW="1475740" imgH="177800" progId="">
                    <p:embed/>
                    <p:pic>
                      <p:nvPicPr>
                        <p:cNvPr id="0"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7958" y="3318378"/>
                          <a:ext cx="3131185" cy="373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4593" name="图片 5">
              <a:extLst>
                <a:ext uri="{FF2B5EF4-FFF2-40B4-BE49-F238E27FC236}">
                  <a16:creationId xmlns:a16="http://schemas.microsoft.com/office/drawing/2014/main" id="{A65A0A80-D83A-BCD7-3EE2-78D080ECBD5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827489" y="3339457"/>
              <a:ext cx="660289" cy="35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583" name="组合 5">
            <a:extLst>
              <a:ext uri="{FF2B5EF4-FFF2-40B4-BE49-F238E27FC236}">
                <a16:creationId xmlns:a16="http://schemas.microsoft.com/office/drawing/2014/main" id="{6329FC20-5B89-48A1-E874-B2980F655287}"/>
              </a:ext>
            </a:extLst>
          </p:cNvPr>
          <p:cNvGrpSpPr>
            <a:grpSpLocks/>
          </p:cNvGrpSpPr>
          <p:nvPr/>
        </p:nvGrpSpPr>
        <p:grpSpPr bwMode="auto">
          <a:xfrm>
            <a:off x="692150" y="3848100"/>
            <a:ext cx="5416550" cy="619125"/>
            <a:chOff x="2797411" y="3347892"/>
            <a:chExt cx="5416948" cy="619815"/>
          </a:xfrm>
        </p:grpSpPr>
        <p:pic>
          <p:nvPicPr>
            <p:cNvPr id="24590" name="图片 16">
              <a:extLst>
                <a:ext uri="{FF2B5EF4-FFF2-40B4-BE49-F238E27FC236}">
                  <a16:creationId xmlns:a16="http://schemas.microsoft.com/office/drawing/2014/main" id="{877A9171-E129-92C9-36C6-C8E9FD41761C}"/>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797411" y="3347892"/>
              <a:ext cx="3563938" cy="61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1" name="图片 4">
              <a:extLst>
                <a:ext uri="{FF2B5EF4-FFF2-40B4-BE49-F238E27FC236}">
                  <a16:creationId xmlns:a16="http://schemas.microsoft.com/office/drawing/2014/main" id="{E0D31149-B19D-DE5D-5FFF-C6940FAD6F20}"/>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615492" y="3370184"/>
              <a:ext cx="598867" cy="36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3" name="对象 2">
            <a:extLst>
              <a:ext uri="{FF2B5EF4-FFF2-40B4-BE49-F238E27FC236}">
                <a16:creationId xmlns:a16="http://schemas.microsoft.com/office/drawing/2014/main" id="{278EF013-6445-2ACB-CEDB-8402F20FA75C}"/>
              </a:ext>
            </a:extLst>
          </p:cNvPr>
          <p:cNvGraphicFramePr>
            <a:graphicFrameLocks noChangeAspect="1"/>
          </p:cNvGraphicFramePr>
          <p:nvPr/>
        </p:nvGraphicFramePr>
        <p:xfrm>
          <a:off x="1492250" y="4665663"/>
          <a:ext cx="3167063" cy="776287"/>
        </p:xfrm>
        <a:graphic>
          <a:graphicData uri="http://schemas.openxmlformats.org/presentationml/2006/ole">
            <mc:AlternateContent xmlns:mc="http://schemas.openxmlformats.org/markup-compatibility/2006">
              <mc:Choice xmlns:v="urn:schemas-microsoft-com:vml" Requires="v">
                <p:oleObj name="Equation" r:id="rId11" imgW="1346200" imgH="330200" progId="Equation.DSMT4">
                  <p:embed/>
                </p:oleObj>
              </mc:Choice>
              <mc:Fallback>
                <p:oleObj name="Equation" r:id="rId11" imgW="1346200" imgH="330200" progId="Equation.DSMT4">
                  <p:embed/>
                  <p:pic>
                    <p:nvPicPr>
                      <p:cNvPr id="0" name="对象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92250" y="4665663"/>
                        <a:ext cx="3167063"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a:extLst>
              <a:ext uri="{FF2B5EF4-FFF2-40B4-BE49-F238E27FC236}">
                <a16:creationId xmlns:a16="http://schemas.microsoft.com/office/drawing/2014/main" id="{DB39A3D8-8302-90AE-D790-E9E9BD9F10EE}"/>
              </a:ext>
            </a:extLst>
          </p:cNvPr>
          <p:cNvGraphicFramePr>
            <a:graphicFrameLocks noChangeAspect="1"/>
          </p:cNvGraphicFramePr>
          <p:nvPr/>
        </p:nvGraphicFramePr>
        <p:xfrm>
          <a:off x="4872038" y="4689475"/>
          <a:ext cx="2598737" cy="777875"/>
        </p:xfrm>
        <a:graphic>
          <a:graphicData uri="http://schemas.openxmlformats.org/presentationml/2006/ole">
            <mc:AlternateContent xmlns:mc="http://schemas.openxmlformats.org/markup-compatibility/2006">
              <mc:Choice xmlns:v="urn:schemas-microsoft-com:vml" Requires="v">
                <p:oleObj name="Equation" r:id="rId13" imgW="1104900" imgH="330200" progId="Equation.DSMT4">
                  <p:embed/>
                </p:oleObj>
              </mc:Choice>
              <mc:Fallback>
                <p:oleObj name="Equation" r:id="rId13" imgW="1104900" imgH="330200" progId="Equation.DSMT4">
                  <p:embed/>
                  <p:pic>
                    <p:nvPicPr>
                      <p:cNvPr id="0" name="对象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72038" y="4689475"/>
                        <a:ext cx="2598737"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内容占位符 1">
            <a:extLst>
              <a:ext uri="{FF2B5EF4-FFF2-40B4-BE49-F238E27FC236}">
                <a16:creationId xmlns:a16="http://schemas.microsoft.com/office/drawing/2014/main" id="{68B85030-C956-55C7-FB88-C8A57C1E9969}"/>
              </a:ext>
            </a:extLst>
          </p:cNvPr>
          <p:cNvSpPr txBox="1">
            <a:spLocks/>
          </p:cNvSpPr>
          <p:nvPr/>
        </p:nvSpPr>
        <p:spPr bwMode="auto">
          <a:xfrm>
            <a:off x="-190500" y="5707063"/>
            <a:ext cx="8477250" cy="431800"/>
          </a:xfrm>
          <a:prstGeom prst="rect">
            <a:avLst/>
          </a:prstGeom>
          <a:noFill/>
          <a:ln>
            <a:noFill/>
          </a:ln>
        </p:spPr>
        <p:txBody>
          <a:bodyPr>
            <a:normAutofit/>
          </a:bodyPr>
          <a:lstStyle>
            <a:lvl1pPr marL="228600" indent="-358775" algn="l" rtl="0" eaLnBrk="0" fontAlgn="base" hangingPunct="0">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00" eaLnBrk="1" fontAlgn="auto" hangingPunct="1">
              <a:spcAft>
                <a:spcPts val="0"/>
              </a:spcAft>
              <a:defRPr/>
            </a:pPr>
            <a:r>
              <a:rPr lang="zh-CN" altLang="en-US">
                <a:latin typeface="+mj-ea"/>
              </a:rPr>
              <a:t>即对每个样本   ，选择能使后验概率         最大的类别标记。</a:t>
            </a:r>
          </a:p>
          <a:p>
            <a:pPr indent="-360000" eaLnBrk="1" fontAlgn="auto" hangingPunct="1">
              <a:spcAft>
                <a:spcPts val="0"/>
              </a:spcAft>
              <a:defRPr/>
            </a:pPr>
            <a:endParaRPr lang="zh-CN" altLang="en-US"/>
          </a:p>
          <a:p>
            <a:pPr indent="-360000" eaLnBrk="1" fontAlgn="auto" hangingPunct="1">
              <a:spcAft>
                <a:spcPts val="0"/>
              </a:spcAft>
              <a:defRPr/>
            </a:pPr>
            <a:endParaRPr lang="en-US" altLang="zh-CN"/>
          </a:p>
          <a:p>
            <a:pPr indent="-360000" eaLnBrk="1" fontAlgn="auto" hangingPunct="1">
              <a:spcAft>
                <a:spcPts val="0"/>
              </a:spcAft>
              <a:defRPr/>
            </a:pPr>
            <a:endParaRPr lang="en-US" altLang="zh-CN" dirty="0"/>
          </a:p>
        </p:txBody>
      </p:sp>
      <p:grpSp>
        <p:nvGrpSpPr>
          <p:cNvPr id="17" name="组合 16">
            <a:extLst>
              <a:ext uri="{FF2B5EF4-FFF2-40B4-BE49-F238E27FC236}">
                <a16:creationId xmlns:a16="http://schemas.microsoft.com/office/drawing/2014/main" id="{27EE0A1A-9D11-5F5F-4051-ABBB74C40597}"/>
              </a:ext>
            </a:extLst>
          </p:cNvPr>
          <p:cNvGrpSpPr>
            <a:grpSpLocks/>
          </p:cNvGrpSpPr>
          <p:nvPr/>
        </p:nvGrpSpPr>
        <p:grpSpPr bwMode="auto">
          <a:xfrm>
            <a:off x="2166938" y="5754688"/>
            <a:ext cx="3641725" cy="334962"/>
            <a:chOff x="2528888" y="1045015"/>
            <a:chExt cx="3641725" cy="334962"/>
          </a:xfrm>
        </p:grpSpPr>
        <p:graphicFrame>
          <p:nvGraphicFramePr>
            <p:cNvPr id="24588" name="Object 54">
              <a:extLst>
                <a:ext uri="{FF2B5EF4-FFF2-40B4-BE49-F238E27FC236}">
                  <a16:creationId xmlns:a16="http://schemas.microsoft.com/office/drawing/2014/main" id="{BCA39509-F599-8559-0980-8DC391E88812}"/>
                </a:ext>
              </a:extLst>
            </p:cNvPr>
            <p:cNvGraphicFramePr>
              <a:graphicFrameLocks noChangeAspect="1"/>
            </p:cNvGraphicFramePr>
            <p:nvPr/>
          </p:nvGraphicFramePr>
          <p:xfrm>
            <a:off x="2528888" y="1120775"/>
            <a:ext cx="209550" cy="254000"/>
          </p:xfrm>
          <a:graphic>
            <a:graphicData uri="http://schemas.openxmlformats.org/presentationml/2006/ole">
              <mc:AlternateContent xmlns:mc="http://schemas.openxmlformats.org/markup-compatibility/2006">
                <mc:Choice xmlns:v="urn:schemas-microsoft-com:vml" Requires="v">
                  <p:oleObj name="Formula" r:id="rId15" imgW="97926" imgH="120818" progId="">
                    <p:embed/>
                  </p:oleObj>
                </mc:Choice>
                <mc:Fallback>
                  <p:oleObj name="Formula" r:id="rId15" imgW="97926" imgH="120818" progId="">
                    <p:embed/>
                    <p:pic>
                      <p:nvPicPr>
                        <p:cNvPr id="0" name="Object 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28888" y="1120775"/>
                          <a:ext cx="2095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9" name="Object 55">
              <a:extLst>
                <a:ext uri="{FF2B5EF4-FFF2-40B4-BE49-F238E27FC236}">
                  <a16:creationId xmlns:a16="http://schemas.microsoft.com/office/drawing/2014/main" id="{29DE7FA0-89E1-B3C3-58BB-D6554ACA7F4B}"/>
                </a:ext>
              </a:extLst>
            </p:cNvPr>
            <p:cNvGraphicFramePr>
              <a:graphicFrameLocks noChangeAspect="1"/>
            </p:cNvGraphicFramePr>
            <p:nvPr/>
          </p:nvGraphicFramePr>
          <p:xfrm>
            <a:off x="5207000" y="1045015"/>
            <a:ext cx="963613" cy="334962"/>
          </p:xfrm>
          <a:graphic>
            <a:graphicData uri="http://schemas.openxmlformats.org/presentationml/2006/ole">
              <mc:AlternateContent xmlns:mc="http://schemas.openxmlformats.org/markup-compatibility/2006">
                <mc:Choice xmlns:v="urn:schemas-microsoft-com:vml" Requires="v">
                  <p:oleObj name="Formula" r:id="rId17" imgW="505460" imgH="177800" progId="">
                    <p:embed/>
                  </p:oleObj>
                </mc:Choice>
                <mc:Fallback>
                  <p:oleObj name="Formula" r:id="rId17" imgW="505460" imgH="177800" progId="">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07000" y="1045015"/>
                          <a:ext cx="9636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701EEB-03D2-D233-F5CF-7353EEB79038}"/>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6627" name="内容占位符 1">
            <a:extLst>
              <a:ext uri="{FF2B5EF4-FFF2-40B4-BE49-F238E27FC236}">
                <a16:creationId xmlns:a16="http://schemas.microsoft.com/office/drawing/2014/main" id="{2448282F-15F0-C4C0-E77D-1D1ED0B584B6}"/>
              </a:ext>
            </a:extLst>
          </p:cNvPr>
          <p:cNvSpPr>
            <a:spLocks noGrp="1"/>
          </p:cNvSpPr>
          <p:nvPr>
            <p:ph sz="quarter" idx="14"/>
          </p:nvPr>
        </p:nvSpPr>
        <p:spPr>
          <a:xfrm>
            <a:off x="174625" y="1041400"/>
            <a:ext cx="8969375" cy="1982788"/>
          </a:xfrm>
        </p:spPr>
        <p:txBody>
          <a:bodyPr/>
          <a:lstStyle/>
          <a:p>
            <a:pPr eaLnBrk="1" hangingPunct="1">
              <a:lnSpc>
                <a:spcPts val="3600"/>
              </a:lnSpc>
            </a:pPr>
            <a:r>
              <a:rPr lang="zh-CN" altLang="en-US" sz="2400"/>
              <a:t>不难看出，使用贝叶斯判定准则来最小化决策风险，首先要获得后验概率            。</a:t>
            </a:r>
          </a:p>
          <a:p>
            <a:pPr eaLnBrk="1" hangingPunct="1">
              <a:lnSpc>
                <a:spcPts val="3600"/>
              </a:lnSpc>
            </a:pPr>
            <a:endParaRPr lang="zh-CN" altLang="en-US" sz="2400"/>
          </a:p>
          <a:p>
            <a:pPr eaLnBrk="1" hangingPunct="1">
              <a:lnSpc>
                <a:spcPts val="3600"/>
              </a:lnSpc>
            </a:pPr>
            <a:r>
              <a:rPr lang="zh-CN" altLang="en-US" sz="2400"/>
              <a:t>然而，在现实中通常难以直接获得。机器学习所要实现的是基于有限的训练样本尽可能准确地估计出后验概率           。</a:t>
            </a:r>
          </a:p>
          <a:p>
            <a:pPr eaLnBrk="1" hangingPunct="1"/>
            <a:endParaRPr lang="zh-CN" altLang="en-US" sz="2400"/>
          </a:p>
          <a:p>
            <a:pPr lvl="2" eaLnBrk="1" hangingPunct="1"/>
            <a:endParaRPr lang="zh-CN" altLang="en-US" sz="2400"/>
          </a:p>
          <a:p>
            <a:pPr eaLnBrk="1" hangingPunct="1"/>
            <a:endParaRPr lang="zh-CN" altLang="en-US" sz="2400"/>
          </a:p>
          <a:p>
            <a:pPr eaLnBrk="1" hangingPunct="1"/>
            <a:endParaRPr lang="en-US" altLang="zh-CN" sz="2400"/>
          </a:p>
          <a:p>
            <a:pPr eaLnBrk="1" hangingPunct="1"/>
            <a:endParaRPr lang="en-US" altLang="zh-CN" sz="2400"/>
          </a:p>
        </p:txBody>
      </p:sp>
      <p:graphicFrame>
        <p:nvGraphicFramePr>
          <p:cNvPr id="26628" name="Object 1002">
            <a:extLst>
              <a:ext uri="{FF2B5EF4-FFF2-40B4-BE49-F238E27FC236}">
                <a16:creationId xmlns:a16="http://schemas.microsoft.com/office/drawing/2014/main" id="{964D60D3-772C-9EFB-5178-F005801018E4}"/>
              </a:ext>
            </a:extLst>
          </p:cNvPr>
          <p:cNvGraphicFramePr>
            <a:graphicFrameLocks noChangeAspect="1"/>
          </p:cNvGraphicFramePr>
          <p:nvPr/>
        </p:nvGraphicFramePr>
        <p:xfrm>
          <a:off x="2017713" y="1703388"/>
          <a:ext cx="942975" cy="330200"/>
        </p:xfrm>
        <a:graphic>
          <a:graphicData uri="http://schemas.openxmlformats.org/presentationml/2006/ole">
            <mc:AlternateContent xmlns:mc="http://schemas.openxmlformats.org/markup-compatibility/2006">
              <mc:Choice xmlns:v="urn:schemas-microsoft-com:vml" Requires="v">
                <p:oleObj name="Formula" r:id="rId3" imgW="505460" imgH="177800" progId="">
                  <p:embed/>
                </p:oleObj>
              </mc:Choice>
              <mc:Fallback>
                <p:oleObj name="Formula" r:id="rId3" imgW="505460" imgH="177800" progId="">
                  <p:embed/>
                  <p:pic>
                    <p:nvPicPr>
                      <p:cNvPr id="0" name="Object 1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7713" y="1703388"/>
                        <a:ext cx="9429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29" name="Object 1003">
            <a:extLst>
              <a:ext uri="{FF2B5EF4-FFF2-40B4-BE49-F238E27FC236}">
                <a16:creationId xmlns:a16="http://schemas.microsoft.com/office/drawing/2014/main" id="{733B0CF3-4E88-E834-0304-47F414264625}"/>
              </a:ext>
            </a:extLst>
          </p:cNvPr>
          <p:cNvGraphicFramePr>
            <a:graphicFrameLocks noChangeAspect="1"/>
          </p:cNvGraphicFramePr>
          <p:nvPr/>
        </p:nvGraphicFramePr>
        <p:xfrm>
          <a:off x="6978650" y="3263900"/>
          <a:ext cx="942975" cy="330200"/>
        </p:xfrm>
        <a:graphic>
          <a:graphicData uri="http://schemas.openxmlformats.org/presentationml/2006/ole">
            <mc:AlternateContent xmlns:mc="http://schemas.openxmlformats.org/markup-compatibility/2006">
              <mc:Choice xmlns:v="urn:schemas-microsoft-com:vml" Requires="v">
                <p:oleObj name="Formula" r:id="rId5" imgW="505460" imgH="177800" progId="">
                  <p:embed/>
                </p:oleObj>
              </mc:Choice>
              <mc:Fallback>
                <p:oleObj name="Formula" r:id="rId5" imgW="505460" imgH="177800" progId="">
                  <p:embed/>
                  <p:pic>
                    <p:nvPicPr>
                      <p:cNvPr id="0" name="Object 10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650" y="3263900"/>
                        <a:ext cx="9429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CF9F083-9E88-73EE-93F6-8189A4DCC7DD}"/>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8675" name="内容占位符 1">
            <a:extLst>
              <a:ext uri="{FF2B5EF4-FFF2-40B4-BE49-F238E27FC236}">
                <a16:creationId xmlns:a16="http://schemas.microsoft.com/office/drawing/2014/main" id="{ED73E76D-EFA1-30E6-2BEF-42EE5B64BDAD}"/>
              </a:ext>
            </a:extLst>
          </p:cNvPr>
          <p:cNvSpPr>
            <a:spLocks noGrp="1"/>
          </p:cNvSpPr>
          <p:nvPr>
            <p:ph sz="quarter" idx="14"/>
          </p:nvPr>
        </p:nvSpPr>
        <p:spPr>
          <a:xfrm>
            <a:off x="174625" y="1041400"/>
            <a:ext cx="8969375" cy="4946650"/>
          </a:xfrm>
        </p:spPr>
        <p:txBody>
          <a:bodyPr/>
          <a:lstStyle/>
          <a:p>
            <a:pPr eaLnBrk="1" hangingPunct="1"/>
            <a:r>
              <a:rPr lang="zh-CN" altLang="en-US"/>
              <a:t>不难看出，使用贝叶斯判定准则来最小化决策风险，首先要获得后验概率            。</a:t>
            </a:r>
          </a:p>
          <a:p>
            <a:pPr eaLnBrk="1" hangingPunct="1"/>
            <a:endParaRPr lang="zh-CN" altLang="en-US"/>
          </a:p>
          <a:p>
            <a:pPr eaLnBrk="1" hangingPunct="1"/>
            <a:r>
              <a:rPr lang="zh-CN" altLang="en-US"/>
              <a:t>然而，在现实中通常难以直接获得。机器学习所要实现的是基于有限的训练样本尽可能准确地估计出后验概率           。</a:t>
            </a:r>
          </a:p>
          <a:p>
            <a:pPr eaLnBrk="1" hangingPunct="1"/>
            <a:endParaRPr lang="zh-CN" altLang="en-US"/>
          </a:p>
          <a:p>
            <a:pPr eaLnBrk="1" hangingPunct="1"/>
            <a:r>
              <a:rPr lang="zh-CN" altLang="en-US"/>
              <a:t>主要有两种策略：</a:t>
            </a:r>
          </a:p>
          <a:p>
            <a:pPr lvl="1" eaLnBrk="1" hangingPunct="1"/>
            <a:r>
              <a:rPr lang="zh-CN" altLang="en-US"/>
              <a:t>判别式模型（</a:t>
            </a:r>
            <a:r>
              <a:rPr lang="en-US" altLang="zh-CN"/>
              <a:t>discriminative models</a:t>
            </a:r>
            <a:r>
              <a:rPr lang="zh-CN" altLang="en-US"/>
              <a:t>）</a:t>
            </a:r>
          </a:p>
          <a:p>
            <a:pPr lvl="2" eaLnBrk="1" hangingPunct="1"/>
            <a:r>
              <a:rPr lang="zh-CN" altLang="en-US"/>
              <a:t>给定   ，通过直接建模</a:t>
            </a:r>
            <a:r>
              <a:rPr lang="en-US" altLang="zh-CN"/>
              <a:t>           , </a:t>
            </a:r>
            <a:r>
              <a:rPr lang="zh-CN" altLang="en-US"/>
              <a:t>来预测</a:t>
            </a:r>
          </a:p>
          <a:p>
            <a:pPr lvl="2" eaLnBrk="1" hangingPunct="1"/>
            <a:r>
              <a:rPr lang="zh-CN" altLang="en-US"/>
              <a:t>决策树，</a:t>
            </a:r>
            <a:r>
              <a:rPr lang="en-US" altLang="zh-CN"/>
              <a:t>BP</a:t>
            </a:r>
            <a:r>
              <a:rPr lang="zh-CN" altLang="en-US"/>
              <a:t>神经网络，支持向量机</a:t>
            </a:r>
          </a:p>
          <a:p>
            <a:pPr lvl="1" eaLnBrk="1" hangingPunct="1"/>
            <a:r>
              <a:rPr lang="zh-CN" altLang="en-US"/>
              <a:t>生成式模型（</a:t>
            </a:r>
            <a:r>
              <a:rPr lang="en-US" altLang="zh-CN"/>
              <a:t>generative models</a:t>
            </a:r>
            <a:r>
              <a:rPr lang="zh-CN" altLang="en-US"/>
              <a:t>）</a:t>
            </a:r>
          </a:p>
          <a:p>
            <a:pPr lvl="2" eaLnBrk="1" hangingPunct="1"/>
            <a:r>
              <a:rPr lang="zh-CN" altLang="en-US"/>
              <a:t>先对联合概率分布           建模，再由此获得</a:t>
            </a:r>
          </a:p>
          <a:p>
            <a:pPr lvl="2" eaLnBrk="1" hangingPunct="1"/>
            <a:r>
              <a:rPr lang="zh-CN" altLang="en-US"/>
              <a:t>生成式模型考虑</a:t>
            </a:r>
          </a:p>
          <a:p>
            <a:pPr lvl="2" eaLnBrk="1" hangingPunct="1"/>
            <a:endParaRPr lang="zh-CN" altLang="en-US"/>
          </a:p>
          <a:p>
            <a:pPr lvl="2" eaLnBrk="1" hangingPunct="1"/>
            <a:endParaRPr lang="zh-CN" altLang="en-US"/>
          </a:p>
          <a:p>
            <a:pPr eaLnBrk="1" hangingPunct="1"/>
            <a:endParaRPr lang="zh-CN" altLang="en-US"/>
          </a:p>
          <a:p>
            <a:pPr eaLnBrk="1" hangingPunct="1"/>
            <a:endParaRPr lang="en-US" altLang="zh-CN"/>
          </a:p>
          <a:p>
            <a:pPr eaLnBrk="1" hangingPunct="1"/>
            <a:endParaRPr lang="en-US" altLang="zh-CN"/>
          </a:p>
        </p:txBody>
      </p:sp>
      <p:graphicFrame>
        <p:nvGraphicFramePr>
          <p:cNvPr id="28676" name="Object 1002">
            <a:extLst>
              <a:ext uri="{FF2B5EF4-FFF2-40B4-BE49-F238E27FC236}">
                <a16:creationId xmlns:a16="http://schemas.microsoft.com/office/drawing/2014/main" id="{A906483E-8B6A-7947-2CFF-7775FA09B2C8}"/>
              </a:ext>
            </a:extLst>
          </p:cNvPr>
          <p:cNvGraphicFramePr>
            <a:graphicFrameLocks noChangeAspect="1"/>
          </p:cNvGraphicFramePr>
          <p:nvPr/>
        </p:nvGraphicFramePr>
        <p:xfrm>
          <a:off x="1190625" y="1395413"/>
          <a:ext cx="942975" cy="330200"/>
        </p:xfrm>
        <a:graphic>
          <a:graphicData uri="http://schemas.openxmlformats.org/presentationml/2006/ole">
            <mc:AlternateContent xmlns:mc="http://schemas.openxmlformats.org/markup-compatibility/2006">
              <mc:Choice xmlns:v="urn:schemas-microsoft-com:vml" Requires="v">
                <p:oleObj name="Formula" r:id="rId3" imgW="505460" imgH="177800" progId="">
                  <p:embed/>
                </p:oleObj>
              </mc:Choice>
              <mc:Fallback>
                <p:oleObj name="Formula" r:id="rId3" imgW="505460" imgH="177800" progId="">
                  <p:embed/>
                  <p:pic>
                    <p:nvPicPr>
                      <p:cNvPr id="0" name="Object 1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1395413"/>
                        <a:ext cx="9429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7" name="Object 1003">
            <a:extLst>
              <a:ext uri="{FF2B5EF4-FFF2-40B4-BE49-F238E27FC236}">
                <a16:creationId xmlns:a16="http://schemas.microsoft.com/office/drawing/2014/main" id="{8ED8DDB0-5B34-E973-5434-D39B1FEF9FFA}"/>
              </a:ext>
            </a:extLst>
          </p:cNvPr>
          <p:cNvGraphicFramePr>
            <a:graphicFrameLocks noChangeAspect="1"/>
          </p:cNvGraphicFramePr>
          <p:nvPr/>
        </p:nvGraphicFramePr>
        <p:xfrm>
          <a:off x="5588000" y="2565400"/>
          <a:ext cx="942975" cy="330200"/>
        </p:xfrm>
        <a:graphic>
          <a:graphicData uri="http://schemas.openxmlformats.org/presentationml/2006/ole">
            <mc:AlternateContent xmlns:mc="http://schemas.openxmlformats.org/markup-compatibility/2006">
              <mc:Choice xmlns:v="urn:schemas-microsoft-com:vml" Requires="v">
                <p:oleObj name="Formula" r:id="rId5" imgW="505460" imgH="177800" progId="">
                  <p:embed/>
                </p:oleObj>
              </mc:Choice>
              <mc:Fallback>
                <p:oleObj name="Formula" r:id="rId5" imgW="505460" imgH="177800" progId="">
                  <p:embed/>
                  <p:pic>
                    <p:nvPicPr>
                      <p:cNvPr id="0" name="Object 10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000" y="2565400"/>
                        <a:ext cx="9429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8" name="Object 1004">
            <a:extLst>
              <a:ext uri="{FF2B5EF4-FFF2-40B4-BE49-F238E27FC236}">
                <a16:creationId xmlns:a16="http://schemas.microsoft.com/office/drawing/2014/main" id="{D39583F5-B367-F5C4-B7BB-D4634969D0D2}"/>
              </a:ext>
            </a:extLst>
          </p:cNvPr>
          <p:cNvGraphicFramePr>
            <a:graphicFrameLocks noChangeAspect="1"/>
          </p:cNvGraphicFramePr>
          <p:nvPr/>
        </p:nvGraphicFramePr>
        <p:xfrm>
          <a:off x="3787775" y="4105275"/>
          <a:ext cx="760413" cy="265113"/>
        </p:xfrm>
        <a:graphic>
          <a:graphicData uri="http://schemas.openxmlformats.org/presentationml/2006/ole">
            <mc:AlternateContent xmlns:mc="http://schemas.openxmlformats.org/markup-compatibility/2006">
              <mc:Choice xmlns:v="urn:schemas-microsoft-com:vml" Requires="v">
                <p:oleObj name="Formula" r:id="rId6" imgW="505460" imgH="177800" progId="">
                  <p:embed/>
                </p:oleObj>
              </mc:Choice>
              <mc:Fallback>
                <p:oleObj name="Formula" r:id="rId6" imgW="505460" imgH="177800" progId="">
                  <p:embed/>
                  <p:pic>
                    <p:nvPicPr>
                      <p:cNvPr id="0" name="Object 10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775" y="4105275"/>
                        <a:ext cx="760413"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9" name="Object 1005">
            <a:extLst>
              <a:ext uri="{FF2B5EF4-FFF2-40B4-BE49-F238E27FC236}">
                <a16:creationId xmlns:a16="http://schemas.microsoft.com/office/drawing/2014/main" id="{4ADC624E-61F8-CA0F-5E37-2BC5D8564A10}"/>
              </a:ext>
            </a:extLst>
          </p:cNvPr>
          <p:cNvGraphicFramePr>
            <a:graphicFrameLocks noChangeAspect="1"/>
          </p:cNvGraphicFramePr>
          <p:nvPr/>
        </p:nvGraphicFramePr>
        <p:xfrm>
          <a:off x="1906588" y="4156075"/>
          <a:ext cx="184150" cy="223838"/>
        </p:xfrm>
        <a:graphic>
          <a:graphicData uri="http://schemas.openxmlformats.org/presentationml/2006/ole">
            <mc:AlternateContent xmlns:mc="http://schemas.openxmlformats.org/markup-compatibility/2006">
              <mc:Choice xmlns:v="urn:schemas-microsoft-com:vml" Requires="v">
                <p:oleObj name="Formula" r:id="rId7" imgW="97926" imgH="120818" progId="">
                  <p:embed/>
                </p:oleObj>
              </mc:Choice>
              <mc:Fallback>
                <p:oleObj name="Formula" r:id="rId7" imgW="97926" imgH="120818" progId="">
                  <p:embed/>
                  <p:pic>
                    <p:nvPicPr>
                      <p:cNvPr id="0" name="Object 10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6588" y="4156075"/>
                        <a:ext cx="184150"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0" name="Object 1006">
            <a:extLst>
              <a:ext uri="{FF2B5EF4-FFF2-40B4-BE49-F238E27FC236}">
                <a16:creationId xmlns:a16="http://schemas.microsoft.com/office/drawing/2014/main" id="{F0C140CE-B9A7-E0B7-495A-1CA3C35508CB}"/>
              </a:ext>
            </a:extLst>
          </p:cNvPr>
          <p:cNvGraphicFramePr>
            <a:graphicFrameLocks noChangeAspect="1"/>
          </p:cNvGraphicFramePr>
          <p:nvPr/>
        </p:nvGraphicFramePr>
        <p:xfrm>
          <a:off x="5521325" y="4173538"/>
          <a:ext cx="107950" cy="177800"/>
        </p:xfrm>
        <a:graphic>
          <a:graphicData uri="http://schemas.openxmlformats.org/presentationml/2006/ole">
            <mc:AlternateContent xmlns:mc="http://schemas.openxmlformats.org/markup-compatibility/2006">
              <mc:Choice xmlns:v="urn:schemas-microsoft-com:vml" Requires="v">
                <p:oleObj name="Formula" r:id="rId9" imgW="71219" imgH="119546" progId="">
                  <p:embed/>
                </p:oleObj>
              </mc:Choice>
              <mc:Fallback>
                <p:oleObj name="Formula" r:id="rId9" imgW="71219" imgH="119546" progId="">
                  <p:embed/>
                  <p:pic>
                    <p:nvPicPr>
                      <p:cNvPr id="0" name="Object 10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21325" y="4173538"/>
                        <a:ext cx="10795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1" name="Object 1007">
            <a:extLst>
              <a:ext uri="{FF2B5EF4-FFF2-40B4-BE49-F238E27FC236}">
                <a16:creationId xmlns:a16="http://schemas.microsoft.com/office/drawing/2014/main" id="{6DC05349-FF53-F67C-759B-5BC0EF7BF3B7}"/>
              </a:ext>
            </a:extLst>
          </p:cNvPr>
          <p:cNvGraphicFramePr>
            <a:graphicFrameLocks noChangeAspect="1"/>
          </p:cNvGraphicFramePr>
          <p:nvPr/>
        </p:nvGraphicFramePr>
        <p:xfrm>
          <a:off x="3363913" y="5081588"/>
          <a:ext cx="666750" cy="261937"/>
        </p:xfrm>
        <a:graphic>
          <a:graphicData uri="http://schemas.openxmlformats.org/presentationml/2006/ole">
            <mc:AlternateContent xmlns:mc="http://schemas.openxmlformats.org/markup-compatibility/2006">
              <mc:Choice xmlns:v="urn:schemas-microsoft-com:vml" Requires="v">
                <p:oleObj name="Formula" r:id="rId11" imgW="444500" imgH="176530" progId="">
                  <p:embed/>
                </p:oleObj>
              </mc:Choice>
              <mc:Fallback>
                <p:oleObj name="Formula" r:id="rId11" imgW="444500" imgH="176530" progId="">
                  <p:embed/>
                  <p:pic>
                    <p:nvPicPr>
                      <p:cNvPr id="0" name="Object 10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63913" y="5081588"/>
                        <a:ext cx="6667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2" name="Object 1008">
            <a:extLst>
              <a:ext uri="{FF2B5EF4-FFF2-40B4-BE49-F238E27FC236}">
                <a16:creationId xmlns:a16="http://schemas.microsoft.com/office/drawing/2014/main" id="{9F441B7B-62F8-F993-3A86-8DDB40213F1B}"/>
              </a:ext>
            </a:extLst>
          </p:cNvPr>
          <p:cNvGraphicFramePr>
            <a:graphicFrameLocks noChangeAspect="1"/>
          </p:cNvGraphicFramePr>
          <p:nvPr/>
        </p:nvGraphicFramePr>
        <p:xfrm>
          <a:off x="6059488" y="5081588"/>
          <a:ext cx="760412" cy="265112"/>
        </p:xfrm>
        <a:graphic>
          <a:graphicData uri="http://schemas.openxmlformats.org/presentationml/2006/ole">
            <mc:AlternateContent xmlns:mc="http://schemas.openxmlformats.org/markup-compatibility/2006">
              <mc:Choice xmlns:v="urn:schemas-microsoft-com:vml" Requires="v">
                <p:oleObj name="Formula" r:id="rId13" imgW="505460" imgH="177800" progId="">
                  <p:embed/>
                </p:oleObj>
              </mc:Choice>
              <mc:Fallback>
                <p:oleObj name="Formula" r:id="rId13" imgW="505460" imgH="177800" progId="">
                  <p:embed/>
                  <p:pic>
                    <p:nvPicPr>
                      <p:cNvPr id="0" name="Object 10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9488" y="5081588"/>
                        <a:ext cx="76041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8683" name="组合 9">
            <a:extLst>
              <a:ext uri="{FF2B5EF4-FFF2-40B4-BE49-F238E27FC236}">
                <a16:creationId xmlns:a16="http://schemas.microsoft.com/office/drawing/2014/main" id="{3A41063D-D092-7533-4C40-391CA86AA4BF}"/>
              </a:ext>
            </a:extLst>
          </p:cNvPr>
          <p:cNvGrpSpPr>
            <a:grpSpLocks/>
          </p:cNvGrpSpPr>
          <p:nvPr/>
        </p:nvGrpSpPr>
        <p:grpSpPr bwMode="auto">
          <a:xfrm>
            <a:off x="3562350" y="5535613"/>
            <a:ext cx="3892550" cy="655637"/>
            <a:chOff x="3562427" y="5536052"/>
            <a:chExt cx="3681341" cy="655316"/>
          </a:xfrm>
        </p:grpSpPr>
        <p:graphicFrame>
          <p:nvGraphicFramePr>
            <p:cNvPr id="28684" name="Object 1009">
              <a:extLst>
                <a:ext uri="{FF2B5EF4-FFF2-40B4-BE49-F238E27FC236}">
                  <a16:creationId xmlns:a16="http://schemas.microsoft.com/office/drawing/2014/main" id="{B9164E1D-F019-E735-F9BA-37B65BC66E72}"/>
                </a:ext>
              </a:extLst>
            </p:cNvPr>
            <p:cNvGraphicFramePr>
              <a:graphicFrameLocks noChangeAspect="1"/>
            </p:cNvGraphicFramePr>
            <p:nvPr/>
          </p:nvGraphicFramePr>
          <p:xfrm>
            <a:off x="3562427" y="5536052"/>
            <a:ext cx="2059305" cy="655316"/>
          </p:xfrm>
          <a:graphic>
            <a:graphicData uri="http://schemas.openxmlformats.org/presentationml/2006/ole">
              <mc:AlternateContent xmlns:mc="http://schemas.openxmlformats.org/markup-compatibility/2006">
                <mc:Choice xmlns:v="urn:schemas-microsoft-com:vml" Requires="v">
                  <p:oleObj name="Formula" r:id="rId14" imgW="1188720" imgH="381000" progId="">
                    <p:embed/>
                  </p:oleObj>
                </mc:Choice>
                <mc:Fallback>
                  <p:oleObj name="Formula" r:id="rId14" imgW="1188720" imgH="381000" progId="">
                    <p:embed/>
                    <p:pic>
                      <p:nvPicPr>
                        <p:cNvPr id="0" name="Object 100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2427" y="5536052"/>
                          <a:ext cx="2059305" cy="65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8685" name="图片 2">
              <a:extLst>
                <a:ext uri="{FF2B5EF4-FFF2-40B4-BE49-F238E27FC236}">
                  <a16:creationId xmlns:a16="http://schemas.microsoft.com/office/drawing/2014/main" id="{CC3B75EC-BF0C-A8FD-F005-954EEF554FF4}"/>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6727195" y="5721552"/>
              <a:ext cx="516573" cy="28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62">
            <a:extLst>
              <a:ext uri="{FF2B5EF4-FFF2-40B4-BE49-F238E27FC236}">
                <a16:creationId xmlns:a16="http://schemas.microsoft.com/office/drawing/2014/main" id="{074D7729-9313-71E3-B993-7949DE95C78D}"/>
              </a:ext>
            </a:extLst>
          </p:cNvPr>
          <p:cNvGraphicFramePr>
            <a:graphicFrameLocks noChangeAspect="1"/>
          </p:cNvGraphicFramePr>
          <p:nvPr/>
        </p:nvGraphicFramePr>
        <p:xfrm>
          <a:off x="2895600" y="5403850"/>
          <a:ext cx="3208338" cy="790575"/>
        </p:xfrm>
        <a:graphic>
          <a:graphicData uri="http://schemas.openxmlformats.org/presentationml/2006/ole">
            <mc:AlternateContent xmlns:mc="http://schemas.openxmlformats.org/markup-compatibility/2006">
              <mc:Choice xmlns:v="urn:schemas-microsoft-com:vml" Requires="v">
                <p:oleObj name="Formula" r:id="rId2" imgW="1543050" imgH="382270" progId="">
                  <p:embed/>
                </p:oleObj>
              </mc:Choice>
              <mc:Fallback>
                <p:oleObj name="Formula" r:id="rId2" imgW="1543050" imgH="382270" progId="">
                  <p:embed/>
                  <p:pic>
                    <p:nvPicPr>
                      <p:cNvPr id="0" name="Object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5403850"/>
                        <a:ext cx="32083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标题 3">
            <a:extLst>
              <a:ext uri="{FF2B5EF4-FFF2-40B4-BE49-F238E27FC236}">
                <a16:creationId xmlns:a16="http://schemas.microsoft.com/office/drawing/2014/main" id="{ADB97473-E8DB-0E36-511C-DFAA088B4A96}"/>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BAB95A5A-3573-7461-FAA6-6744E4B6305F}"/>
              </a:ext>
            </a:extLst>
          </p:cNvPr>
          <p:cNvSpPr>
            <a:spLocks noGrp="1"/>
          </p:cNvSpPr>
          <p:nvPr>
            <p:ph sz="quarter" idx="14"/>
          </p:nvPr>
        </p:nvSpPr>
        <p:spPr>
          <a:xfrm>
            <a:off x="174625" y="2478088"/>
            <a:ext cx="8969375" cy="4197350"/>
          </a:xfrm>
        </p:spPr>
        <p:txBody>
          <a:bodyPr rtlCol="0">
            <a:normAutofit/>
          </a:bodyPr>
          <a:lstStyle/>
          <a:p>
            <a:pPr indent="-360000" eaLnBrk="1" fontAlgn="auto" hangingPunct="1">
              <a:spcAft>
                <a:spcPts val="0"/>
              </a:spcAft>
              <a:defRPr/>
            </a:pPr>
            <a:r>
              <a:rPr lang="zh-CN" altLang="en-US" dirty="0"/>
              <a:t>生成式模型</a:t>
            </a:r>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228600" lvl="1" indent="-360000" eaLnBrk="1" fontAlgn="auto" hangingPunct="1">
              <a:spcBef>
                <a:spcPts val="1000"/>
              </a:spcBef>
              <a:spcAft>
                <a:spcPts val="0"/>
              </a:spcAft>
              <a:buClr>
                <a:schemeClr val="tx2"/>
              </a:buClr>
              <a:buSzPct val="100000"/>
              <a:buFont typeface="Wingdings" panose="05000000000000000000" pitchFamily="2" charset="2"/>
              <a:buChar char="p"/>
              <a:defRPr/>
            </a:pPr>
            <a:r>
              <a:rPr lang="zh-CN" altLang="en-US" sz="2200" dirty="0"/>
              <a:t>基于贝叶斯定理，           可写成</a:t>
            </a: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graphicFrame>
        <p:nvGraphicFramePr>
          <p:cNvPr id="30725" name="Object 63">
            <a:extLst>
              <a:ext uri="{FF2B5EF4-FFF2-40B4-BE49-F238E27FC236}">
                <a16:creationId xmlns:a16="http://schemas.microsoft.com/office/drawing/2014/main" id="{3E9A295B-008A-4767-FB0A-3DCF20E88504}"/>
              </a:ext>
            </a:extLst>
          </p:cNvPr>
          <p:cNvGraphicFramePr>
            <a:graphicFrameLocks noChangeAspect="1"/>
          </p:cNvGraphicFramePr>
          <p:nvPr/>
        </p:nvGraphicFramePr>
        <p:xfrm>
          <a:off x="2986088" y="2928938"/>
          <a:ext cx="2232025" cy="709612"/>
        </p:xfrm>
        <a:graphic>
          <a:graphicData uri="http://schemas.openxmlformats.org/presentationml/2006/ole">
            <mc:AlternateContent xmlns:mc="http://schemas.openxmlformats.org/markup-compatibility/2006">
              <mc:Choice xmlns:v="urn:schemas-microsoft-com:vml" Requires="v">
                <p:oleObj name="Formula" r:id="rId4" imgW="1188720" imgH="381000" progId="">
                  <p:embed/>
                </p:oleObj>
              </mc:Choice>
              <mc:Fallback>
                <p:oleObj name="Formula" r:id="rId4" imgW="1188720" imgH="381000" progId="">
                  <p:embed/>
                  <p:pic>
                    <p:nvPicPr>
                      <p:cNvPr id="0"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6088" y="2928938"/>
                        <a:ext cx="223202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6" name="Object 64">
            <a:extLst>
              <a:ext uri="{FF2B5EF4-FFF2-40B4-BE49-F238E27FC236}">
                <a16:creationId xmlns:a16="http://schemas.microsoft.com/office/drawing/2014/main" id="{C326D8F2-1159-DF27-C90F-06D221F7AFB4}"/>
              </a:ext>
            </a:extLst>
          </p:cNvPr>
          <p:cNvGraphicFramePr>
            <a:graphicFrameLocks noChangeAspect="1"/>
          </p:cNvGraphicFramePr>
          <p:nvPr/>
        </p:nvGraphicFramePr>
        <p:xfrm>
          <a:off x="2863850" y="4229100"/>
          <a:ext cx="993775" cy="347663"/>
        </p:xfrm>
        <a:graphic>
          <a:graphicData uri="http://schemas.openxmlformats.org/presentationml/2006/ole">
            <mc:AlternateContent xmlns:mc="http://schemas.openxmlformats.org/markup-compatibility/2006">
              <mc:Choice xmlns:v="urn:schemas-microsoft-com:vml" Requires="v">
                <p:oleObj name="Formula" r:id="rId6" imgW="505460" imgH="177800" progId="">
                  <p:embed/>
                </p:oleObj>
              </mc:Choice>
              <mc:Fallback>
                <p:oleObj name="Formula" r:id="rId6" imgW="505460" imgH="177800" progId="">
                  <p:embed/>
                  <p:pic>
                    <p:nvPicPr>
                      <p:cNvPr id="0" name="Object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3850" y="4229100"/>
                        <a:ext cx="9937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727" name="图片 2">
            <a:extLst>
              <a:ext uri="{FF2B5EF4-FFF2-40B4-BE49-F238E27FC236}">
                <a16:creationId xmlns:a16="http://schemas.microsoft.com/office/drawing/2014/main" id="{9114EC0E-F336-E8FD-8338-464C6547D8D8}"/>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743825" y="5724525"/>
            <a:ext cx="619125"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图片 23">
            <a:extLst>
              <a:ext uri="{FF2B5EF4-FFF2-40B4-BE49-F238E27FC236}">
                <a16:creationId xmlns:a16="http://schemas.microsoft.com/office/drawing/2014/main" id="{8A0A67ED-883B-89B6-54DB-F0E72FA5DA3C}"/>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715250" y="3044825"/>
            <a:ext cx="6286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29" name="对象 2">
            <a:extLst>
              <a:ext uri="{FF2B5EF4-FFF2-40B4-BE49-F238E27FC236}">
                <a16:creationId xmlns:a16="http://schemas.microsoft.com/office/drawing/2014/main" id="{5FA0F96B-4880-28DA-82A0-EBEB4F3001F7}"/>
              </a:ext>
            </a:extLst>
          </p:cNvPr>
          <p:cNvGraphicFramePr>
            <a:graphicFrameLocks noChangeAspect="1"/>
          </p:cNvGraphicFramePr>
          <p:nvPr/>
        </p:nvGraphicFramePr>
        <p:xfrm>
          <a:off x="3360738" y="1019175"/>
          <a:ext cx="4276725" cy="1162050"/>
        </p:xfrm>
        <a:graphic>
          <a:graphicData uri="http://schemas.openxmlformats.org/presentationml/2006/ole">
            <mc:AlternateContent xmlns:mc="http://schemas.openxmlformats.org/markup-compatibility/2006">
              <mc:Choice xmlns:v="urn:schemas-microsoft-com:vml" Requires="v">
                <p:oleObj name="Equation" r:id="rId10" imgW="4276685" imgH="1162153" progId="Equation.DSMT4">
                  <p:embed/>
                </p:oleObj>
              </mc:Choice>
              <mc:Fallback>
                <p:oleObj name="Equation" r:id="rId10" imgW="4276685" imgH="1162153" progId="Equation.DSMT4">
                  <p:embed/>
                  <p:pic>
                    <p:nvPicPr>
                      <p:cNvPr id="0"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0738" y="1019175"/>
                        <a:ext cx="427672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a:extLst>
              <a:ext uri="{FF2B5EF4-FFF2-40B4-BE49-F238E27FC236}">
                <a16:creationId xmlns:a16="http://schemas.microsoft.com/office/drawing/2014/main" id="{7F75B4FC-1935-BE7F-ECD0-239B0C930DFB}"/>
              </a:ext>
            </a:extLst>
          </p:cNvPr>
          <p:cNvSpPr/>
          <p:nvPr/>
        </p:nvSpPr>
        <p:spPr>
          <a:xfrm>
            <a:off x="3181350" y="933450"/>
            <a:ext cx="4562475" cy="12477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62">
            <a:extLst>
              <a:ext uri="{FF2B5EF4-FFF2-40B4-BE49-F238E27FC236}">
                <a16:creationId xmlns:a16="http://schemas.microsoft.com/office/drawing/2014/main" id="{4A95CA0D-1C18-CA71-2A71-6D6497D10235}"/>
              </a:ext>
            </a:extLst>
          </p:cNvPr>
          <p:cNvGraphicFramePr>
            <a:graphicFrameLocks noChangeAspect="1"/>
          </p:cNvGraphicFramePr>
          <p:nvPr/>
        </p:nvGraphicFramePr>
        <p:xfrm>
          <a:off x="2895600" y="3967163"/>
          <a:ext cx="3208338" cy="790575"/>
        </p:xfrm>
        <a:graphic>
          <a:graphicData uri="http://schemas.openxmlformats.org/presentationml/2006/ole">
            <mc:AlternateContent xmlns:mc="http://schemas.openxmlformats.org/markup-compatibility/2006">
              <mc:Choice xmlns:v="urn:schemas-microsoft-com:vml" Requires="v">
                <p:oleObj name="Formula" r:id="rId2" imgW="1543050" imgH="382270" progId="">
                  <p:embed/>
                </p:oleObj>
              </mc:Choice>
              <mc:Fallback>
                <p:oleObj name="Formula" r:id="rId2" imgW="1543050" imgH="382270" progId="">
                  <p:embed/>
                  <p:pic>
                    <p:nvPicPr>
                      <p:cNvPr id="0" name="Object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967163"/>
                        <a:ext cx="32083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标题 3">
            <a:extLst>
              <a:ext uri="{FF2B5EF4-FFF2-40B4-BE49-F238E27FC236}">
                <a16:creationId xmlns:a16="http://schemas.microsoft.com/office/drawing/2014/main" id="{17D26511-233F-AAF4-FDC7-08B0F2966012}"/>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AAE22A87-686E-0B0B-BD62-1DF37D5A1A63}"/>
              </a:ext>
            </a:extLst>
          </p:cNvPr>
          <p:cNvSpPr>
            <a:spLocks noGrp="1"/>
          </p:cNvSpPr>
          <p:nvPr>
            <p:ph sz="quarter" idx="14"/>
          </p:nvPr>
        </p:nvSpPr>
        <p:spPr>
          <a:xfrm>
            <a:off x="174625" y="1041400"/>
            <a:ext cx="8969375" cy="4197350"/>
          </a:xfrm>
        </p:spPr>
        <p:txBody>
          <a:bodyPr rtlCol="0">
            <a:normAutofit/>
          </a:bodyPr>
          <a:lstStyle/>
          <a:p>
            <a:pPr indent="-360000" eaLnBrk="1" fontAlgn="auto" hangingPunct="1">
              <a:spcAft>
                <a:spcPts val="0"/>
              </a:spcAft>
              <a:defRPr/>
            </a:pPr>
            <a:r>
              <a:rPr lang="zh-CN" altLang="en-US" dirty="0"/>
              <a:t>生成式模型</a:t>
            </a:r>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228600" lvl="1" indent="-360000" eaLnBrk="1" fontAlgn="auto" hangingPunct="1">
              <a:spcBef>
                <a:spcPts val="1000"/>
              </a:spcBef>
              <a:spcAft>
                <a:spcPts val="0"/>
              </a:spcAft>
              <a:buClr>
                <a:schemeClr val="tx2"/>
              </a:buClr>
              <a:buSzPct val="100000"/>
              <a:buFont typeface="Wingdings" panose="05000000000000000000" pitchFamily="2" charset="2"/>
              <a:buChar char="p"/>
              <a:defRPr/>
            </a:pPr>
            <a:r>
              <a:rPr lang="zh-CN" altLang="en-US" sz="2200" dirty="0"/>
              <a:t>基于贝叶斯定理，           可写成</a:t>
            </a: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sp>
        <p:nvSpPr>
          <p:cNvPr id="8" name="矩形 7">
            <a:extLst>
              <a:ext uri="{FF2B5EF4-FFF2-40B4-BE49-F238E27FC236}">
                <a16:creationId xmlns:a16="http://schemas.microsoft.com/office/drawing/2014/main" id="{F1890C52-FD81-203A-7694-8158A3DEEA35}"/>
              </a:ext>
            </a:extLst>
          </p:cNvPr>
          <p:cNvSpPr/>
          <p:nvPr/>
        </p:nvSpPr>
        <p:spPr>
          <a:xfrm>
            <a:off x="4330700" y="3940175"/>
            <a:ext cx="690563" cy="40798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9" name="直接箭头连接符 17">
            <a:extLst>
              <a:ext uri="{FF2B5EF4-FFF2-40B4-BE49-F238E27FC236}">
                <a16:creationId xmlns:a16="http://schemas.microsoft.com/office/drawing/2014/main" id="{5DA01863-4DB5-C0A3-BA6C-16B1B6A05764}"/>
              </a:ext>
            </a:extLst>
          </p:cNvPr>
          <p:cNvCxnSpPr/>
          <p:nvPr/>
        </p:nvCxnSpPr>
        <p:spPr>
          <a:xfrm flipH="1">
            <a:off x="3163888" y="4352925"/>
            <a:ext cx="1149350" cy="663575"/>
          </a:xfrm>
          <a:prstGeom prst="straightConnector1">
            <a:avLst/>
          </a:prstGeom>
          <a:ln>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0" name="文本框 9">
            <a:extLst>
              <a:ext uri="{FF2B5EF4-FFF2-40B4-BE49-F238E27FC236}">
                <a16:creationId xmlns:a16="http://schemas.microsoft.com/office/drawing/2014/main" id="{E1ABD396-E2AE-855D-00BC-8461A62B8204}"/>
              </a:ext>
            </a:extLst>
          </p:cNvPr>
          <p:cNvSpPr txBox="1"/>
          <p:nvPr/>
        </p:nvSpPr>
        <p:spPr>
          <a:xfrm>
            <a:off x="180975" y="4684713"/>
            <a:ext cx="2982913" cy="1200150"/>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a:spAutoFit/>
          </a:bodyPr>
          <a:lstStyle/>
          <a:p>
            <a:pPr algn="ctr" eaLnBrk="1" fontAlgn="auto" hangingPunct="1">
              <a:spcBef>
                <a:spcPts val="0"/>
              </a:spcBef>
              <a:spcAft>
                <a:spcPts val="0"/>
              </a:spcAft>
              <a:defRPr/>
            </a:pPr>
            <a:r>
              <a:rPr lang="zh-CN" altLang="en-US" dirty="0">
                <a:latin typeface="+mj-ea"/>
                <a:ea typeface="+mj-ea"/>
              </a:rPr>
              <a:t>先验概率</a:t>
            </a:r>
            <a:endParaRPr lang="en-US" altLang="zh-CN" dirty="0">
              <a:latin typeface="+mj-ea"/>
              <a:ea typeface="+mj-ea"/>
            </a:endParaRPr>
          </a:p>
          <a:p>
            <a:pPr eaLnBrk="1" fontAlgn="auto" hangingPunct="1">
              <a:spcBef>
                <a:spcPts val="0"/>
              </a:spcBef>
              <a:spcAft>
                <a:spcPts val="0"/>
              </a:spcAft>
              <a:defRPr/>
            </a:pPr>
            <a:r>
              <a:rPr lang="zh-CN" altLang="en-US" dirty="0">
                <a:latin typeface="+mj-ea"/>
                <a:ea typeface="+mj-ea"/>
              </a:rPr>
              <a:t>样本空间中各类样本所占的比例，可通过各类样本出现的频率估计（大数定理）</a:t>
            </a:r>
          </a:p>
        </p:txBody>
      </p:sp>
      <p:graphicFrame>
        <p:nvGraphicFramePr>
          <p:cNvPr id="31752" name="Object 63">
            <a:extLst>
              <a:ext uri="{FF2B5EF4-FFF2-40B4-BE49-F238E27FC236}">
                <a16:creationId xmlns:a16="http://schemas.microsoft.com/office/drawing/2014/main" id="{83095C6D-CCCC-22A1-47A5-31B5D73AC98C}"/>
              </a:ext>
            </a:extLst>
          </p:cNvPr>
          <p:cNvGraphicFramePr>
            <a:graphicFrameLocks noChangeAspect="1"/>
          </p:cNvGraphicFramePr>
          <p:nvPr/>
        </p:nvGraphicFramePr>
        <p:xfrm>
          <a:off x="2986088" y="1492250"/>
          <a:ext cx="2232025" cy="709613"/>
        </p:xfrm>
        <a:graphic>
          <a:graphicData uri="http://schemas.openxmlformats.org/presentationml/2006/ole">
            <mc:AlternateContent xmlns:mc="http://schemas.openxmlformats.org/markup-compatibility/2006">
              <mc:Choice xmlns:v="urn:schemas-microsoft-com:vml" Requires="v">
                <p:oleObj name="Formula" r:id="rId4" imgW="1188720" imgH="381000" progId="">
                  <p:embed/>
                </p:oleObj>
              </mc:Choice>
              <mc:Fallback>
                <p:oleObj name="Formula" r:id="rId4" imgW="1188720" imgH="381000" progId="">
                  <p:embed/>
                  <p:pic>
                    <p:nvPicPr>
                      <p:cNvPr id="0"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6088" y="1492250"/>
                        <a:ext cx="2232025"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3" name="Object 64">
            <a:extLst>
              <a:ext uri="{FF2B5EF4-FFF2-40B4-BE49-F238E27FC236}">
                <a16:creationId xmlns:a16="http://schemas.microsoft.com/office/drawing/2014/main" id="{D1160D1D-E23A-28A3-87EB-E1B870BB719A}"/>
              </a:ext>
            </a:extLst>
          </p:cNvPr>
          <p:cNvGraphicFramePr>
            <a:graphicFrameLocks noChangeAspect="1"/>
          </p:cNvGraphicFramePr>
          <p:nvPr/>
        </p:nvGraphicFramePr>
        <p:xfrm>
          <a:off x="2863850" y="2792413"/>
          <a:ext cx="993775" cy="347662"/>
        </p:xfrm>
        <a:graphic>
          <a:graphicData uri="http://schemas.openxmlformats.org/presentationml/2006/ole">
            <mc:AlternateContent xmlns:mc="http://schemas.openxmlformats.org/markup-compatibility/2006">
              <mc:Choice xmlns:v="urn:schemas-microsoft-com:vml" Requires="v">
                <p:oleObj name="Formula" r:id="rId6" imgW="505460" imgH="177800" progId="">
                  <p:embed/>
                </p:oleObj>
              </mc:Choice>
              <mc:Fallback>
                <p:oleObj name="Formula" r:id="rId6" imgW="505460" imgH="177800" progId="">
                  <p:embed/>
                  <p:pic>
                    <p:nvPicPr>
                      <p:cNvPr id="0" name="Object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3850" y="2792413"/>
                        <a:ext cx="993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1754" name="图片 2">
            <a:extLst>
              <a:ext uri="{FF2B5EF4-FFF2-40B4-BE49-F238E27FC236}">
                <a16:creationId xmlns:a16="http://schemas.microsoft.com/office/drawing/2014/main" id="{84A60324-3D12-BBC6-BED6-F9135EA1F49D}"/>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743825" y="4287838"/>
            <a:ext cx="6191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5" name="图片 23">
            <a:extLst>
              <a:ext uri="{FF2B5EF4-FFF2-40B4-BE49-F238E27FC236}">
                <a16:creationId xmlns:a16="http://schemas.microsoft.com/office/drawing/2014/main" id="{2B50C001-0D32-EC56-6C3D-128502103A0C}"/>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715250" y="1608138"/>
            <a:ext cx="6286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0" name="Object 62">
            <a:extLst>
              <a:ext uri="{FF2B5EF4-FFF2-40B4-BE49-F238E27FC236}">
                <a16:creationId xmlns:a16="http://schemas.microsoft.com/office/drawing/2014/main" id="{4BEF081B-6680-FDEA-8AEA-95BDEEA47982}"/>
              </a:ext>
            </a:extLst>
          </p:cNvPr>
          <p:cNvGraphicFramePr>
            <a:graphicFrameLocks noChangeAspect="1"/>
          </p:cNvGraphicFramePr>
          <p:nvPr/>
        </p:nvGraphicFramePr>
        <p:xfrm>
          <a:off x="2895600" y="3967163"/>
          <a:ext cx="3208338" cy="790575"/>
        </p:xfrm>
        <a:graphic>
          <a:graphicData uri="http://schemas.openxmlformats.org/presentationml/2006/ole">
            <mc:AlternateContent xmlns:mc="http://schemas.openxmlformats.org/markup-compatibility/2006">
              <mc:Choice xmlns:v="urn:schemas-microsoft-com:vml" Requires="v">
                <p:oleObj name="Formula" r:id="rId2" imgW="1543050" imgH="382270" progId="">
                  <p:embed/>
                </p:oleObj>
              </mc:Choice>
              <mc:Fallback>
                <p:oleObj name="Formula" r:id="rId2" imgW="1543050" imgH="382270" progId="">
                  <p:embed/>
                  <p:pic>
                    <p:nvPicPr>
                      <p:cNvPr id="0" name="Object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967163"/>
                        <a:ext cx="32083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标题 3">
            <a:extLst>
              <a:ext uri="{FF2B5EF4-FFF2-40B4-BE49-F238E27FC236}">
                <a16:creationId xmlns:a16="http://schemas.microsoft.com/office/drawing/2014/main" id="{8A5121F4-FA26-9187-D983-4407420D3DCF}"/>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07CDBB3B-382C-4F82-1453-CB2F034A928E}"/>
              </a:ext>
            </a:extLst>
          </p:cNvPr>
          <p:cNvSpPr>
            <a:spLocks noGrp="1"/>
          </p:cNvSpPr>
          <p:nvPr>
            <p:ph sz="quarter" idx="14"/>
          </p:nvPr>
        </p:nvSpPr>
        <p:spPr>
          <a:xfrm>
            <a:off x="174625" y="1041400"/>
            <a:ext cx="8969375" cy="4197350"/>
          </a:xfrm>
        </p:spPr>
        <p:txBody>
          <a:bodyPr rtlCol="0">
            <a:normAutofit/>
          </a:bodyPr>
          <a:lstStyle/>
          <a:p>
            <a:pPr indent="-360000" eaLnBrk="1" fontAlgn="auto" hangingPunct="1">
              <a:spcAft>
                <a:spcPts val="0"/>
              </a:spcAft>
              <a:defRPr/>
            </a:pPr>
            <a:r>
              <a:rPr lang="zh-CN" altLang="en-US" dirty="0"/>
              <a:t>生成式模型</a:t>
            </a:r>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228600" lvl="1" indent="-360000" eaLnBrk="1" fontAlgn="auto" hangingPunct="1">
              <a:spcBef>
                <a:spcPts val="1000"/>
              </a:spcBef>
              <a:spcAft>
                <a:spcPts val="0"/>
              </a:spcAft>
              <a:buClr>
                <a:schemeClr val="tx2"/>
              </a:buClr>
              <a:buSzPct val="100000"/>
              <a:buFont typeface="Wingdings" panose="05000000000000000000" pitchFamily="2" charset="2"/>
              <a:buChar char="p"/>
              <a:defRPr/>
            </a:pPr>
            <a:r>
              <a:rPr lang="zh-CN" altLang="en-US" sz="2200" dirty="0"/>
              <a:t>基于贝叶斯定理，           可写成</a:t>
            </a: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sp>
        <p:nvSpPr>
          <p:cNvPr id="8" name="矩形 7">
            <a:extLst>
              <a:ext uri="{FF2B5EF4-FFF2-40B4-BE49-F238E27FC236}">
                <a16:creationId xmlns:a16="http://schemas.microsoft.com/office/drawing/2014/main" id="{B6C71B00-4801-8CC2-8F5B-DC8FF6CBFD6A}"/>
              </a:ext>
            </a:extLst>
          </p:cNvPr>
          <p:cNvSpPr/>
          <p:nvPr/>
        </p:nvSpPr>
        <p:spPr>
          <a:xfrm>
            <a:off x="4330700" y="3940175"/>
            <a:ext cx="690563" cy="40798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9" name="直接箭头连接符 17">
            <a:extLst>
              <a:ext uri="{FF2B5EF4-FFF2-40B4-BE49-F238E27FC236}">
                <a16:creationId xmlns:a16="http://schemas.microsoft.com/office/drawing/2014/main" id="{89C3E17B-1F53-07DD-3FD0-197E44FF433C}"/>
              </a:ext>
            </a:extLst>
          </p:cNvPr>
          <p:cNvCxnSpPr/>
          <p:nvPr/>
        </p:nvCxnSpPr>
        <p:spPr>
          <a:xfrm flipH="1">
            <a:off x="3163888" y="4352925"/>
            <a:ext cx="1149350" cy="663575"/>
          </a:xfrm>
          <a:prstGeom prst="straightConnector1">
            <a:avLst/>
          </a:prstGeom>
          <a:ln>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0" name="文本框 9">
            <a:extLst>
              <a:ext uri="{FF2B5EF4-FFF2-40B4-BE49-F238E27FC236}">
                <a16:creationId xmlns:a16="http://schemas.microsoft.com/office/drawing/2014/main" id="{A89E7678-2ABD-B8E9-807F-B57A9A625F40}"/>
              </a:ext>
            </a:extLst>
          </p:cNvPr>
          <p:cNvSpPr txBox="1"/>
          <p:nvPr/>
        </p:nvSpPr>
        <p:spPr>
          <a:xfrm>
            <a:off x="180975" y="4684713"/>
            <a:ext cx="2982913" cy="1200150"/>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a:spAutoFit/>
          </a:bodyPr>
          <a:lstStyle/>
          <a:p>
            <a:pPr algn="ctr" eaLnBrk="1" fontAlgn="auto" hangingPunct="1">
              <a:spcBef>
                <a:spcPts val="0"/>
              </a:spcBef>
              <a:spcAft>
                <a:spcPts val="0"/>
              </a:spcAft>
              <a:defRPr/>
            </a:pPr>
            <a:r>
              <a:rPr lang="zh-CN" altLang="en-US" dirty="0">
                <a:latin typeface="+mj-ea"/>
                <a:ea typeface="+mj-ea"/>
              </a:rPr>
              <a:t>先验概率</a:t>
            </a:r>
            <a:endParaRPr lang="en-US" altLang="zh-CN" dirty="0">
              <a:latin typeface="+mj-ea"/>
              <a:ea typeface="+mj-ea"/>
            </a:endParaRPr>
          </a:p>
          <a:p>
            <a:pPr eaLnBrk="1" fontAlgn="auto" hangingPunct="1">
              <a:spcBef>
                <a:spcPts val="0"/>
              </a:spcBef>
              <a:spcAft>
                <a:spcPts val="0"/>
              </a:spcAft>
              <a:defRPr/>
            </a:pPr>
            <a:r>
              <a:rPr lang="zh-CN" altLang="en-US" dirty="0">
                <a:latin typeface="+mj-ea"/>
                <a:ea typeface="+mj-ea"/>
              </a:rPr>
              <a:t>样本空间中各类样本所占的比例，可通过各类样本出现的频率估计（大数定理）</a:t>
            </a:r>
          </a:p>
        </p:txBody>
      </p:sp>
      <p:sp>
        <p:nvSpPr>
          <p:cNvPr id="11" name="矩形 10">
            <a:extLst>
              <a:ext uri="{FF2B5EF4-FFF2-40B4-BE49-F238E27FC236}">
                <a16:creationId xmlns:a16="http://schemas.microsoft.com/office/drawing/2014/main" id="{CFD2C183-9FA6-9839-9A74-AEDE9DDF6E82}"/>
              </a:ext>
            </a:extLst>
          </p:cNvPr>
          <p:cNvSpPr/>
          <p:nvPr/>
        </p:nvSpPr>
        <p:spPr>
          <a:xfrm>
            <a:off x="4843463" y="4391025"/>
            <a:ext cx="749300" cy="40322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12" name="直接箭头连接符 21">
            <a:extLst>
              <a:ext uri="{FF2B5EF4-FFF2-40B4-BE49-F238E27FC236}">
                <a16:creationId xmlns:a16="http://schemas.microsoft.com/office/drawing/2014/main" id="{64B51D9D-E8E3-5865-9795-8528189D8B40}"/>
              </a:ext>
            </a:extLst>
          </p:cNvPr>
          <p:cNvCxnSpPr/>
          <p:nvPr/>
        </p:nvCxnSpPr>
        <p:spPr>
          <a:xfrm>
            <a:off x="5586413" y="4781550"/>
            <a:ext cx="350837" cy="24606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85D4CF2-9F54-5586-96C5-2D57C86F9AB0}"/>
              </a:ext>
            </a:extLst>
          </p:cNvPr>
          <p:cNvSpPr txBox="1"/>
          <p:nvPr/>
        </p:nvSpPr>
        <p:spPr>
          <a:xfrm>
            <a:off x="5762625" y="5037138"/>
            <a:ext cx="2701925" cy="646112"/>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a:spAutoFit/>
          </a:bodyPr>
          <a:lstStyle/>
          <a:p>
            <a:pPr eaLnBrk="1" fontAlgn="auto" hangingPunct="1">
              <a:spcBef>
                <a:spcPts val="0"/>
              </a:spcBef>
              <a:spcAft>
                <a:spcPts val="0"/>
              </a:spcAft>
              <a:defRPr/>
            </a:pPr>
            <a:r>
              <a:rPr lang="zh-CN" altLang="en-US" dirty="0">
                <a:solidFill>
                  <a:schemeClr val="tx1"/>
                </a:solidFill>
                <a:latin typeface="+mj-ea"/>
                <a:ea typeface="+mj-ea"/>
              </a:rPr>
              <a:t>“证据”</a:t>
            </a:r>
            <a:r>
              <a:rPr lang="zh-CN" altLang="en-US" dirty="0">
                <a:solidFill>
                  <a:schemeClr val="tx1"/>
                </a:solidFill>
                <a:latin typeface="+mj-lt"/>
                <a:ea typeface="+mj-ea"/>
              </a:rPr>
              <a:t>（</a:t>
            </a:r>
            <a:r>
              <a:rPr lang="en-US" altLang="zh-CN" dirty="0">
                <a:solidFill>
                  <a:schemeClr val="tx1"/>
                </a:solidFill>
                <a:latin typeface="+mj-lt"/>
                <a:ea typeface="+mj-ea"/>
              </a:rPr>
              <a:t>evidence</a:t>
            </a:r>
            <a:r>
              <a:rPr lang="zh-CN" altLang="en-US" dirty="0">
                <a:solidFill>
                  <a:schemeClr val="tx1"/>
                </a:solidFill>
                <a:latin typeface="+mj-lt"/>
                <a:ea typeface="+mj-ea"/>
              </a:rPr>
              <a:t>）</a:t>
            </a:r>
            <a:r>
              <a:rPr lang="zh-CN" altLang="en-US" dirty="0">
                <a:solidFill>
                  <a:schemeClr val="tx1"/>
                </a:solidFill>
                <a:latin typeface="+mj-ea"/>
                <a:ea typeface="+mj-ea"/>
              </a:rPr>
              <a:t>因子，与类标记无关</a:t>
            </a:r>
          </a:p>
        </p:txBody>
      </p:sp>
      <p:graphicFrame>
        <p:nvGraphicFramePr>
          <p:cNvPr id="32779" name="Object 63">
            <a:extLst>
              <a:ext uri="{FF2B5EF4-FFF2-40B4-BE49-F238E27FC236}">
                <a16:creationId xmlns:a16="http://schemas.microsoft.com/office/drawing/2014/main" id="{CA9C3A5E-55AC-8936-0CB6-5E7F2630917F}"/>
              </a:ext>
            </a:extLst>
          </p:cNvPr>
          <p:cNvGraphicFramePr>
            <a:graphicFrameLocks noChangeAspect="1"/>
          </p:cNvGraphicFramePr>
          <p:nvPr/>
        </p:nvGraphicFramePr>
        <p:xfrm>
          <a:off x="2986088" y="1492250"/>
          <a:ext cx="2232025" cy="709613"/>
        </p:xfrm>
        <a:graphic>
          <a:graphicData uri="http://schemas.openxmlformats.org/presentationml/2006/ole">
            <mc:AlternateContent xmlns:mc="http://schemas.openxmlformats.org/markup-compatibility/2006">
              <mc:Choice xmlns:v="urn:schemas-microsoft-com:vml" Requires="v">
                <p:oleObj name="Formula" r:id="rId4" imgW="1188720" imgH="381000" progId="">
                  <p:embed/>
                </p:oleObj>
              </mc:Choice>
              <mc:Fallback>
                <p:oleObj name="Formula" r:id="rId4" imgW="1188720" imgH="381000" progId="">
                  <p:embed/>
                  <p:pic>
                    <p:nvPicPr>
                      <p:cNvPr id="0"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6088" y="1492250"/>
                        <a:ext cx="2232025"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80" name="Object 64">
            <a:extLst>
              <a:ext uri="{FF2B5EF4-FFF2-40B4-BE49-F238E27FC236}">
                <a16:creationId xmlns:a16="http://schemas.microsoft.com/office/drawing/2014/main" id="{03287C83-86C8-53C7-1084-7C1A34BA1FB6}"/>
              </a:ext>
            </a:extLst>
          </p:cNvPr>
          <p:cNvGraphicFramePr>
            <a:graphicFrameLocks noChangeAspect="1"/>
          </p:cNvGraphicFramePr>
          <p:nvPr/>
        </p:nvGraphicFramePr>
        <p:xfrm>
          <a:off x="2863850" y="2792413"/>
          <a:ext cx="993775" cy="347662"/>
        </p:xfrm>
        <a:graphic>
          <a:graphicData uri="http://schemas.openxmlformats.org/presentationml/2006/ole">
            <mc:AlternateContent xmlns:mc="http://schemas.openxmlformats.org/markup-compatibility/2006">
              <mc:Choice xmlns:v="urn:schemas-microsoft-com:vml" Requires="v">
                <p:oleObj name="Formula" r:id="rId6" imgW="505460" imgH="177800" progId="">
                  <p:embed/>
                </p:oleObj>
              </mc:Choice>
              <mc:Fallback>
                <p:oleObj name="Formula" r:id="rId6" imgW="505460" imgH="177800" progId="">
                  <p:embed/>
                  <p:pic>
                    <p:nvPicPr>
                      <p:cNvPr id="0" name="Object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3850" y="2792413"/>
                        <a:ext cx="993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2781" name="图片 2">
            <a:extLst>
              <a:ext uri="{FF2B5EF4-FFF2-40B4-BE49-F238E27FC236}">
                <a16:creationId xmlns:a16="http://schemas.microsoft.com/office/drawing/2014/main" id="{DA539629-F534-C88E-F701-E8DBF1B8C9C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743825" y="4287838"/>
            <a:ext cx="6191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2" name="图片 23">
            <a:extLst>
              <a:ext uri="{FF2B5EF4-FFF2-40B4-BE49-F238E27FC236}">
                <a16:creationId xmlns:a16="http://schemas.microsoft.com/office/drawing/2014/main" id="{639E0519-1BE4-9AC9-B5C4-929DABD906A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715250" y="1608138"/>
            <a:ext cx="6286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102">
            <a:extLst>
              <a:ext uri="{FF2B5EF4-FFF2-40B4-BE49-F238E27FC236}">
                <a16:creationId xmlns:a16="http://schemas.microsoft.com/office/drawing/2014/main" id="{A24D553D-7737-C699-3997-7168E97035C8}"/>
              </a:ext>
            </a:extLst>
          </p:cNvPr>
          <p:cNvGraphicFramePr>
            <a:graphicFrameLocks noChangeAspect="1"/>
          </p:cNvGraphicFramePr>
          <p:nvPr/>
        </p:nvGraphicFramePr>
        <p:xfrm>
          <a:off x="2895600" y="3967163"/>
          <a:ext cx="3208338" cy="790575"/>
        </p:xfrm>
        <a:graphic>
          <a:graphicData uri="http://schemas.openxmlformats.org/presentationml/2006/ole">
            <mc:AlternateContent xmlns:mc="http://schemas.openxmlformats.org/markup-compatibility/2006">
              <mc:Choice xmlns:v="urn:schemas-microsoft-com:vml" Requires="v">
                <p:oleObj name="Formula" r:id="rId3" imgW="1543050" imgH="382270" progId="">
                  <p:embed/>
                </p:oleObj>
              </mc:Choice>
              <mc:Fallback>
                <p:oleObj name="Formula" r:id="rId3" imgW="1543050" imgH="382270" progId="">
                  <p:embed/>
                  <p:pic>
                    <p:nvPicPr>
                      <p:cNvPr id="0" name="Object 1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967163"/>
                        <a:ext cx="32083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标题 3">
            <a:extLst>
              <a:ext uri="{FF2B5EF4-FFF2-40B4-BE49-F238E27FC236}">
                <a16:creationId xmlns:a16="http://schemas.microsoft.com/office/drawing/2014/main" id="{75277931-FF0A-2847-55E8-E5B6D14D29DF}"/>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8D82F056-DE5E-45E0-D67D-AB17353F9E2D}"/>
              </a:ext>
            </a:extLst>
          </p:cNvPr>
          <p:cNvSpPr>
            <a:spLocks noGrp="1"/>
          </p:cNvSpPr>
          <p:nvPr>
            <p:ph sz="quarter" idx="14"/>
          </p:nvPr>
        </p:nvSpPr>
        <p:spPr>
          <a:xfrm>
            <a:off x="174625" y="1041400"/>
            <a:ext cx="8969375" cy="4197350"/>
          </a:xfrm>
        </p:spPr>
        <p:txBody>
          <a:bodyPr rtlCol="0">
            <a:normAutofit/>
          </a:bodyPr>
          <a:lstStyle/>
          <a:p>
            <a:pPr indent="-360000" eaLnBrk="1" fontAlgn="auto" hangingPunct="1">
              <a:spcAft>
                <a:spcPts val="0"/>
              </a:spcAft>
              <a:defRPr/>
            </a:pPr>
            <a:r>
              <a:rPr lang="zh-CN" altLang="en-US" dirty="0"/>
              <a:t>生成式模型</a:t>
            </a:r>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228600" lvl="1" indent="-360000" eaLnBrk="1" fontAlgn="auto" hangingPunct="1">
              <a:spcBef>
                <a:spcPts val="1000"/>
              </a:spcBef>
              <a:spcAft>
                <a:spcPts val="0"/>
              </a:spcAft>
              <a:buClr>
                <a:schemeClr val="tx2"/>
              </a:buClr>
              <a:buSzPct val="100000"/>
              <a:buFont typeface="Wingdings" panose="05000000000000000000" pitchFamily="2" charset="2"/>
              <a:buChar char="p"/>
              <a:defRPr/>
            </a:pPr>
            <a:r>
              <a:rPr lang="zh-CN" altLang="en-US" sz="2200" dirty="0"/>
              <a:t>基于贝叶斯定理，           可写成</a:t>
            </a: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sp>
        <p:nvSpPr>
          <p:cNvPr id="8" name="矩形 7">
            <a:extLst>
              <a:ext uri="{FF2B5EF4-FFF2-40B4-BE49-F238E27FC236}">
                <a16:creationId xmlns:a16="http://schemas.microsoft.com/office/drawing/2014/main" id="{73EE813D-66FC-1EF6-8F08-DE20A7EF7AF0}"/>
              </a:ext>
            </a:extLst>
          </p:cNvPr>
          <p:cNvSpPr/>
          <p:nvPr/>
        </p:nvSpPr>
        <p:spPr>
          <a:xfrm>
            <a:off x="4330700" y="3940175"/>
            <a:ext cx="690563" cy="40798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9" name="直接箭头连接符 17">
            <a:extLst>
              <a:ext uri="{FF2B5EF4-FFF2-40B4-BE49-F238E27FC236}">
                <a16:creationId xmlns:a16="http://schemas.microsoft.com/office/drawing/2014/main" id="{A8A90E9E-6947-32A1-96C9-2C4BD95F9510}"/>
              </a:ext>
            </a:extLst>
          </p:cNvPr>
          <p:cNvCxnSpPr/>
          <p:nvPr/>
        </p:nvCxnSpPr>
        <p:spPr>
          <a:xfrm flipH="1">
            <a:off x="3163888" y="4352925"/>
            <a:ext cx="1149350" cy="663575"/>
          </a:xfrm>
          <a:prstGeom prst="straightConnector1">
            <a:avLst/>
          </a:prstGeom>
          <a:ln>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0" name="文本框 9">
            <a:extLst>
              <a:ext uri="{FF2B5EF4-FFF2-40B4-BE49-F238E27FC236}">
                <a16:creationId xmlns:a16="http://schemas.microsoft.com/office/drawing/2014/main" id="{F64337FF-97E1-F1EC-85B4-E412963F94BE}"/>
              </a:ext>
            </a:extLst>
          </p:cNvPr>
          <p:cNvSpPr txBox="1"/>
          <p:nvPr/>
        </p:nvSpPr>
        <p:spPr>
          <a:xfrm>
            <a:off x="180975" y="4684713"/>
            <a:ext cx="2982913" cy="1200150"/>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a:spAutoFit/>
          </a:bodyPr>
          <a:lstStyle/>
          <a:p>
            <a:pPr algn="ctr" eaLnBrk="1" fontAlgn="auto" hangingPunct="1">
              <a:spcBef>
                <a:spcPts val="0"/>
              </a:spcBef>
              <a:spcAft>
                <a:spcPts val="0"/>
              </a:spcAft>
              <a:defRPr/>
            </a:pPr>
            <a:r>
              <a:rPr lang="zh-CN" altLang="en-US" dirty="0">
                <a:latin typeface="+mj-ea"/>
                <a:ea typeface="+mj-ea"/>
              </a:rPr>
              <a:t>先验概率</a:t>
            </a:r>
            <a:endParaRPr lang="en-US" altLang="zh-CN" dirty="0">
              <a:latin typeface="+mj-ea"/>
              <a:ea typeface="+mj-ea"/>
            </a:endParaRPr>
          </a:p>
          <a:p>
            <a:pPr eaLnBrk="1" fontAlgn="auto" hangingPunct="1">
              <a:spcBef>
                <a:spcPts val="0"/>
              </a:spcBef>
              <a:spcAft>
                <a:spcPts val="0"/>
              </a:spcAft>
              <a:defRPr/>
            </a:pPr>
            <a:r>
              <a:rPr lang="zh-CN" altLang="en-US" dirty="0">
                <a:latin typeface="+mj-ea"/>
                <a:ea typeface="+mj-ea"/>
              </a:rPr>
              <a:t>样本空间中各类样本所占的比例，可通过各类样本出现的频率估计（大数定理）</a:t>
            </a:r>
          </a:p>
        </p:txBody>
      </p:sp>
      <p:sp>
        <p:nvSpPr>
          <p:cNvPr id="11" name="矩形 10">
            <a:extLst>
              <a:ext uri="{FF2B5EF4-FFF2-40B4-BE49-F238E27FC236}">
                <a16:creationId xmlns:a16="http://schemas.microsoft.com/office/drawing/2014/main" id="{EC540CFE-B0E9-DA36-607F-F12D326713AB}"/>
              </a:ext>
            </a:extLst>
          </p:cNvPr>
          <p:cNvSpPr/>
          <p:nvPr/>
        </p:nvSpPr>
        <p:spPr>
          <a:xfrm>
            <a:off x="4843463" y="4391025"/>
            <a:ext cx="749300" cy="40322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12" name="直接箭头连接符 21">
            <a:extLst>
              <a:ext uri="{FF2B5EF4-FFF2-40B4-BE49-F238E27FC236}">
                <a16:creationId xmlns:a16="http://schemas.microsoft.com/office/drawing/2014/main" id="{8AF53BA0-9CE1-7526-3436-AC0713B8D9A5}"/>
              </a:ext>
            </a:extLst>
          </p:cNvPr>
          <p:cNvCxnSpPr/>
          <p:nvPr/>
        </p:nvCxnSpPr>
        <p:spPr>
          <a:xfrm>
            <a:off x="5586413" y="4781550"/>
            <a:ext cx="350837" cy="24606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F9AAB546-B43C-16A2-A20F-71C9F7482B73}"/>
              </a:ext>
            </a:extLst>
          </p:cNvPr>
          <p:cNvSpPr txBox="1"/>
          <p:nvPr/>
        </p:nvSpPr>
        <p:spPr>
          <a:xfrm>
            <a:off x="5762625" y="5037138"/>
            <a:ext cx="2701925" cy="646112"/>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a:spAutoFit/>
          </a:bodyPr>
          <a:lstStyle/>
          <a:p>
            <a:pPr eaLnBrk="1" fontAlgn="auto" hangingPunct="1">
              <a:spcBef>
                <a:spcPts val="0"/>
              </a:spcBef>
              <a:spcAft>
                <a:spcPts val="0"/>
              </a:spcAft>
              <a:defRPr/>
            </a:pPr>
            <a:r>
              <a:rPr lang="zh-CN" altLang="en-US" dirty="0">
                <a:solidFill>
                  <a:schemeClr val="tx1"/>
                </a:solidFill>
                <a:latin typeface="+mj-ea"/>
                <a:ea typeface="+mj-ea"/>
              </a:rPr>
              <a:t>“证据”</a:t>
            </a:r>
            <a:r>
              <a:rPr lang="zh-CN" altLang="en-US" dirty="0">
                <a:solidFill>
                  <a:schemeClr val="tx1"/>
                </a:solidFill>
                <a:latin typeface="+mj-lt"/>
                <a:ea typeface="+mj-ea"/>
              </a:rPr>
              <a:t>（</a:t>
            </a:r>
            <a:r>
              <a:rPr lang="en-US" altLang="zh-CN" dirty="0">
                <a:solidFill>
                  <a:schemeClr val="tx1"/>
                </a:solidFill>
                <a:latin typeface="+mj-lt"/>
                <a:ea typeface="+mj-ea"/>
              </a:rPr>
              <a:t>evidence</a:t>
            </a:r>
            <a:r>
              <a:rPr lang="zh-CN" altLang="en-US" dirty="0">
                <a:solidFill>
                  <a:schemeClr val="tx1"/>
                </a:solidFill>
                <a:latin typeface="+mj-lt"/>
                <a:ea typeface="+mj-ea"/>
              </a:rPr>
              <a:t>）</a:t>
            </a:r>
            <a:r>
              <a:rPr lang="zh-CN" altLang="en-US" dirty="0">
                <a:solidFill>
                  <a:schemeClr val="tx1"/>
                </a:solidFill>
                <a:latin typeface="+mj-ea"/>
                <a:ea typeface="+mj-ea"/>
              </a:rPr>
              <a:t>因子，与类标记无关</a:t>
            </a:r>
          </a:p>
        </p:txBody>
      </p:sp>
      <p:cxnSp>
        <p:nvCxnSpPr>
          <p:cNvPr id="14" name="直接箭头连接符 27">
            <a:extLst>
              <a:ext uri="{FF2B5EF4-FFF2-40B4-BE49-F238E27FC236}">
                <a16:creationId xmlns:a16="http://schemas.microsoft.com/office/drawing/2014/main" id="{EB69862C-4E36-AF9A-E705-6E3935673551}"/>
              </a:ext>
            </a:extLst>
          </p:cNvPr>
          <p:cNvCxnSpPr/>
          <p:nvPr/>
        </p:nvCxnSpPr>
        <p:spPr>
          <a:xfrm flipV="1">
            <a:off x="5356225" y="3524250"/>
            <a:ext cx="401638" cy="422275"/>
          </a:xfrm>
          <a:prstGeom prst="straightConnector1">
            <a:avLst/>
          </a:prstGeom>
          <a:ln>
            <a:solidFill>
              <a:schemeClr val="accent1"/>
            </a:solidFill>
            <a:tailEnd type="triangle"/>
          </a:ln>
        </p:spPr>
        <p:style>
          <a:lnRef idx="1">
            <a:schemeClr val="accent5"/>
          </a:lnRef>
          <a:fillRef idx="0">
            <a:schemeClr val="accent5"/>
          </a:fillRef>
          <a:effectRef idx="0">
            <a:schemeClr val="accent5"/>
          </a:effectRef>
          <a:fontRef idx="minor">
            <a:schemeClr val="tx1"/>
          </a:fontRef>
        </p:style>
      </p:cxnSp>
      <p:sp>
        <p:nvSpPr>
          <p:cNvPr id="15" name="文本框 14">
            <a:extLst>
              <a:ext uri="{FF2B5EF4-FFF2-40B4-BE49-F238E27FC236}">
                <a16:creationId xmlns:a16="http://schemas.microsoft.com/office/drawing/2014/main" id="{99196007-636F-1C76-C03D-85D503710221}"/>
              </a:ext>
            </a:extLst>
          </p:cNvPr>
          <p:cNvSpPr txBox="1"/>
          <p:nvPr/>
        </p:nvSpPr>
        <p:spPr>
          <a:xfrm>
            <a:off x="5541963" y="2581275"/>
            <a:ext cx="3038475" cy="1200150"/>
          </a:xfrm>
          <a:prstGeom prst="rect">
            <a:avLst/>
          </a:prstGeom>
          <a:ln>
            <a:solidFill>
              <a:schemeClr val="accent1"/>
            </a:solidFill>
          </a:ln>
        </p:spPr>
        <p:style>
          <a:lnRef idx="2">
            <a:schemeClr val="accent5"/>
          </a:lnRef>
          <a:fillRef idx="1">
            <a:schemeClr val="lt1"/>
          </a:fillRef>
          <a:effectRef idx="0">
            <a:schemeClr val="accent5"/>
          </a:effectRef>
          <a:fontRef idx="minor">
            <a:schemeClr val="dk1"/>
          </a:fontRef>
        </p:style>
        <p:txBody>
          <a:bodyPr>
            <a:spAutoFit/>
          </a:bodyPr>
          <a:lstStyle/>
          <a:p>
            <a:pPr eaLnBrk="1" fontAlgn="auto" hangingPunct="1">
              <a:spcBef>
                <a:spcPts val="0"/>
              </a:spcBef>
              <a:spcAft>
                <a:spcPts val="0"/>
              </a:spcAft>
              <a:defRPr/>
            </a:pPr>
            <a:r>
              <a:rPr lang="zh-CN" altLang="en-US" dirty="0">
                <a:latin typeface="+mj-ea"/>
                <a:ea typeface="+mj-ea"/>
              </a:rPr>
              <a:t>类标记</a:t>
            </a:r>
            <a:r>
              <a:rPr lang="en-US" altLang="zh-CN" dirty="0">
                <a:latin typeface="+mj-ea"/>
                <a:ea typeface="+mj-ea"/>
              </a:rPr>
              <a:t> </a:t>
            </a:r>
            <a:r>
              <a:rPr lang="zh-CN" altLang="en-US" dirty="0">
                <a:latin typeface="+mj-ea"/>
                <a:ea typeface="+mj-ea"/>
              </a:rPr>
              <a:t>  相对于样本   的“类条件概率</a:t>
            </a:r>
            <a:r>
              <a:rPr lang="en-US" altLang="zh-CN" dirty="0">
                <a:latin typeface="+mj-ea"/>
                <a:ea typeface="+mj-ea"/>
              </a:rPr>
              <a:t>” (</a:t>
            </a:r>
            <a:r>
              <a:rPr lang="en-US" altLang="zh-CN" dirty="0">
                <a:latin typeface="+mj-lt"/>
                <a:ea typeface="+mj-ea"/>
              </a:rPr>
              <a:t>class-conditional probability</a:t>
            </a:r>
            <a:r>
              <a:rPr lang="en-US" altLang="zh-CN" dirty="0">
                <a:latin typeface="+mj-ea"/>
                <a:ea typeface="+mj-ea"/>
              </a:rPr>
              <a:t>), </a:t>
            </a:r>
            <a:r>
              <a:rPr lang="zh-CN" altLang="en-US" dirty="0">
                <a:latin typeface="+mj-ea"/>
                <a:ea typeface="+mj-ea"/>
              </a:rPr>
              <a:t>或称“似然”。</a:t>
            </a:r>
          </a:p>
        </p:txBody>
      </p:sp>
      <p:sp>
        <p:nvSpPr>
          <p:cNvPr id="18" name="矩形 17">
            <a:extLst>
              <a:ext uri="{FF2B5EF4-FFF2-40B4-BE49-F238E27FC236}">
                <a16:creationId xmlns:a16="http://schemas.microsoft.com/office/drawing/2014/main" id="{E0C7716F-D334-3507-96DE-FD5C6A7D877E}"/>
              </a:ext>
            </a:extLst>
          </p:cNvPr>
          <p:cNvSpPr/>
          <p:nvPr/>
        </p:nvSpPr>
        <p:spPr>
          <a:xfrm>
            <a:off x="5038725" y="3940175"/>
            <a:ext cx="1135063" cy="4191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tx1"/>
              </a:solidFill>
            </a:endParaRPr>
          </a:p>
        </p:txBody>
      </p:sp>
      <p:graphicFrame>
        <p:nvGraphicFramePr>
          <p:cNvPr id="33806" name="Object 103">
            <a:extLst>
              <a:ext uri="{FF2B5EF4-FFF2-40B4-BE49-F238E27FC236}">
                <a16:creationId xmlns:a16="http://schemas.microsoft.com/office/drawing/2014/main" id="{16A81359-9812-D957-FE93-C0E1DA0A120C}"/>
              </a:ext>
            </a:extLst>
          </p:cNvPr>
          <p:cNvGraphicFramePr>
            <a:graphicFrameLocks noChangeAspect="1"/>
          </p:cNvGraphicFramePr>
          <p:nvPr/>
        </p:nvGraphicFramePr>
        <p:xfrm>
          <a:off x="2986088" y="1492250"/>
          <a:ext cx="2232025" cy="709613"/>
        </p:xfrm>
        <a:graphic>
          <a:graphicData uri="http://schemas.openxmlformats.org/presentationml/2006/ole">
            <mc:AlternateContent xmlns:mc="http://schemas.openxmlformats.org/markup-compatibility/2006">
              <mc:Choice xmlns:v="urn:schemas-microsoft-com:vml" Requires="v">
                <p:oleObj name="Formula" r:id="rId5" imgW="1188720" imgH="381000" progId="">
                  <p:embed/>
                </p:oleObj>
              </mc:Choice>
              <mc:Fallback>
                <p:oleObj name="Formula" r:id="rId5" imgW="1188720" imgH="381000" progId="">
                  <p:embed/>
                  <p:pic>
                    <p:nvPicPr>
                      <p:cNvPr id="0" name="Object 1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6088" y="1492250"/>
                        <a:ext cx="2232025"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7" name="Object 104">
            <a:extLst>
              <a:ext uri="{FF2B5EF4-FFF2-40B4-BE49-F238E27FC236}">
                <a16:creationId xmlns:a16="http://schemas.microsoft.com/office/drawing/2014/main" id="{1656B9E0-8047-71D1-0321-2F25B6BBE573}"/>
              </a:ext>
            </a:extLst>
          </p:cNvPr>
          <p:cNvGraphicFramePr>
            <a:graphicFrameLocks noChangeAspect="1"/>
          </p:cNvGraphicFramePr>
          <p:nvPr/>
        </p:nvGraphicFramePr>
        <p:xfrm>
          <a:off x="2863850" y="2792413"/>
          <a:ext cx="993775" cy="347662"/>
        </p:xfrm>
        <a:graphic>
          <a:graphicData uri="http://schemas.openxmlformats.org/presentationml/2006/ole">
            <mc:AlternateContent xmlns:mc="http://schemas.openxmlformats.org/markup-compatibility/2006">
              <mc:Choice xmlns:v="urn:schemas-microsoft-com:vml" Requires="v">
                <p:oleObj name="Formula" r:id="rId7" imgW="505460" imgH="177800" progId="">
                  <p:embed/>
                </p:oleObj>
              </mc:Choice>
              <mc:Fallback>
                <p:oleObj name="Formula" r:id="rId7" imgW="505460" imgH="177800" progId="">
                  <p:embed/>
                  <p:pic>
                    <p:nvPicPr>
                      <p:cNvPr id="0" name="Object 10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3850" y="2792413"/>
                        <a:ext cx="993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8" name="Object 105">
            <a:extLst>
              <a:ext uri="{FF2B5EF4-FFF2-40B4-BE49-F238E27FC236}">
                <a16:creationId xmlns:a16="http://schemas.microsoft.com/office/drawing/2014/main" id="{882FA7AA-AD9F-696C-D76F-07C832A33D8F}"/>
              </a:ext>
            </a:extLst>
          </p:cNvPr>
          <p:cNvGraphicFramePr>
            <a:graphicFrameLocks noChangeAspect="1"/>
          </p:cNvGraphicFramePr>
          <p:nvPr/>
        </p:nvGraphicFramePr>
        <p:xfrm>
          <a:off x="6421438" y="2701925"/>
          <a:ext cx="157162" cy="261938"/>
        </p:xfrm>
        <a:graphic>
          <a:graphicData uri="http://schemas.openxmlformats.org/presentationml/2006/ole">
            <mc:AlternateContent xmlns:mc="http://schemas.openxmlformats.org/markup-compatibility/2006">
              <mc:Choice xmlns:v="urn:schemas-microsoft-com:vml" Requires="v">
                <p:oleObj name="Formula" r:id="rId9" imgW="71219" imgH="119546" progId="">
                  <p:embed/>
                </p:oleObj>
              </mc:Choice>
              <mc:Fallback>
                <p:oleObj name="Formula" r:id="rId9" imgW="71219" imgH="119546" progId="">
                  <p:embed/>
                  <p:pic>
                    <p:nvPicPr>
                      <p:cNvPr id="0" name="Object 10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1438" y="2701925"/>
                        <a:ext cx="15716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9" name="Object 106">
            <a:extLst>
              <a:ext uri="{FF2B5EF4-FFF2-40B4-BE49-F238E27FC236}">
                <a16:creationId xmlns:a16="http://schemas.microsoft.com/office/drawing/2014/main" id="{3DDE97FA-58D9-8F84-1A04-207B1D789895}"/>
              </a:ext>
            </a:extLst>
          </p:cNvPr>
          <p:cNvGraphicFramePr>
            <a:graphicFrameLocks noChangeAspect="1"/>
          </p:cNvGraphicFramePr>
          <p:nvPr/>
        </p:nvGraphicFramePr>
        <p:xfrm>
          <a:off x="7877175" y="2682875"/>
          <a:ext cx="217488" cy="265113"/>
        </p:xfrm>
        <a:graphic>
          <a:graphicData uri="http://schemas.openxmlformats.org/presentationml/2006/ole">
            <mc:AlternateContent xmlns:mc="http://schemas.openxmlformats.org/markup-compatibility/2006">
              <mc:Choice xmlns:v="urn:schemas-microsoft-com:vml" Requires="v">
                <p:oleObj name="Formula" r:id="rId11" imgW="97926" imgH="120818" progId="">
                  <p:embed/>
                </p:oleObj>
              </mc:Choice>
              <mc:Fallback>
                <p:oleObj name="Formula" r:id="rId11" imgW="97926" imgH="120818" progId="">
                  <p:embed/>
                  <p:pic>
                    <p:nvPicPr>
                      <p:cNvPr id="0" name="Object 10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77175" y="2682875"/>
                        <a:ext cx="217488"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3810" name="图片 2">
            <a:extLst>
              <a:ext uri="{FF2B5EF4-FFF2-40B4-BE49-F238E27FC236}">
                <a16:creationId xmlns:a16="http://schemas.microsoft.com/office/drawing/2014/main" id="{9C3CE2F4-38AC-4419-3EAB-D18E0464BCF6}"/>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7743825" y="4287838"/>
            <a:ext cx="6191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11" name="图片 23">
            <a:extLst>
              <a:ext uri="{FF2B5EF4-FFF2-40B4-BE49-F238E27FC236}">
                <a16:creationId xmlns:a16="http://schemas.microsoft.com/office/drawing/2014/main" id="{53E88D0E-4B7F-6593-EE2E-2BE796F9F15D}"/>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715250" y="1608138"/>
            <a:ext cx="6286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477BEE2-C893-7BA8-7D7A-A31762433D3E}"/>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章节目录</a:t>
            </a:r>
          </a:p>
        </p:txBody>
      </p:sp>
      <p:sp>
        <p:nvSpPr>
          <p:cNvPr id="35843" name="内容占位符 3">
            <a:extLst>
              <a:ext uri="{FF2B5EF4-FFF2-40B4-BE49-F238E27FC236}">
                <a16:creationId xmlns:a16="http://schemas.microsoft.com/office/drawing/2014/main" id="{D3867FB2-7BBE-7FF6-238C-4C1FAEC918A5}"/>
              </a:ext>
            </a:extLst>
          </p:cNvPr>
          <p:cNvSpPr>
            <a:spLocks noGrp="1"/>
          </p:cNvSpPr>
          <p:nvPr>
            <p:ph idx="1"/>
          </p:nvPr>
        </p:nvSpPr>
        <p:spPr>
          <a:xfrm>
            <a:off x="260350" y="1243013"/>
            <a:ext cx="8616950" cy="3697287"/>
          </a:xfrm>
        </p:spPr>
        <p:txBody>
          <a:bodyPr/>
          <a:lstStyle/>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贝叶斯决策论</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latin typeface="幼圆" panose="02010509060101010101" pitchFamily="49" charset="-122"/>
                <a:ea typeface="宋体" panose="02010600030101010101" pitchFamily="2" charset="-122"/>
              </a:rPr>
              <a:t>极大似然估计</a:t>
            </a:r>
            <a:endParaRPr lang="en-US" altLang="zh-CN" b="1">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半朴素贝叶斯分类器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贝叶斯网</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lang="en-US" altLang="zh-CN" b="1">
                <a:solidFill>
                  <a:srgbClr val="D9D9D9"/>
                </a:solidFill>
              </a:rPr>
              <a:t>EM</a:t>
            </a:r>
            <a:r>
              <a:rPr b="1">
                <a:solidFill>
                  <a:srgbClr val="D9D9D9"/>
                </a:solidFill>
                <a:latin typeface="幼圆" panose="02010509060101010101" pitchFamily="49" charset="-122"/>
                <a:ea typeface="宋体" panose="02010600030101010101" pitchFamily="2" charset="-122"/>
              </a:rPr>
              <a:t>算法</a:t>
            </a:r>
            <a:endParaRPr lang="en-US" altLang="zh-CN" b="1">
              <a:solidFill>
                <a:srgbClr val="D9D9D9"/>
              </a:solidFill>
              <a:latin typeface="幼圆" panose="02010509060101010101" pitchFamily="49"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C03667F-4572-B8F5-451D-2724729AC254}"/>
              </a:ext>
            </a:extLst>
          </p:cNvPr>
          <p:cNvSpPr>
            <a:spLocks noGrp="1"/>
          </p:cNvSpPr>
          <p:nvPr>
            <p:ph type="title"/>
          </p:nvPr>
        </p:nvSpPr>
        <p:spPr/>
        <p:txBody>
          <a:bodyPr/>
          <a:lstStyle/>
          <a:p>
            <a:pPr eaLnBrk="1" fontAlgn="auto" hangingPunct="1">
              <a:spcAft>
                <a:spcPts val="0"/>
              </a:spcAft>
              <a:defRPr/>
            </a:pPr>
            <a:r>
              <a:rPr lang="zh-CN" altLang="en-US" dirty="0"/>
              <a:t>极大似然估计</a:t>
            </a:r>
            <a:endParaRPr lang="zh-CN" altLang="en-US" dirty="0">
              <a:latin typeface="+mj-ea"/>
              <a:ea typeface="+mj-ea"/>
            </a:endParaRPr>
          </a:p>
        </p:txBody>
      </p:sp>
      <p:sp>
        <p:nvSpPr>
          <p:cNvPr id="36867" name="内容占位符 1">
            <a:extLst>
              <a:ext uri="{FF2B5EF4-FFF2-40B4-BE49-F238E27FC236}">
                <a16:creationId xmlns:a16="http://schemas.microsoft.com/office/drawing/2014/main" id="{8A60CC50-BCA6-BC9D-8CFD-39958D1B4F95}"/>
              </a:ext>
            </a:extLst>
          </p:cNvPr>
          <p:cNvSpPr>
            <a:spLocks noGrp="1"/>
          </p:cNvSpPr>
          <p:nvPr>
            <p:ph sz="quarter" idx="14"/>
          </p:nvPr>
        </p:nvSpPr>
        <p:spPr>
          <a:xfrm>
            <a:off x="174625" y="1041400"/>
            <a:ext cx="8969375" cy="5092700"/>
          </a:xfrm>
        </p:spPr>
        <p:txBody>
          <a:bodyPr/>
          <a:lstStyle/>
          <a:p>
            <a:pPr eaLnBrk="1" hangingPunct="1"/>
            <a:r>
              <a:rPr lang="zh-CN" altLang="en-US"/>
              <a:t>估计类条件概率的常用策略：先假定其具有某种确定的概率分布形式，再基于训练样本对概率分布参数估计。</a:t>
            </a:r>
            <a:endParaRPr lang="en-US" altLang="zh-CN"/>
          </a:p>
          <a:p>
            <a:pPr lvl="1" eaLnBrk="1" hangingPunct="1"/>
            <a:endParaRPr lang="zh-CN" altLang="en-US"/>
          </a:p>
          <a:p>
            <a:pPr eaLnBrk="1" hangingPunct="1"/>
            <a:r>
              <a:rPr lang="zh-CN" altLang="en-US"/>
              <a:t>记关于类别   的类条件概率为           ，</a:t>
            </a:r>
          </a:p>
          <a:p>
            <a:pPr lvl="1" eaLnBrk="1" hangingPunct="1"/>
            <a:r>
              <a:rPr lang="zh-CN" altLang="en-US"/>
              <a:t>假设           具有确定的形式并且被参数     唯一确定，我们的任务就是利用训练集    估计参数        </a:t>
            </a:r>
            <a:endParaRPr lang="en-US" altLang="zh-CN"/>
          </a:p>
          <a:p>
            <a:pPr eaLnBrk="1" hangingPunct="1"/>
            <a:endParaRPr lang="en-US" altLang="zh-CN"/>
          </a:p>
          <a:p>
            <a:pPr eaLnBrk="1" hangingPunct="1"/>
            <a:endParaRPr lang="en-US" altLang="zh-CN"/>
          </a:p>
          <a:p>
            <a:pPr eaLnBrk="1" hangingPunct="1"/>
            <a:endParaRPr lang="en-US" altLang="zh-CN"/>
          </a:p>
        </p:txBody>
      </p:sp>
      <p:graphicFrame>
        <p:nvGraphicFramePr>
          <p:cNvPr id="36868" name="Object 98">
            <a:extLst>
              <a:ext uri="{FF2B5EF4-FFF2-40B4-BE49-F238E27FC236}">
                <a16:creationId xmlns:a16="http://schemas.microsoft.com/office/drawing/2014/main" id="{B366FE6A-E27A-AD73-0021-4AB9D5A7B40B}"/>
              </a:ext>
            </a:extLst>
          </p:cNvPr>
          <p:cNvGraphicFramePr>
            <a:graphicFrameLocks noChangeAspect="1"/>
          </p:cNvGraphicFramePr>
          <p:nvPr/>
        </p:nvGraphicFramePr>
        <p:xfrm>
          <a:off x="2092325" y="2209800"/>
          <a:ext cx="188913" cy="314325"/>
        </p:xfrm>
        <a:graphic>
          <a:graphicData uri="http://schemas.openxmlformats.org/presentationml/2006/ole">
            <mc:AlternateContent xmlns:mc="http://schemas.openxmlformats.org/markup-compatibility/2006">
              <mc:Choice xmlns:v="urn:schemas-microsoft-com:vml" Requires="v">
                <p:oleObj name="Formula" r:id="rId3" imgW="71219" imgH="119546" progId="">
                  <p:embed/>
                </p:oleObj>
              </mc:Choice>
              <mc:Fallback>
                <p:oleObj name="Formula" r:id="rId3" imgW="71219" imgH="119546" progId="">
                  <p:embed/>
                  <p:pic>
                    <p:nvPicPr>
                      <p:cNvPr id="0" name="Object 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325" y="2209800"/>
                        <a:ext cx="1889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69" name="Object 99">
            <a:extLst>
              <a:ext uri="{FF2B5EF4-FFF2-40B4-BE49-F238E27FC236}">
                <a16:creationId xmlns:a16="http://schemas.microsoft.com/office/drawing/2014/main" id="{60190E72-2D74-06AB-0419-ED81960F5940}"/>
              </a:ext>
            </a:extLst>
          </p:cNvPr>
          <p:cNvGraphicFramePr>
            <a:graphicFrameLocks noChangeAspect="1"/>
          </p:cNvGraphicFramePr>
          <p:nvPr/>
        </p:nvGraphicFramePr>
        <p:xfrm>
          <a:off x="4341813" y="2184400"/>
          <a:ext cx="877887" cy="311150"/>
        </p:xfrm>
        <a:graphic>
          <a:graphicData uri="http://schemas.openxmlformats.org/presentationml/2006/ole">
            <mc:AlternateContent xmlns:mc="http://schemas.openxmlformats.org/markup-compatibility/2006">
              <mc:Choice xmlns:v="urn:schemas-microsoft-com:vml" Requires="v">
                <p:oleObj name="Formula" r:id="rId5" imgW="504190" imgH="177800" progId="">
                  <p:embed/>
                </p:oleObj>
              </mc:Choice>
              <mc:Fallback>
                <p:oleObj name="Formula" r:id="rId5" imgW="504190" imgH="177800" progId="">
                  <p:embed/>
                  <p:pic>
                    <p:nvPicPr>
                      <p:cNvPr id="0" name="Object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1813" y="2184400"/>
                        <a:ext cx="877887"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0" name="Object 100">
            <a:extLst>
              <a:ext uri="{FF2B5EF4-FFF2-40B4-BE49-F238E27FC236}">
                <a16:creationId xmlns:a16="http://schemas.microsoft.com/office/drawing/2014/main" id="{D59F1810-A719-E641-B2F8-8425B7134960}"/>
              </a:ext>
            </a:extLst>
          </p:cNvPr>
          <p:cNvGraphicFramePr>
            <a:graphicFrameLocks noChangeAspect="1"/>
          </p:cNvGraphicFramePr>
          <p:nvPr/>
        </p:nvGraphicFramePr>
        <p:xfrm>
          <a:off x="1552575" y="2536825"/>
          <a:ext cx="769938" cy="273050"/>
        </p:xfrm>
        <a:graphic>
          <a:graphicData uri="http://schemas.openxmlformats.org/presentationml/2006/ole">
            <mc:AlternateContent xmlns:mc="http://schemas.openxmlformats.org/markup-compatibility/2006">
              <mc:Choice xmlns:v="urn:schemas-microsoft-com:vml" Requires="v">
                <p:oleObj name="Formula" r:id="rId7" imgW="504190" imgH="177800" progId="">
                  <p:embed/>
                </p:oleObj>
              </mc:Choice>
              <mc:Fallback>
                <p:oleObj name="Formula" r:id="rId7" imgW="504190" imgH="177800" progId="">
                  <p:embed/>
                  <p:pic>
                    <p:nvPicPr>
                      <p:cNvPr id="0" name="Object 1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2575" y="2536825"/>
                        <a:ext cx="76993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1" name="Object 101">
            <a:extLst>
              <a:ext uri="{FF2B5EF4-FFF2-40B4-BE49-F238E27FC236}">
                <a16:creationId xmlns:a16="http://schemas.microsoft.com/office/drawing/2014/main" id="{601C918E-BC5D-84A5-DBC1-89D4E7B88A07}"/>
              </a:ext>
            </a:extLst>
          </p:cNvPr>
          <p:cNvGraphicFramePr>
            <a:graphicFrameLocks noChangeAspect="1"/>
          </p:cNvGraphicFramePr>
          <p:nvPr/>
        </p:nvGraphicFramePr>
        <p:xfrm>
          <a:off x="5618163" y="2536825"/>
          <a:ext cx="239712" cy="282575"/>
        </p:xfrm>
        <a:graphic>
          <a:graphicData uri="http://schemas.openxmlformats.org/presentationml/2006/ole">
            <mc:AlternateContent xmlns:mc="http://schemas.openxmlformats.org/markup-compatibility/2006">
              <mc:Choice xmlns:v="urn:schemas-microsoft-com:vml" Requires="v">
                <p:oleObj name="Formula" r:id="rId8" imgW="138430" imgH="158750" progId="">
                  <p:embed/>
                </p:oleObj>
              </mc:Choice>
              <mc:Fallback>
                <p:oleObj name="Formula" r:id="rId8" imgW="138430" imgH="158750" progId="">
                  <p:embed/>
                  <p:pic>
                    <p:nvPicPr>
                      <p:cNvPr id="0" name="Object 1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18163" y="2536825"/>
                        <a:ext cx="239712"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2" name="Object 102">
            <a:extLst>
              <a:ext uri="{FF2B5EF4-FFF2-40B4-BE49-F238E27FC236}">
                <a16:creationId xmlns:a16="http://schemas.microsoft.com/office/drawing/2014/main" id="{9C772615-DE22-FCD0-2ADA-AFCF5EC3AE0B}"/>
              </a:ext>
            </a:extLst>
          </p:cNvPr>
          <p:cNvGraphicFramePr>
            <a:graphicFrameLocks noChangeAspect="1"/>
          </p:cNvGraphicFramePr>
          <p:nvPr/>
        </p:nvGraphicFramePr>
        <p:xfrm>
          <a:off x="2322513" y="2852738"/>
          <a:ext cx="193675" cy="238125"/>
        </p:xfrm>
        <a:graphic>
          <a:graphicData uri="http://schemas.openxmlformats.org/presentationml/2006/ole">
            <mc:AlternateContent xmlns:mc="http://schemas.openxmlformats.org/markup-compatibility/2006">
              <mc:Choice xmlns:v="urn:schemas-microsoft-com:vml" Requires="v">
                <p:oleObj name="Formula" r:id="rId10" imgW="127177" imgH="155155" progId="">
                  <p:embed/>
                </p:oleObj>
              </mc:Choice>
              <mc:Fallback>
                <p:oleObj name="Formula" r:id="rId10" imgW="127177" imgH="155155" progId="">
                  <p:embed/>
                  <p:pic>
                    <p:nvPicPr>
                      <p:cNvPr id="0" name="Object 10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2513" y="2852738"/>
                        <a:ext cx="1936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3" name="Object 103">
            <a:extLst>
              <a:ext uri="{FF2B5EF4-FFF2-40B4-BE49-F238E27FC236}">
                <a16:creationId xmlns:a16="http://schemas.microsoft.com/office/drawing/2014/main" id="{62945C95-0D7C-7E3A-D2B3-ED48A1109B8A}"/>
              </a:ext>
            </a:extLst>
          </p:cNvPr>
          <p:cNvGraphicFramePr>
            <a:graphicFrameLocks noChangeAspect="1"/>
          </p:cNvGraphicFramePr>
          <p:nvPr/>
        </p:nvGraphicFramePr>
        <p:xfrm>
          <a:off x="3730625" y="2808288"/>
          <a:ext cx="239713" cy="282575"/>
        </p:xfrm>
        <a:graphic>
          <a:graphicData uri="http://schemas.openxmlformats.org/presentationml/2006/ole">
            <mc:AlternateContent xmlns:mc="http://schemas.openxmlformats.org/markup-compatibility/2006">
              <mc:Choice xmlns:v="urn:schemas-microsoft-com:vml" Requires="v">
                <p:oleObj name="Formula" r:id="rId12" imgW="138430" imgH="158750" progId="">
                  <p:embed/>
                </p:oleObj>
              </mc:Choice>
              <mc:Fallback>
                <p:oleObj name="Formula" r:id="rId12" imgW="138430" imgH="158750" progId="">
                  <p:embed/>
                  <p:pic>
                    <p:nvPicPr>
                      <p:cNvPr id="0" name="Object 10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0625" y="2808288"/>
                        <a:ext cx="239713"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4" name="对象 1">
            <a:extLst>
              <a:ext uri="{FF2B5EF4-FFF2-40B4-BE49-F238E27FC236}">
                <a16:creationId xmlns:a16="http://schemas.microsoft.com/office/drawing/2014/main" id="{8465E744-6EC2-3794-2F4B-85AE11BC7BCD}"/>
              </a:ext>
            </a:extLst>
          </p:cNvPr>
          <p:cNvGraphicFramePr>
            <a:graphicFrameLocks noChangeAspect="1"/>
          </p:cNvGraphicFramePr>
          <p:nvPr/>
        </p:nvGraphicFramePr>
        <p:xfrm>
          <a:off x="2754313" y="3176588"/>
          <a:ext cx="2655887" cy="503237"/>
        </p:xfrm>
        <a:graphic>
          <a:graphicData uri="http://schemas.openxmlformats.org/presentationml/2006/ole">
            <mc:AlternateContent xmlns:mc="http://schemas.openxmlformats.org/markup-compatibility/2006">
              <mc:Choice xmlns:v="urn:schemas-microsoft-com:vml" Requires="v">
                <p:oleObj name="Equation" r:id="rId13" imgW="1206500" imgH="228600" progId="Equation.DSMT4">
                  <p:embed/>
                </p:oleObj>
              </mc:Choice>
              <mc:Fallback>
                <p:oleObj name="Equation" r:id="rId13" imgW="1206500" imgH="228600" progId="Equation.DSMT4">
                  <p:embed/>
                  <p:pic>
                    <p:nvPicPr>
                      <p:cNvPr id="0" name="对象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54313" y="3176588"/>
                        <a:ext cx="265588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6A8B9DB-A650-1CC8-16BB-CD0F5CA08178}"/>
              </a:ext>
            </a:extLst>
          </p:cNvPr>
          <p:cNvSpPr>
            <a:spLocks noGrp="1"/>
          </p:cNvSpPr>
          <p:nvPr>
            <p:ph type="title"/>
          </p:nvPr>
        </p:nvSpPr>
        <p:spPr/>
        <p:txBody>
          <a:bodyPr/>
          <a:lstStyle/>
          <a:p>
            <a:pPr eaLnBrk="1" fontAlgn="auto" hangingPunct="1">
              <a:spcAft>
                <a:spcPts val="0"/>
              </a:spcAft>
              <a:defRPr/>
            </a:pPr>
            <a:r>
              <a:rPr lang="zh-CN" altLang="en-US" dirty="0"/>
              <a:t>极大似然估计</a:t>
            </a:r>
            <a:endParaRPr lang="zh-CN" altLang="en-US" dirty="0">
              <a:latin typeface="+mj-ea"/>
              <a:ea typeface="+mj-ea"/>
            </a:endParaRPr>
          </a:p>
        </p:txBody>
      </p:sp>
      <p:sp>
        <p:nvSpPr>
          <p:cNvPr id="38915" name="内容占位符 1">
            <a:extLst>
              <a:ext uri="{FF2B5EF4-FFF2-40B4-BE49-F238E27FC236}">
                <a16:creationId xmlns:a16="http://schemas.microsoft.com/office/drawing/2014/main" id="{365DE22F-0F8F-C219-0A51-EBC09A62A8F2}"/>
              </a:ext>
            </a:extLst>
          </p:cNvPr>
          <p:cNvSpPr>
            <a:spLocks noGrp="1"/>
          </p:cNvSpPr>
          <p:nvPr>
            <p:ph sz="quarter" idx="14"/>
          </p:nvPr>
        </p:nvSpPr>
        <p:spPr>
          <a:xfrm>
            <a:off x="174625" y="1041400"/>
            <a:ext cx="8969375" cy="5092700"/>
          </a:xfrm>
        </p:spPr>
        <p:txBody>
          <a:bodyPr/>
          <a:lstStyle/>
          <a:p>
            <a:pPr eaLnBrk="1" hangingPunct="1"/>
            <a:r>
              <a:rPr lang="zh-CN" altLang="en-US"/>
              <a:t>估计类条件概率的常用策略：先假定其具有某种确定的概率分布形式，再基于训练样本对概率分布参数估计。</a:t>
            </a:r>
            <a:endParaRPr lang="en-US" altLang="zh-CN"/>
          </a:p>
          <a:p>
            <a:pPr lvl="1" eaLnBrk="1" hangingPunct="1"/>
            <a:endParaRPr lang="zh-CN" altLang="en-US"/>
          </a:p>
          <a:p>
            <a:pPr eaLnBrk="1" hangingPunct="1"/>
            <a:r>
              <a:rPr lang="zh-CN" altLang="en-US"/>
              <a:t>记关于类别   的类条件概率为           ，</a:t>
            </a:r>
          </a:p>
          <a:p>
            <a:pPr lvl="1" eaLnBrk="1" hangingPunct="1"/>
            <a:r>
              <a:rPr lang="zh-CN" altLang="en-US"/>
              <a:t>假设           具有确定的形式被参数     唯一确定，我们的任务就是利用训练集    估计参数        </a:t>
            </a:r>
            <a:endParaRPr lang="en-US" altLang="zh-CN"/>
          </a:p>
          <a:p>
            <a:pPr eaLnBrk="1" hangingPunct="1"/>
            <a:endParaRPr lang="en-US" altLang="zh-CN"/>
          </a:p>
          <a:p>
            <a:pPr eaLnBrk="1" hangingPunct="1"/>
            <a:r>
              <a:rPr lang="zh-CN" altLang="en-US"/>
              <a:t>概率模型的训练过程就是参数估计过程，统计学界的两个学派提供了不同的方案：</a:t>
            </a:r>
            <a:endParaRPr lang="en-US" altLang="zh-CN"/>
          </a:p>
          <a:p>
            <a:pPr lvl="1" eaLnBrk="1" hangingPunct="1"/>
            <a:r>
              <a:rPr lang="zh-CN" altLang="en-US"/>
              <a:t>频率主义学派</a:t>
            </a:r>
            <a:r>
              <a:rPr lang="en-US" altLang="zh-CN"/>
              <a:t> (frequentist)</a:t>
            </a:r>
            <a:r>
              <a:rPr lang="zh-CN" altLang="en-US"/>
              <a:t>认为参数虽然未知，但却存在客观值，因此可通过优化似然函数等准则来确定参数值</a:t>
            </a:r>
            <a:r>
              <a:rPr lang="en-US" altLang="zh-CN"/>
              <a:t>;</a:t>
            </a:r>
          </a:p>
          <a:p>
            <a:pPr lvl="1" eaLnBrk="1" hangingPunct="1"/>
            <a:r>
              <a:rPr lang="zh-CN" altLang="en-US"/>
              <a:t>贝叶斯学派</a:t>
            </a:r>
            <a:r>
              <a:rPr lang="en-US" altLang="zh-CN"/>
              <a:t> (Bayesian)</a:t>
            </a:r>
            <a:r>
              <a:rPr lang="zh-CN" altLang="en-US"/>
              <a:t>认为参数是未观察到的随机变量、其本身也可有分布，因此可假定参数服从一个先验分布，然后基于观测到的数据计算参数的后验分布。</a:t>
            </a:r>
            <a:endParaRPr lang="en-US" altLang="zh-CN"/>
          </a:p>
          <a:p>
            <a:pPr eaLnBrk="1" hangingPunct="1"/>
            <a:endParaRPr lang="en-US" altLang="zh-CN"/>
          </a:p>
          <a:p>
            <a:pPr eaLnBrk="1" hangingPunct="1"/>
            <a:endParaRPr lang="en-US" altLang="zh-CN"/>
          </a:p>
        </p:txBody>
      </p:sp>
      <p:graphicFrame>
        <p:nvGraphicFramePr>
          <p:cNvPr id="38916" name="Object 709">
            <a:extLst>
              <a:ext uri="{FF2B5EF4-FFF2-40B4-BE49-F238E27FC236}">
                <a16:creationId xmlns:a16="http://schemas.microsoft.com/office/drawing/2014/main" id="{DA833B08-FAA0-A066-3C94-20E96D7D2DAE}"/>
              </a:ext>
            </a:extLst>
          </p:cNvPr>
          <p:cNvGraphicFramePr>
            <a:graphicFrameLocks noChangeAspect="1"/>
          </p:cNvGraphicFramePr>
          <p:nvPr/>
        </p:nvGraphicFramePr>
        <p:xfrm>
          <a:off x="2092325" y="2209800"/>
          <a:ext cx="188913" cy="314325"/>
        </p:xfrm>
        <a:graphic>
          <a:graphicData uri="http://schemas.openxmlformats.org/presentationml/2006/ole">
            <mc:AlternateContent xmlns:mc="http://schemas.openxmlformats.org/markup-compatibility/2006">
              <mc:Choice xmlns:v="urn:schemas-microsoft-com:vml" Requires="v">
                <p:oleObj name="Formula" r:id="rId3" imgW="71219" imgH="119546" progId="">
                  <p:embed/>
                </p:oleObj>
              </mc:Choice>
              <mc:Fallback>
                <p:oleObj name="Formula" r:id="rId3" imgW="71219" imgH="119546" progId="">
                  <p:embed/>
                  <p:pic>
                    <p:nvPicPr>
                      <p:cNvPr id="0" name="Object 7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325" y="2209800"/>
                        <a:ext cx="1889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7" name="Object 710">
            <a:extLst>
              <a:ext uri="{FF2B5EF4-FFF2-40B4-BE49-F238E27FC236}">
                <a16:creationId xmlns:a16="http://schemas.microsoft.com/office/drawing/2014/main" id="{5105261A-9825-2846-FDC8-5A30D5B4C0F1}"/>
              </a:ext>
            </a:extLst>
          </p:cNvPr>
          <p:cNvGraphicFramePr>
            <a:graphicFrameLocks noChangeAspect="1"/>
          </p:cNvGraphicFramePr>
          <p:nvPr/>
        </p:nvGraphicFramePr>
        <p:xfrm>
          <a:off x="4341813" y="2184400"/>
          <a:ext cx="877887" cy="311150"/>
        </p:xfrm>
        <a:graphic>
          <a:graphicData uri="http://schemas.openxmlformats.org/presentationml/2006/ole">
            <mc:AlternateContent xmlns:mc="http://schemas.openxmlformats.org/markup-compatibility/2006">
              <mc:Choice xmlns:v="urn:schemas-microsoft-com:vml" Requires="v">
                <p:oleObj name="Formula" r:id="rId5" imgW="504190" imgH="177800" progId="">
                  <p:embed/>
                </p:oleObj>
              </mc:Choice>
              <mc:Fallback>
                <p:oleObj name="Formula" r:id="rId5" imgW="504190" imgH="177800" progId="">
                  <p:embed/>
                  <p:pic>
                    <p:nvPicPr>
                      <p:cNvPr id="0" name="Object 7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1813" y="2184400"/>
                        <a:ext cx="877887"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8" name="Object 711">
            <a:extLst>
              <a:ext uri="{FF2B5EF4-FFF2-40B4-BE49-F238E27FC236}">
                <a16:creationId xmlns:a16="http://schemas.microsoft.com/office/drawing/2014/main" id="{9EBB7351-DBBC-D353-4D1C-E7CC3510651F}"/>
              </a:ext>
            </a:extLst>
          </p:cNvPr>
          <p:cNvGraphicFramePr>
            <a:graphicFrameLocks noChangeAspect="1"/>
          </p:cNvGraphicFramePr>
          <p:nvPr/>
        </p:nvGraphicFramePr>
        <p:xfrm>
          <a:off x="1552575" y="2536825"/>
          <a:ext cx="769938" cy="273050"/>
        </p:xfrm>
        <a:graphic>
          <a:graphicData uri="http://schemas.openxmlformats.org/presentationml/2006/ole">
            <mc:AlternateContent xmlns:mc="http://schemas.openxmlformats.org/markup-compatibility/2006">
              <mc:Choice xmlns:v="urn:schemas-microsoft-com:vml" Requires="v">
                <p:oleObj name="Formula" r:id="rId7" imgW="504190" imgH="177800" progId="">
                  <p:embed/>
                </p:oleObj>
              </mc:Choice>
              <mc:Fallback>
                <p:oleObj name="Formula" r:id="rId7" imgW="504190" imgH="177800" progId="">
                  <p:embed/>
                  <p:pic>
                    <p:nvPicPr>
                      <p:cNvPr id="0" name="Object 7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2575" y="2536825"/>
                        <a:ext cx="76993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9" name="Object 712">
            <a:extLst>
              <a:ext uri="{FF2B5EF4-FFF2-40B4-BE49-F238E27FC236}">
                <a16:creationId xmlns:a16="http://schemas.microsoft.com/office/drawing/2014/main" id="{B51C343D-0F41-6863-4BF9-0936CF3F359C}"/>
              </a:ext>
            </a:extLst>
          </p:cNvPr>
          <p:cNvGraphicFramePr>
            <a:graphicFrameLocks noChangeAspect="1"/>
          </p:cNvGraphicFramePr>
          <p:nvPr/>
        </p:nvGraphicFramePr>
        <p:xfrm>
          <a:off x="5067300" y="2525713"/>
          <a:ext cx="239713" cy="282575"/>
        </p:xfrm>
        <a:graphic>
          <a:graphicData uri="http://schemas.openxmlformats.org/presentationml/2006/ole">
            <mc:AlternateContent xmlns:mc="http://schemas.openxmlformats.org/markup-compatibility/2006">
              <mc:Choice xmlns:v="urn:schemas-microsoft-com:vml" Requires="v">
                <p:oleObj name="Formula" r:id="rId8" imgW="138430" imgH="158750" progId="">
                  <p:embed/>
                </p:oleObj>
              </mc:Choice>
              <mc:Fallback>
                <p:oleObj name="Formula" r:id="rId8" imgW="138430" imgH="158750" progId="">
                  <p:embed/>
                  <p:pic>
                    <p:nvPicPr>
                      <p:cNvPr id="0" name="Object 7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7300" y="2525713"/>
                        <a:ext cx="239713"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0" name="Object 713">
            <a:extLst>
              <a:ext uri="{FF2B5EF4-FFF2-40B4-BE49-F238E27FC236}">
                <a16:creationId xmlns:a16="http://schemas.microsoft.com/office/drawing/2014/main" id="{834B086B-BCEE-4145-513A-F89B365AF83F}"/>
              </a:ext>
            </a:extLst>
          </p:cNvPr>
          <p:cNvGraphicFramePr>
            <a:graphicFrameLocks noChangeAspect="1"/>
          </p:cNvGraphicFramePr>
          <p:nvPr/>
        </p:nvGraphicFramePr>
        <p:xfrm>
          <a:off x="1798638" y="2830513"/>
          <a:ext cx="193675" cy="238125"/>
        </p:xfrm>
        <a:graphic>
          <a:graphicData uri="http://schemas.openxmlformats.org/presentationml/2006/ole">
            <mc:AlternateContent xmlns:mc="http://schemas.openxmlformats.org/markup-compatibility/2006">
              <mc:Choice xmlns:v="urn:schemas-microsoft-com:vml" Requires="v">
                <p:oleObj name="Formula" r:id="rId10" imgW="127177" imgH="155155" progId="">
                  <p:embed/>
                </p:oleObj>
              </mc:Choice>
              <mc:Fallback>
                <p:oleObj name="Formula" r:id="rId10" imgW="127177" imgH="155155" progId="">
                  <p:embed/>
                  <p:pic>
                    <p:nvPicPr>
                      <p:cNvPr id="0" name="Object 7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8638" y="2830513"/>
                        <a:ext cx="1936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1" name="Object 714">
            <a:extLst>
              <a:ext uri="{FF2B5EF4-FFF2-40B4-BE49-F238E27FC236}">
                <a16:creationId xmlns:a16="http://schemas.microsoft.com/office/drawing/2014/main" id="{3DCD7773-3920-76C9-7FEF-DC5C2D0F0D3B}"/>
              </a:ext>
            </a:extLst>
          </p:cNvPr>
          <p:cNvGraphicFramePr>
            <a:graphicFrameLocks noChangeAspect="1"/>
          </p:cNvGraphicFramePr>
          <p:nvPr/>
        </p:nvGraphicFramePr>
        <p:xfrm>
          <a:off x="3167063" y="2808288"/>
          <a:ext cx="239712" cy="282575"/>
        </p:xfrm>
        <a:graphic>
          <a:graphicData uri="http://schemas.openxmlformats.org/presentationml/2006/ole">
            <mc:AlternateContent xmlns:mc="http://schemas.openxmlformats.org/markup-compatibility/2006">
              <mc:Choice xmlns:v="urn:schemas-microsoft-com:vml" Requires="v">
                <p:oleObj name="Formula" r:id="rId12" imgW="138430" imgH="158750" progId="">
                  <p:embed/>
                </p:oleObj>
              </mc:Choice>
              <mc:Fallback>
                <p:oleObj name="Formula" r:id="rId12" imgW="138430" imgH="158750" progId="">
                  <p:embed/>
                  <p:pic>
                    <p:nvPicPr>
                      <p:cNvPr id="0" name="Object 7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67063" y="2808288"/>
                        <a:ext cx="239712"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2" name="对象 11">
            <a:extLst>
              <a:ext uri="{FF2B5EF4-FFF2-40B4-BE49-F238E27FC236}">
                <a16:creationId xmlns:a16="http://schemas.microsoft.com/office/drawing/2014/main" id="{6D1AF129-9480-DFF5-C172-44A8833E8FAB}"/>
              </a:ext>
            </a:extLst>
          </p:cNvPr>
          <p:cNvGraphicFramePr>
            <a:graphicFrameLocks noChangeAspect="1"/>
          </p:cNvGraphicFramePr>
          <p:nvPr/>
        </p:nvGraphicFramePr>
        <p:xfrm>
          <a:off x="3167063" y="3094038"/>
          <a:ext cx="2655887" cy="503237"/>
        </p:xfrm>
        <a:graphic>
          <a:graphicData uri="http://schemas.openxmlformats.org/presentationml/2006/ole">
            <mc:AlternateContent xmlns:mc="http://schemas.openxmlformats.org/markup-compatibility/2006">
              <mc:Choice xmlns:v="urn:schemas-microsoft-com:vml" Requires="v">
                <p:oleObj name="Equation" r:id="rId13" imgW="1206500" imgH="228600" progId="Equation.DSMT4">
                  <p:embed/>
                </p:oleObj>
              </mc:Choice>
              <mc:Fallback>
                <p:oleObj name="Equation" r:id="rId13" imgW="1206500" imgH="228600" progId="Equation.DSMT4">
                  <p:embed/>
                  <p:pic>
                    <p:nvPicPr>
                      <p:cNvPr id="0"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67063" y="3094038"/>
                        <a:ext cx="265588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图片 21">
            <a:extLst>
              <a:ext uri="{FF2B5EF4-FFF2-40B4-BE49-F238E27FC236}">
                <a16:creationId xmlns:a16="http://schemas.microsoft.com/office/drawing/2014/main" id="{9AFA4269-7097-EC4C-7A16-54915E67F1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23900"/>
            <a:ext cx="9144000" cy="61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任意多边形 1">
            <a:extLst>
              <a:ext uri="{FF2B5EF4-FFF2-40B4-BE49-F238E27FC236}">
                <a16:creationId xmlns:a16="http://schemas.microsoft.com/office/drawing/2014/main" id="{4C02D0DC-80C7-1ACF-00F5-8ADB3A210031}"/>
              </a:ext>
            </a:extLst>
          </p:cNvPr>
          <p:cNvSpPr/>
          <p:nvPr/>
        </p:nvSpPr>
        <p:spPr>
          <a:xfrm>
            <a:off x="4719638" y="2713038"/>
            <a:ext cx="3417887" cy="0"/>
          </a:xfrm>
          <a:custGeom>
            <a:avLst/>
            <a:gdLst/>
            <a:ahLst/>
            <a:cxnLst/>
            <a:rect l="0" t="0" r="0" b="0"/>
            <a:pathLst>
              <a:path w="3417374" h="1">
                <a:moveTo>
                  <a:pt x="0" y="0"/>
                </a:moveTo>
                <a:lnTo>
                  <a:pt x="3417373"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 name="任意多边形 2">
            <a:extLst>
              <a:ext uri="{FF2B5EF4-FFF2-40B4-BE49-F238E27FC236}">
                <a16:creationId xmlns:a16="http://schemas.microsoft.com/office/drawing/2014/main" id="{4452B00C-AFC6-769E-2D15-A66C56839260}"/>
              </a:ext>
            </a:extLst>
          </p:cNvPr>
          <p:cNvSpPr/>
          <p:nvPr/>
        </p:nvSpPr>
        <p:spPr>
          <a:xfrm>
            <a:off x="2736850" y="4484688"/>
            <a:ext cx="1543050" cy="0"/>
          </a:xfrm>
          <a:custGeom>
            <a:avLst/>
            <a:gdLst/>
            <a:ahLst/>
            <a:cxnLst/>
            <a:rect l="0" t="0" r="0" b="0"/>
            <a:pathLst>
              <a:path w="1542021" h="1">
                <a:moveTo>
                  <a:pt x="0" y="0"/>
                </a:moveTo>
                <a:lnTo>
                  <a:pt x="1542020"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3" name="TextBox 32">
            <a:extLst>
              <a:ext uri="{FF2B5EF4-FFF2-40B4-BE49-F238E27FC236}">
                <a16:creationId xmlns:a16="http://schemas.microsoft.com/office/drawing/2014/main" id="{C3E6E479-540F-08BD-3D88-425476A0D8CE}"/>
              </a:ext>
            </a:extLst>
          </p:cNvPr>
          <p:cNvSpPr txBox="1"/>
          <p:nvPr/>
        </p:nvSpPr>
        <p:spPr>
          <a:xfrm>
            <a:off x="219075" y="1196975"/>
            <a:ext cx="8674100" cy="4668838"/>
          </a:xfrm>
          <a:prstGeom prst="rect">
            <a:avLst/>
          </a:prstGeom>
          <a:noFill/>
        </p:spPr>
        <p:txBody>
          <a:bodyPr lIns="0" tIns="0" rIns="0" bIns="0">
            <a:spAutoFit/>
          </a:bodyPr>
          <a:lstStyle/>
          <a:p>
            <a:pPr eaLnBrk="1" fontAlgn="auto" hangingPunct="1">
              <a:lnSpc>
                <a:spcPct val="160000"/>
              </a:lnSpc>
              <a:tabLst>
                <a:tab pos="673100" algn="l"/>
                <a:tab pos="3086100" algn="l"/>
              </a:tabLst>
              <a:defRPr/>
            </a:pPr>
            <a:r>
              <a:rPr lang="zh-CN" altLang="en-US" sz="2196" dirty="0">
                <a:solidFill>
                  <a:srgbClr val="000000"/>
                </a:solidFill>
                <a:latin typeface="微软雅黑"/>
              </a:rPr>
              <a:t>设总体的概率密度函数</a:t>
            </a:r>
            <a:r>
              <a:rPr lang="en-US" altLang="zh-CN" sz="2196" dirty="0">
                <a:solidFill>
                  <a:srgbClr val="000000"/>
                </a:solidFill>
                <a:latin typeface="微软雅黑"/>
              </a:rPr>
              <a:t>(</a:t>
            </a:r>
            <a:r>
              <a:rPr lang="zh-CN" altLang="en-US" sz="2196" dirty="0">
                <a:solidFill>
                  <a:srgbClr val="000000"/>
                </a:solidFill>
                <a:latin typeface="微软雅黑"/>
              </a:rPr>
              <a:t>或分布律</a:t>
            </a:r>
            <a:r>
              <a:rPr lang="en-US" altLang="zh-CN" sz="2196" dirty="0">
                <a:solidFill>
                  <a:srgbClr val="000000"/>
                </a:solidFill>
                <a:latin typeface="微软雅黑"/>
              </a:rPr>
              <a:t>)</a:t>
            </a:r>
            <a:r>
              <a:rPr lang="zh-CN" altLang="en-US" sz="2196" dirty="0">
                <a:solidFill>
                  <a:srgbClr val="000000"/>
                </a:solidFill>
                <a:latin typeface="微软雅黑"/>
              </a:rPr>
              <a:t>为                        ，                为从该总体中抽出的样本。因为                   相互独立且同分布，它们的联合概率密度函数（或联合概率）为：</a:t>
            </a:r>
            <a:endParaRPr lang="en-US" altLang="zh-CN" sz="2196" dirty="0">
              <a:solidFill>
                <a:srgbClr val="000000"/>
              </a:solidFill>
              <a:latin typeface="微软雅黑"/>
            </a:endParaRPr>
          </a:p>
          <a:p>
            <a:pPr eaLnBrk="1" fontAlgn="auto" hangingPunct="1">
              <a:lnSpc>
                <a:spcPct val="160000"/>
              </a:lnSpc>
              <a:tabLst>
                <a:tab pos="673100" algn="l"/>
                <a:tab pos="3086100" algn="l"/>
              </a:tabLst>
              <a:defRPr/>
            </a:pPr>
            <a:r>
              <a:rPr lang="en-US" altLang="zh-CN" sz="2196" dirty="0">
                <a:solidFill>
                  <a:srgbClr val="000000"/>
                </a:solidFill>
                <a:latin typeface="微软雅黑"/>
              </a:rPr>
              <a:t>    </a:t>
            </a:r>
          </a:p>
          <a:p>
            <a:pPr eaLnBrk="1" fontAlgn="auto" hangingPunct="1">
              <a:lnSpc>
                <a:spcPct val="160000"/>
              </a:lnSpc>
              <a:tabLst>
                <a:tab pos="673100" algn="l"/>
                <a:tab pos="3086100" algn="l"/>
              </a:tabLst>
              <a:defRPr/>
            </a:pPr>
            <a:r>
              <a:rPr lang="zh-CN" altLang="en-US" sz="2196" dirty="0">
                <a:solidFill>
                  <a:srgbClr val="000000"/>
                </a:solidFill>
                <a:latin typeface="微软雅黑"/>
              </a:rPr>
              <a:t>其中，                 被看作固定但是未知的参数。</a:t>
            </a:r>
            <a:endParaRPr lang="en-US" altLang="zh-CN" sz="2196" dirty="0">
              <a:solidFill>
                <a:srgbClr val="000000"/>
              </a:solidFill>
              <a:latin typeface="微软雅黑"/>
            </a:endParaRPr>
          </a:p>
          <a:p>
            <a:pPr eaLnBrk="1" fontAlgn="auto" hangingPunct="1">
              <a:lnSpc>
                <a:spcPct val="150000"/>
              </a:lnSpc>
              <a:tabLst>
                <a:tab pos="673100" algn="l"/>
                <a:tab pos="3086100" algn="l"/>
              </a:tabLst>
              <a:defRPr/>
            </a:pPr>
            <a:r>
              <a:rPr lang="zh-CN" altLang="en-US" sz="2196" dirty="0">
                <a:solidFill>
                  <a:srgbClr val="000000"/>
                </a:solidFill>
                <a:latin typeface="微软雅黑"/>
              </a:rPr>
              <a:t>当我们已经观测到一组样本观测值                    时， 要去估计未知参数，一种直观的想法就是，哪一组</a:t>
            </a:r>
            <a:r>
              <a:rPr lang="zh-CN" altLang="en-US" sz="2196" b="1" dirty="0">
                <a:solidFill>
                  <a:srgbClr val="000000"/>
                </a:solidFill>
                <a:latin typeface="微软雅黑"/>
              </a:rPr>
              <a:t>参数值使得现在的样本观测值出现的概率最大</a:t>
            </a:r>
            <a:r>
              <a:rPr lang="zh-CN" altLang="en-US" sz="2196" dirty="0">
                <a:solidFill>
                  <a:srgbClr val="000000"/>
                </a:solidFill>
                <a:latin typeface="微软雅黑"/>
              </a:rPr>
              <a:t>，哪一组参数可能就是真正的参数， 我们就用它作为参数的估计值，这就是所谓的极大似然估计。</a:t>
            </a:r>
          </a:p>
        </p:txBody>
      </p:sp>
      <p:sp>
        <p:nvSpPr>
          <p:cNvPr id="40966" name="灯片编号占位符 10">
            <a:extLst>
              <a:ext uri="{FF2B5EF4-FFF2-40B4-BE49-F238E27FC236}">
                <a16:creationId xmlns:a16="http://schemas.microsoft.com/office/drawing/2014/main" id="{967CAD7F-C4DB-3E40-4B62-F4868DF61A83}"/>
              </a:ext>
            </a:extLst>
          </p:cNvPr>
          <p:cNvSpPr>
            <a:spLocks noGrp="1" noChangeArrowheads="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gn="r" eaLnBrk="1" hangingPunct="1">
              <a:lnSpc>
                <a:spcPct val="100000"/>
              </a:lnSpc>
              <a:spcBef>
                <a:spcPct val="0"/>
              </a:spcBef>
              <a:buClrTx/>
              <a:buSzTx/>
              <a:buFontTx/>
              <a:buNone/>
            </a:pPr>
            <a:fld id="{068E9CAB-AD9A-4ED9-8DEB-49225ECECDC2}" type="slidenum">
              <a:rPr lang="zh-CN" altLang="en-US" sz="1200">
                <a:solidFill>
                  <a:srgbClr val="898989"/>
                </a:solidFill>
              </a:rPr>
              <a:pPr algn="r" eaLnBrk="1" hangingPunct="1">
                <a:lnSpc>
                  <a:spcPct val="100000"/>
                </a:lnSpc>
                <a:spcBef>
                  <a:spcPct val="0"/>
                </a:spcBef>
                <a:buClrTx/>
                <a:buSzTx/>
                <a:buFontTx/>
                <a:buNone/>
              </a:pPr>
              <a:t>21</a:t>
            </a:fld>
            <a:endParaRPr lang="zh-CN" altLang="en-US" sz="1200">
              <a:solidFill>
                <a:srgbClr val="898989"/>
              </a:solidFill>
            </a:endParaRPr>
          </a:p>
        </p:txBody>
      </p:sp>
      <p:graphicFrame>
        <p:nvGraphicFramePr>
          <p:cNvPr id="40967" name="对象 11">
            <a:extLst>
              <a:ext uri="{FF2B5EF4-FFF2-40B4-BE49-F238E27FC236}">
                <a16:creationId xmlns:a16="http://schemas.microsoft.com/office/drawing/2014/main" id="{D8D4615A-E5B0-93E7-2185-15558B0A0D10}"/>
              </a:ext>
            </a:extLst>
          </p:cNvPr>
          <p:cNvGraphicFramePr>
            <a:graphicFrameLocks noChangeAspect="1"/>
          </p:cNvGraphicFramePr>
          <p:nvPr/>
        </p:nvGraphicFramePr>
        <p:xfrm>
          <a:off x="4541838" y="1271588"/>
          <a:ext cx="2084387" cy="417512"/>
        </p:xfrm>
        <a:graphic>
          <a:graphicData uri="http://schemas.openxmlformats.org/presentationml/2006/ole">
            <mc:AlternateContent xmlns:mc="http://schemas.openxmlformats.org/markup-compatibility/2006">
              <mc:Choice xmlns:v="urn:schemas-microsoft-com:vml" Requires="v">
                <p:oleObj name="Equation" r:id="rId4" imgW="1143000" imgH="228600" progId="Equation.DSMT4">
                  <p:embed/>
                </p:oleObj>
              </mc:Choice>
              <mc:Fallback>
                <p:oleObj name="Equation" r:id="rId4" imgW="1143000" imgH="228600" progId="Equation.DSMT4">
                  <p:embed/>
                  <p:pic>
                    <p:nvPicPr>
                      <p:cNvPr id="0"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1838" y="1271588"/>
                        <a:ext cx="208438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8" name="对象 12">
            <a:extLst>
              <a:ext uri="{FF2B5EF4-FFF2-40B4-BE49-F238E27FC236}">
                <a16:creationId xmlns:a16="http://schemas.microsoft.com/office/drawing/2014/main" id="{BFBF4E46-1683-BF4F-93A1-96338C30048E}"/>
              </a:ext>
            </a:extLst>
          </p:cNvPr>
          <p:cNvGraphicFramePr>
            <a:graphicFrameLocks noChangeAspect="1"/>
          </p:cNvGraphicFramePr>
          <p:nvPr/>
        </p:nvGraphicFramePr>
        <p:xfrm>
          <a:off x="6626225" y="1266825"/>
          <a:ext cx="1644650" cy="442913"/>
        </p:xfrm>
        <a:graphic>
          <a:graphicData uri="http://schemas.openxmlformats.org/presentationml/2006/ole">
            <mc:AlternateContent xmlns:mc="http://schemas.openxmlformats.org/markup-compatibility/2006">
              <mc:Choice xmlns:v="urn:schemas-microsoft-com:vml" Requires="v">
                <p:oleObj name="Equation" r:id="rId6" imgW="736600" imgH="228600" progId="Equation.DSMT4">
                  <p:embed/>
                </p:oleObj>
              </mc:Choice>
              <mc:Fallback>
                <p:oleObj name="Equation" r:id="rId6" imgW="736600" imgH="228600" progId="Equation.DSMT4">
                  <p:embed/>
                  <p:pic>
                    <p:nvPicPr>
                      <p:cNvPr id="0"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6225" y="1266825"/>
                        <a:ext cx="164465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9" name="对象 14">
            <a:extLst>
              <a:ext uri="{FF2B5EF4-FFF2-40B4-BE49-F238E27FC236}">
                <a16:creationId xmlns:a16="http://schemas.microsoft.com/office/drawing/2014/main" id="{870D1FE4-F920-5DB1-118B-3A5AD7970494}"/>
              </a:ext>
            </a:extLst>
          </p:cNvPr>
          <p:cNvGraphicFramePr>
            <a:graphicFrameLocks noChangeAspect="1"/>
          </p:cNvGraphicFramePr>
          <p:nvPr/>
        </p:nvGraphicFramePr>
        <p:xfrm>
          <a:off x="3508375" y="1790700"/>
          <a:ext cx="1590675" cy="447675"/>
        </p:xfrm>
        <a:graphic>
          <a:graphicData uri="http://schemas.openxmlformats.org/presentationml/2006/ole">
            <mc:AlternateContent xmlns:mc="http://schemas.openxmlformats.org/markup-compatibility/2006">
              <mc:Choice xmlns:v="urn:schemas-microsoft-com:vml" Requires="v">
                <p:oleObj name="Equation" r:id="rId8" imgW="736600" imgH="228600" progId="Equation.DSMT4">
                  <p:embed/>
                </p:oleObj>
              </mc:Choice>
              <mc:Fallback>
                <p:oleObj name="Equation" r:id="rId8" imgW="736600" imgH="228600" progId="Equation.DSMT4">
                  <p:embed/>
                  <p:pic>
                    <p:nvPicPr>
                      <p:cNvPr id="0" name="对象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8375" y="1790700"/>
                        <a:ext cx="15906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0" name="对象 15">
            <a:extLst>
              <a:ext uri="{FF2B5EF4-FFF2-40B4-BE49-F238E27FC236}">
                <a16:creationId xmlns:a16="http://schemas.microsoft.com/office/drawing/2014/main" id="{94F7B353-6E93-68E2-5997-79CFAC69BD97}"/>
              </a:ext>
            </a:extLst>
          </p:cNvPr>
          <p:cNvGraphicFramePr>
            <a:graphicFrameLocks noChangeAspect="1"/>
          </p:cNvGraphicFramePr>
          <p:nvPr/>
        </p:nvGraphicFramePr>
        <p:xfrm>
          <a:off x="1214438" y="2597150"/>
          <a:ext cx="6670675" cy="893763"/>
        </p:xfrm>
        <a:graphic>
          <a:graphicData uri="http://schemas.openxmlformats.org/presentationml/2006/ole">
            <mc:AlternateContent xmlns:mc="http://schemas.openxmlformats.org/markup-compatibility/2006">
              <mc:Choice xmlns:v="urn:schemas-microsoft-com:vml" Requires="v">
                <p:oleObj name="Equation" r:id="rId9" imgW="3225800" imgH="431800" progId="Equation.DSMT4">
                  <p:embed/>
                </p:oleObj>
              </mc:Choice>
              <mc:Fallback>
                <p:oleObj name="Equation" r:id="rId9" imgW="3225800" imgH="431800" progId="Equation.DSMT4">
                  <p:embed/>
                  <p:pic>
                    <p:nvPicPr>
                      <p:cNvPr id="0" name="对象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4438" y="2597150"/>
                        <a:ext cx="6670675"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1" name="对象 16">
            <a:extLst>
              <a:ext uri="{FF2B5EF4-FFF2-40B4-BE49-F238E27FC236}">
                <a16:creationId xmlns:a16="http://schemas.microsoft.com/office/drawing/2014/main" id="{2ABD70A4-4E7D-E1FA-0FEC-03103F526599}"/>
              </a:ext>
            </a:extLst>
          </p:cNvPr>
          <p:cNvGraphicFramePr>
            <a:graphicFrameLocks noChangeAspect="1"/>
          </p:cNvGraphicFramePr>
          <p:nvPr/>
        </p:nvGraphicFramePr>
        <p:xfrm>
          <a:off x="917575" y="3414713"/>
          <a:ext cx="1646238" cy="449262"/>
        </p:xfrm>
        <a:graphic>
          <a:graphicData uri="http://schemas.openxmlformats.org/presentationml/2006/ole">
            <mc:AlternateContent xmlns:mc="http://schemas.openxmlformats.org/markup-compatibility/2006">
              <mc:Choice xmlns:v="urn:schemas-microsoft-com:vml" Requires="v">
                <p:oleObj name="Equation" r:id="rId11" imgW="761669" imgH="228501" progId="Equation.DSMT4">
                  <p:embed/>
                </p:oleObj>
              </mc:Choice>
              <mc:Fallback>
                <p:oleObj name="Equation" r:id="rId11" imgW="761669" imgH="228501" progId="Equation.DSMT4">
                  <p:embed/>
                  <p:pic>
                    <p:nvPicPr>
                      <p:cNvPr id="0" name="对象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7575" y="3414713"/>
                        <a:ext cx="1646238"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2" name="对象 18">
            <a:extLst>
              <a:ext uri="{FF2B5EF4-FFF2-40B4-BE49-F238E27FC236}">
                <a16:creationId xmlns:a16="http://schemas.microsoft.com/office/drawing/2014/main" id="{B8F113A3-C7C4-F9E8-1FE7-BE3A317014AA}"/>
              </a:ext>
            </a:extLst>
          </p:cNvPr>
          <p:cNvGraphicFramePr>
            <a:graphicFrameLocks noChangeAspect="1"/>
          </p:cNvGraphicFramePr>
          <p:nvPr/>
        </p:nvGraphicFramePr>
        <p:xfrm>
          <a:off x="4427538" y="3925888"/>
          <a:ext cx="1590675" cy="449262"/>
        </p:xfrm>
        <a:graphic>
          <a:graphicData uri="http://schemas.openxmlformats.org/presentationml/2006/ole">
            <mc:AlternateContent xmlns:mc="http://schemas.openxmlformats.org/markup-compatibility/2006">
              <mc:Choice xmlns:v="urn:schemas-microsoft-com:vml" Requires="v">
                <p:oleObj name="Equation" r:id="rId8" imgW="736600" imgH="228600" progId="Equation.DSMT4">
                  <p:embed/>
                </p:oleObj>
              </mc:Choice>
              <mc:Fallback>
                <p:oleObj name="Equation" r:id="rId8" imgW="736600" imgH="228600" progId="Equation.DSMT4">
                  <p:embed/>
                  <p:pic>
                    <p:nvPicPr>
                      <p:cNvPr id="0" name="对象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3925888"/>
                        <a:ext cx="159067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a:extLst>
              <a:ext uri="{FF2B5EF4-FFF2-40B4-BE49-F238E27FC236}">
                <a16:creationId xmlns:a16="http://schemas.microsoft.com/office/drawing/2014/main" id="{9097BBEB-F87F-1A45-8AE7-44EA4A0DAAA5}"/>
              </a:ext>
            </a:extLst>
          </p:cNvPr>
          <p:cNvSpPr/>
          <p:nvPr/>
        </p:nvSpPr>
        <p:spPr>
          <a:xfrm>
            <a:off x="190500" y="3948113"/>
            <a:ext cx="8674100" cy="1963737"/>
          </a:xfrm>
          <a:prstGeom prst="rect">
            <a:avLst/>
          </a:prstGeom>
          <a:no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标题 3">
            <a:extLst>
              <a:ext uri="{FF2B5EF4-FFF2-40B4-BE49-F238E27FC236}">
                <a16:creationId xmlns:a16="http://schemas.microsoft.com/office/drawing/2014/main" id="{7433FC27-6C13-3BF8-31CB-A0A22799A7C0}"/>
              </a:ext>
            </a:extLst>
          </p:cNvPr>
          <p:cNvSpPr txBox="1">
            <a:spLocks/>
          </p:cNvSpPr>
          <p:nvPr/>
        </p:nvSpPr>
        <p:spPr>
          <a:xfrm>
            <a:off x="219075" y="198438"/>
            <a:ext cx="7194550" cy="787400"/>
          </a:xfrm>
          <a:prstGeom prst="rect">
            <a:avLst/>
          </a:prstGeom>
        </p:spPr>
        <p:txBody>
          <a:bodyPr/>
          <a:lstStyle>
            <a:lvl1pPr algn="l" rtl="0" eaLnBrk="0" fontAlgn="base" hangingPunct="0">
              <a:lnSpc>
                <a:spcPct val="90000"/>
              </a:lnSpc>
              <a:spcBef>
                <a:spcPct val="0"/>
              </a:spcBef>
              <a:spcAft>
                <a:spcPct val="0"/>
              </a:spcAft>
              <a:defRPr sz="3600" b="1" kern="120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vl2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2pPr>
            <a:lvl3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3pPr>
            <a:lvl4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4pPr>
            <a:lvl5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5pPr>
            <a:lvl6pPr marL="4572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6pPr>
            <a:lvl7pPr marL="9144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7pPr>
            <a:lvl8pPr marL="13716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8pPr>
            <a:lvl9pPr marL="18288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9pPr>
          </a:lstStyle>
          <a:p>
            <a:pPr eaLnBrk="1" fontAlgn="auto" hangingPunct="1">
              <a:spcAft>
                <a:spcPts val="0"/>
              </a:spcAft>
              <a:defRPr/>
            </a:pPr>
            <a:r>
              <a:rPr lang="zh-CN" altLang="en-US"/>
              <a:t>极大似然估计</a:t>
            </a:r>
            <a:endParaRPr lang="zh-CN" altLang="en-US" dirty="0">
              <a:latin typeface="+mj-ea"/>
              <a:ea typeface="+mj-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图片 34">
            <a:extLst>
              <a:ext uri="{FF2B5EF4-FFF2-40B4-BE49-F238E27FC236}">
                <a16:creationId xmlns:a16="http://schemas.microsoft.com/office/drawing/2014/main" id="{B09C1DFA-D128-7659-67D9-2BB78FDB4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23900"/>
            <a:ext cx="9144000" cy="61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任意多边形 1">
            <a:extLst>
              <a:ext uri="{FF2B5EF4-FFF2-40B4-BE49-F238E27FC236}">
                <a16:creationId xmlns:a16="http://schemas.microsoft.com/office/drawing/2014/main" id="{6AF75958-4333-CD10-02BE-5027145984BB}"/>
              </a:ext>
            </a:extLst>
          </p:cNvPr>
          <p:cNvSpPr/>
          <p:nvPr/>
        </p:nvSpPr>
        <p:spPr>
          <a:xfrm>
            <a:off x="4719638" y="2713038"/>
            <a:ext cx="3417887" cy="0"/>
          </a:xfrm>
          <a:custGeom>
            <a:avLst/>
            <a:gdLst/>
            <a:ahLst/>
            <a:cxnLst/>
            <a:rect l="0" t="0" r="0" b="0"/>
            <a:pathLst>
              <a:path w="3417374" h="1">
                <a:moveTo>
                  <a:pt x="0" y="0"/>
                </a:moveTo>
                <a:lnTo>
                  <a:pt x="3417373"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 name="任意多边形 2">
            <a:extLst>
              <a:ext uri="{FF2B5EF4-FFF2-40B4-BE49-F238E27FC236}">
                <a16:creationId xmlns:a16="http://schemas.microsoft.com/office/drawing/2014/main" id="{E0294EDE-C955-D4CC-FC1F-0CD27DDDB1A7}"/>
              </a:ext>
            </a:extLst>
          </p:cNvPr>
          <p:cNvSpPr/>
          <p:nvPr/>
        </p:nvSpPr>
        <p:spPr>
          <a:xfrm>
            <a:off x="2736850" y="4484688"/>
            <a:ext cx="1543050" cy="0"/>
          </a:xfrm>
          <a:custGeom>
            <a:avLst/>
            <a:gdLst/>
            <a:ahLst/>
            <a:cxnLst/>
            <a:rect l="0" t="0" r="0" b="0"/>
            <a:pathLst>
              <a:path w="1542021" h="1">
                <a:moveTo>
                  <a:pt x="0" y="0"/>
                </a:moveTo>
                <a:lnTo>
                  <a:pt x="1542020" y="0"/>
                </a:lnTo>
              </a:path>
            </a:pathLst>
          </a:custGeom>
          <a:ln w="12700" cap="flat" cmpd="sng" algn="ctr">
            <a:solidFill>
              <a:srgbClr val="FFFF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3" name="TextBox 32">
            <a:extLst>
              <a:ext uri="{FF2B5EF4-FFF2-40B4-BE49-F238E27FC236}">
                <a16:creationId xmlns:a16="http://schemas.microsoft.com/office/drawing/2014/main" id="{E37E9C83-F0C3-BDB8-20E2-AB921E37D080}"/>
              </a:ext>
            </a:extLst>
          </p:cNvPr>
          <p:cNvSpPr txBox="1"/>
          <p:nvPr/>
        </p:nvSpPr>
        <p:spPr>
          <a:xfrm>
            <a:off x="219075" y="1196975"/>
            <a:ext cx="8674100" cy="4325938"/>
          </a:xfrm>
          <a:prstGeom prst="rect">
            <a:avLst/>
          </a:prstGeom>
          <a:noFill/>
        </p:spPr>
        <p:txBody>
          <a:bodyPr lIns="0" tIns="0" rIns="0" bIns="0">
            <a:spAutoFit/>
          </a:bodyPr>
          <a:lstStyle/>
          <a:p>
            <a:pPr eaLnBrk="1" fontAlgn="auto" hangingPunct="1">
              <a:lnSpc>
                <a:spcPct val="160000"/>
              </a:lnSpc>
              <a:tabLst>
                <a:tab pos="673100" algn="l"/>
                <a:tab pos="3086100" algn="l"/>
              </a:tabLst>
              <a:defRPr/>
            </a:pPr>
            <a:r>
              <a:rPr lang="zh-CN" altLang="en-US" sz="2196" b="1" dirty="0">
                <a:solidFill>
                  <a:srgbClr val="000000"/>
                </a:solidFill>
                <a:latin typeface="微软雅黑"/>
              </a:rPr>
              <a:t>极大似然估计的具体方法：</a:t>
            </a:r>
            <a:endParaRPr lang="en-US" altLang="zh-CN" sz="2196" b="1" dirty="0">
              <a:solidFill>
                <a:srgbClr val="000000"/>
              </a:solidFill>
              <a:latin typeface="微软雅黑"/>
            </a:endParaRPr>
          </a:p>
          <a:p>
            <a:pPr eaLnBrk="1" fontAlgn="auto" hangingPunct="1">
              <a:lnSpc>
                <a:spcPct val="160000"/>
              </a:lnSpc>
              <a:tabLst>
                <a:tab pos="673100" algn="l"/>
                <a:tab pos="3086100" algn="l"/>
              </a:tabLst>
              <a:defRPr/>
            </a:pPr>
            <a:r>
              <a:rPr lang="zh-CN" altLang="en-US" sz="2196" dirty="0">
                <a:solidFill>
                  <a:srgbClr val="000000"/>
                </a:solidFill>
                <a:latin typeface="微软雅黑"/>
              </a:rPr>
              <a:t>通常记                                                          ，并称其为似然函数。于是     的极大似然估计就归结为求         的最大值点。由于对数函数是单调递增函数，所以</a:t>
            </a:r>
            <a:endParaRPr lang="en-US" altLang="zh-CN" sz="2196" dirty="0">
              <a:solidFill>
                <a:srgbClr val="000000"/>
              </a:solidFill>
              <a:latin typeface="微软雅黑"/>
            </a:endParaRPr>
          </a:p>
          <a:p>
            <a:pPr eaLnBrk="1" fontAlgn="auto" hangingPunct="1">
              <a:lnSpc>
                <a:spcPct val="160000"/>
              </a:lnSpc>
              <a:tabLst>
                <a:tab pos="673100" algn="l"/>
                <a:tab pos="3086100" algn="l"/>
              </a:tabLst>
              <a:defRPr/>
            </a:pPr>
            <a:r>
              <a:rPr lang="en-US" altLang="zh-CN" sz="2196" dirty="0">
                <a:solidFill>
                  <a:srgbClr val="000000"/>
                </a:solidFill>
                <a:latin typeface="微软雅黑"/>
              </a:rPr>
              <a:t>    </a:t>
            </a:r>
          </a:p>
          <a:p>
            <a:pPr eaLnBrk="1" fontAlgn="auto" hangingPunct="1">
              <a:lnSpc>
                <a:spcPct val="160000"/>
              </a:lnSpc>
              <a:tabLst>
                <a:tab pos="673100" algn="l"/>
                <a:tab pos="3086100" algn="l"/>
              </a:tabLst>
              <a:defRPr/>
            </a:pPr>
            <a:r>
              <a:rPr lang="zh-CN" altLang="en-US" sz="2196" dirty="0">
                <a:solidFill>
                  <a:srgbClr val="000000"/>
                </a:solidFill>
                <a:latin typeface="微软雅黑"/>
              </a:rPr>
              <a:t>与        有相同的最大值点，而在许多情况下， 求              的最大值点比较简单，于是，我们就将求	        的最大值点转化为了求               的最大值点，通常称               为</a:t>
            </a:r>
            <a:r>
              <a:rPr lang="zh-CN" altLang="en-US" sz="2196" b="1" dirty="0">
                <a:solidFill>
                  <a:srgbClr val="000000"/>
                </a:solidFill>
                <a:latin typeface="微软雅黑"/>
              </a:rPr>
              <a:t>对数似然函数</a:t>
            </a:r>
            <a:r>
              <a:rPr lang="zh-CN" altLang="en-US" sz="2196" dirty="0">
                <a:solidFill>
                  <a:srgbClr val="000000"/>
                </a:solidFill>
                <a:latin typeface="微软雅黑"/>
              </a:rPr>
              <a:t>。</a:t>
            </a:r>
            <a:endParaRPr lang="en-US" altLang="zh-CN" sz="2196" dirty="0">
              <a:solidFill>
                <a:srgbClr val="000000"/>
              </a:solidFill>
              <a:latin typeface="微软雅黑"/>
            </a:endParaRPr>
          </a:p>
        </p:txBody>
      </p:sp>
      <p:sp>
        <p:nvSpPr>
          <p:cNvPr id="43014" name="灯片编号占位符 10">
            <a:extLst>
              <a:ext uri="{FF2B5EF4-FFF2-40B4-BE49-F238E27FC236}">
                <a16:creationId xmlns:a16="http://schemas.microsoft.com/office/drawing/2014/main" id="{54F86C4E-8600-CF10-7112-E64E7965411D}"/>
              </a:ext>
            </a:extLst>
          </p:cNvPr>
          <p:cNvSpPr>
            <a:spLocks noGrp="1" noChangeArrowheads="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6858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algn="r" eaLnBrk="1" hangingPunct="1">
              <a:lnSpc>
                <a:spcPct val="100000"/>
              </a:lnSpc>
              <a:spcBef>
                <a:spcPct val="0"/>
              </a:spcBef>
              <a:buClrTx/>
              <a:buSzTx/>
              <a:buFontTx/>
              <a:buNone/>
            </a:pPr>
            <a:fld id="{7D051679-E033-4D67-B0F7-D247DADDEF43}" type="slidenum">
              <a:rPr lang="zh-CN" altLang="en-US" sz="1200">
                <a:solidFill>
                  <a:srgbClr val="898989"/>
                </a:solidFill>
              </a:rPr>
              <a:pPr algn="r" eaLnBrk="1" hangingPunct="1">
                <a:lnSpc>
                  <a:spcPct val="100000"/>
                </a:lnSpc>
                <a:spcBef>
                  <a:spcPct val="0"/>
                </a:spcBef>
                <a:buClrTx/>
                <a:buSzTx/>
                <a:buFontTx/>
                <a:buNone/>
              </a:pPr>
              <a:t>22</a:t>
            </a:fld>
            <a:endParaRPr lang="zh-CN" altLang="en-US" sz="1200">
              <a:solidFill>
                <a:srgbClr val="898989"/>
              </a:solidFill>
            </a:endParaRPr>
          </a:p>
        </p:txBody>
      </p:sp>
      <p:graphicFrame>
        <p:nvGraphicFramePr>
          <p:cNvPr id="43015" name="对象 16">
            <a:extLst>
              <a:ext uri="{FF2B5EF4-FFF2-40B4-BE49-F238E27FC236}">
                <a16:creationId xmlns:a16="http://schemas.microsoft.com/office/drawing/2014/main" id="{9D449E01-BD80-1AFE-FA0C-0CA8001FE39F}"/>
              </a:ext>
            </a:extLst>
          </p:cNvPr>
          <p:cNvGraphicFramePr>
            <a:graphicFrameLocks noChangeAspect="1"/>
          </p:cNvGraphicFramePr>
          <p:nvPr/>
        </p:nvGraphicFramePr>
        <p:xfrm>
          <a:off x="1084263" y="1828800"/>
          <a:ext cx="4746625" cy="449263"/>
        </p:xfrm>
        <a:graphic>
          <a:graphicData uri="http://schemas.openxmlformats.org/presentationml/2006/ole">
            <mc:AlternateContent xmlns:mc="http://schemas.openxmlformats.org/markup-compatibility/2006">
              <mc:Choice xmlns:v="urn:schemas-microsoft-com:vml" Requires="v">
                <p:oleObj name="Equation" r:id="rId4" imgW="2197100" imgH="228600" progId="Equation.DSMT4">
                  <p:embed/>
                </p:oleObj>
              </mc:Choice>
              <mc:Fallback>
                <p:oleObj name="Equation" r:id="rId4" imgW="2197100" imgH="228600" progId="Equation.DSMT4">
                  <p:embed/>
                  <p:pic>
                    <p:nvPicPr>
                      <p:cNvPr id="0" name="对象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63" y="1828800"/>
                        <a:ext cx="47466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6" name="对象 3">
            <a:extLst>
              <a:ext uri="{FF2B5EF4-FFF2-40B4-BE49-F238E27FC236}">
                <a16:creationId xmlns:a16="http://schemas.microsoft.com/office/drawing/2014/main" id="{0E7EB66E-511A-412E-7E99-DB6D94A5E39E}"/>
              </a:ext>
            </a:extLst>
          </p:cNvPr>
          <p:cNvGraphicFramePr>
            <a:graphicFrameLocks noChangeAspect="1"/>
          </p:cNvGraphicFramePr>
          <p:nvPr/>
        </p:nvGraphicFramePr>
        <p:xfrm>
          <a:off x="771525" y="3205163"/>
          <a:ext cx="7567613" cy="860425"/>
        </p:xfrm>
        <a:graphic>
          <a:graphicData uri="http://schemas.openxmlformats.org/presentationml/2006/ole">
            <mc:AlternateContent xmlns:mc="http://schemas.openxmlformats.org/markup-compatibility/2006">
              <mc:Choice xmlns:v="urn:schemas-microsoft-com:vml" Requires="v">
                <p:oleObj name="Equation" r:id="rId6" imgW="3975100" imgH="457200" progId="Equation.DSMT4">
                  <p:embed/>
                </p:oleObj>
              </mc:Choice>
              <mc:Fallback>
                <p:oleObj name="Equation" r:id="rId6" imgW="3975100" imgH="457200" progId="Equation.DSMT4">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1525" y="3205163"/>
                        <a:ext cx="7567613"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7" name="对象 5">
            <a:extLst>
              <a:ext uri="{FF2B5EF4-FFF2-40B4-BE49-F238E27FC236}">
                <a16:creationId xmlns:a16="http://schemas.microsoft.com/office/drawing/2014/main" id="{5E20E245-81C6-EF10-7F29-9FBB9AC70711}"/>
              </a:ext>
            </a:extLst>
          </p:cNvPr>
          <p:cNvGraphicFramePr>
            <a:graphicFrameLocks noChangeAspect="1"/>
          </p:cNvGraphicFramePr>
          <p:nvPr/>
        </p:nvGraphicFramePr>
        <p:xfrm>
          <a:off x="790575" y="2432050"/>
          <a:ext cx="431800" cy="360363"/>
        </p:xfrm>
        <a:graphic>
          <a:graphicData uri="http://schemas.openxmlformats.org/presentationml/2006/ole">
            <mc:AlternateContent xmlns:mc="http://schemas.openxmlformats.org/markup-compatibility/2006">
              <mc:Choice xmlns:v="urn:schemas-microsoft-com:vml" Requires="v">
                <p:oleObj name="Equation" r:id="rId8" imgW="152334" imgH="139639" progId="Equation.DSMT4">
                  <p:embed/>
                </p:oleObj>
              </mc:Choice>
              <mc:Fallback>
                <p:oleObj name="Equation" r:id="rId8" imgW="152334" imgH="139639" progId="Equation.DSMT4">
                  <p:embed/>
                  <p:pic>
                    <p:nvPicPr>
                      <p:cNvPr id="0"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0575" y="2432050"/>
                        <a:ext cx="4318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8" name="对象 7">
            <a:extLst>
              <a:ext uri="{FF2B5EF4-FFF2-40B4-BE49-F238E27FC236}">
                <a16:creationId xmlns:a16="http://schemas.microsoft.com/office/drawing/2014/main" id="{AA963709-4178-71FB-2DB9-ECC77793CB53}"/>
              </a:ext>
            </a:extLst>
          </p:cNvPr>
          <p:cNvGraphicFramePr>
            <a:graphicFrameLocks noChangeAspect="1"/>
          </p:cNvGraphicFramePr>
          <p:nvPr/>
        </p:nvGraphicFramePr>
        <p:xfrm>
          <a:off x="4556125" y="2400300"/>
          <a:ext cx="768350" cy="400050"/>
        </p:xfrm>
        <a:graphic>
          <a:graphicData uri="http://schemas.openxmlformats.org/presentationml/2006/ole">
            <mc:AlternateContent xmlns:mc="http://schemas.openxmlformats.org/markup-compatibility/2006">
              <mc:Choice xmlns:v="urn:schemas-microsoft-com:vml" Requires="v">
                <p:oleObj name="Equation" r:id="rId10" imgW="355292" imgH="203024" progId="Equation.DSMT4">
                  <p:embed/>
                </p:oleObj>
              </mc:Choice>
              <mc:Fallback>
                <p:oleObj name="Equation" r:id="rId10" imgW="355292" imgH="203024" progId="Equation.DSMT4">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56125" y="2400300"/>
                        <a:ext cx="768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9" name="对象 8">
            <a:extLst>
              <a:ext uri="{FF2B5EF4-FFF2-40B4-BE49-F238E27FC236}">
                <a16:creationId xmlns:a16="http://schemas.microsoft.com/office/drawing/2014/main" id="{A159648A-35A5-3861-4628-7B817580BBCB}"/>
              </a:ext>
            </a:extLst>
          </p:cNvPr>
          <p:cNvGraphicFramePr>
            <a:graphicFrameLocks noChangeAspect="1"/>
          </p:cNvGraphicFramePr>
          <p:nvPr/>
        </p:nvGraphicFramePr>
        <p:xfrm>
          <a:off x="406400" y="3995738"/>
          <a:ext cx="768350" cy="400050"/>
        </p:xfrm>
        <a:graphic>
          <a:graphicData uri="http://schemas.openxmlformats.org/presentationml/2006/ole">
            <mc:AlternateContent xmlns:mc="http://schemas.openxmlformats.org/markup-compatibility/2006">
              <mc:Choice xmlns:v="urn:schemas-microsoft-com:vml" Requires="v">
                <p:oleObj name="Equation" r:id="rId12" imgW="355292" imgH="203024" progId="Equation.DSMT4">
                  <p:embed/>
                </p:oleObj>
              </mc:Choice>
              <mc:Fallback>
                <p:oleObj name="Equation" r:id="rId12" imgW="355292" imgH="203024" progId="Equation.DSMT4">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6400" y="3995738"/>
                        <a:ext cx="768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20" name="对象 9">
            <a:extLst>
              <a:ext uri="{FF2B5EF4-FFF2-40B4-BE49-F238E27FC236}">
                <a16:creationId xmlns:a16="http://schemas.microsoft.com/office/drawing/2014/main" id="{D2EE319B-5E82-F918-5217-E833AA04ECA4}"/>
              </a:ext>
            </a:extLst>
          </p:cNvPr>
          <p:cNvGraphicFramePr>
            <a:graphicFrameLocks noChangeAspect="1"/>
          </p:cNvGraphicFramePr>
          <p:nvPr/>
        </p:nvGraphicFramePr>
        <p:xfrm>
          <a:off x="6227763" y="3995738"/>
          <a:ext cx="1235075" cy="400050"/>
        </p:xfrm>
        <a:graphic>
          <a:graphicData uri="http://schemas.openxmlformats.org/presentationml/2006/ole">
            <mc:AlternateContent xmlns:mc="http://schemas.openxmlformats.org/markup-compatibility/2006">
              <mc:Choice xmlns:v="urn:schemas-microsoft-com:vml" Requires="v">
                <p:oleObj name="Equation" r:id="rId14" imgW="571252" imgH="203112" progId="Equation.DSMT4">
                  <p:embed/>
                </p:oleObj>
              </mc:Choice>
              <mc:Fallback>
                <p:oleObj name="Equation" r:id="rId14" imgW="571252" imgH="203112" progId="Equation.DSMT4">
                  <p:embed/>
                  <p:pic>
                    <p:nvPicPr>
                      <p:cNvPr id="0" name="对象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27763" y="3995738"/>
                        <a:ext cx="123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21" name="对象 13">
            <a:extLst>
              <a:ext uri="{FF2B5EF4-FFF2-40B4-BE49-F238E27FC236}">
                <a16:creationId xmlns:a16="http://schemas.microsoft.com/office/drawing/2014/main" id="{C94CBA8C-40E4-E43E-693C-0F79EDEBC66D}"/>
              </a:ext>
            </a:extLst>
          </p:cNvPr>
          <p:cNvGraphicFramePr>
            <a:graphicFrameLocks noChangeAspect="1"/>
          </p:cNvGraphicFramePr>
          <p:nvPr/>
        </p:nvGraphicFramePr>
        <p:xfrm>
          <a:off x="3797300" y="4524375"/>
          <a:ext cx="768350" cy="400050"/>
        </p:xfrm>
        <a:graphic>
          <a:graphicData uri="http://schemas.openxmlformats.org/presentationml/2006/ole">
            <mc:AlternateContent xmlns:mc="http://schemas.openxmlformats.org/markup-compatibility/2006">
              <mc:Choice xmlns:v="urn:schemas-microsoft-com:vml" Requires="v">
                <p:oleObj name="Equation" r:id="rId12" imgW="355292" imgH="203024" progId="Equation.DSMT4">
                  <p:embed/>
                </p:oleObj>
              </mc:Choice>
              <mc:Fallback>
                <p:oleObj name="Equation" r:id="rId12" imgW="355292" imgH="203024" progId="Equation.DSMT4">
                  <p:embed/>
                  <p:pic>
                    <p:nvPicPr>
                      <p:cNvPr id="0" name="对象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7300" y="4524375"/>
                        <a:ext cx="768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22" name="对象 24">
            <a:extLst>
              <a:ext uri="{FF2B5EF4-FFF2-40B4-BE49-F238E27FC236}">
                <a16:creationId xmlns:a16="http://schemas.microsoft.com/office/drawing/2014/main" id="{5ABE1ED0-E88C-204B-E570-19268A7114ED}"/>
              </a:ext>
            </a:extLst>
          </p:cNvPr>
          <p:cNvGraphicFramePr>
            <a:graphicFrameLocks noChangeAspect="1"/>
          </p:cNvGraphicFramePr>
          <p:nvPr/>
        </p:nvGraphicFramePr>
        <p:xfrm>
          <a:off x="7308850" y="4524375"/>
          <a:ext cx="1235075" cy="400050"/>
        </p:xfrm>
        <a:graphic>
          <a:graphicData uri="http://schemas.openxmlformats.org/presentationml/2006/ole">
            <mc:AlternateContent xmlns:mc="http://schemas.openxmlformats.org/markup-compatibility/2006">
              <mc:Choice xmlns:v="urn:schemas-microsoft-com:vml" Requires="v">
                <p:oleObj name="Equation" r:id="rId16" imgW="571252" imgH="203112" progId="Equation.DSMT4">
                  <p:embed/>
                </p:oleObj>
              </mc:Choice>
              <mc:Fallback>
                <p:oleObj name="Equation" r:id="rId16" imgW="571252" imgH="203112" progId="Equation.DSMT4">
                  <p:embed/>
                  <p:pic>
                    <p:nvPicPr>
                      <p:cNvPr id="0" name="对象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08850" y="4524375"/>
                        <a:ext cx="123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23" name="对象 26">
            <a:extLst>
              <a:ext uri="{FF2B5EF4-FFF2-40B4-BE49-F238E27FC236}">
                <a16:creationId xmlns:a16="http://schemas.microsoft.com/office/drawing/2014/main" id="{BE4EA9A5-5316-D43C-B61E-16534CE9ABE5}"/>
              </a:ext>
            </a:extLst>
          </p:cNvPr>
          <p:cNvGraphicFramePr>
            <a:graphicFrameLocks noChangeAspect="1"/>
          </p:cNvGraphicFramePr>
          <p:nvPr/>
        </p:nvGraphicFramePr>
        <p:xfrm>
          <a:off x="2484438" y="5068888"/>
          <a:ext cx="1235075" cy="400050"/>
        </p:xfrm>
        <a:graphic>
          <a:graphicData uri="http://schemas.openxmlformats.org/presentationml/2006/ole">
            <mc:AlternateContent xmlns:mc="http://schemas.openxmlformats.org/markup-compatibility/2006">
              <mc:Choice xmlns:v="urn:schemas-microsoft-com:vml" Requires="v">
                <p:oleObj name="Equation" r:id="rId16" imgW="571252" imgH="203112" progId="Equation.DSMT4">
                  <p:embed/>
                </p:oleObj>
              </mc:Choice>
              <mc:Fallback>
                <p:oleObj name="Equation" r:id="rId16" imgW="571252" imgH="203112" progId="Equation.DSMT4">
                  <p:embed/>
                  <p:pic>
                    <p:nvPicPr>
                      <p:cNvPr id="0" name="对象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84438" y="5068888"/>
                        <a:ext cx="1235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标题 3">
            <a:extLst>
              <a:ext uri="{FF2B5EF4-FFF2-40B4-BE49-F238E27FC236}">
                <a16:creationId xmlns:a16="http://schemas.microsoft.com/office/drawing/2014/main" id="{11BFC71B-40AA-F99D-708F-206AB3E0E257}"/>
              </a:ext>
            </a:extLst>
          </p:cNvPr>
          <p:cNvSpPr txBox="1">
            <a:spLocks/>
          </p:cNvSpPr>
          <p:nvPr/>
        </p:nvSpPr>
        <p:spPr>
          <a:xfrm>
            <a:off x="122238" y="111125"/>
            <a:ext cx="7194550" cy="787400"/>
          </a:xfrm>
          <a:prstGeom prst="rect">
            <a:avLst/>
          </a:prstGeom>
        </p:spPr>
        <p:txBody>
          <a:bodyPr/>
          <a:lstStyle>
            <a:lvl1pPr algn="l" rtl="0" eaLnBrk="0" fontAlgn="base" hangingPunct="0">
              <a:lnSpc>
                <a:spcPct val="90000"/>
              </a:lnSpc>
              <a:spcBef>
                <a:spcPct val="0"/>
              </a:spcBef>
              <a:spcAft>
                <a:spcPct val="0"/>
              </a:spcAft>
              <a:defRPr sz="3600" b="1" kern="120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vl2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2pPr>
            <a:lvl3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3pPr>
            <a:lvl4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4pPr>
            <a:lvl5pPr algn="l" rtl="0" eaLnBrk="0" fontAlgn="base" hangingPunct="0">
              <a:lnSpc>
                <a:spcPct val="90000"/>
              </a:lnSpc>
              <a:spcBef>
                <a:spcPct val="0"/>
              </a:spcBef>
              <a:spcAft>
                <a:spcPct val="0"/>
              </a:spcAft>
              <a:defRPr sz="3600" b="1">
                <a:solidFill>
                  <a:schemeClr val="accent1"/>
                </a:solidFill>
                <a:latin typeface="Verdana" pitchFamily="34" charset="0"/>
                <a:ea typeface="幼圆" pitchFamily="49" charset="-122"/>
              </a:defRPr>
            </a:lvl5pPr>
            <a:lvl6pPr marL="4572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6pPr>
            <a:lvl7pPr marL="9144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7pPr>
            <a:lvl8pPr marL="13716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8pPr>
            <a:lvl9pPr marL="1828800" algn="l" rtl="0" fontAlgn="base">
              <a:lnSpc>
                <a:spcPct val="90000"/>
              </a:lnSpc>
              <a:spcBef>
                <a:spcPct val="0"/>
              </a:spcBef>
              <a:spcAft>
                <a:spcPct val="0"/>
              </a:spcAft>
              <a:defRPr sz="3600" b="1">
                <a:solidFill>
                  <a:schemeClr val="accent1"/>
                </a:solidFill>
                <a:latin typeface="Verdana" pitchFamily="34" charset="0"/>
                <a:ea typeface="幼圆" pitchFamily="49" charset="-122"/>
              </a:defRPr>
            </a:lvl9pPr>
          </a:lstStyle>
          <a:p>
            <a:pPr eaLnBrk="1" fontAlgn="auto" hangingPunct="1">
              <a:spcAft>
                <a:spcPts val="0"/>
              </a:spcAft>
              <a:defRPr/>
            </a:pPr>
            <a:r>
              <a:rPr lang="zh-CN" altLang="en-US"/>
              <a:t>极大似然估计</a:t>
            </a:r>
            <a:endParaRPr lang="zh-CN" altLang="en-US" dirty="0">
              <a:latin typeface="+mj-ea"/>
              <a:ea typeface="+mj-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6B66DA8-4495-8145-36F7-B649A13346E6}"/>
              </a:ext>
            </a:extLst>
          </p:cNvPr>
          <p:cNvSpPr>
            <a:spLocks noGrp="1"/>
          </p:cNvSpPr>
          <p:nvPr>
            <p:ph type="title"/>
          </p:nvPr>
        </p:nvSpPr>
        <p:spPr/>
        <p:txBody>
          <a:bodyPr/>
          <a:lstStyle/>
          <a:p>
            <a:pPr eaLnBrk="1" fontAlgn="auto" hangingPunct="1">
              <a:spcAft>
                <a:spcPts val="0"/>
              </a:spcAft>
              <a:defRPr/>
            </a:pPr>
            <a:r>
              <a:rPr lang="zh-CN" altLang="en-US" dirty="0"/>
              <a:t>极大似然估计</a:t>
            </a:r>
            <a:endParaRPr lang="zh-CN" altLang="en-US" dirty="0">
              <a:latin typeface="+mj-ea"/>
              <a:ea typeface="+mj-ea"/>
            </a:endParaRPr>
          </a:p>
        </p:txBody>
      </p:sp>
      <p:sp>
        <p:nvSpPr>
          <p:cNvPr id="45059" name="内容占位符 1">
            <a:extLst>
              <a:ext uri="{FF2B5EF4-FFF2-40B4-BE49-F238E27FC236}">
                <a16:creationId xmlns:a16="http://schemas.microsoft.com/office/drawing/2014/main" id="{2E0B1679-C097-4D7F-8410-4CC8D4544FFF}"/>
              </a:ext>
            </a:extLst>
          </p:cNvPr>
          <p:cNvSpPr>
            <a:spLocks noGrp="1"/>
          </p:cNvSpPr>
          <p:nvPr>
            <p:ph sz="quarter" idx="14"/>
          </p:nvPr>
        </p:nvSpPr>
        <p:spPr>
          <a:xfrm>
            <a:off x="174625" y="1041400"/>
            <a:ext cx="8969375" cy="5197475"/>
          </a:xfrm>
        </p:spPr>
        <p:txBody>
          <a:bodyPr/>
          <a:lstStyle/>
          <a:p>
            <a:pPr eaLnBrk="1" hangingPunct="1"/>
            <a:r>
              <a:rPr lang="zh-CN" altLang="en-US"/>
              <a:t>令     表示训练集中第   类样本的组合的集合，假设这些样本是独立同分布的，则参数    对于数据集     的似然是</a:t>
            </a:r>
            <a:endParaRPr lang="en-US" altLang="zh-CN"/>
          </a:p>
          <a:p>
            <a:pPr eaLnBrk="1" hangingPunct="1"/>
            <a:endParaRPr lang="en-US" altLang="zh-CN"/>
          </a:p>
          <a:p>
            <a:pPr eaLnBrk="1" hangingPunct="1"/>
            <a:endParaRPr lang="en-US" altLang="zh-CN"/>
          </a:p>
          <a:p>
            <a:pPr lvl="1" eaLnBrk="1" hangingPunct="1"/>
            <a:r>
              <a:rPr lang="zh-CN" altLang="en-US"/>
              <a:t>对    进行极大似然估计，寻找能最大化似然                的参数值    。直观上看，极大似然估计是试图在    所有可能的取值中，找到一个使数据出现的“可能性”最大值。</a:t>
            </a:r>
          </a:p>
          <a:p>
            <a:pPr eaLnBrk="1" hangingPunct="1"/>
            <a:endParaRPr lang="en-US" altLang="zh-CN"/>
          </a:p>
          <a:p>
            <a:pPr eaLnBrk="1" hangingPunct="1"/>
            <a:endParaRPr lang="en-US" altLang="zh-CN"/>
          </a:p>
          <a:p>
            <a:pPr eaLnBrk="1" hangingPunct="1"/>
            <a:endParaRPr lang="en-US" altLang="zh-CN"/>
          </a:p>
        </p:txBody>
      </p:sp>
      <p:pic>
        <p:nvPicPr>
          <p:cNvPr id="45060" name="图片 17">
            <a:extLst>
              <a:ext uri="{FF2B5EF4-FFF2-40B4-BE49-F238E27FC236}">
                <a16:creationId xmlns:a16="http://schemas.microsoft.com/office/drawing/2014/main" id="{0B93659D-326D-06D6-EDAD-54026982F3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2013" y="2624138"/>
            <a:ext cx="12906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图片 19">
            <a:extLst>
              <a:ext uri="{FF2B5EF4-FFF2-40B4-BE49-F238E27FC236}">
                <a16:creationId xmlns:a16="http://schemas.microsoft.com/office/drawing/2014/main" id="{049CA3A7-8A14-9079-11EB-FD7379265F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43900" y="2609850"/>
            <a:ext cx="23018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图片 20">
            <a:extLst>
              <a:ext uri="{FF2B5EF4-FFF2-40B4-BE49-F238E27FC236}">
                <a16:creationId xmlns:a16="http://schemas.microsoft.com/office/drawing/2014/main" id="{20DCD17C-170C-B187-2A0B-BBB57E2BFB2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0763" y="2890838"/>
            <a:ext cx="2603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5063" name="Object 1183">
            <a:extLst>
              <a:ext uri="{FF2B5EF4-FFF2-40B4-BE49-F238E27FC236}">
                <a16:creationId xmlns:a16="http://schemas.microsoft.com/office/drawing/2014/main" id="{C64D1242-3AB2-197E-570F-762FBD33E20A}"/>
              </a:ext>
            </a:extLst>
          </p:cNvPr>
          <p:cNvGraphicFramePr>
            <a:graphicFrameLocks noChangeAspect="1"/>
          </p:cNvGraphicFramePr>
          <p:nvPr/>
        </p:nvGraphicFramePr>
        <p:xfrm>
          <a:off x="1020763" y="1147763"/>
          <a:ext cx="285750" cy="252412"/>
        </p:xfrm>
        <a:graphic>
          <a:graphicData uri="http://schemas.openxmlformats.org/presentationml/2006/ole">
            <mc:AlternateContent xmlns:mc="http://schemas.openxmlformats.org/markup-compatibility/2006">
              <mc:Choice xmlns:v="urn:schemas-microsoft-com:vml" Requires="v">
                <p:oleObj name="Formula" r:id="rId6" imgW="176776" imgH="156427" progId="">
                  <p:embed/>
                </p:oleObj>
              </mc:Choice>
              <mc:Fallback>
                <p:oleObj name="Formula" r:id="rId6" imgW="176776" imgH="156427" progId="">
                  <p:embed/>
                  <p:pic>
                    <p:nvPicPr>
                      <p:cNvPr id="0" name="Object 11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0763" y="1147763"/>
                        <a:ext cx="28575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4" name="Object 1184">
            <a:extLst>
              <a:ext uri="{FF2B5EF4-FFF2-40B4-BE49-F238E27FC236}">
                <a16:creationId xmlns:a16="http://schemas.microsoft.com/office/drawing/2014/main" id="{1DF0E398-03AD-933C-EFC5-2771116AD0AF}"/>
              </a:ext>
            </a:extLst>
          </p:cNvPr>
          <p:cNvGraphicFramePr>
            <a:graphicFrameLocks noChangeAspect="1"/>
          </p:cNvGraphicFramePr>
          <p:nvPr/>
        </p:nvGraphicFramePr>
        <p:xfrm>
          <a:off x="3443288" y="1147763"/>
          <a:ext cx="157162" cy="265112"/>
        </p:xfrm>
        <a:graphic>
          <a:graphicData uri="http://schemas.openxmlformats.org/presentationml/2006/ole">
            <mc:AlternateContent xmlns:mc="http://schemas.openxmlformats.org/markup-compatibility/2006">
              <mc:Choice xmlns:v="urn:schemas-microsoft-com:vml" Requires="v">
                <p:oleObj name="Formula" r:id="rId8" imgW="71219" imgH="119546" progId="">
                  <p:embed/>
                </p:oleObj>
              </mc:Choice>
              <mc:Fallback>
                <p:oleObj name="Formula" r:id="rId8" imgW="71219" imgH="119546" progId="">
                  <p:embed/>
                  <p:pic>
                    <p:nvPicPr>
                      <p:cNvPr id="0" name="Object 11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3288" y="1147763"/>
                        <a:ext cx="15716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5" name="Object 1185">
            <a:extLst>
              <a:ext uri="{FF2B5EF4-FFF2-40B4-BE49-F238E27FC236}">
                <a16:creationId xmlns:a16="http://schemas.microsoft.com/office/drawing/2014/main" id="{810B38D1-F077-F828-A1E2-69D11DC6EE82}"/>
              </a:ext>
            </a:extLst>
          </p:cNvPr>
          <p:cNvGraphicFramePr>
            <a:graphicFrameLocks noChangeAspect="1"/>
          </p:cNvGraphicFramePr>
          <p:nvPr/>
        </p:nvGraphicFramePr>
        <p:xfrm>
          <a:off x="2843213" y="1420813"/>
          <a:ext cx="239712" cy="282575"/>
        </p:xfrm>
        <a:graphic>
          <a:graphicData uri="http://schemas.openxmlformats.org/presentationml/2006/ole">
            <mc:AlternateContent xmlns:mc="http://schemas.openxmlformats.org/markup-compatibility/2006">
              <mc:Choice xmlns:v="urn:schemas-microsoft-com:vml" Requires="v">
                <p:oleObj name="Formula" r:id="rId10" imgW="138430" imgH="158750" progId="">
                  <p:embed/>
                </p:oleObj>
              </mc:Choice>
              <mc:Fallback>
                <p:oleObj name="Formula" r:id="rId10" imgW="138430" imgH="158750" progId="">
                  <p:embed/>
                  <p:pic>
                    <p:nvPicPr>
                      <p:cNvPr id="0" name="Object 118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3213" y="1420813"/>
                        <a:ext cx="239712"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6" name="Object 1186">
            <a:extLst>
              <a:ext uri="{FF2B5EF4-FFF2-40B4-BE49-F238E27FC236}">
                <a16:creationId xmlns:a16="http://schemas.microsoft.com/office/drawing/2014/main" id="{85CC5671-13EB-CB71-262F-93669D3634CA}"/>
              </a:ext>
            </a:extLst>
          </p:cNvPr>
          <p:cNvGraphicFramePr>
            <a:graphicFrameLocks noChangeAspect="1"/>
          </p:cNvGraphicFramePr>
          <p:nvPr/>
        </p:nvGraphicFramePr>
        <p:xfrm>
          <a:off x="4618038" y="1433513"/>
          <a:ext cx="304800" cy="269875"/>
        </p:xfrm>
        <a:graphic>
          <a:graphicData uri="http://schemas.openxmlformats.org/presentationml/2006/ole">
            <mc:AlternateContent xmlns:mc="http://schemas.openxmlformats.org/markup-compatibility/2006">
              <mc:Choice xmlns:v="urn:schemas-microsoft-com:vml" Requires="v">
                <p:oleObj name="Formula" r:id="rId12" imgW="176776" imgH="156427" progId="">
                  <p:embed/>
                </p:oleObj>
              </mc:Choice>
              <mc:Fallback>
                <p:oleObj name="Formula" r:id="rId12" imgW="176776" imgH="156427" progId="">
                  <p:embed/>
                  <p:pic>
                    <p:nvPicPr>
                      <p:cNvPr id="0" name="Object 11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8038" y="1433513"/>
                        <a:ext cx="3048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5067" name="组合 4">
            <a:extLst>
              <a:ext uri="{FF2B5EF4-FFF2-40B4-BE49-F238E27FC236}">
                <a16:creationId xmlns:a16="http://schemas.microsoft.com/office/drawing/2014/main" id="{C05A9591-CBDB-FDAA-5302-BE16CD37307D}"/>
              </a:ext>
            </a:extLst>
          </p:cNvPr>
          <p:cNvGrpSpPr>
            <a:grpSpLocks/>
          </p:cNvGrpSpPr>
          <p:nvPr/>
        </p:nvGrpSpPr>
        <p:grpSpPr bwMode="auto">
          <a:xfrm>
            <a:off x="2368550" y="1858963"/>
            <a:ext cx="4832350" cy="677862"/>
            <a:chOff x="2369179" y="1859147"/>
            <a:chExt cx="4831219" cy="677009"/>
          </a:xfrm>
        </p:grpSpPr>
        <p:graphicFrame>
          <p:nvGraphicFramePr>
            <p:cNvPr id="45069" name="Object 1187">
              <a:extLst>
                <a:ext uri="{FF2B5EF4-FFF2-40B4-BE49-F238E27FC236}">
                  <a16:creationId xmlns:a16="http://schemas.microsoft.com/office/drawing/2014/main" id="{547870D4-5F3C-DD78-7E2F-50DB8F09DE3F}"/>
                </a:ext>
              </a:extLst>
            </p:cNvPr>
            <p:cNvGraphicFramePr>
              <a:graphicFrameLocks noChangeAspect="1"/>
            </p:cNvGraphicFramePr>
            <p:nvPr/>
          </p:nvGraphicFramePr>
          <p:xfrm>
            <a:off x="2369179" y="1859147"/>
            <a:ext cx="3269622" cy="677009"/>
          </p:xfrm>
          <a:graphic>
            <a:graphicData uri="http://schemas.openxmlformats.org/presentationml/2006/ole">
              <mc:AlternateContent xmlns:mc="http://schemas.openxmlformats.org/markup-compatibility/2006">
                <mc:Choice xmlns:v="urn:schemas-microsoft-com:vml" Requires="v">
                  <p:oleObj name="Formula" r:id="rId13" imgW="1742440" imgH="361950" progId="">
                    <p:embed/>
                  </p:oleObj>
                </mc:Choice>
                <mc:Fallback>
                  <p:oleObj name="Formula" r:id="rId13" imgW="1742440" imgH="361950" progId="">
                    <p:embed/>
                    <p:pic>
                      <p:nvPicPr>
                        <p:cNvPr id="0" name="Object 118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9179" y="1859147"/>
                          <a:ext cx="3269622" cy="677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5070" name="图片 2">
              <a:extLst>
                <a:ext uri="{FF2B5EF4-FFF2-40B4-BE49-F238E27FC236}">
                  <a16:creationId xmlns:a16="http://schemas.microsoft.com/office/drawing/2014/main" id="{C8EFCAA1-A821-A7DC-FB38-456F232B99A7}"/>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6694304" y="1905000"/>
              <a:ext cx="506094" cy="314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45068" name="Object 1188">
            <a:extLst>
              <a:ext uri="{FF2B5EF4-FFF2-40B4-BE49-F238E27FC236}">
                <a16:creationId xmlns:a16="http://schemas.microsoft.com/office/drawing/2014/main" id="{74FB67E4-3AE6-2A1F-7AE3-8B75E9715146}"/>
              </a:ext>
            </a:extLst>
          </p:cNvPr>
          <p:cNvGraphicFramePr>
            <a:graphicFrameLocks noChangeAspect="1"/>
          </p:cNvGraphicFramePr>
          <p:nvPr/>
        </p:nvGraphicFramePr>
        <p:xfrm>
          <a:off x="1306513" y="2633663"/>
          <a:ext cx="219075" cy="257175"/>
        </p:xfrm>
        <a:graphic>
          <a:graphicData uri="http://schemas.openxmlformats.org/presentationml/2006/ole">
            <mc:AlternateContent xmlns:mc="http://schemas.openxmlformats.org/markup-compatibility/2006">
              <mc:Choice xmlns:v="urn:schemas-microsoft-com:vml" Requires="v">
                <p:oleObj name="Formula" r:id="rId16" imgW="138430" imgH="158750" progId="">
                  <p:embed/>
                </p:oleObj>
              </mc:Choice>
              <mc:Fallback>
                <p:oleObj name="Formula" r:id="rId16" imgW="138430" imgH="158750" progId="">
                  <p:embed/>
                  <p:pic>
                    <p:nvPicPr>
                      <p:cNvPr id="0" name="Object 118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6513" y="2633663"/>
                        <a:ext cx="2190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59B3225-ECDC-3402-BFFA-FF078018018C}"/>
              </a:ext>
            </a:extLst>
          </p:cNvPr>
          <p:cNvSpPr>
            <a:spLocks noGrp="1"/>
          </p:cNvSpPr>
          <p:nvPr>
            <p:ph type="title"/>
          </p:nvPr>
        </p:nvSpPr>
        <p:spPr/>
        <p:txBody>
          <a:bodyPr/>
          <a:lstStyle/>
          <a:p>
            <a:pPr eaLnBrk="1" fontAlgn="auto" hangingPunct="1">
              <a:spcAft>
                <a:spcPts val="0"/>
              </a:spcAft>
              <a:defRPr/>
            </a:pPr>
            <a:r>
              <a:rPr lang="zh-CN" altLang="en-US" dirty="0"/>
              <a:t>极大似然估计</a:t>
            </a:r>
            <a:endParaRPr lang="zh-CN" altLang="en-US" dirty="0">
              <a:latin typeface="+mj-ea"/>
              <a:ea typeface="+mj-ea"/>
            </a:endParaRPr>
          </a:p>
        </p:txBody>
      </p:sp>
      <p:sp>
        <p:nvSpPr>
          <p:cNvPr id="2" name="内容占位符 1">
            <a:extLst>
              <a:ext uri="{FF2B5EF4-FFF2-40B4-BE49-F238E27FC236}">
                <a16:creationId xmlns:a16="http://schemas.microsoft.com/office/drawing/2014/main" id="{65F6F21A-AF3B-D196-B933-B0AE621F31B0}"/>
              </a:ext>
            </a:extLst>
          </p:cNvPr>
          <p:cNvSpPr>
            <a:spLocks noGrp="1"/>
          </p:cNvSpPr>
          <p:nvPr>
            <p:ph sz="quarter" idx="14"/>
          </p:nvPr>
        </p:nvSpPr>
        <p:spPr>
          <a:xfrm>
            <a:off x="174625" y="1041400"/>
            <a:ext cx="8969375" cy="5197475"/>
          </a:xfrm>
        </p:spPr>
        <p:txBody>
          <a:bodyPr rtlCol="0">
            <a:normAutofit/>
          </a:bodyPr>
          <a:lstStyle/>
          <a:p>
            <a:pPr indent="-360000" eaLnBrk="1" fontAlgn="auto" hangingPunct="1">
              <a:spcAft>
                <a:spcPts val="0"/>
              </a:spcAft>
              <a:defRPr/>
            </a:pPr>
            <a:r>
              <a:rPr lang="zh-CN" altLang="en-US" dirty="0"/>
              <a:t>令     表示训练集中第   类样本的组合的集合，假设这些样本是独立的，则参数    对于数据集     的似然是</a:t>
            </a: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a:p>
            <a:pPr lvl="1" indent="-360000" eaLnBrk="1" fontAlgn="auto" hangingPunct="1">
              <a:spcAft>
                <a:spcPts val="0"/>
              </a:spcAft>
              <a:defRPr/>
            </a:pPr>
            <a:r>
              <a:rPr lang="zh-CN" altLang="en-US" dirty="0"/>
              <a:t>对    进行极大似然估计，寻找能最大化似然                的参数值    。直观上看，极大似然估计是试图在    所有可能的取值中，找到一个使数据出现的“可能性”最大值。</a:t>
            </a:r>
          </a:p>
          <a:p>
            <a:pPr indent="-360000" eaLnBrk="1" fontAlgn="auto" hangingPunct="1">
              <a:spcAft>
                <a:spcPts val="0"/>
              </a:spcAft>
              <a:defRPr/>
            </a:pPr>
            <a:r>
              <a:rPr lang="zh-CN" altLang="en-US" dirty="0"/>
              <a:t>式</a:t>
            </a:r>
            <a:r>
              <a:rPr lang="en-US" altLang="zh-CN" dirty="0"/>
              <a:t> </a:t>
            </a:r>
            <a:r>
              <a:rPr lang="en-US" altLang="zh-CN" dirty="0">
                <a:latin typeface="+mn-ea"/>
                <a:ea typeface="+mn-ea"/>
              </a:rPr>
              <a:t>(7.9)</a:t>
            </a:r>
            <a:r>
              <a:rPr lang="zh-CN" altLang="en-US" dirty="0"/>
              <a:t>的连乘操作易造成下溢，通常使用对数似然</a:t>
            </a:r>
            <a:r>
              <a:rPr lang="en-US" altLang="zh-CN" dirty="0"/>
              <a:t>(log-likelihood)</a:t>
            </a:r>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a:p>
            <a:pPr marL="0" indent="0" eaLnBrk="1" fontAlgn="auto" hangingPunct="1">
              <a:spcAft>
                <a:spcPts val="0"/>
              </a:spcAft>
              <a:buFont typeface="Wingdings" panose="05000000000000000000" pitchFamily="2" charset="2"/>
              <a:buNone/>
              <a:defRPr/>
            </a:pPr>
            <a:endParaRPr lang="en-US" altLang="zh-CN" dirty="0"/>
          </a:p>
          <a:p>
            <a:pPr indent="-360000" eaLnBrk="1" fontAlgn="auto" hangingPunct="1">
              <a:spcAft>
                <a:spcPts val="0"/>
              </a:spcAft>
              <a:defRPr/>
            </a:pPr>
            <a:r>
              <a:rPr lang="zh-CN" altLang="en-US" dirty="0"/>
              <a:t>此时参数     的极大似然估计    为            </a:t>
            </a:r>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pic>
        <p:nvPicPr>
          <p:cNvPr id="47108" name="图片 17">
            <a:extLst>
              <a:ext uri="{FF2B5EF4-FFF2-40B4-BE49-F238E27FC236}">
                <a16:creationId xmlns:a16="http://schemas.microsoft.com/office/drawing/2014/main" id="{903756F8-382E-CDDB-E9D8-9825864EAC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2013" y="2624138"/>
            <a:ext cx="12906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图片 19">
            <a:extLst>
              <a:ext uri="{FF2B5EF4-FFF2-40B4-BE49-F238E27FC236}">
                <a16:creationId xmlns:a16="http://schemas.microsoft.com/office/drawing/2014/main" id="{8094B415-A7CA-17EA-5EA1-E5E349DFF0E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43900" y="2609850"/>
            <a:ext cx="23018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图片 20">
            <a:extLst>
              <a:ext uri="{FF2B5EF4-FFF2-40B4-BE49-F238E27FC236}">
                <a16:creationId xmlns:a16="http://schemas.microsoft.com/office/drawing/2014/main" id="{0E4E4CFA-137B-874A-AE85-4DB49A76420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0763" y="2890838"/>
            <a:ext cx="2603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111" name="Object 233">
            <a:extLst>
              <a:ext uri="{FF2B5EF4-FFF2-40B4-BE49-F238E27FC236}">
                <a16:creationId xmlns:a16="http://schemas.microsoft.com/office/drawing/2014/main" id="{9FC439E5-CCDC-A3A6-0D09-E88A909E2AAB}"/>
              </a:ext>
            </a:extLst>
          </p:cNvPr>
          <p:cNvGraphicFramePr>
            <a:graphicFrameLocks noChangeAspect="1"/>
          </p:cNvGraphicFramePr>
          <p:nvPr/>
        </p:nvGraphicFramePr>
        <p:xfrm>
          <a:off x="1020763" y="1147763"/>
          <a:ext cx="285750" cy="252412"/>
        </p:xfrm>
        <a:graphic>
          <a:graphicData uri="http://schemas.openxmlformats.org/presentationml/2006/ole">
            <mc:AlternateContent xmlns:mc="http://schemas.openxmlformats.org/markup-compatibility/2006">
              <mc:Choice xmlns:v="urn:schemas-microsoft-com:vml" Requires="v">
                <p:oleObj name="Formula" r:id="rId6" imgW="176776" imgH="156427" progId="">
                  <p:embed/>
                </p:oleObj>
              </mc:Choice>
              <mc:Fallback>
                <p:oleObj name="Formula" r:id="rId6" imgW="176776" imgH="156427" progId="">
                  <p:embed/>
                  <p:pic>
                    <p:nvPicPr>
                      <p:cNvPr id="0" name="Object 2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0763" y="1147763"/>
                        <a:ext cx="28575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2" name="Object 234">
            <a:extLst>
              <a:ext uri="{FF2B5EF4-FFF2-40B4-BE49-F238E27FC236}">
                <a16:creationId xmlns:a16="http://schemas.microsoft.com/office/drawing/2014/main" id="{F672A5C6-7F55-BBF9-4815-FF84639696EF}"/>
              </a:ext>
            </a:extLst>
          </p:cNvPr>
          <p:cNvGraphicFramePr>
            <a:graphicFrameLocks noChangeAspect="1"/>
          </p:cNvGraphicFramePr>
          <p:nvPr/>
        </p:nvGraphicFramePr>
        <p:xfrm>
          <a:off x="3443288" y="1147763"/>
          <a:ext cx="157162" cy="265112"/>
        </p:xfrm>
        <a:graphic>
          <a:graphicData uri="http://schemas.openxmlformats.org/presentationml/2006/ole">
            <mc:AlternateContent xmlns:mc="http://schemas.openxmlformats.org/markup-compatibility/2006">
              <mc:Choice xmlns:v="urn:schemas-microsoft-com:vml" Requires="v">
                <p:oleObj name="Formula" r:id="rId8" imgW="71219" imgH="119546" progId="">
                  <p:embed/>
                </p:oleObj>
              </mc:Choice>
              <mc:Fallback>
                <p:oleObj name="Formula" r:id="rId8" imgW="71219" imgH="119546" progId="">
                  <p:embed/>
                  <p:pic>
                    <p:nvPicPr>
                      <p:cNvPr id="0" name="Object 2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3288" y="1147763"/>
                        <a:ext cx="157162"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3" name="Object 235">
            <a:extLst>
              <a:ext uri="{FF2B5EF4-FFF2-40B4-BE49-F238E27FC236}">
                <a16:creationId xmlns:a16="http://schemas.microsoft.com/office/drawing/2014/main" id="{CD72B772-1DCF-CE9C-0430-594031A715E8}"/>
              </a:ext>
            </a:extLst>
          </p:cNvPr>
          <p:cNvGraphicFramePr>
            <a:graphicFrameLocks noChangeAspect="1"/>
          </p:cNvGraphicFramePr>
          <p:nvPr/>
        </p:nvGraphicFramePr>
        <p:xfrm>
          <a:off x="1966913" y="1412875"/>
          <a:ext cx="239712" cy="282575"/>
        </p:xfrm>
        <a:graphic>
          <a:graphicData uri="http://schemas.openxmlformats.org/presentationml/2006/ole">
            <mc:AlternateContent xmlns:mc="http://schemas.openxmlformats.org/markup-compatibility/2006">
              <mc:Choice xmlns:v="urn:schemas-microsoft-com:vml" Requires="v">
                <p:oleObj name="Formula" r:id="rId10" imgW="138430" imgH="158750" progId="">
                  <p:embed/>
                </p:oleObj>
              </mc:Choice>
              <mc:Fallback>
                <p:oleObj name="Formula" r:id="rId10" imgW="138430" imgH="158750" progId="">
                  <p:embed/>
                  <p:pic>
                    <p:nvPicPr>
                      <p:cNvPr id="0" name="Object 2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66913" y="1412875"/>
                        <a:ext cx="239712"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4" name="Object 236">
            <a:extLst>
              <a:ext uri="{FF2B5EF4-FFF2-40B4-BE49-F238E27FC236}">
                <a16:creationId xmlns:a16="http://schemas.microsoft.com/office/drawing/2014/main" id="{F21C8CA4-BCCA-EE5D-4A71-78D9BB339D23}"/>
              </a:ext>
            </a:extLst>
          </p:cNvPr>
          <p:cNvGraphicFramePr>
            <a:graphicFrameLocks noChangeAspect="1"/>
          </p:cNvGraphicFramePr>
          <p:nvPr/>
        </p:nvGraphicFramePr>
        <p:xfrm>
          <a:off x="3802063" y="1419225"/>
          <a:ext cx="304800" cy="269875"/>
        </p:xfrm>
        <a:graphic>
          <a:graphicData uri="http://schemas.openxmlformats.org/presentationml/2006/ole">
            <mc:AlternateContent xmlns:mc="http://schemas.openxmlformats.org/markup-compatibility/2006">
              <mc:Choice xmlns:v="urn:schemas-microsoft-com:vml" Requires="v">
                <p:oleObj name="Formula" r:id="rId12" imgW="176776" imgH="156427" progId="">
                  <p:embed/>
                </p:oleObj>
              </mc:Choice>
              <mc:Fallback>
                <p:oleObj name="Formula" r:id="rId12" imgW="176776" imgH="156427" progId="">
                  <p:embed/>
                  <p:pic>
                    <p:nvPicPr>
                      <p:cNvPr id="0" name="Object 2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2063" y="1419225"/>
                        <a:ext cx="3048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7115" name="组合 4">
            <a:extLst>
              <a:ext uri="{FF2B5EF4-FFF2-40B4-BE49-F238E27FC236}">
                <a16:creationId xmlns:a16="http://schemas.microsoft.com/office/drawing/2014/main" id="{7D911F5D-B8C3-F90D-29B1-F2B6E9DC8146}"/>
              </a:ext>
            </a:extLst>
          </p:cNvPr>
          <p:cNvGrpSpPr>
            <a:grpSpLocks/>
          </p:cNvGrpSpPr>
          <p:nvPr/>
        </p:nvGrpSpPr>
        <p:grpSpPr bwMode="auto">
          <a:xfrm>
            <a:off x="2368550" y="1858963"/>
            <a:ext cx="4832350" cy="677862"/>
            <a:chOff x="2369179" y="1859147"/>
            <a:chExt cx="4831219" cy="677009"/>
          </a:xfrm>
        </p:grpSpPr>
        <p:graphicFrame>
          <p:nvGraphicFramePr>
            <p:cNvPr id="47127" name="Object 237">
              <a:extLst>
                <a:ext uri="{FF2B5EF4-FFF2-40B4-BE49-F238E27FC236}">
                  <a16:creationId xmlns:a16="http://schemas.microsoft.com/office/drawing/2014/main" id="{29962F98-619B-20B7-4334-0CFBE4950602}"/>
                </a:ext>
              </a:extLst>
            </p:cNvPr>
            <p:cNvGraphicFramePr>
              <a:graphicFrameLocks noChangeAspect="1"/>
            </p:cNvGraphicFramePr>
            <p:nvPr/>
          </p:nvGraphicFramePr>
          <p:xfrm>
            <a:off x="2369179" y="1859147"/>
            <a:ext cx="3269622" cy="677009"/>
          </p:xfrm>
          <a:graphic>
            <a:graphicData uri="http://schemas.openxmlformats.org/presentationml/2006/ole">
              <mc:AlternateContent xmlns:mc="http://schemas.openxmlformats.org/markup-compatibility/2006">
                <mc:Choice xmlns:v="urn:schemas-microsoft-com:vml" Requires="v">
                  <p:oleObj name="Formula" r:id="rId13" imgW="1742440" imgH="361950" progId="">
                    <p:embed/>
                  </p:oleObj>
                </mc:Choice>
                <mc:Fallback>
                  <p:oleObj name="Formula" r:id="rId13" imgW="1742440" imgH="361950" progId="">
                    <p:embed/>
                    <p:pic>
                      <p:nvPicPr>
                        <p:cNvPr id="0" name="Object 2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9179" y="1859147"/>
                          <a:ext cx="3269622" cy="677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128" name="图片 2">
              <a:extLst>
                <a:ext uri="{FF2B5EF4-FFF2-40B4-BE49-F238E27FC236}">
                  <a16:creationId xmlns:a16="http://schemas.microsoft.com/office/drawing/2014/main" id="{C4B83098-901F-6186-D058-126A0235BB60}"/>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6694304" y="1905000"/>
              <a:ext cx="506094" cy="314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47116" name="Object 238">
            <a:extLst>
              <a:ext uri="{FF2B5EF4-FFF2-40B4-BE49-F238E27FC236}">
                <a16:creationId xmlns:a16="http://schemas.microsoft.com/office/drawing/2014/main" id="{C70B4A39-39A9-BA16-5207-E59ED28E0CBE}"/>
              </a:ext>
            </a:extLst>
          </p:cNvPr>
          <p:cNvGraphicFramePr>
            <a:graphicFrameLocks noChangeAspect="1"/>
          </p:cNvGraphicFramePr>
          <p:nvPr/>
        </p:nvGraphicFramePr>
        <p:xfrm>
          <a:off x="1306513" y="2633663"/>
          <a:ext cx="219075" cy="257175"/>
        </p:xfrm>
        <a:graphic>
          <a:graphicData uri="http://schemas.openxmlformats.org/presentationml/2006/ole">
            <mc:AlternateContent xmlns:mc="http://schemas.openxmlformats.org/markup-compatibility/2006">
              <mc:Choice xmlns:v="urn:schemas-microsoft-com:vml" Requires="v">
                <p:oleObj name="Formula" r:id="rId16" imgW="138430" imgH="158750" progId="">
                  <p:embed/>
                </p:oleObj>
              </mc:Choice>
              <mc:Fallback>
                <p:oleObj name="Formula" r:id="rId16" imgW="138430" imgH="158750" progId="">
                  <p:embed/>
                  <p:pic>
                    <p:nvPicPr>
                      <p:cNvPr id="0" name="Object 2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6513" y="2633663"/>
                        <a:ext cx="2190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7117" name="组合 7">
            <a:extLst>
              <a:ext uri="{FF2B5EF4-FFF2-40B4-BE49-F238E27FC236}">
                <a16:creationId xmlns:a16="http://schemas.microsoft.com/office/drawing/2014/main" id="{718AA7E2-42AE-C1FE-51ED-DCF718210BB1}"/>
              </a:ext>
            </a:extLst>
          </p:cNvPr>
          <p:cNvGrpSpPr>
            <a:grpSpLocks/>
          </p:cNvGrpSpPr>
          <p:nvPr/>
        </p:nvGrpSpPr>
        <p:grpSpPr bwMode="auto">
          <a:xfrm>
            <a:off x="2290763" y="4149725"/>
            <a:ext cx="4999037" cy="1211263"/>
            <a:chOff x="2290122" y="4019538"/>
            <a:chExt cx="4999495" cy="1211272"/>
          </a:xfrm>
        </p:grpSpPr>
        <p:grpSp>
          <p:nvGrpSpPr>
            <p:cNvPr id="47123" name="组合 5">
              <a:extLst>
                <a:ext uri="{FF2B5EF4-FFF2-40B4-BE49-F238E27FC236}">
                  <a16:creationId xmlns:a16="http://schemas.microsoft.com/office/drawing/2014/main" id="{76628C44-254C-127F-333D-164E3026797C}"/>
                </a:ext>
              </a:extLst>
            </p:cNvPr>
            <p:cNvGrpSpPr>
              <a:grpSpLocks/>
            </p:cNvGrpSpPr>
            <p:nvPr/>
          </p:nvGrpSpPr>
          <p:grpSpPr bwMode="auto">
            <a:xfrm>
              <a:off x="2290122" y="4019538"/>
              <a:ext cx="3432702" cy="1211272"/>
              <a:chOff x="4406" y="4111625"/>
              <a:chExt cx="3432702" cy="1211272"/>
            </a:xfrm>
          </p:grpSpPr>
          <p:graphicFrame>
            <p:nvGraphicFramePr>
              <p:cNvPr id="47125" name="Object 239">
                <a:extLst>
                  <a:ext uri="{FF2B5EF4-FFF2-40B4-BE49-F238E27FC236}">
                    <a16:creationId xmlns:a16="http://schemas.microsoft.com/office/drawing/2014/main" id="{E13BD264-1336-0056-8A7B-8237B4E68765}"/>
                  </a:ext>
                </a:extLst>
              </p:cNvPr>
              <p:cNvGraphicFramePr>
                <a:graphicFrameLocks noChangeAspect="1"/>
              </p:cNvGraphicFramePr>
              <p:nvPr/>
            </p:nvGraphicFramePr>
            <p:xfrm>
              <a:off x="4406" y="4111625"/>
              <a:ext cx="3319819" cy="380740"/>
            </p:xfrm>
            <a:graphic>
              <a:graphicData uri="http://schemas.openxmlformats.org/presentationml/2006/ole">
                <mc:AlternateContent xmlns:mc="http://schemas.openxmlformats.org/markup-compatibility/2006">
                  <mc:Choice xmlns:v="urn:schemas-microsoft-com:vml" Requires="v">
                    <p:oleObj name="Formula" r:id="rId17" imgW="1557020" imgH="177800" progId="">
                      <p:embed/>
                    </p:oleObj>
                  </mc:Choice>
                  <mc:Fallback>
                    <p:oleObj name="Formula" r:id="rId17" imgW="1557020" imgH="177800" progId="">
                      <p:embed/>
                      <p:pic>
                        <p:nvPicPr>
                          <p:cNvPr id="0" name="Object 2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06" y="4111625"/>
                            <a:ext cx="3319819" cy="380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26" name="Object 240">
                <a:extLst>
                  <a:ext uri="{FF2B5EF4-FFF2-40B4-BE49-F238E27FC236}">
                    <a16:creationId xmlns:a16="http://schemas.microsoft.com/office/drawing/2014/main" id="{232D5894-1B6D-EEF8-9254-42667A0D3027}"/>
                  </a:ext>
                </a:extLst>
              </p:cNvPr>
              <p:cNvGraphicFramePr>
                <a:graphicFrameLocks noChangeAspect="1"/>
              </p:cNvGraphicFramePr>
              <p:nvPr/>
            </p:nvGraphicFramePr>
            <p:xfrm>
              <a:off x="1095941" y="4647659"/>
              <a:ext cx="2341167" cy="675238"/>
            </p:xfrm>
            <a:graphic>
              <a:graphicData uri="http://schemas.openxmlformats.org/presentationml/2006/ole">
                <mc:AlternateContent xmlns:mc="http://schemas.openxmlformats.org/markup-compatibility/2006">
                  <mc:Choice xmlns:v="urn:schemas-microsoft-com:vml" Requires="v">
                    <p:oleObj name="Formula" r:id="rId19" imgW="1250950" imgH="361950" progId="">
                      <p:embed/>
                    </p:oleObj>
                  </mc:Choice>
                  <mc:Fallback>
                    <p:oleObj name="Formula" r:id="rId19" imgW="1250950" imgH="361950" progId="">
                      <p:embed/>
                      <p:pic>
                        <p:nvPicPr>
                          <p:cNvPr id="0" name="Object 24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5941" y="4647659"/>
                            <a:ext cx="2341167" cy="6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47124" name="图片 6">
              <a:extLst>
                <a:ext uri="{FF2B5EF4-FFF2-40B4-BE49-F238E27FC236}">
                  <a16:creationId xmlns:a16="http://schemas.microsoft.com/office/drawing/2014/main" id="{7FD8E66B-013F-8BCE-85BF-6DE69B7A3FCF}"/>
                </a:ext>
              </a:extLst>
            </p:cNvPr>
            <p:cNvPicPr>
              <a:picLocks noChangeAspect="1"/>
            </p:cNvPicPr>
            <p:nvPr/>
          </p:nvPicPr>
          <p:blipFill>
            <a:blip r:embed="rId21">
              <a:extLst>
                <a:ext uri="{28A0092B-C50C-407E-A947-70E740481C1C}">
                  <a14:useLocalDpi xmlns:a14="http://schemas.microsoft.com/office/drawing/2010/main" val="0"/>
                </a:ext>
              </a:extLst>
            </a:blip>
            <a:srcRect/>
            <a:stretch>
              <a:fillRect/>
            </a:stretch>
          </p:blipFill>
          <p:spPr bwMode="auto">
            <a:xfrm>
              <a:off x="6694304" y="4592288"/>
              <a:ext cx="595313" cy="25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47118" name="Object 241">
            <a:extLst>
              <a:ext uri="{FF2B5EF4-FFF2-40B4-BE49-F238E27FC236}">
                <a16:creationId xmlns:a16="http://schemas.microsoft.com/office/drawing/2014/main" id="{A8BAA45E-023F-2C66-E92A-0435B1C78D03}"/>
              </a:ext>
            </a:extLst>
          </p:cNvPr>
          <p:cNvGraphicFramePr>
            <a:graphicFrameLocks noChangeAspect="1"/>
          </p:cNvGraphicFramePr>
          <p:nvPr/>
        </p:nvGraphicFramePr>
        <p:xfrm>
          <a:off x="1839913" y="5722938"/>
          <a:ext cx="255587" cy="301625"/>
        </p:xfrm>
        <a:graphic>
          <a:graphicData uri="http://schemas.openxmlformats.org/presentationml/2006/ole">
            <mc:AlternateContent xmlns:mc="http://schemas.openxmlformats.org/markup-compatibility/2006">
              <mc:Choice xmlns:v="urn:schemas-microsoft-com:vml" Requires="v">
                <p:oleObj name="Formula" r:id="rId22" imgW="138430" imgH="158750" progId="">
                  <p:embed/>
                </p:oleObj>
              </mc:Choice>
              <mc:Fallback>
                <p:oleObj name="Formula" r:id="rId22" imgW="138430" imgH="158750" progId="">
                  <p:embed/>
                  <p:pic>
                    <p:nvPicPr>
                      <p:cNvPr id="0" name="Object 2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9913" y="5722938"/>
                        <a:ext cx="25558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9" name="Object 242">
            <a:extLst>
              <a:ext uri="{FF2B5EF4-FFF2-40B4-BE49-F238E27FC236}">
                <a16:creationId xmlns:a16="http://schemas.microsoft.com/office/drawing/2014/main" id="{2A06F455-AAAA-FB9E-7A1A-96904B503ECC}"/>
              </a:ext>
            </a:extLst>
          </p:cNvPr>
          <p:cNvGraphicFramePr>
            <a:graphicFrameLocks noChangeAspect="1"/>
          </p:cNvGraphicFramePr>
          <p:nvPr/>
        </p:nvGraphicFramePr>
        <p:xfrm>
          <a:off x="4281488" y="5688013"/>
          <a:ext cx="227012" cy="347662"/>
        </p:xfrm>
        <a:graphic>
          <a:graphicData uri="http://schemas.openxmlformats.org/presentationml/2006/ole">
            <mc:AlternateContent xmlns:mc="http://schemas.openxmlformats.org/markup-compatibility/2006">
              <mc:Choice xmlns:v="urn:schemas-microsoft-com:vml" Requires="v">
                <p:oleObj name="Formula" r:id="rId23" imgW="138623" imgH="209841" progId="">
                  <p:embed/>
                </p:oleObj>
              </mc:Choice>
              <mc:Fallback>
                <p:oleObj name="Formula" r:id="rId23" imgW="138623" imgH="209841" progId="">
                  <p:embed/>
                  <p:pic>
                    <p:nvPicPr>
                      <p:cNvPr id="0" name="Object 2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81488" y="5688013"/>
                        <a:ext cx="227012"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7120" name="组合 9">
            <a:extLst>
              <a:ext uri="{FF2B5EF4-FFF2-40B4-BE49-F238E27FC236}">
                <a16:creationId xmlns:a16="http://schemas.microsoft.com/office/drawing/2014/main" id="{0EA9A020-AE3A-689D-E595-AA0A4EF6C975}"/>
              </a:ext>
            </a:extLst>
          </p:cNvPr>
          <p:cNvGrpSpPr>
            <a:grpSpLocks/>
          </p:cNvGrpSpPr>
          <p:nvPr/>
        </p:nvGrpSpPr>
        <p:grpSpPr bwMode="auto">
          <a:xfrm>
            <a:off x="5365750" y="5635625"/>
            <a:ext cx="3300413" cy="579438"/>
            <a:chOff x="5365425" y="5634935"/>
            <a:chExt cx="3300770" cy="579438"/>
          </a:xfrm>
        </p:grpSpPr>
        <p:graphicFrame>
          <p:nvGraphicFramePr>
            <p:cNvPr id="47121" name="Object 243">
              <a:extLst>
                <a:ext uri="{FF2B5EF4-FFF2-40B4-BE49-F238E27FC236}">
                  <a16:creationId xmlns:a16="http://schemas.microsoft.com/office/drawing/2014/main" id="{F7C1AE48-97D2-8A4B-49EC-7A81E5472B20}"/>
                </a:ext>
              </a:extLst>
            </p:cNvPr>
            <p:cNvGraphicFramePr>
              <a:graphicFrameLocks noChangeAspect="1"/>
            </p:cNvGraphicFramePr>
            <p:nvPr/>
          </p:nvGraphicFramePr>
          <p:xfrm>
            <a:off x="5365425" y="5634935"/>
            <a:ext cx="2443163" cy="579438"/>
          </p:xfrm>
          <a:graphic>
            <a:graphicData uri="http://schemas.openxmlformats.org/presentationml/2006/ole">
              <mc:AlternateContent xmlns:mc="http://schemas.openxmlformats.org/markup-compatibility/2006">
                <mc:Choice xmlns:v="urn:schemas-microsoft-com:vml" Requires="v">
                  <p:oleObj name="Formula" r:id="rId25" imgW="1303020" imgH="311150" progId="">
                    <p:embed/>
                  </p:oleObj>
                </mc:Choice>
                <mc:Fallback>
                  <p:oleObj name="Formula" r:id="rId25" imgW="1303020" imgH="311150" progId="">
                    <p:embed/>
                    <p:pic>
                      <p:nvPicPr>
                        <p:cNvPr id="0" name="Object 2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65425" y="5634935"/>
                          <a:ext cx="2443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122" name="图片 8">
              <a:extLst>
                <a:ext uri="{FF2B5EF4-FFF2-40B4-BE49-F238E27FC236}">
                  <a16:creationId xmlns:a16="http://schemas.microsoft.com/office/drawing/2014/main" id="{33CCC8DE-DB6D-E39A-C7A7-D3110A529985}"/>
                </a:ext>
              </a:extLst>
            </p:cNvPr>
            <p:cNvPicPr>
              <a:picLocks noChangeAspect="1"/>
            </p:cNvPicPr>
            <p:nvPr/>
          </p:nvPicPr>
          <p:blipFill>
            <a:blip r:embed="rId27">
              <a:extLst>
                <a:ext uri="{28A0092B-C50C-407E-A947-70E740481C1C}">
                  <a14:useLocalDpi xmlns:a14="http://schemas.microsoft.com/office/drawing/2010/main" val="0"/>
                </a:ext>
              </a:extLst>
            </a:blip>
            <a:srcRect/>
            <a:stretch>
              <a:fillRect/>
            </a:stretch>
          </p:blipFill>
          <p:spPr bwMode="auto">
            <a:xfrm>
              <a:off x="8060405" y="5711393"/>
              <a:ext cx="605790" cy="27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A8E712B-AF90-1FEB-A980-3F8DDDF115AA}"/>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5348EC2E-026B-031B-E723-79F50F0480D4}"/>
              </a:ext>
            </a:extLst>
          </p:cNvPr>
          <p:cNvSpPr>
            <a:spLocks noGrp="1"/>
          </p:cNvSpPr>
          <p:nvPr>
            <p:ph sz="quarter" idx="14"/>
          </p:nvPr>
        </p:nvSpPr>
        <p:spPr>
          <a:xfrm>
            <a:off x="174625" y="1041400"/>
            <a:ext cx="8969375" cy="1417638"/>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en-US" altLang="zh-CN" dirty="0"/>
          </a:p>
          <a:p>
            <a:pPr indent="-360000" eaLnBrk="1" fontAlgn="auto" hangingPunct="1">
              <a:spcAft>
                <a:spcPts val="0"/>
              </a:spcAft>
              <a:defRPr/>
            </a:pPr>
            <a:r>
              <a:rPr lang="zh-CN" altLang="en-US" dirty="0"/>
              <a:t>已知对数似然函数为</a:t>
            </a:r>
            <a:endParaRPr lang="en-US" altLang="zh-CN"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49156" name="对象 2">
            <a:extLst>
              <a:ext uri="{FF2B5EF4-FFF2-40B4-BE49-F238E27FC236}">
                <a16:creationId xmlns:a16="http://schemas.microsoft.com/office/drawing/2014/main" id="{E5909E51-1E94-5FAA-3531-650D234E7D7A}"/>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9157" name="组合 7">
            <a:extLst>
              <a:ext uri="{FF2B5EF4-FFF2-40B4-BE49-F238E27FC236}">
                <a16:creationId xmlns:a16="http://schemas.microsoft.com/office/drawing/2014/main" id="{333BB934-D0FC-C49D-DC36-709971F119FA}"/>
              </a:ext>
            </a:extLst>
          </p:cNvPr>
          <p:cNvGrpSpPr>
            <a:grpSpLocks/>
          </p:cNvGrpSpPr>
          <p:nvPr/>
        </p:nvGrpSpPr>
        <p:grpSpPr bwMode="auto">
          <a:xfrm>
            <a:off x="2071688" y="2520950"/>
            <a:ext cx="4999037" cy="1211263"/>
            <a:chOff x="2290122" y="4019538"/>
            <a:chExt cx="4999495" cy="1211272"/>
          </a:xfrm>
        </p:grpSpPr>
        <p:grpSp>
          <p:nvGrpSpPr>
            <p:cNvPr id="49160" name="组合 5">
              <a:extLst>
                <a:ext uri="{FF2B5EF4-FFF2-40B4-BE49-F238E27FC236}">
                  <a16:creationId xmlns:a16="http://schemas.microsoft.com/office/drawing/2014/main" id="{E0F51212-6CDB-8770-B981-673E9790EFE4}"/>
                </a:ext>
              </a:extLst>
            </p:cNvPr>
            <p:cNvGrpSpPr>
              <a:grpSpLocks/>
            </p:cNvGrpSpPr>
            <p:nvPr/>
          </p:nvGrpSpPr>
          <p:grpSpPr bwMode="auto">
            <a:xfrm>
              <a:off x="2290122" y="4019538"/>
              <a:ext cx="3432702" cy="1211272"/>
              <a:chOff x="4406" y="4111625"/>
              <a:chExt cx="3432702" cy="1211272"/>
            </a:xfrm>
          </p:grpSpPr>
          <p:graphicFrame>
            <p:nvGraphicFramePr>
              <p:cNvPr id="49162" name="Object 239">
                <a:extLst>
                  <a:ext uri="{FF2B5EF4-FFF2-40B4-BE49-F238E27FC236}">
                    <a16:creationId xmlns:a16="http://schemas.microsoft.com/office/drawing/2014/main" id="{915F2E2C-4B8F-9852-1869-57727B67E5AE}"/>
                  </a:ext>
                </a:extLst>
              </p:cNvPr>
              <p:cNvGraphicFramePr>
                <a:graphicFrameLocks noChangeAspect="1"/>
              </p:cNvGraphicFramePr>
              <p:nvPr/>
            </p:nvGraphicFramePr>
            <p:xfrm>
              <a:off x="4406" y="4111625"/>
              <a:ext cx="3319819" cy="380740"/>
            </p:xfrm>
            <a:graphic>
              <a:graphicData uri="http://schemas.openxmlformats.org/presentationml/2006/ole">
                <mc:AlternateContent xmlns:mc="http://schemas.openxmlformats.org/markup-compatibility/2006">
                  <mc:Choice xmlns:v="urn:schemas-microsoft-com:vml" Requires="v">
                    <p:oleObj name="Formula" r:id="rId5" imgW="1557020" imgH="177800" progId="">
                      <p:embed/>
                    </p:oleObj>
                  </mc:Choice>
                  <mc:Fallback>
                    <p:oleObj name="Formula" r:id="rId5" imgW="1557020" imgH="177800" progId="">
                      <p:embed/>
                      <p:pic>
                        <p:nvPicPr>
                          <p:cNvPr id="0" name="Object 2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6" y="4111625"/>
                            <a:ext cx="3319819" cy="380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3" name="Object 240">
                <a:extLst>
                  <a:ext uri="{FF2B5EF4-FFF2-40B4-BE49-F238E27FC236}">
                    <a16:creationId xmlns:a16="http://schemas.microsoft.com/office/drawing/2014/main" id="{DFFC6ABA-4822-6C8D-D1CD-C18E96357548}"/>
                  </a:ext>
                </a:extLst>
              </p:cNvPr>
              <p:cNvGraphicFramePr>
                <a:graphicFrameLocks noChangeAspect="1"/>
              </p:cNvGraphicFramePr>
              <p:nvPr/>
            </p:nvGraphicFramePr>
            <p:xfrm>
              <a:off x="1095941" y="4647659"/>
              <a:ext cx="2341167" cy="675238"/>
            </p:xfrm>
            <a:graphic>
              <a:graphicData uri="http://schemas.openxmlformats.org/presentationml/2006/ole">
                <mc:AlternateContent xmlns:mc="http://schemas.openxmlformats.org/markup-compatibility/2006">
                  <mc:Choice xmlns:v="urn:schemas-microsoft-com:vml" Requires="v">
                    <p:oleObj name="Formula" r:id="rId7" imgW="1250950" imgH="361950" progId="">
                      <p:embed/>
                    </p:oleObj>
                  </mc:Choice>
                  <mc:Fallback>
                    <p:oleObj name="Formula" r:id="rId7" imgW="1250950" imgH="361950" progId="">
                      <p:embed/>
                      <p:pic>
                        <p:nvPicPr>
                          <p:cNvPr id="0" name="Object 2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5941" y="4647659"/>
                            <a:ext cx="2341167" cy="6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49161" name="图片 6">
              <a:extLst>
                <a:ext uri="{FF2B5EF4-FFF2-40B4-BE49-F238E27FC236}">
                  <a16:creationId xmlns:a16="http://schemas.microsoft.com/office/drawing/2014/main" id="{80DB680F-0620-9827-53E3-17B6F48A3BFB}"/>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694304" y="4592288"/>
              <a:ext cx="595313" cy="25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内容占位符 1">
            <a:extLst>
              <a:ext uri="{FF2B5EF4-FFF2-40B4-BE49-F238E27FC236}">
                <a16:creationId xmlns:a16="http://schemas.microsoft.com/office/drawing/2014/main" id="{2678B7B5-64B9-815B-6AD3-719C0F405C40}"/>
              </a:ext>
            </a:extLst>
          </p:cNvPr>
          <p:cNvSpPr txBox="1">
            <a:spLocks/>
          </p:cNvSpPr>
          <p:nvPr/>
        </p:nvSpPr>
        <p:spPr bwMode="auto">
          <a:xfrm>
            <a:off x="87313" y="3887788"/>
            <a:ext cx="8969375" cy="1416050"/>
          </a:xfrm>
          <a:prstGeom prst="rect">
            <a:avLst/>
          </a:prstGeom>
          <a:noFill/>
          <a:ln>
            <a:noFill/>
          </a:ln>
        </p:spPr>
        <p:txBody>
          <a:bodyPr>
            <a:normAutofit/>
          </a:bodyPr>
          <a:lstStyle>
            <a:lvl1pPr marL="228600" indent="-358775" algn="l" rtl="0" eaLnBrk="0" fontAlgn="base" hangingPunct="0">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60000" eaLnBrk="1" fontAlgn="auto" hangingPunct="1">
              <a:spcAft>
                <a:spcPts val="0"/>
              </a:spcAft>
              <a:defRPr/>
            </a:pPr>
            <a:r>
              <a:rPr lang="zh-CN" altLang="en-US" dirty="0"/>
              <a:t>为了后续的计算方便，令</a:t>
            </a:r>
            <a:r>
              <a:rPr lang="en-US" altLang="zh-CN" dirty="0"/>
              <a:t>log</a:t>
            </a:r>
            <a:r>
              <a:rPr lang="zh-CN" altLang="en-US" dirty="0"/>
              <a:t>的底数为</a:t>
            </a:r>
            <a:r>
              <a:rPr lang="en-US" altLang="zh-CN" dirty="0"/>
              <a:t>e</a:t>
            </a:r>
            <a:r>
              <a:rPr lang="zh-CN" altLang="en-US" dirty="0"/>
              <a:t>，则对数似然函数可以化为：</a:t>
            </a:r>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49159" name="对象 4">
            <a:extLst>
              <a:ext uri="{FF2B5EF4-FFF2-40B4-BE49-F238E27FC236}">
                <a16:creationId xmlns:a16="http://schemas.microsoft.com/office/drawing/2014/main" id="{BB3D7E06-7D97-C253-0393-B6E4A5EFB1B5}"/>
              </a:ext>
            </a:extLst>
          </p:cNvPr>
          <p:cNvGraphicFramePr>
            <a:graphicFrameLocks noChangeAspect="1"/>
          </p:cNvGraphicFramePr>
          <p:nvPr/>
        </p:nvGraphicFramePr>
        <p:xfrm>
          <a:off x="2005013" y="4459288"/>
          <a:ext cx="3454400" cy="863600"/>
        </p:xfrm>
        <a:graphic>
          <a:graphicData uri="http://schemas.openxmlformats.org/presentationml/2006/ole">
            <mc:AlternateContent xmlns:mc="http://schemas.openxmlformats.org/markup-compatibility/2006">
              <mc:Choice xmlns:v="urn:schemas-microsoft-com:vml" Requires="v">
                <p:oleObj name="Equation" r:id="rId10" imgW="1473200" imgH="368300" progId="Equation.DSMT4">
                  <p:embed/>
                </p:oleObj>
              </mc:Choice>
              <mc:Fallback>
                <p:oleObj name="Equation" r:id="rId10" imgW="1473200" imgH="368300" progId="Equation.DSMT4">
                  <p:embed/>
                  <p:pic>
                    <p:nvPicPr>
                      <p:cNvPr id="0" name="对象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5013" y="4459288"/>
                        <a:ext cx="34544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8748D04-0785-247B-73FF-337B460A49EB}"/>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65D44C8E-E96D-1C10-2DEF-E27B9B587F84}"/>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51204" name="对象 2">
            <a:extLst>
              <a:ext uri="{FF2B5EF4-FFF2-40B4-BE49-F238E27FC236}">
                <a16:creationId xmlns:a16="http://schemas.microsoft.com/office/drawing/2014/main" id="{78B4BF9C-81B8-AAC1-E005-D34F97DB8A33}"/>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5" name="对象 2">
            <a:extLst>
              <a:ext uri="{FF2B5EF4-FFF2-40B4-BE49-F238E27FC236}">
                <a16:creationId xmlns:a16="http://schemas.microsoft.com/office/drawing/2014/main" id="{6D9D6807-C48A-961E-F12D-18F2479646AA}"/>
              </a:ext>
            </a:extLst>
          </p:cNvPr>
          <p:cNvGraphicFramePr>
            <a:graphicFrameLocks noChangeAspect="1"/>
          </p:cNvGraphicFramePr>
          <p:nvPr/>
        </p:nvGraphicFramePr>
        <p:xfrm>
          <a:off x="690563" y="1585913"/>
          <a:ext cx="8059737" cy="1847850"/>
        </p:xfrm>
        <a:graphic>
          <a:graphicData uri="http://schemas.openxmlformats.org/presentationml/2006/ole">
            <mc:AlternateContent xmlns:mc="http://schemas.openxmlformats.org/markup-compatibility/2006">
              <mc:Choice xmlns:v="urn:schemas-microsoft-com:vml" Requires="v">
                <p:oleObj name="Equation" r:id="rId5" imgW="3213100" imgH="736600" progId="Equation.DSMT4">
                  <p:embed/>
                </p:oleObj>
              </mc:Choice>
              <mc:Fallback>
                <p:oleObj name="Equation" r:id="rId5" imgW="3213100" imgH="736600" progId="Equation.DSMT4">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0563" y="1585913"/>
                        <a:ext cx="8059737"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a:extLst>
              <a:ext uri="{FF2B5EF4-FFF2-40B4-BE49-F238E27FC236}">
                <a16:creationId xmlns:a16="http://schemas.microsoft.com/office/drawing/2014/main" id="{5D3EDA87-EBCB-417B-554D-32D742C8EAF1}"/>
              </a:ext>
            </a:extLst>
          </p:cNvPr>
          <p:cNvGraphicFramePr>
            <a:graphicFrameLocks noChangeAspect="1"/>
          </p:cNvGraphicFramePr>
          <p:nvPr/>
        </p:nvGraphicFramePr>
        <p:xfrm>
          <a:off x="803275" y="3559175"/>
          <a:ext cx="7321550" cy="1590675"/>
        </p:xfrm>
        <a:graphic>
          <a:graphicData uri="http://schemas.openxmlformats.org/presentationml/2006/ole">
            <mc:AlternateContent xmlns:mc="http://schemas.openxmlformats.org/markup-compatibility/2006">
              <mc:Choice xmlns:v="urn:schemas-microsoft-com:vml" Requires="v">
                <p:oleObj name="Equation" r:id="rId7" imgW="3276600" imgH="711200" progId="Equation.DSMT4">
                  <p:embed/>
                </p:oleObj>
              </mc:Choice>
              <mc:Fallback>
                <p:oleObj name="Equation" r:id="rId7" imgW="3276600" imgH="711200" progId="Equation.DSMT4">
                  <p:embed/>
                  <p:pic>
                    <p:nvPicPr>
                      <p:cNvPr id="0"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3275" y="3559175"/>
                        <a:ext cx="73215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a:extLst>
              <a:ext uri="{FF2B5EF4-FFF2-40B4-BE49-F238E27FC236}">
                <a16:creationId xmlns:a16="http://schemas.microsoft.com/office/drawing/2014/main" id="{2AFBB26D-F032-0DAE-F339-7E45419AF2C4}"/>
              </a:ext>
            </a:extLst>
          </p:cNvPr>
          <p:cNvGraphicFramePr>
            <a:graphicFrameLocks noChangeAspect="1"/>
          </p:cNvGraphicFramePr>
          <p:nvPr/>
        </p:nvGraphicFramePr>
        <p:xfrm>
          <a:off x="-26988" y="4829175"/>
          <a:ext cx="9209088" cy="1465263"/>
        </p:xfrm>
        <a:graphic>
          <a:graphicData uri="http://schemas.openxmlformats.org/presentationml/2006/ole">
            <mc:AlternateContent xmlns:mc="http://schemas.openxmlformats.org/markup-compatibility/2006">
              <mc:Choice xmlns:v="urn:schemas-microsoft-com:vml" Requires="v">
                <p:oleObj name="Equation" r:id="rId9" imgW="3670300" imgH="584200" progId="Equation.DSMT4">
                  <p:embed/>
                </p:oleObj>
              </mc:Choice>
              <mc:Fallback>
                <p:oleObj name="Equation" r:id="rId9" imgW="3670300" imgH="584200" progId="Equation.DSMT4">
                  <p:embed/>
                  <p:pic>
                    <p:nvPicPr>
                      <p:cNvPr id="0" name="对象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88" y="4829175"/>
                        <a:ext cx="9209088"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4CC3EAD-6E4A-414D-BA5C-180C8C377A99}"/>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F56EFE4F-652D-827E-0CBF-FB580CCAC1D5}"/>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53252" name="对象 2">
            <a:extLst>
              <a:ext uri="{FF2B5EF4-FFF2-40B4-BE49-F238E27FC236}">
                <a16:creationId xmlns:a16="http://schemas.microsoft.com/office/drawing/2014/main" id="{2E25AE2F-146E-E006-7C0F-09A6E0B373DE}"/>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3" name="对象 13">
            <a:extLst>
              <a:ext uri="{FF2B5EF4-FFF2-40B4-BE49-F238E27FC236}">
                <a16:creationId xmlns:a16="http://schemas.microsoft.com/office/drawing/2014/main" id="{4298314D-E2F1-DC30-CEC5-97D709A9A8CB}"/>
              </a:ext>
            </a:extLst>
          </p:cNvPr>
          <p:cNvGraphicFramePr>
            <a:graphicFrameLocks noChangeAspect="1"/>
          </p:cNvGraphicFramePr>
          <p:nvPr/>
        </p:nvGraphicFramePr>
        <p:xfrm>
          <a:off x="63500" y="1322388"/>
          <a:ext cx="8915400" cy="1419225"/>
        </p:xfrm>
        <a:graphic>
          <a:graphicData uri="http://schemas.openxmlformats.org/presentationml/2006/ole">
            <mc:AlternateContent xmlns:mc="http://schemas.openxmlformats.org/markup-compatibility/2006">
              <mc:Choice xmlns:v="urn:schemas-microsoft-com:vml" Requires="v">
                <p:oleObj name="Equation" r:id="rId5" imgW="3670300" imgH="584200" progId="Equation.DSMT4">
                  <p:embed/>
                </p:oleObj>
              </mc:Choice>
              <mc:Fallback>
                <p:oleObj name="Equation" r:id="rId5" imgW="3670300" imgH="584200" progId="Equation.DSMT4">
                  <p:embed/>
                  <p:pic>
                    <p:nvPicPr>
                      <p:cNvPr id="0" name="对象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00" y="1322388"/>
                        <a:ext cx="89154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a:extLst>
              <a:ext uri="{FF2B5EF4-FFF2-40B4-BE49-F238E27FC236}">
                <a16:creationId xmlns:a16="http://schemas.microsoft.com/office/drawing/2014/main" id="{49FC2F1E-28AC-A44F-70C7-3710AA45A5D2}"/>
              </a:ext>
            </a:extLst>
          </p:cNvPr>
          <p:cNvGraphicFramePr>
            <a:graphicFrameLocks noChangeAspect="1"/>
          </p:cNvGraphicFramePr>
          <p:nvPr/>
        </p:nvGraphicFramePr>
        <p:xfrm>
          <a:off x="174625" y="2741613"/>
          <a:ext cx="8769350" cy="1981200"/>
        </p:xfrm>
        <a:graphic>
          <a:graphicData uri="http://schemas.openxmlformats.org/presentationml/2006/ole">
            <mc:AlternateContent xmlns:mc="http://schemas.openxmlformats.org/markup-compatibility/2006">
              <mc:Choice xmlns:v="urn:schemas-microsoft-com:vml" Requires="v">
                <p:oleObj name="Equation" r:id="rId7" imgW="3708400" imgH="838200" progId="Equation.DSMT4">
                  <p:embed/>
                </p:oleObj>
              </mc:Choice>
              <mc:Fallback>
                <p:oleObj name="Equation" r:id="rId7" imgW="3708400" imgH="838200" progId="Equation.DSMT4">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625" y="2741613"/>
                        <a:ext cx="87693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a:extLst>
              <a:ext uri="{FF2B5EF4-FFF2-40B4-BE49-F238E27FC236}">
                <a16:creationId xmlns:a16="http://schemas.microsoft.com/office/drawing/2014/main" id="{5543F313-B230-A0F7-0E2E-D6AF254D7079}"/>
              </a:ext>
            </a:extLst>
          </p:cNvPr>
          <p:cNvGraphicFramePr>
            <a:graphicFrameLocks noChangeAspect="1"/>
          </p:cNvGraphicFramePr>
          <p:nvPr/>
        </p:nvGraphicFramePr>
        <p:xfrm>
          <a:off x="1031875" y="4456113"/>
          <a:ext cx="8023225" cy="1381125"/>
        </p:xfrm>
        <a:graphic>
          <a:graphicData uri="http://schemas.openxmlformats.org/presentationml/2006/ole">
            <mc:AlternateContent xmlns:mc="http://schemas.openxmlformats.org/markup-compatibility/2006">
              <mc:Choice xmlns:v="urn:schemas-microsoft-com:vml" Requires="v">
                <p:oleObj name="Equation" r:id="rId9" imgW="3390900" imgH="584200" progId="Equation.DSMT4">
                  <p:embed/>
                </p:oleObj>
              </mc:Choice>
              <mc:Fallback>
                <p:oleObj name="Equation" r:id="rId9" imgW="3390900" imgH="584200" progId="Equation.DSMT4">
                  <p:embed/>
                  <p:pic>
                    <p:nvPicPr>
                      <p:cNvPr id="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1875" y="4456113"/>
                        <a:ext cx="80232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6" name="对象 10">
            <a:extLst>
              <a:ext uri="{FF2B5EF4-FFF2-40B4-BE49-F238E27FC236}">
                <a16:creationId xmlns:a16="http://schemas.microsoft.com/office/drawing/2014/main" id="{BA554980-ABA0-1D18-1DA6-3A63A513D7D4}"/>
              </a:ext>
            </a:extLst>
          </p:cNvPr>
          <p:cNvGraphicFramePr>
            <a:graphicFrameLocks noChangeAspect="1"/>
          </p:cNvGraphicFramePr>
          <p:nvPr/>
        </p:nvGraphicFramePr>
        <p:xfrm>
          <a:off x="0" y="5602288"/>
          <a:ext cx="9144000" cy="1314450"/>
        </p:xfrm>
        <a:graphic>
          <a:graphicData uri="http://schemas.openxmlformats.org/presentationml/2006/ole">
            <mc:AlternateContent xmlns:mc="http://schemas.openxmlformats.org/markup-compatibility/2006">
              <mc:Choice xmlns:v="urn:schemas-microsoft-com:vml" Requires="v">
                <p:oleObj name="Equation" r:id="rId11" imgW="4064000" imgH="584200" progId="Equation.DSMT4">
                  <p:embed/>
                </p:oleObj>
              </mc:Choice>
              <mc:Fallback>
                <p:oleObj name="Equation" r:id="rId11" imgW="4064000" imgH="584200" progId="Equation.DSMT4">
                  <p:embed/>
                  <p:pic>
                    <p:nvPicPr>
                      <p:cNvPr id="0" name="对象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5602288"/>
                        <a:ext cx="9144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32EE548-BCE1-B7C6-9055-BCD29A2DC4B8}"/>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95F06B35-FB44-106D-F0C8-D7716C8BEDE1}"/>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55300" name="对象 2">
            <a:extLst>
              <a:ext uri="{FF2B5EF4-FFF2-40B4-BE49-F238E27FC236}">
                <a16:creationId xmlns:a16="http://schemas.microsoft.com/office/drawing/2014/main" id="{BE5F28DD-5FBE-B6C3-3213-51D3F087C2E6}"/>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1" name="对象 10">
            <a:extLst>
              <a:ext uri="{FF2B5EF4-FFF2-40B4-BE49-F238E27FC236}">
                <a16:creationId xmlns:a16="http://schemas.microsoft.com/office/drawing/2014/main" id="{F859B3A1-8229-E8BE-5032-957E994D3B9F}"/>
              </a:ext>
            </a:extLst>
          </p:cNvPr>
          <p:cNvGraphicFramePr>
            <a:graphicFrameLocks noChangeAspect="1"/>
          </p:cNvGraphicFramePr>
          <p:nvPr/>
        </p:nvGraphicFramePr>
        <p:xfrm>
          <a:off x="271463" y="1828800"/>
          <a:ext cx="8601075" cy="969963"/>
        </p:xfrm>
        <a:graphic>
          <a:graphicData uri="http://schemas.openxmlformats.org/presentationml/2006/ole">
            <mc:AlternateContent xmlns:mc="http://schemas.openxmlformats.org/markup-compatibility/2006">
              <mc:Choice xmlns:v="urn:schemas-microsoft-com:vml" Requires="v">
                <p:oleObj name="Equation" r:id="rId5" imgW="3822700" imgH="431800" progId="Equation.DSMT4">
                  <p:embed/>
                </p:oleObj>
              </mc:Choice>
              <mc:Fallback>
                <p:oleObj name="Equation" r:id="rId5" imgW="3822700" imgH="431800" progId="Equation.DSMT4">
                  <p:embed/>
                  <p:pic>
                    <p:nvPicPr>
                      <p:cNvPr id="0"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463" y="1828800"/>
                        <a:ext cx="8601075"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a:extLst>
              <a:ext uri="{FF2B5EF4-FFF2-40B4-BE49-F238E27FC236}">
                <a16:creationId xmlns:a16="http://schemas.microsoft.com/office/drawing/2014/main" id="{A405DB31-2E28-6E45-DA2B-BC611A5AE8E2}"/>
              </a:ext>
            </a:extLst>
          </p:cNvPr>
          <p:cNvGraphicFramePr>
            <a:graphicFrameLocks noChangeAspect="1"/>
          </p:cNvGraphicFramePr>
          <p:nvPr/>
        </p:nvGraphicFramePr>
        <p:xfrm>
          <a:off x="1068388" y="3044825"/>
          <a:ext cx="7572375" cy="969963"/>
        </p:xfrm>
        <a:graphic>
          <a:graphicData uri="http://schemas.openxmlformats.org/presentationml/2006/ole">
            <mc:AlternateContent xmlns:mc="http://schemas.openxmlformats.org/markup-compatibility/2006">
              <mc:Choice xmlns:v="urn:schemas-microsoft-com:vml" Requires="v">
                <p:oleObj name="Equation" r:id="rId7" imgW="3365500" imgH="431800" progId="Equation.DSMT4">
                  <p:embed/>
                </p:oleObj>
              </mc:Choice>
              <mc:Fallback>
                <p:oleObj name="Equation" r:id="rId7" imgW="3365500" imgH="4318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8388" y="3044825"/>
                        <a:ext cx="7572375"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a:extLst>
              <a:ext uri="{FF2B5EF4-FFF2-40B4-BE49-F238E27FC236}">
                <a16:creationId xmlns:a16="http://schemas.microsoft.com/office/drawing/2014/main" id="{5C1B3686-7A63-8A8B-9ED4-9D76A6F81576}"/>
              </a:ext>
            </a:extLst>
          </p:cNvPr>
          <p:cNvGraphicFramePr>
            <a:graphicFrameLocks noChangeAspect="1"/>
          </p:cNvGraphicFramePr>
          <p:nvPr/>
        </p:nvGraphicFramePr>
        <p:xfrm>
          <a:off x="292100" y="4014788"/>
          <a:ext cx="8348663" cy="2566987"/>
        </p:xfrm>
        <a:graphic>
          <a:graphicData uri="http://schemas.openxmlformats.org/presentationml/2006/ole">
            <mc:AlternateContent xmlns:mc="http://schemas.openxmlformats.org/markup-compatibility/2006">
              <mc:Choice xmlns:v="urn:schemas-microsoft-com:vml" Requires="v">
                <p:oleObj name="Equation" r:id="rId9" imgW="3352800" imgH="1143000" progId="Equation.DSMT4">
                  <p:embed/>
                </p:oleObj>
              </mc:Choice>
              <mc:Fallback>
                <p:oleObj name="Equation" r:id="rId9" imgW="3352800" imgH="1143000" progId="Equation.DSMT4">
                  <p:embed/>
                  <p:pic>
                    <p:nvPicPr>
                      <p:cNvPr id="0"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100" y="4014788"/>
                        <a:ext cx="8348663" cy="25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669408B-6EA5-BB95-931B-ACE4755ADDBA}"/>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8DD631AD-3952-6AB1-90C7-C360BFF89FA1}"/>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57348" name="对象 2">
            <a:extLst>
              <a:ext uri="{FF2B5EF4-FFF2-40B4-BE49-F238E27FC236}">
                <a16:creationId xmlns:a16="http://schemas.microsoft.com/office/drawing/2014/main" id="{C8246F75-87A9-DB82-5B93-5D54233DE90C}"/>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49" name="对象 10">
            <a:extLst>
              <a:ext uri="{FF2B5EF4-FFF2-40B4-BE49-F238E27FC236}">
                <a16:creationId xmlns:a16="http://schemas.microsoft.com/office/drawing/2014/main" id="{56EB507F-9AF1-16DF-C19A-2895706E61B0}"/>
              </a:ext>
            </a:extLst>
          </p:cNvPr>
          <p:cNvGraphicFramePr>
            <a:graphicFrameLocks noChangeAspect="1"/>
          </p:cNvGraphicFramePr>
          <p:nvPr/>
        </p:nvGraphicFramePr>
        <p:xfrm>
          <a:off x="271463" y="1466850"/>
          <a:ext cx="8601075" cy="969963"/>
        </p:xfrm>
        <a:graphic>
          <a:graphicData uri="http://schemas.openxmlformats.org/presentationml/2006/ole">
            <mc:AlternateContent xmlns:mc="http://schemas.openxmlformats.org/markup-compatibility/2006">
              <mc:Choice xmlns:v="urn:schemas-microsoft-com:vml" Requires="v">
                <p:oleObj name="Equation" r:id="rId5" imgW="3822700" imgH="431800" progId="Equation.DSMT4">
                  <p:embed/>
                </p:oleObj>
              </mc:Choice>
              <mc:Fallback>
                <p:oleObj name="Equation" r:id="rId5" imgW="3822700" imgH="431800" progId="Equation.DSMT4">
                  <p:embed/>
                  <p:pic>
                    <p:nvPicPr>
                      <p:cNvPr id="0"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463" y="1466850"/>
                        <a:ext cx="8601075"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a:extLst>
              <a:ext uri="{FF2B5EF4-FFF2-40B4-BE49-F238E27FC236}">
                <a16:creationId xmlns:a16="http://schemas.microsoft.com/office/drawing/2014/main" id="{4E911E52-14C8-7D0D-7FF5-FB307B8E0F89}"/>
              </a:ext>
            </a:extLst>
          </p:cNvPr>
          <p:cNvGraphicFramePr>
            <a:graphicFrameLocks noChangeAspect="1"/>
          </p:cNvGraphicFramePr>
          <p:nvPr/>
        </p:nvGraphicFramePr>
        <p:xfrm>
          <a:off x="85725" y="2349500"/>
          <a:ext cx="9147175" cy="969963"/>
        </p:xfrm>
        <a:graphic>
          <a:graphicData uri="http://schemas.openxmlformats.org/presentationml/2006/ole">
            <mc:AlternateContent xmlns:mc="http://schemas.openxmlformats.org/markup-compatibility/2006">
              <mc:Choice xmlns:v="urn:schemas-microsoft-com:vml" Requires="v">
                <p:oleObj name="Equation" r:id="rId7" imgW="4305300" imgH="457200" progId="Equation.DSMT4">
                  <p:embed/>
                </p:oleObj>
              </mc:Choice>
              <mc:Fallback>
                <p:oleObj name="Equation" r:id="rId7" imgW="4305300" imgH="457200" progId="Equation.DSMT4">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25" y="2349500"/>
                        <a:ext cx="9147175"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a:extLst>
              <a:ext uri="{FF2B5EF4-FFF2-40B4-BE49-F238E27FC236}">
                <a16:creationId xmlns:a16="http://schemas.microsoft.com/office/drawing/2014/main" id="{8A2E694E-BF9A-D96A-C947-19AF9092870E}"/>
              </a:ext>
            </a:extLst>
          </p:cNvPr>
          <p:cNvGraphicFramePr>
            <a:graphicFrameLocks noChangeAspect="1"/>
          </p:cNvGraphicFramePr>
          <p:nvPr/>
        </p:nvGraphicFramePr>
        <p:xfrm>
          <a:off x="1257300" y="3195638"/>
          <a:ext cx="5784850" cy="1225550"/>
        </p:xfrm>
        <a:graphic>
          <a:graphicData uri="http://schemas.openxmlformats.org/presentationml/2006/ole">
            <mc:AlternateContent xmlns:mc="http://schemas.openxmlformats.org/markup-compatibility/2006">
              <mc:Choice xmlns:v="urn:schemas-microsoft-com:vml" Requires="v">
                <p:oleObj name="Equation" r:id="rId9" imgW="2286000" imgH="457200" progId="Equation.DSMT4">
                  <p:embed/>
                </p:oleObj>
              </mc:Choice>
              <mc:Fallback>
                <p:oleObj name="Equation" r:id="rId9" imgW="2286000" imgH="457200" progId="Equation.DSMT4">
                  <p:embed/>
                  <p:pic>
                    <p:nvPicPr>
                      <p:cNvPr id="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7300" y="3195638"/>
                        <a:ext cx="578485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a:extLst>
              <a:ext uri="{FF2B5EF4-FFF2-40B4-BE49-F238E27FC236}">
                <a16:creationId xmlns:a16="http://schemas.microsoft.com/office/drawing/2014/main" id="{BBE20496-B400-AB8C-2CB8-3351DDE54481}"/>
              </a:ext>
            </a:extLst>
          </p:cNvPr>
          <p:cNvGraphicFramePr>
            <a:graphicFrameLocks noChangeAspect="1"/>
          </p:cNvGraphicFramePr>
          <p:nvPr/>
        </p:nvGraphicFramePr>
        <p:xfrm>
          <a:off x="1257300" y="4349750"/>
          <a:ext cx="5057775" cy="1041400"/>
        </p:xfrm>
        <a:graphic>
          <a:graphicData uri="http://schemas.openxmlformats.org/presentationml/2006/ole">
            <mc:AlternateContent xmlns:mc="http://schemas.openxmlformats.org/markup-compatibility/2006">
              <mc:Choice xmlns:v="urn:schemas-microsoft-com:vml" Requires="v">
                <p:oleObj name="Equation" r:id="rId11" imgW="2298700" imgH="444500" progId="Equation.DSMT4">
                  <p:embed/>
                </p:oleObj>
              </mc:Choice>
              <mc:Fallback>
                <p:oleObj name="Equation" r:id="rId11" imgW="2298700" imgH="444500" progId="Equation.DSMT4">
                  <p:embed/>
                  <p:pic>
                    <p:nvPicPr>
                      <p:cNvPr id="0" name="对象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57300" y="4349750"/>
                        <a:ext cx="505777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a:extLst>
              <a:ext uri="{FF2B5EF4-FFF2-40B4-BE49-F238E27FC236}">
                <a16:creationId xmlns:a16="http://schemas.microsoft.com/office/drawing/2014/main" id="{FF0FF8AD-EE79-E270-03FD-E319B0A109DD}"/>
              </a:ext>
            </a:extLst>
          </p:cNvPr>
          <p:cNvGraphicFramePr>
            <a:graphicFrameLocks noChangeAspect="1"/>
          </p:cNvGraphicFramePr>
          <p:nvPr/>
        </p:nvGraphicFramePr>
        <p:xfrm>
          <a:off x="1316038" y="5380038"/>
          <a:ext cx="5084762" cy="1041400"/>
        </p:xfrm>
        <a:graphic>
          <a:graphicData uri="http://schemas.openxmlformats.org/presentationml/2006/ole">
            <mc:AlternateContent xmlns:mc="http://schemas.openxmlformats.org/markup-compatibility/2006">
              <mc:Choice xmlns:v="urn:schemas-microsoft-com:vml" Requires="v">
                <p:oleObj name="Equation" r:id="rId13" imgW="2311400" imgH="444500" progId="Equation.DSMT4">
                  <p:embed/>
                </p:oleObj>
              </mc:Choice>
              <mc:Fallback>
                <p:oleObj name="Equation" r:id="rId13" imgW="2311400" imgH="444500" progId="Equation.DSMT4">
                  <p:embed/>
                  <p:pic>
                    <p:nvPicPr>
                      <p:cNvPr id="0" name="对象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16038" y="5380038"/>
                        <a:ext cx="508476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D9AAEFD-56F4-81E4-4F50-F429F9FA3662}"/>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CD7B066E-1FEC-E437-9301-8692E079CB99}"/>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59396" name="对象 2">
            <a:extLst>
              <a:ext uri="{FF2B5EF4-FFF2-40B4-BE49-F238E27FC236}">
                <a16:creationId xmlns:a16="http://schemas.microsoft.com/office/drawing/2014/main" id="{5C75E2C0-85E5-3B0F-B48B-C36E84767097}"/>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397" name="对象 7">
            <a:extLst>
              <a:ext uri="{FF2B5EF4-FFF2-40B4-BE49-F238E27FC236}">
                <a16:creationId xmlns:a16="http://schemas.microsoft.com/office/drawing/2014/main" id="{8BB42BB7-20BD-DE58-6424-4BB3F5708FA1}"/>
              </a:ext>
            </a:extLst>
          </p:cNvPr>
          <p:cNvGraphicFramePr>
            <a:graphicFrameLocks noChangeAspect="1"/>
          </p:cNvGraphicFramePr>
          <p:nvPr/>
        </p:nvGraphicFramePr>
        <p:xfrm>
          <a:off x="595313" y="1582738"/>
          <a:ext cx="7851775" cy="1128712"/>
        </p:xfrm>
        <a:graphic>
          <a:graphicData uri="http://schemas.openxmlformats.org/presentationml/2006/ole">
            <mc:AlternateContent xmlns:mc="http://schemas.openxmlformats.org/markup-compatibility/2006">
              <mc:Choice xmlns:v="urn:schemas-microsoft-com:vml" Requires="v">
                <p:oleObj name="Equation" r:id="rId5" imgW="3086100" imgH="444500" progId="Equation.DSMT4">
                  <p:embed/>
                </p:oleObj>
              </mc:Choice>
              <mc:Fallback>
                <p:oleObj name="Equation" r:id="rId5" imgW="3086100" imgH="4445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313" y="1582738"/>
                        <a:ext cx="7851775"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a:extLst>
              <a:ext uri="{FF2B5EF4-FFF2-40B4-BE49-F238E27FC236}">
                <a16:creationId xmlns:a16="http://schemas.microsoft.com/office/drawing/2014/main" id="{02F3FC9B-77CA-6CA6-54F2-41ED0B97C5D6}"/>
              </a:ext>
            </a:extLst>
          </p:cNvPr>
          <p:cNvGraphicFramePr>
            <a:graphicFrameLocks noChangeAspect="1"/>
          </p:cNvGraphicFramePr>
          <p:nvPr/>
        </p:nvGraphicFramePr>
        <p:xfrm>
          <a:off x="115888" y="2711450"/>
          <a:ext cx="8969375" cy="1130300"/>
        </p:xfrm>
        <a:graphic>
          <a:graphicData uri="http://schemas.openxmlformats.org/presentationml/2006/ole">
            <mc:AlternateContent xmlns:mc="http://schemas.openxmlformats.org/markup-compatibility/2006">
              <mc:Choice xmlns:v="urn:schemas-microsoft-com:vml" Requires="v">
                <p:oleObj name="Equation" r:id="rId7" imgW="3657600" imgH="444500" progId="Equation.DSMT4">
                  <p:embed/>
                </p:oleObj>
              </mc:Choice>
              <mc:Fallback>
                <p:oleObj name="Equation" r:id="rId7" imgW="3657600" imgH="444500" progId="Equation.DSMT4">
                  <p:embed/>
                  <p:pic>
                    <p:nvPicPr>
                      <p:cNvPr id="0"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888" y="2711450"/>
                        <a:ext cx="896937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a:extLst>
              <a:ext uri="{FF2B5EF4-FFF2-40B4-BE49-F238E27FC236}">
                <a16:creationId xmlns:a16="http://schemas.microsoft.com/office/drawing/2014/main" id="{8E61F1A4-D0DE-FC21-E9C2-21505A104EF1}"/>
              </a:ext>
            </a:extLst>
          </p:cNvPr>
          <p:cNvGraphicFramePr>
            <a:graphicFrameLocks noChangeAspect="1"/>
          </p:cNvGraphicFramePr>
          <p:nvPr/>
        </p:nvGraphicFramePr>
        <p:xfrm>
          <a:off x="174625" y="3963988"/>
          <a:ext cx="7691438" cy="1130300"/>
        </p:xfrm>
        <a:graphic>
          <a:graphicData uri="http://schemas.openxmlformats.org/presentationml/2006/ole">
            <mc:AlternateContent xmlns:mc="http://schemas.openxmlformats.org/markup-compatibility/2006">
              <mc:Choice xmlns:v="urn:schemas-microsoft-com:vml" Requires="v">
                <p:oleObj name="Equation" r:id="rId9" imgW="3136900" imgH="444500" progId="Equation.DSMT4">
                  <p:embed/>
                </p:oleObj>
              </mc:Choice>
              <mc:Fallback>
                <p:oleObj name="Equation" r:id="rId9" imgW="3136900" imgH="444500" progId="Equation.DSMT4">
                  <p:embed/>
                  <p:pic>
                    <p:nvPicPr>
                      <p:cNvPr id="0" name="对象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4625" y="3963988"/>
                        <a:ext cx="7691438"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a:extLst>
              <a:ext uri="{FF2B5EF4-FFF2-40B4-BE49-F238E27FC236}">
                <a16:creationId xmlns:a16="http://schemas.microsoft.com/office/drawing/2014/main" id="{F1777D36-26F0-951A-777D-1BBE18AC1E8F}"/>
              </a:ext>
            </a:extLst>
          </p:cNvPr>
          <p:cNvGraphicFramePr>
            <a:graphicFrameLocks noChangeAspect="1"/>
          </p:cNvGraphicFramePr>
          <p:nvPr/>
        </p:nvGraphicFramePr>
        <p:xfrm>
          <a:off x="698500" y="5230813"/>
          <a:ext cx="6632575" cy="1098550"/>
        </p:xfrm>
        <a:graphic>
          <a:graphicData uri="http://schemas.openxmlformats.org/presentationml/2006/ole">
            <mc:AlternateContent xmlns:mc="http://schemas.openxmlformats.org/markup-compatibility/2006">
              <mc:Choice xmlns:v="urn:schemas-microsoft-com:vml" Requires="v">
                <p:oleObj name="Equation" r:id="rId11" imgW="2705100" imgH="431800" progId="Equation.DSMT4">
                  <p:embed/>
                </p:oleObj>
              </mc:Choice>
              <mc:Fallback>
                <p:oleObj name="Equation" r:id="rId11" imgW="2705100" imgH="431800" progId="Equation.DSMT4">
                  <p:embed/>
                  <p:pic>
                    <p:nvPicPr>
                      <p:cNvPr id="0"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8500" y="5230813"/>
                        <a:ext cx="663257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54B57F8-29EF-EE8B-800D-1184E1DDA54E}"/>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DA87A103-3B71-2C58-4B52-5784030B277B}"/>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61444" name="对象 2">
            <a:extLst>
              <a:ext uri="{FF2B5EF4-FFF2-40B4-BE49-F238E27FC236}">
                <a16:creationId xmlns:a16="http://schemas.microsoft.com/office/drawing/2014/main" id="{1374A8E1-9882-E27F-422E-CC5425B2C955}"/>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5" name="对象 7">
            <a:extLst>
              <a:ext uri="{FF2B5EF4-FFF2-40B4-BE49-F238E27FC236}">
                <a16:creationId xmlns:a16="http://schemas.microsoft.com/office/drawing/2014/main" id="{B1149ED8-3E2C-8430-7CC2-CC5986328558}"/>
              </a:ext>
            </a:extLst>
          </p:cNvPr>
          <p:cNvGraphicFramePr>
            <a:graphicFrameLocks noChangeAspect="1"/>
          </p:cNvGraphicFramePr>
          <p:nvPr/>
        </p:nvGraphicFramePr>
        <p:xfrm>
          <a:off x="415925" y="1606550"/>
          <a:ext cx="8208963" cy="1130300"/>
        </p:xfrm>
        <a:graphic>
          <a:graphicData uri="http://schemas.openxmlformats.org/presentationml/2006/ole">
            <mc:AlternateContent xmlns:mc="http://schemas.openxmlformats.org/markup-compatibility/2006">
              <mc:Choice xmlns:v="urn:schemas-microsoft-com:vml" Requires="v">
                <p:oleObj name="Equation" r:id="rId5" imgW="3225800" imgH="444500" progId="Equation.DSMT4">
                  <p:embed/>
                </p:oleObj>
              </mc:Choice>
              <mc:Fallback>
                <p:oleObj name="Equation" r:id="rId5" imgW="3225800" imgH="4445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925" y="1606550"/>
                        <a:ext cx="8208963"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a:extLst>
              <a:ext uri="{FF2B5EF4-FFF2-40B4-BE49-F238E27FC236}">
                <a16:creationId xmlns:a16="http://schemas.microsoft.com/office/drawing/2014/main" id="{E73B66BE-E642-09BE-539A-6A771C9E303B}"/>
              </a:ext>
            </a:extLst>
          </p:cNvPr>
          <p:cNvGraphicFramePr>
            <a:graphicFrameLocks noChangeAspect="1"/>
          </p:cNvGraphicFramePr>
          <p:nvPr/>
        </p:nvGraphicFramePr>
        <p:xfrm>
          <a:off x="935038" y="2990850"/>
          <a:ext cx="6657975" cy="3357563"/>
        </p:xfrm>
        <a:graphic>
          <a:graphicData uri="http://schemas.openxmlformats.org/presentationml/2006/ole">
            <mc:AlternateContent xmlns:mc="http://schemas.openxmlformats.org/markup-compatibility/2006">
              <mc:Choice xmlns:v="urn:schemas-microsoft-com:vml" Requires="v">
                <p:oleObj name="Equation" r:id="rId7" imgW="2616200" imgH="1320800" progId="Equation.DSMT4">
                  <p:embed/>
                </p:oleObj>
              </mc:Choice>
              <mc:Fallback>
                <p:oleObj name="Equation" r:id="rId7" imgW="2616200" imgH="13208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038" y="2990850"/>
                        <a:ext cx="6657975"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687A275-BAD1-C264-DFBA-125E16F800E3}"/>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FD3A1E06-652B-DAF6-C7BB-D8FEFDE26578}"/>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63492" name="对象 2">
            <a:extLst>
              <a:ext uri="{FF2B5EF4-FFF2-40B4-BE49-F238E27FC236}">
                <a16:creationId xmlns:a16="http://schemas.microsoft.com/office/drawing/2014/main" id="{5D7F90DC-0AC6-C188-2078-E75C1ECAAB28}"/>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3" name="对象 7">
            <a:extLst>
              <a:ext uri="{FF2B5EF4-FFF2-40B4-BE49-F238E27FC236}">
                <a16:creationId xmlns:a16="http://schemas.microsoft.com/office/drawing/2014/main" id="{6DA0121D-DA25-5F68-2DFD-FE2CCBF56646}"/>
              </a:ext>
            </a:extLst>
          </p:cNvPr>
          <p:cNvGraphicFramePr>
            <a:graphicFrameLocks noChangeAspect="1"/>
          </p:cNvGraphicFramePr>
          <p:nvPr/>
        </p:nvGraphicFramePr>
        <p:xfrm>
          <a:off x="1935163" y="1606550"/>
          <a:ext cx="5168900" cy="1130300"/>
        </p:xfrm>
        <a:graphic>
          <a:graphicData uri="http://schemas.openxmlformats.org/presentationml/2006/ole">
            <mc:AlternateContent xmlns:mc="http://schemas.openxmlformats.org/markup-compatibility/2006">
              <mc:Choice xmlns:v="urn:schemas-microsoft-com:vml" Requires="v">
                <p:oleObj name="Equation" r:id="rId5" imgW="2032000" imgH="444500" progId="Equation.DSMT4">
                  <p:embed/>
                </p:oleObj>
              </mc:Choice>
              <mc:Fallback>
                <p:oleObj name="Equation" r:id="rId5" imgW="2032000" imgH="4445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5163" y="1606550"/>
                        <a:ext cx="51689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a:extLst>
              <a:ext uri="{FF2B5EF4-FFF2-40B4-BE49-F238E27FC236}">
                <a16:creationId xmlns:a16="http://schemas.microsoft.com/office/drawing/2014/main" id="{18ACA28E-8BB1-D43C-9899-18F3FFD2FFC0}"/>
              </a:ext>
            </a:extLst>
          </p:cNvPr>
          <p:cNvGraphicFramePr>
            <a:graphicFrameLocks noChangeAspect="1"/>
          </p:cNvGraphicFramePr>
          <p:nvPr/>
        </p:nvGraphicFramePr>
        <p:xfrm>
          <a:off x="2838450" y="2736850"/>
          <a:ext cx="3005138" cy="1096963"/>
        </p:xfrm>
        <a:graphic>
          <a:graphicData uri="http://schemas.openxmlformats.org/presentationml/2006/ole">
            <mc:AlternateContent xmlns:mc="http://schemas.openxmlformats.org/markup-compatibility/2006">
              <mc:Choice xmlns:v="urn:schemas-microsoft-com:vml" Requires="v">
                <p:oleObj name="Equation" r:id="rId7" imgW="1180588" imgH="431613" progId="Equation.DSMT4">
                  <p:embed/>
                </p:oleObj>
              </mc:Choice>
              <mc:Fallback>
                <p:oleObj name="Equation" r:id="rId7" imgW="1180588" imgH="431613"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8450" y="2736850"/>
                        <a:ext cx="3005138"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a:extLst>
              <a:ext uri="{FF2B5EF4-FFF2-40B4-BE49-F238E27FC236}">
                <a16:creationId xmlns:a16="http://schemas.microsoft.com/office/drawing/2014/main" id="{80E7D01D-D4FF-E488-A2F5-7D2A3C0F7E9C}"/>
              </a:ext>
            </a:extLst>
          </p:cNvPr>
          <p:cNvGraphicFramePr>
            <a:graphicFrameLocks noChangeAspect="1"/>
          </p:cNvGraphicFramePr>
          <p:nvPr/>
        </p:nvGraphicFramePr>
        <p:xfrm>
          <a:off x="2776538" y="3787775"/>
          <a:ext cx="3005137" cy="1096963"/>
        </p:xfrm>
        <a:graphic>
          <a:graphicData uri="http://schemas.openxmlformats.org/presentationml/2006/ole">
            <mc:AlternateContent xmlns:mc="http://schemas.openxmlformats.org/markup-compatibility/2006">
              <mc:Choice xmlns:v="urn:schemas-microsoft-com:vml" Requires="v">
                <p:oleObj name="Equation" r:id="rId9" imgW="1180588" imgH="431613" progId="Equation.DSMT4">
                  <p:embed/>
                </p:oleObj>
              </mc:Choice>
              <mc:Fallback>
                <p:oleObj name="Equation" r:id="rId9" imgW="1180588" imgH="431613" progId="Equation.DSMT4">
                  <p:embed/>
                  <p:pic>
                    <p:nvPicPr>
                      <p:cNvPr id="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6538" y="3787775"/>
                        <a:ext cx="3005137"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377119A0-8FAB-7212-DDA0-299682183CEB}"/>
              </a:ext>
            </a:extLst>
          </p:cNvPr>
          <p:cNvGraphicFramePr>
            <a:graphicFrameLocks noChangeAspect="1"/>
          </p:cNvGraphicFramePr>
          <p:nvPr/>
        </p:nvGraphicFramePr>
        <p:xfrm>
          <a:off x="6294438" y="3679825"/>
          <a:ext cx="1744662" cy="1096963"/>
        </p:xfrm>
        <a:graphic>
          <a:graphicData uri="http://schemas.openxmlformats.org/presentationml/2006/ole">
            <mc:AlternateContent xmlns:mc="http://schemas.openxmlformats.org/markup-compatibility/2006">
              <mc:Choice xmlns:v="urn:schemas-microsoft-com:vml" Requires="v">
                <p:oleObj name="Equation" r:id="rId11" imgW="685800" imgH="431800" progId="Equation.DSMT4">
                  <p:embed/>
                </p:oleObj>
              </mc:Choice>
              <mc:Fallback>
                <p:oleObj name="Equation" r:id="rId11" imgW="685800" imgH="431800" progId="Equation.DSMT4">
                  <p:embed/>
                  <p:pic>
                    <p:nvPicPr>
                      <p:cNvPr id="0" name="对象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94438" y="3679825"/>
                        <a:ext cx="1744662"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a:extLst>
              <a:ext uri="{FF2B5EF4-FFF2-40B4-BE49-F238E27FC236}">
                <a16:creationId xmlns:a16="http://schemas.microsoft.com/office/drawing/2014/main" id="{50AA19E3-0459-908A-17FD-F3A83741B8D3}"/>
              </a:ext>
            </a:extLst>
          </p:cNvPr>
          <p:cNvGraphicFramePr>
            <a:graphicFrameLocks noChangeAspect="1"/>
          </p:cNvGraphicFramePr>
          <p:nvPr/>
        </p:nvGraphicFramePr>
        <p:xfrm>
          <a:off x="1525588" y="5029200"/>
          <a:ext cx="6267450" cy="1096963"/>
        </p:xfrm>
        <a:graphic>
          <a:graphicData uri="http://schemas.openxmlformats.org/presentationml/2006/ole">
            <mc:AlternateContent xmlns:mc="http://schemas.openxmlformats.org/markup-compatibility/2006">
              <mc:Choice xmlns:v="urn:schemas-microsoft-com:vml" Requires="v">
                <p:oleObj name="Equation" r:id="rId13" imgW="2463800" imgH="431800" progId="Equation.DSMT4">
                  <p:embed/>
                </p:oleObj>
              </mc:Choice>
              <mc:Fallback>
                <p:oleObj name="Equation" r:id="rId13" imgW="2463800" imgH="431800" progId="Equation.DSMT4">
                  <p:embed/>
                  <p:pic>
                    <p:nvPicPr>
                      <p:cNvPr id="0"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5588" y="5029200"/>
                        <a:ext cx="626745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F0D67B4-E0D9-2760-DDA1-EC16DD1E7CB8}"/>
              </a:ext>
            </a:extLst>
          </p:cNvPr>
          <p:cNvSpPr>
            <a:spLocks noGrp="1"/>
          </p:cNvSpPr>
          <p:nvPr>
            <p:ph type="title"/>
          </p:nvPr>
        </p:nvSpPr>
        <p:spPr/>
        <p:txBody>
          <a:bodyPr/>
          <a:lstStyle/>
          <a:p>
            <a:pPr eaLnBrk="1" fontAlgn="auto" hangingPunct="1">
              <a:spcAft>
                <a:spcPts val="0"/>
              </a:spcAft>
              <a:defRPr/>
            </a:pPr>
            <a:r>
              <a:rPr lang="zh-CN" altLang="en-US" dirty="0"/>
              <a:t>贝叶斯决策论</a:t>
            </a:r>
            <a:endParaRPr lang="zh-CN" altLang="en-US" dirty="0">
              <a:latin typeface="+mj-ea"/>
              <a:ea typeface="+mj-ea"/>
            </a:endParaRPr>
          </a:p>
        </p:txBody>
      </p:sp>
      <p:sp>
        <p:nvSpPr>
          <p:cNvPr id="2" name="内容占位符 1">
            <a:extLst>
              <a:ext uri="{FF2B5EF4-FFF2-40B4-BE49-F238E27FC236}">
                <a16:creationId xmlns:a16="http://schemas.microsoft.com/office/drawing/2014/main" id="{6F4D3C9D-8C99-8421-45A2-C8E8B3442603}"/>
              </a:ext>
            </a:extLst>
          </p:cNvPr>
          <p:cNvSpPr>
            <a:spLocks noGrp="1"/>
          </p:cNvSpPr>
          <p:nvPr>
            <p:ph sz="quarter" idx="14"/>
          </p:nvPr>
        </p:nvSpPr>
        <p:spPr>
          <a:xfrm>
            <a:off x="174625" y="1041400"/>
            <a:ext cx="8969375" cy="787400"/>
          </a:xfrm>
        </p:spPr>
        <p:txBody>
          <a:bodyPr rtlCol="0">
            <a:normAutofit/>
          </a:bodyPr>
          <a:lstStyle/>
          <a:p>
            <a:pPr indent="-360000" eaLnBrk="1" fontAlgn="auto" hangingPunct="1">
              <a:spcAft>
                <a:spcPts val="0"/>
              </a:spcAft>
              <a:defRPr/>
            </a:pPr>
            <a:r>
              <a:rPr lang="zh-CN" altLang="en-US" sz="2400" dirty="0"/>
              <a:t>多元正态分布参数的极大似然估计</a:t>
            </a:r>
            <a:endParaRPr lang="en-US" altLang="zh-CN" sz="2400"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p:txBody>
      </p:sp>
      <p:graphicFrame>
        <p:nvGraphicFramePr>
          <p:cNvPr id="65540" name="对象 2">
            <a:extLst>
              <a:ext uri="{FF2B5EF4-FFF2-40B4-BE49-F238E27FC236}">
                <a16:creationId xmlns:a16="http://schemas.microsoft.com/office/drawing/2014/main" id="{887BAE1A-24C1-F727-2F60-8ED2306FFA9A}"/>
              </a:ext>
            </a:extLst>
          </p:cNvPr>
          <p:cNvGraphicFramePr>
            <a:graphicFrameLocks noChangeAspect="1"/>
          </p:cNvGraphicFramePr>
          <p:nvPr/>
        </p:nvGraphicFramePr>
        <p:xfrm>
          <a:off x="4064000" y="1384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0" y="13843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541" name="对象 7">
            <a:extLst>
              <a:ext uri="{FF2B5EF4-FFF2-40B4-BE49-F238E27FC236}">
                <a16:creationId xmlns:a16="http://schemas.microsoft.com/office/drawing/2014/main" id="{6C1ED38B-1EE6-AFF4-FA72-4783923D730A}"/>
              </a:ext>
            </a:extLst>
          </p:cNvPr>
          <p:cNvGraphicFramePr>
            <a:graphicFrameLocks noChangeAspect="1"/>
          </p:cNvGraphicFramePr>
          <p:nvPr/>
        </p:nvGraphicFramePr>
        <p:xfrm>
          <a:off x="1087438" y="1925638"/>
          <a:ext cx="6367462" cy="2195512"/>
        </p:xfrm>
        <a:graphic>
          <a:graphicData uri="http://schemas.openxmlformats.org/presentationml/2006/ole">
            <mc:AlternateContent xmlns:mc="http://schemas.openxmlformats.org/markup-compatibility/2006">
              <mc:Choice xmlns:v="urn:schemas-microsoft-com:vml" Requires="v">
                <p:oleObj name="Equation" r:id="rId5" imgW="2501900" imgH="863600" progId="Equation.DSMT4">
                  <p:embed/>
                </p:oleObj>
              </mc:Choice>
              <mc:Fallback>
                <p:oleObj name="Equation" r:id="rId5" imgW="2501900" imgH="8636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7438" y="1925638"/>
                        <a:ext cx="6367462"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D25938A-9467-69CD-834A-EC431EE11730}"/>
              </a:ext>
            </a:extLst>
          </p:cNvPr>
          <p:cNvSpPr>
            <a:spLocks noGrp="1"/>
          </p:cNvSpPr>
          <p:nvPr>
            <p:ph type="title"/>
          </p:nvPr>
        </p:nvSpPr>
        <p:spPr/>
        <p:txBody>
          <a:bodyPr/>
          <a:lstStyle/>
          <a:p>
            <a:pPr eaLnBrk="1" fontAlgn="auto" hangingPunct="1">
              <a:spcAft>
                <a:spcPts val="0"/>
              </a:spcAft>
              <a:defRPr/>
            </a:pPr>
            <a:r>
              <a:rPr lang="zh-CN" altLang="en-US" dirty="0"/>
              <a:t>极大似然估计</a:t>
            </a:r>
            <a:endParaRPr lang="zh-CN" altLang="en-US" dirty="0">
              <a:latin typeface="+mj-ea"/>
              <a:ea typeface="+mj-ea"/>
            </a:endParaRPr>
          </a:p>
        </p:txBody>
      </p:sp>
      <p:sp>
        <p:nvSpPr>
          <p:cNvPr id="2" name="内容占位符 1">
            <a:extLst>
              <a:ext uri="{FF2B5EF4-FFF2-40B4-BE49-F238E27FC236}">
                <a16:creationId xmlns:a16="http://schemas.microsoft.com/office/drawing/2014/main" id="{ADBD03EB-9BAC-CA7E-CDB4-1D7EAD42BDB1}"/>
              </a:ext>
            </a:extLst>
          </p:cNvPr>
          <p:cNvSpPr>
            <a:spLocks noGrp="1"/>
          </p:cNvSpPr>
          <p:nvPr>
            <p:ph sz="quarter" idx="14"/>
          </p:nvPr>
        </p:nvSpPr>
        <p:spPr>
          <a:xfrm>
            <a:off x="174625" y="1041400"/>
            <a:ext cx="8969375" cy="5197475"/>
          </a:xfrm>
        </p:spPr>
        <p:txBody>
          <a:bodyPr rtlCol="0">
            <a:normAutofit/>
          </a:bodyPr>
          <a:lstStyle/>
          <a:p>
            <a:pPr indent="-360000" eaLnBrk="1" fontAlgn="auto" hangingPunct="1">
              <a:spcAft>
                <a:spcPts val="0"/>
              </a:spcAft>
              <a:defRPr/>
            </a:pPr>
            <a:r>
              <a:rPr lang="zh-CN" altLang="en-US" dirty="0"/>
              <a:t>例如，在连续属性情形下，假设概率密度函数                          ，则参数     和    的极大似然估计为</a:t>
            </a:r>
          </a:p>
          <a:p>
            <a:pPr indent="-360000" eaLnBrk="1" fontAlgn="auto" hangingPunct="1">
              <a:spcAft>
                <a:spcPts val="0"/>
              </a:spcAft>
              <a:defRPr/>
            </a:pPr>
            <a:endParaRPr lang="zh-CN" altLang="en-US" dirty="0"/>
          </a:p>
          <a:p>
            <a:pPr indent="-360000" eaLnBrk="1" fontAlgn="auto" hangingPunct="1">
              <a:spcAft>
                <a:spcPts val="0"/>
              </a:spcAft>
              <a:defRPr/>
            </a:pPr>
            <a:endParaRPr lang="zh-CN" altLang="en-US" dirty="0"/>
          </a:p>
          <a:p>
            <a:pPr marL="0" indent="0" eaLnBrk="1" fontAlgn="auto" hangingPunct="1">
              <a:spcAft>
                <a:spcPts val="0"/>
              </a:spcAft>
              <a:buFont typeface="Wingdings" panose="05000000000000000000" pitchFamily="2" charset="2"/>
              <a:buNone/>
              <a:defRPr/>
            </a:pPr>
            <a:endParaRPr lang="zh-CN" altLang="en-US" dirty="0"/>
          </a:p>
          <a:p>
            <a:pPr indent="-360000" eaLnBrk="1" fontAlgn="auto" hangingPunct="1">
              <a:spcAft>
                <a:spcPts val="0"/>
              </a:spcAft>
              <a:defRPr/>
            </a:pPr>
            <a:endParaRPr lang="zh-CN" altLang="en-US" dirty="0"/>
          </a:p>
          <a:p>
            <a:pPr indent="-360000" eaLnBrk="1" fontAlgn="auto" hangingPunct="1">
              <a:spcAft>
                <a:spcPts val="0"/>
              </a:spcAft>
              <a:defRPr/>
            </a:pPr>
            <a:r>
              <a:rPr lang="zh-CN" altLang="en-US" dirty="0"/>
              <a:t>也就是说，通过极大似然法得到的正态分布均值就是样本均值，方差就是                      的均值，这显然是一个符合直觉的结果。</a:t>
            </a:r>
          </a:p>
          <a:p>
            <a:pPr indent="-360000" eaLnBrk="1" fontAlgn="auto" hangingPunct="1">
              <a:spcAft>
                <a:spcPts val="0"/>
              </a:spcAft>
              <a:defRPr/>
            </a:pPr>
            <a:endParaRPr lang="zh-CN" altLang="en-US" dirty="0"/>
          </a:p>
          <a:p>
            <a:pPr indent="-360000" eaLnBrk="1" fontAlgn="auto" hangingPunct="1">
              <a:spcAft>
                <a:spcPts val="0"/>
              </a:spcAft>
              <a:defRPr/>
            </a:pPr>
            <a:r>
              <a:rPr lang="zh-CN" altLang="en-US" dirty="0"/>
              <a:t>需注意的是，这种参数化的方法虽能使类条件概率估计变得相对简单，但估计结果的准确性严重依赖于所假设的概率分布形式是否符合潜在的真实数据分布。</a:t>
            </a:r>
            <a:endParaRPr lang="en-US" altLang="zh-CN" dirty="0"/>
          </a:p>
          <a:p>
            <a:pPr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graphicFrame>
        <p:nvGraphicFramePr>
          <p:cNvPr id="67588" name="Object 642">
            <a:extLst>
              <a:ext uri="{FF2B5EF4-FFF2-40B4-BE49-F238E27FC236}">
                <a16:creationId xmlns:a16="http://schemas.microsoft.com/office/drawing/2014/main" id="{1A21CF51-0FA9-435D-4325-CA44EB7C4262}"/>
              </a:ext>
            </a:extLst>
          </p:cNvPr>
          <p:cNvGraphicFramePr>
            <a:graphicFrameLocks noChangeAspect="1"/>
          </p:cNvGraphicFramePr>
          <p:nvPr/>
        </p:nvGraphicFramePr>
        <p:xfrm>
          <a:off x="6235700" y="1065213"/>
          <a:ext cx="2486025" cy="365125"/>
        </p:xfrm>
        <a:graphic>
          <a:graphicData uri="http://schemas.openxmlformats.org/presentationml/2006/ole">
            <mc:AlternateContent xmlns:mc="http://schemas.openxmlformats.org/markup-compatibility/2006">
              <mc:Choice xmlns:v="urn:schemas-microsoft-com:vml" Requires="v">
                <p:oleObj name="Formula" r:id="rId3" imgW="1324610" imgH="195580" progId="">
                  <p:embed/>
                </p:oleObj>
              </mc:Choice>
              <mc:Fallback>
                <p:oleObj name="Formula" r:id="rId3" imgW="1324610" imgH="195580" progId="">
                  <p:embed/>
                  <p:pic>
                    <p:nvPicPr>
                      <p:cNvPr id="0" name="Object 6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5700" y="1065213"/>
                        <a:ext cx="2486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89" name="Object 643">
            <a:extLst>
              <a:ext uri="{FF2B5EF4-FFF2-40B4-BE49-F238E27FC236}">
                <a16:creationId xmlns:a16="http://schemas.microsoft.com/office/drawing/2014/main" id="{621EFC76-D915-3323-72A5-2E8A1FA7D388}"/>
              </a:ext>
            </a:extLst>
          </p:cNvPr>
          <p:cNvGraphicFramePr>
            <a:graphicFrameLocks noChangeAspect="1"/>
          </p:cNvGraphicFramePr>
          <p:nvPr/>
        </p:nvGraphicFramePr>
        <p:xfrm>
          <a:off x="1431925" y="1433513"/>
          <a:ext cx="341313" cy="254000"/>
        </p:xfrm>
        <a:graphic>
          <a:graphicData uri="http://schemas.openxmlformats.org/presentationml/2006/ole">
            <mc:AlternateContent xmlns:mc="http://schemas.openxmlformats.org/markup-compatibility/2006">
              <mc:Choice xmlns:v="urn:schemas-microsoft-com:vml" Requires="v">
                <p:oleObj name="Formula" r:id="rId5" imgW="162786" imgH="122090" progId="">
                  <p:embed/>
                </p:oleObj>
              </mc:Choice>
              <mc:Fallback>
                <p:oleObj name="Formula" r:id="rId5" imgW="162786" imgH="122090" progId="">
                  <p:embed/>
                  <p:pic>
                    <p:nvPicPr>
                      <p:cNvPr id="0" name="Object 6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1925" y="1433513"/>
                        <a:ext cx="3413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0" name="Object 644">
            <a:extLst>
              <a:ext uri="{FF2B5EF4-FFF2-40B4-BE49-F238E27FC236}">
                <a16:creationId xmlns:a16="http://schemas.microsoft.com/office/drawing/2014/main" id="{2B7859FD-56A2-7FB1-8832-852070E0E3FF}"/>
              </a:ext>
            </a:extLst>
          </p:cNvPr>
          <p:cNvGraphicFramePr>
            <a:graphicFrameLocks noChangeAspect="1"/>
          </p:cNvGraphicFramePr>
          <p:nvPr/>
        </p:nvGraphicFramePr>
        <p:xfrm>
          <a:off x="2168525" y="1390650"/>
          <a:ext cx="274638" cy="322263"/>
        </p:xfrm>
        <a:graphic>
          <a:graphicData uri="http://schemas.openxmlformats.org/presentationml/2006/ole">
            <mc:AlternateContent xmlns:mc="http://schemas.openxmlformats.org/markup-compatibility/2006">
              <mc:Choice xmlns:v="urn:schemas-microsoft-com:vml" Requires="v">
                <p:oleObj name="Formula" r:id="rId7" imgW="166601" imgH="195852" progId="">
                  <p:embed/>
                </p:oleObj>
              </mc:Choice>
              <mc:Fallback>
                <p:oleObj name="Formula" r:id="rId7" imgW="166601" imgH="195852" progId="">
                  <p:embed/>
                  <p:pic>
                    <p:nvPicPr>
                      <p:cNvPr id="0" name="Object 6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8525" y="1390650"/>
                        <a:ext cx="27463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7591" name="组合 16">
            <a:extLst>
              <a:ext uri="{FF2B5EF4-FFF2-40B4-BE49-F238E27FC236}">
                <a16:creationId xmlns:a16="http://schemas.microsoft.com/office/drawing/2014/main" id="{70183DF7-BD04-F400-DBEA-D4B2D125C5EF}"/>
              </a:ext>
            </a:extLst>
          </p:cNvPr>
          <p:cNvGrpSpPr>
            <a:grpSpLocks/>
          </p:cNvGrpSpPr>
          <p:nvPr/>
        </p:nvGrpSpPr>
        <p:grpSpPr bwMode="auto">
          <a:xfrm>
            <a:off x="2557463" y="1852613"/>
            <a:ext cx="5246687" cy="1611312"/>
            <a:chOff x="2557903" y="1852146"/>
            <a:chExt cx="5245863" cy="1611238"/>
          </a:xfrm>
        </p:grpSpPr>
        <p:graphicFrame>
          <p:nvGraphicFramePr>
            <p:cNvPr id="67593" name="Object 645">
              <a:extLst>
                <a:ext uri="{FF2B5EF4-FFF2-40B4-BE49-F238E27FC236}">
                  <a16:creationId xmlns:a16="http://schemas.microsoft.com/office/drawing/2014/main" id="{E8BF94AD-7086-57BF-0CF1-4E3FA3F7A358}"/>
                </a:ext>
              </a:extLst>
            </p:cNvPr>
            <p:cNvGraphicFramePr>
              <a:graphicFrameLocks noChangeAspect="1"/>
            </p:cNvGraphicFramePr>
            <p:nvPr/>
          </p:nvGraphicFramePr>
          <p:xfrm>
            <a:off x="3176817" y="1852146"/>
            <a:ext cx="2051685" cy="799983"/>
          </p:xfrm>
          <a:graphic>
            <a:graphicData uri="http://schemas.openxmlformats.org/presentationml/2006/ole">
              <mc:AlternateContent xmlns:mc="http://schemas.openxmlformats.org/markup-compatibility/2006">
                <mc:Choice xmlns:v="urn:schemas-microsoft-com:vml" Requires="v">
                  <p:oleObj name="Formula" r:id="rId9" imgW="1071880" imgH="419100" progId="">
                    <p:embed/>
                  </p:oleObj>
                </mc:Choice>
                <mc:Fallback>
                  <p:oleObj name="Formula" r:id="rId9" imgW="1071880" imgH="419100" progId="">
                    <p:embed/>
                    <p:pic>
                      <p:nvPicPr>
                        <p:cNvPr id="0" name="Object 6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6817" y="1852146"/>
                          <a:ext cx="2051685" cy="79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4" name="Object 646">
              <a:extLst>
                <a:ext uri="{FF2B5EF4-FFF2-40B4-BE49-F238E27FC236}">
                  <a16:creationId xmlns:a16="http://schemas.microsoft.com/office/drawing/2014/main" id="{1054F442-F8A8-BEF7-58EB-E60C3F5F1633}"/>
                </a:ext>
              </a:extLst>
            </p:cNvPr>
            <p:cNvGraphicFramePr>
              <a:graphicFrameLocks noChangeAspect="1"/>
            </p:cNvGraphicFramePr>
            <p:nvPr/>
          </p:nvGraphicFramePr>
          <p:xfrm>
            <a:off x="2557903" y="2726098"/>
            <a:ext cx="3791552" cy="737286"/>
          </p:xfrm>
          <a:graphic>
            <a:graphicData uri="http://schemas.openxmlformats.org/presentationml/2006/ole">
              <mc:AlternateContent xmlns:mc="http://schemas.openxmlformats.org/markup-compatibility/2006">
                <mc:Choice xmlns:v="urn:schemas-microsoft-com:vml" Requires="v">
                  <p:oleObj name="Formula" r:id="rId11" imgW="2145030" imgH="419100" progId="">
                    <p:embed/>
                  </p:oleObj>
                </mc:Choice>
                <mc:Fallback>
                  <p:oleObj name="Formula" r:id="rId11" imgW="2145030" imgH="419100" progId="">
                    <p:embed/>
                    <p:pic>
                      <p:nvPicPr>
                        <p:cNvPr id="0" name="Object 6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7903" y="2726098"/>
                          <a:ext cx="3791552" cy="73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7595" name="图片 2">
              <a:extLst>
                <a:ext uri="{FF2B5EF4-FFF2-40B4-BE49-F238E27FC236}">
                  <a16:creationId xmlns:a16="http://schemas.microsoft.com/office/drawing/2014/main" id="{3072C748-1940-57A5-2B04-CD421C05E09F}"/>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7114438" y="2052367"/>
              <a:ext cx="680924" cy="307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6" name="图片 15">
              <a:extLst>
                <a:ext uri="{FF2B5EF4-FFF2-40B4-BE49-F238E27FC236}">
                  <a16:creationId xmlns:a16="http://schemas.microsoft.com/office/drawing/2014/main" id="{EA627A21-7B29-299D-887C-E48A08616214}"/>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106034" y="2867889"/>
              <a:ext cx="697732" cy="310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67592" name="Object 647">
            <a:extLst>
              <a:ext uri="{FF2B5EF4-FFF2-40B4-BE49-F238E27FC236}">
                <a16:creationId xmlns:a16="http://schemas.microsoft.com/office/drawing/2014/main" id="{935A63F0-934F-7C84-E84B-60550050DDA9}"/>
              </a:ext>
            </a:extLst>
          </p:cNvPr>
          <p:cNvGraphicFramePr>
            <a:graphicFrameLocks noChangeAspect="1"/>
          </p:cNvGraphicFramePr>
          <p:nvPr/>
        </p:nvGraphicFramePr>
        <p:xfrm>
          <a:off x="1176338" y="3841750"/>
          <a:ext cx="1984375" cy="325438"/>
        </p:xfrm>
        <a:graphic>
          <a:graphicData uri="http://schemas.openxmlformats.org/presentationml/2006/ole">
            <mc:AlternateContent xmlns:mc="http://schemas.openxmlformats.org/markup-compatibility/2006">
              <mc:Choice xmlns:v="urn:schemas-microsoft-com:vml" Requires="v">
                <p:oleObj name="Formula" r:id="rId15" imgW="1177290" imgH="194310" progId="">
                  <p:embed/>
                </p:oleObj>
              </mc:Choice>
              <mc:Fallback>
                <p:oleObj name="Formula" r:id="rId15" imgW="1177290" imgH="194310" progId="">
                  <p:embed/>
                  <p:pic>
                    <p:nvPicPr>
                      <p:cNvPr id="0" name="Object 6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76338" y="3841750"/>
                        <a:ext cx="1984375"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619A220-945C-09FA-D819-3404CA1E532A}"/>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章节目录</a:t>
            </a:r>
          </a:p>
        </p:txBody>
      </p:sp>
      <p:sp>
        <p:nvSpPr>
          <p:cNvPr id="69635" name="内容占位符 3">
            <a:extLst>
              <a:ext uri="{FF2B5EF4-FFF2-40B4-BE49-F238E27FC236}">
                <a16:creationId xmlns:a16="http://schemas.microsoft.com/office/drawing/2014/main" id="{1972684C-ED28-CE2B-6B7C-42F1B4121587}"/>
              </a:ext>
            </a:extLst>
          </p:cNvPr>
          <p:cNvSpPr>
            <a:spLocks noGrp="1"/>
          </p:cNvSpPr>
          <p:nvPr>
            <p:ph idx="1"/>
          </p:nvPr>
        </p:nvSpPr>
        <p:spPr>
          <a:xfrm>
            <a:off x="260350" y="1243013"/>
            <a:ext cx="8616950" cy="3697287"/>
          </a:xfrm>
        </p:spPr>
        <p:txBody>
          <a:bodyPr/>
          <a:lstStyle/>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贝叶斯决策论</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极大似然估计</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latin typeface="幼圆" panose="02010509060101010101" pitchFamily="49" charset="-122"/>
                <a:ea typeface="宋体" panose="02010600030101010101" pitchFamily="2" charset="-122"/>
              </a:rPr>
              <a:t>朴素贝叶斯分类器</a:t>
            </a:r>
            <a:endParaRPr lang="en-US" altLang="zh-CN" b="1">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半朴素贝叶斯分类器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贝叶斯网</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lang="en-US" altLang="zh-CN" b="1">
                <a:solidFill>
                  <a:srgbClr val="D9D9D9"/>
                </a:solidFill>
              </a:rPr>
              <a:t>EM</a:t>
            </a:r>
            <a:r>
              <a:rPr b="1">
                <a:solidFill>
                  <a:srgbClr val="D9D9D9"/>
                </a:solidFill>
                <a:latin typeface="幼圆" panose="02010509060101010101" pitchFamily="49" charset="-122"/>
                <a:ea typeface="宋体" panose="02010600030101010101" pitchFamily="2" charset="-122"/>
              </a:rPr>
              <a:t>算法</a:t>
            </a:r>
            <a:endParaRPr lang="en-US" altLang="zh-CN" b="1">
              <a:solidFill>
                <a:srgbClr val="D9D9D9"/>
              </a:solidFill>
              <a:latin typeface="幼圆" panose="02010509060101010101" pitchFamily="49" charset="-122"/>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DAB84FE-4A36-8275-F762-95A7BC0E6087}"/>
              </a:ext>
            </a:extLst>
          </p:cNvPr>
          <p:cNvSpPr>
            <a:spLocks noGrp="1"/>
          </p:cNvSpPr>
          <p:nvPr>
            <p:ph type="title"/>
          </p:nvPr>
        </p:nvSpPr>
        <p:spPr/>
        <p:txBody>
          <a:bodyPr/>
          <a:lstStyle/>
          <a:p>
            <a:pPr eaLnBrk="1" fontAlgn="auto" hangingPunct="1">
              <a:spcAft>
                <a:spcPts val="0"/>
              </a:spcAft>
              <a:defRPr/>
            </a:pPr>
            <a:r>
              <a:rPr lang="zh-CN" altLang="en-US" dirty="0">
                <a:latin typeface="+mj-ea"/>
                <a:ea typeface="+mj-ea"/>
                <a:cs typeface="Verdana" charset="0"/>
              </a:rPr>
              <a:t>朴素贝叶斯分类器</a:t>
            </a:r>
            <a:endParaRPr lang="zh-CN" altLang="en-US" dirty="0">
              <a:latin typeface="+mj-ea"/>
              <a:ea typeface="+mj-ea"/>
            </a:endParaRPr>
          </a:p>
        </p:txBody>
      </p:sp>
      <p:sp>
        <p:nvSpPr>
          <p:cNvPr id="70659" name="内容占位符 2">
            <a:extLst>
              <a:ext uri="{FF2B5EF4-FFF2-40B4-BE49-F238E27FC236}">
                <a16:creationId xmlns:a16="http://schemas.microsoft.com/office/drawing/2014/main" id="{296AF5D3-D474-6725-B23E-EA324A993EB4}"/>
              </a:ext>
            </a:extLst>
          </p:cNvPr>
          <p:cNvSpPr>
            <a:spLocks noGrp="1"/>
          </p:cNvSpPr>
          <p:nvPr>
            <p:ph sz="quarter" idx="14"/>
          </p:nvPr>
        </p:nvSpPr>
        <p:spPr>
          <a:xfrm>
            <a:off x="260350" y="1054100"/>
            <a:ext cx="8629650" cy="5086350"/>
          </a:xfrm>
        </p:spPr>
        <p:txBody>
          <a:bodyPr/>
          <a:lstStyle/>
          <a:p>
            <a:pPr eaLnBrk="1" hangingPunct="1"/>
            <a:r>
              <a:rPr kumimoji="1" lang="zh-CN" altLang="en-US"/>
              <a:t>估计</a:t>
            </a:r>
            <a:r>
              <a:rPr lang="zh-CN" altLang="en-US"/>
              <a:t>后验概率           主要困难：类条件概率           是所有属性上的联合概率难以从有限的训练样本估计获得。</a:t>
            </a:r>
          </a:p>
          <a:p>
            <a:pPr eaLnBrk="1" hangingPunct="1"/>
            <a:endParaRPr kumimoji="1" lang="zh-CN" altLang="en-US"/>
          </a:p>
          <a:p>
            <a:pPr eaLnBrk="1" hangingPunct="1"/>
            <a:endParaRPr lang="en-US" altLang="zh-CN"/>
          </a:p>
          <a:p>
            <a:pPr eaLnBrk="1" hangingPunct="1"/>
            <a:r>
              <a:rPr lang="zh-CN" altLang="en-US"/>
              <a:t>朴素贝叶斯分类器</a:t>
            </a:r>
            <a:r>
              <a:rPr lang="en-US" altLang="zh-CN"/>
              <a:t>(Naïve Bayes Classifier)</a:t>
            </a:r>
            <a:r>
              <a:rPr lang="zh-CN" altLang="en-US"/>
              <a:t>采用了“属性条件独立性假设”</a:t>
            </a:r>
            <a:r>
              <a:rPr lang="en-US" altLang="zh-CN"/>
              <a:t>(attribute conditional independence assumption)</a:t>
            </a:r>
            <a:r>
              <a:rPr lang="zh-CN" altLang="en-US"/>
              <a:t>：对已知类别，假设所有属性相互独立，也就是每个属性独立地对分类结果发生影响。</a:t>
            </a:r>
          </a:p>
          <a:p>
            <a:pPr lvl="1" eaLnBrk="1" hangingPunct="1"/>
            <a:endParaRPr kumimoji="1" lang="zh-CN" altLang="en-US"/>
          </a:p>
          <a:p>
            <a:pPr lvl="1" eaLnBrk="1" hangingPunct="1"/>
            <a:endParaRPr kumimoji="1" lang="zh-CN" altLang="en-US"/>
          </a:p>
        </p:txBody>
      </p:sp>
      <p:graphicFrame>
        <p:nvGraphicFramePr>
          <p:cNvPr id="70660" name="Object 715">
            <a:extLst>
              <a:ext uri="{FF2B5EF4-FFF2-40B4-BE49-F238E27FC236}">
                <a16:creationId xmlns:a16="http://schemas.microsoft.com/office/drawing/2014/main" id="{A2826D42-D0FF-BC35-B614-A9CC2D44EF79}"/>
              </a:ext>
            </a:extLst>
          </p:cNvPr>
          <p:cNvGraphicFramePr>
            <a:graphicFrameLocks noChangeAspect="1"/>
          </p:cNvGraphicFramePr>
          <p:nvPr/>
        </p:nvGraphicFramePr>
        <p:xfrm>
          <a:off x="2466975" y="1119188"/>
          <a:ext cx="852488" cy="296862"/>
        </p:xfrm>
        <a:graphic>
          <a:graphicData uri="http://schemas.openxmlformats.org/presentationml/2006/ole">
            <mc:AlternateContent xmlns:mc="http://schemas.openxmlformats.org/markup-compatibility/2006">
              <mc:Choice xmlns:v="urn:schemas-microsoft-com:vml" Requires="v">
                <p:oleObj name="Formula" r:id="rId3" imgW="505460" imgH="177800" progId="">
                  <p:embed/>
                </p:oleObj>
              </mc:Choice>
              <mc:Fallback>
                <p:oleObj name="Formula" r:id="rId3" imgW="505460" imgH="177800" progId="">
                  <p:embed/>
                  <p:pic>
                    <p:nvPicPr>
                      <p:cNvPr id="0" name="Object 7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6975" y="1119188"/>
                        <a:ext cx="852488"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1" name="Object 716">
            <a:extLst>
              <a:ext uri="{FF2B5EF4-FFF2-40B4-BE49-F238E27FC236}">
                <a16:creationId xmlns:a16="http://schemas.microsoft.com/office/drawing/2014/main" id="{593D5A1B-4D82-9F29-BD8D-31369F9C2C63}"/>
              </a:ext>
            </a:extLst>
          </p:cNvPr>
          <p:cNvGraphicFramePr>
            <a:graphicFrameLocks noChangeAspect="1"/>
          </p:cNvGraphicFramePr>
          <p:nvPr/>
        </p:nvGraphicFramePr>
        <p:xfrm>
          <a:off x="6384925" y="1119188"/>
          <a:ext cx="849313" cy="296862"/>
        </p:xfrm>
        <a:graphic>
          <a:graphicData uri="http://schemas.openxmlformats.org/presentationml/2006/ole">
            <mc:AlternateContent xmlns:mc="http://schemas.openxmlformats.org/markup-compatibility/2006">
              <mc:Choice xmlns:v="urn:schemas-microsoft-com:vml" Requires="v">
                <p:oleObj name="Formula" r:id="rId5" imgW="504190" imgH="177800" progId="">
                  <p:embed/>
                </p:oleObj>
              </mc:Choice>
              <mc:Fallback>
                <p:oleObj name="Formula" r:id="rId5" imgW="504190" imgH="177800" progId="">
                  <p:embed/>
                  <p:pic>
                    <p:nvPicPr>
                      <p:cNvPr id="0" name="Object 7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84925" y="1119188"/>
                        <a:ext cx="849313"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2" name="对象 1">
            <a:extLst>
              <a:ext uri="{FF2B5EF4-FFF2-40B4-BE49-F238E27FC236}">
                <a16:creationId xmlns:a16="http://schemas.microsoft.com/office/drawing/2014/main" id="{49FA112B-D978-FDD0-3864-46C1CD1A8ECD}"/>
              </a:ext>
            </a:extLst>
          </p:cNvPr>
          <p:cNvGraphicFramePr>
            <a:graphicFrameLocks noChangeAspect="1"/>
          </p:cNvGraphicFramePr>
          <p:nvPr/>
        </p:nvGraphicFramePr>
        <p:xfrm>
          <a:off x="2279650" y="1863725"/>
          <a:ext cx="3581400" cy="525463"/>
        </p:xfrm>
        <a:graphic>
          <a:graphicData uri="http://schemas.openxmlformats.org/presentationml/2006/ole">
            <mc:AlternateContent xmlns:mc="http://schemas.openxmlformats.org/markup-compatibility/2006">
              <mc:Choice xmlns:v="urn:schemas-microsoft-com:vml" Requires="v">
                <p:oleObj name="Equation" r:id="rId7" imgW="1562100" imgH="228600" progId="Equation.DSMT4">
                  <p:embed/>
                </p:oleObj>
              </mc:Choice>
              <mc:Fallback>
                <p:oleObj name="Equation" r:id="rId7" imgW="1562100" imgH="228600" progId="Equation.DSMT4">
                  <p:embed/>
                  <p:pic>
                    <p:nvPicPr>
                      <p:cNvPr id="0"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0" y="1863725"/>
                        <a:ext cx="35814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3" name="对象 14">
            <a:extLst>
              <a:ext uri="{FF2B5EF4-FFF2-40B4-BE49-F238E27FC236}">
                <a16:creationId xmlns:a16="http://schemas.microsoft.com/office/drawing/2014/main" id="{AC5121B9-5518-79FB-43F7-DD852AF3D5C9}"/>
              </a:ext>
            </a:extLst>
          </p:cNvPr>
          <p:cNvGraphicFramePr>
            <a:graphicFrameLocks noChangeAspect="1"/>
          </p:cNvGraphicFramePr>
          <p:nvPr/>
        </p:nvGraphicFramePr>
        <p:xfrm>
          <a:off x="1439863" y="3973513"/>
          <a:ext cx="5475287" cy="990600"/>
        </p:xfrm>
        <a:graphic>
          <a:graphicData uri="http://schemas.openxmlformats.org/presentationml/2006/ole">
            <mc:AlternateContent xmlns:mc="http://schemas.openxmlformats.org/markup-compatibility/2006">
              <mc:Choice xmlns:v="urn:schemas-microsoft-com:vml" Requires="v">
                <p:oleObj name="Equation" r:id="rId9" imgW="2387600" imgH="431800" progId="Equation.DSMT4">
                  <p:embed/>
                </p:oleObj>
              </mc:Choice>
              <mc:Fallback>
                <p:oleObj name="Equation" r:id="rId9" imgW="2387600" imgH="431800" progId="Equation.DSMT4">
                  <p:embed/>
                  <p:pic>
                    <p:nvPicPr>
                      <p:cNvPr id="0" name="对象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9863" y="3973513"/>
                        <a:ext cx="5475287"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1F77BE6-5D39-74CB-B85F-3AA6D6A5AA6C}"/>
              </a:ext>
            </a:extLst>
          </p:cNvPr>
          <p:cNvSpPr>
            <a:spLocks noGrp="1"/>
          </p:cNvSpPr>
          <p:nvPr>
            <p:ph type="title"/>
          </p:nvPr>
        </p:nvSpPr>
        <p:spPr/>
        <p:txBody>
          <a:bodyPr/>
          <a:lstStyle/>
          <a:p>
            <a:pPr eaLnBrk="1" fontAlgn="auto" hangingPunct="1">
              <a:spcAft>
                <a:spcPts val="0"/>
              </a:spcAft>
              <a:defRPr/>
            </a:pPr>
            <a:r>
              <a:rPr lang="zh-CN" altLang="en-US" dirty="0">
                <a:latin typeface="+mj-ea"/>
                <a:ea typeface="+mj-ea"/>
                <a:cs typeface="Verdana" charset="0"/>
              </a:rPr>
              <a:t>朴素贝叶斯分类器</a:t>
            </a:r>
            <a:endParaRPr lang="zh-CN" altLang="en-US" dirty="0">
              <a:latin typeface="+mj-ea"/>
              <a:ea typeface="+mj-ea"/>
            </a:endParaRPr>
          </a:p>
        </p:txBody>
      </p:sp>
      <p:sp>
        <p:nvSpPr>
          <p:cNvPr id="72707" name="内容占位符 2">
            <a:extLst>
              <a:ext uri="{FF2B5EF4-FFF2-40B4-BE49-F238E27FC236}">
                <a16:creationId xmlns:a16="http://schemas.microsoft.com/office/drawing/2014/main" id="{D0372F3A-C458-F8E5-CA5A-04F8BC0D740C}"/>
              </a:ext>
            </a:extLst>
          </p:cNvPr>
          <p:cNvSpPr>
            <a:spLocks noGrp="1"/>
          </p:cNvSpPr>
          <p:nvPr>
            <p:ph sz="quarter" idx="14"/>
          </p:nvPr>
        </p:nvSpPr>
        <p:spPr>
          <a:xfrm>
            <a:off x="260350" y="1054100"/>
            <a:ext cx="8629650" cy="5086350"/>
          </a:xfrm>
        </p:spPr>
        <p:txBody>
          <a:bodyPr/>
          <a:lstStyle/>
          <a:p>
            <a:pPr eaLnBrk="1" hangingPunct="1"/>
            <a:r>
              <a:rPr kumimoji="1" lang="zh-CN" altLang="en-US"/>
              <a:t>估计</a:t>
            </a:r>
            <a:r>
              <a:rPr lang="zh-CN" altLang="en-US"/>
              <a:t>后验概率           主要困难：类条件概率           是所有属性上的联合概率难以从有限的训练样本估计获得。</a:t>
            </a:r>
          </a:p>
          <a:p>
            <a:pPr eaLnBrk="1" hangingPunct="1"/>
            <a:endParaRPr kumimoji="1" lang="zh-CN" altLang="en-US"/>
          </a:p>
          <a:p>
            <a:pPr eaLnBrk="1" hangingPunct="1"/>
            <a:r>
              <a:rPr lang="zh-CN" altLang="en-US"/>
              <a:t>朴素贝叶斯分类器</a:t>
            </a:r>
            <a:r>
              <a:rPr lang="en-US" altLang="zh-CN"/>
              <a:t>(Naïve Bayes Classifier)</a:t>
            </a:r>
            <a:r>
              <a:rPr lang="zh-CN" altLang="en-US"/>
              <a:t>采用了“属性条件独立性假设”</a:t>
            </a:r>
            <a:r>
              <a:rPr lang="en-US" altLang="zh-CN"/>
              <a:t>(attribute conditional independence assumption)</a:t>
            </a:r>
            <a:r>
              <a:rPr lang="zh-CN" altLang="en-US"/>
              <a:t>：对已知类别，假设所有属性相互独立，也就是每个属性独立地对分类结果发生影响。</a:t>
            </a:r>
          </a:p>
          <a:p>
            <a:pPr eaLnBrk="1" hangingPunct="1"/>
            <a:endParaRPr kumimoji="1" lang="zh-CN" altLang="en-US"/>
          </a:p>
          <a:p>
            <a:pPr eaLnBrk="1" hangingPunct="1"/>
            <a:r>
              <a:rPr lang="zh-CN" altLang="en-US"/>
              <a:t>基于属性条件独立性假设，</a:t>
            </a:r>
            <a:r>
              <a:rPr lang="en-US" altLang="zh-CN"/>
              <a:t>(7.8)</a:t>
            </a:r>
            <a:r>
              <a:rPr lang="zh-CN" altLang="en-US"/>
              <a:t>可重写为</a:t>
            </a:r>
          </a:p>
          <a:p>
            <a:pPr lvl="1" eaLnBrk="1" hangingPunct="1"/>
            <a:endParaRPr kumimoji="1" lang="zh-CN" altLang="en-US"/>
          </a:p>
          <a:p>
            <a:pPr lvl="1" eaLnBrk="1" hangingPunct="1"/>
            <a:endParaRPr kumimoji="1" lang="zh-CN" altLang="en-US"/>
          </a:p>
          <a:p>
            <a:pPr lvl="1" eaLnBrk="1" hangingPunct="1"/>
            <a:endParaRPr kumimoji="1" lang="zh-CN" altLang="en-US"/>
          </a:p>
          <a:p>
            <a:pPr lvl="1" eaLnBrk="1" hangingPunct="1"/>
            <a:endParaRPr kumimoji="1" lang="zh-CN" altLang="en-US"/>
          </a:p>
          <a:p>
            <a:pPr lvl="1" eaLnBrk="1" hangingPunct="1"/>
            <a:r>
              <a:rPr kumimoji="1" lang="zh-CN" altLang="en-US"/>
              <a:t>其中</a:t>
            </a:r>
            <a:r>
              <a:rPr kumimoji="1" lang="en-US" altLang="zh-CN"/>
              <a:t> </a:t>
            </a:r>
            <a:r>
              <a:rPr kumimoji="1" lang="zh-CN" altLang="en-US"/>
              <a:t>  </a:t>
            </a:r>
            <a:r>
              <a:rPr lang="zh-CN" altLang="en-US"/>
              <a:t>为属性数目，   为    在第   个属性上的取值。</a:t>
            </a:r>
            <a:endParaRPr lang="en-US" altLang="zh-CN"/>
          </a:p>
          <a:p>
            <a:pPr lvl="1" eaLnBrk="1" hangingPunct="1"/>
            <a:endParaRPr kumimoji="1" lang="zh-CN" altLang="en-US"/>
          </a:p>
          <a:p>
            <a:pPr lvl="1" eaLnBrk="1" hangingPunct="1"/>
            <a:endParaRPr kumimoji="1" lang="zh-CN" altLang="en-US"/>
          </a:p>
          <a:p>
            <a:pPr lvl="1" eaLnBrk="1" hangingPunct="1"/>
            <a:endParaRPr kumimoji="1" lang="zh-CN" altLang="en-US"/>
          </a:p>
        </p:txBody>
      </p:sp>
      <p:graphicFrame>
        <p:nvGraphicFramePr>
          <p:cNvPr id="72708" name="Object 715">
            <a:extLst>
              <a:ext uri="{FF2B5EF4-FFF2-40B4-BE49-F238E27FC236}">
                <a16:creationId xmlns:a16="http://schemas.microsoft.com/office/drawing/2014/main" id="{953054F9-3FF3-4254-42AC-109A8C93949D}"/>
              </a:ext>
            </a:extLst>
          </p:cNvPr>
          <p:cNvGraphicFramePr>
            <a:graphicFrameLocks noChangeAspect="1"/>
          </p:cNvGraphicFramePr>
          <p:nvPr/>
        </p:nvGraphicFramePr>
        <p:xfrm>
          <a:off x="2466975" y="1119188"/>
          <a:ext cx="852488" cy="296862"/>
        </p:xfrm>
        <a:graphic>
          <a:graphicData uri="http://schemas.openxmlformats.org/presentationml/2006/ole">
            <mc:AlternateContent xmlns:mc="http://schemas.openxmlformats.org/markup-compatibility/2006">
              <mc:Choice xmlns:v="urn:schemas-microsoft-com:vml" Requires="v">
                <p:oleObj name="Formula" r:id="rId3" imgW="505460" imgH="177800" progId="">
                  <p:embed/>
                </p:oleObj>
              </mc:Choice>
              <mc:Fallback>
                <p:oleObj name="Formula" r:id="rId3" imgW="505460" imgH="177800" progId="">
                  <p:embed/>
                  <p:pic>
                    <p:nvPicPr>
                      <p:cNvPr id="0" name="Object 7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6975" y="1119188"/>
                        <a:ext cx="852488"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09" name="Object 716">
            <a:extLst>
              <a:ext uri="{FF2B5EF4-FFF2-40B4-BE49-F238E27FC236}">
                <a16:creationId xmlns:a16="http://schemas.microsoft.com/office/drawing/2014/main" id="{05CD1CC8-864C-7326-DB82-FE1DA0AE4D6D}"/>
              </a:ext>
            </a:extLst>
          </p:cNvPr>
          <p:cNvGraphicFramePr>
            <a:graphicFrameLocks noChangeAspect="1"/>
          </p:cNvGraphicFramePr>
          <p:nvPr/>
        </p:nvGraphicFramePr>
        <p:xfrm>
          <a:off x="6384925" y="1119188"/>
          <a:ext cx="849313" cy="296862"/>
        </p:xfrm>
        <a:graphic>
          <a:graphicData uri="http://schemas.openxmlformats.org/presentationml/2006/ole">
            <mc:AlternateContent xmlns:mc="http://schemas.openxmlformats.org/markup-compatibility/2006">
              <mc:Choice xmlns:v="urn:schemas-microsoft-com:vml" Requires="v">
                <p:oleObj name="Formula" r:id="rId5" imgW="504190" imgH="177800" progId="">
                  <p:embed/>
                </p:oleObj>
              </mc:Choice>
              <mc:Fallback>
                <p:oleObj name="Formula" r:id="rId5" imgW="504190" imgH="177800" progId="">
                  <p:embed/>
                  <p:pic>
                    <p:nvPicPr>
                      <p:cNvPr id="0" name="Object 7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84925" y="1119188"/>
                        <a:ext cx="849313"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0" name="Object 717">
            <a:extLst>
              <a:ext uri="{FF2B5EF4-FFF2-40B4-BE49-F238E27FC236}">
                <a16:creationId xmlns:a16="http://schemas.microsoft.com/office/drawing/2014/main" id="{E389DF43-7820-66AC-D81C-F2DF59AFA0F9}"/>
              </a:ext>
            </a:extLst>
          </p:cNvPr>
          <p:cNvGraphicFramePr>
            <a:graphicFrameLocks noChangeAspect="1"/>
          </p:cNvGraphicFramePr>
          <p:nvPr/>
        </p:nvGraphicFramePr>
        <p:xfrm>
          <a:off x="1620838" y="5756275"/>
          <a:ext cx="163512" cy="293688"/>
        </p:xfrm>
        <a:graphic>
          <a:graphicData uri="http://schemas.openxmlformats.org/presentationml/2006/ole">
            <mc:AlternateContent xmlns:mc="http://schemas.openxmlformats.org/markup-compatibility/2006">
              <mc:Choice xmlns:v="urn:schemas-microsoft-com:vml" Requires="v">
                <p:oleObj name="Formula" r:id="rId7" imgW="85208" imgH="157699" progId="">
                  <p:embed/>
                </p:oleObj>
              </mc:Choice>
              <mc:Fallback>
                <p:oleObj name="Formula" r:id="rId7" imgW="85208" imgH="157699" progId="">
                  <p:embed/>
                  <p:pic>
                    <p:nvPicPr>
                      <p:cNvPr id="0" name="Object 7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0838" y="5756275"/>
                        <a:ext cx="1635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1" name="Object 718">
            <a:extLst>
              <a:ext uri="{FF2B5EF4-FFF2-40B4-BE49-F238E27FC236}">
                <a16:creationId xmlns:a16="http://schemas.microsoft.com/office/drawing/2014/main" id="{D1360779-A718-E8E0-7593-2E4B0E1CB414}"/>
              </a:ext>
            </a:extLst>
          </p:cNvPr>
          <p:cNvGraphicFramePr>
            <a:graphicFrameLocks noChangeAspect="1"/>
          </p:cNvGraphicFramePr>
          <p:nvPr/>
        </p:nvGraphicFramePr>
        <p:xfrm>
          <a:off x="3335338" y="5789613"/>
          <a:ext cx="239712" cy="222250"/>
        </p:xfrm>
        <a:graphic>
          <a:graphicData uri="http://schemas.openxmlformats.org/presentationml/2006/ole">
            <mc:AlternateContent xmlns:mc="http://schemas.openxmlformats.org/markup-compatibility/2006">
              <mc:Choice xmlns:v="urn:schemas-microsoft-com:vml" Requires="v">
                <p:oleObj name="Formula" r:id="rId9" imgW="127177" imgH="119546" progId="">
                  <p:embed/>
                </p:oleObj>
              </mc:Choice>
              <mc:Fallback>
                <p:oleObj name="Formula" r:id="rId9" imgW="127177" imgH="119546" progId="">
                  <p:embed/>
                  <p:pic>
                    <p:nvPicPr>
                      <p:cNvPr id="0" name="Object 7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35338" y="5789613"/>
                        <a:ext cx="239712"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2" name="Object 719">
            <a:extLst>
              <a:ext uri="{FF2B5EF4-FFF2-40B4-BE49-F238E27FC236}">
                <a16:creationId xmlns:a16="http://schemas.microsoft.com/office/drawing/2014/main" id="{2154424E-5BB3-48B2-3534-0727368357DD}"/>
              </a:ext>
            </a:extLst>
          </p:cNvPr>
          <p:cNvGraphicFramePr>
            <a:graphicFrameLocks noChangeAspect="1"/>
          </p:cNvGraphicFramePr>
          <p:nvPr/>
        </p:nvGraphicFramePr>
        <p:xfrm>
          <a:off x="3932238" y="5756275"/>
          <a:ext cx="187325" cy="225425"/>
        </p:xfrm>
        <a:graphic>
          <a:graphicData uri="http://schemas.openxmlformats.org/presentationml/2006/ole">
            <mc:AlternateContent xmlns:mc="http://schemas.openxmlformats.org/markup-compatibility/2006">
              <mc:Choice xmlns:v="urn:schemas-microsoft-com:vml" Requires="v">
                <p:oleObj name="Formula" r:id="rId11" imgW="97926" imgH="120818" progId="">
                  <p:embed/>
                </p:oleObj>
              </mc:Choice>
              <mc:Fallback>
                <p:oleObj name="Formula" r:id="rId11" imgW="97926" imgH="120818" progId="">
                  <p:embed/>
                  <p:pic>
                    <p:nvPicPr>
                      <p:cNvPr id="0" name="Object 7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32238" y="5756275"/>
                        <a:ext cx="187325"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3" name="Object 720">
            <a:extLst>
              <a:ext uri="{FF2B5EF4-FFF2-40B4-BE49-F238E27FC236}">
                <a16:creationId xmlns:a16="http://schemas.microsoft.com/office/drawing/2014/main" id="{172050E0-DC9A-A580-9752-5CBB4D7D62ED}"/>
              </a:ext>
            </a:extLst>
          </p:cNvPr>
          <p:cNvGraphicFramePr>
            <a:graphicFrameLocks noChangeAspect="1"/>
          </p:cNvGraphicFramePr>
          <p:nvPr/>
        </p:nvGraphicFramePr>
        <p:xfrm>
          <a:off x="4822825" y="5727700"/>
          <a:ext cx="100013" cy="285750"/>
        </p:xfrm>
        <a:graphic>
          <a:graphicData uri="http://schemas.openxmlformats.org/presentationml/2006/ole">
            <mc:AlternateContent xmlns:mc="http://schemas.openxmlformats.org/markup-compatibility/2006">
              <mc:Choice xmlns:v="urn:schemas-microsoft-com:vml" Requires="v">
                <p:oleObj name="Formula" r:id="rId13" imgW="52142" imgH="152612" progId="">
                  <p:embed/>
                </p:oleObj>
              </mc:Choice>
              <mc:Fallback>
                <p:oleObj name="Formula" r:id="rId13" imgW="52142" imgH="152612" progId="">
                  <p:embed/>
                  <p:pic>
                    <p:nvPicPr>
                      <p:cNvPr id="0" name="Object 7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22825" y="5727700"/>
                        <a:ext cx="10001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2714" name="组合 1">
            <a:extLst>
              <a:ext uri="{FF2B5EF4-FFF2-40B4-BE49-F238E27FC236}">
                <a16:creationId xmlns:a16="http://schemas.microsoft.com/office/drawing/2014/main" id="{14E82F19-177E-0D3A-D12E-DA7F7B803A34}"/>
              </a:ext>
            </a:extLst>
          </p:cNvPr>
          <p:cNvGrpSpPr>
            <a:grpSpLocks/>
          </p:cNvGrpSpPr>
          <p:nvPr/>
        </p:nvGrpSpPr>
        <p:grpSpPr bwMode="auto">
          <a:xfrm>
            <a:off x="1671638" y="4337050"/>
            <a:ext cx="7043737" cy="884238"/>
            <a:chOff x="1672356" y="4336609"/>
            <a:chExt cx="7043019" cy="885257"/>
          </a:xfrm>
        </p:grpSpPr>
        <p:graphicFrame>
          <p:nvGraphicFramePr>
            <p:cNvPr id="72716" name="Object 721">
              <a:extLst>
                <a:ext uri="{FF2B5EF4-FFF2-40B4-BE49-F238E27FC236}">
                  <a16:creationId xmlns:a16="http://schemas.microsoft.com/office/drawing/2014/main" id="{1BDB6BCF-C39C-B377-BD3D-8A57265A484A}"/>
                </a:ext>
              </a:extLst>
            </p:cNvPr>
            <p:cNvGraphicFramePr>
              <a:graphicFrameLocks noChangeAspect="1"/>
            </p:cNvGraphicFramePr>
            <p:nvPr/>
          </p:nvGraphicFramePr>
          <p:xfrm>
            <a:off x="1672356" y="4336609"/>
            <a:ext cx="5562033" cy="885257"/>
          </p:xfrm>
          <a:graphic>
            <a:graphicData uri="http://schemas.openxmlformats.org/presentationml/2006/ole">
              <mc:AlternateContent xmlns:mc="http://schemas.openxmlformats.org/markup-compatibility/2006">
                <mc:Choice xmlns:v="urn:schemas-microsoft-com:vml" Requires="v">
                  <p:oleObj name="Formula" r:id="rId15" imgW="2890520" imgH="463550" progId="">
                    <p:embed/>
                  </p:oleObj>
                </mc:Choice>
                <mc:Fallback>
                  <p:oleObj name="Formula" r:id="rId15" imgW="2890520" imgH="463550" progId="">
                    <p:embed/>
                    <p:pic>
                      <p:nvPicPr>
                        <p:cNvPr id="0" name="Object 7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2356" y="4336609"/>
                          <a:ext cx="5562033" cy="88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2717" name="图片 10">
              <a:extLst>
                <a:ext uri="{FF2B5EF4-FFF2-40B4-BE49-F238E27FC236}">
                  <a16:creationId xmlns:a16="http://schemas.microsoft.com/office/drawing/2014/main" id="{A10F0A57-0921-1201-CE37-1DAE0BA233DC}"/>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8043862" y="4638727"/>
              <a:ext cx="671513" cy="28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49163" name="对象 1">
            <a:extLst>
              <a:ext uri="{FF2B5EF4-FFF2-40B4-BE49-F238E27FC236}">
                <a16:creationId xmlns:a16="http://schemas.microsoft.com/office/drawing/2014/main" id="{44C4FB0C-7EDD-7AC9-566D-824EBAC40FB9}"/>
              </a:ext>
            </a:extLst>
          </p:cNvPr>
          <p:cNvGraphicFramePr>
            <a:graphicFrameLocks noChangeAspect="1"/>
          </p:cNvGraphicFramePr>
          <p:nvPr/>
        </p:nvGraphicFramePr>
        <p:xfrm>
          <a:off x="3508375" y="5075238"/>
          <a:ext cx="5022850" cy="855662"/>
        </p:xfrm>
        <a:graphic>
          <a:graphicData uri="http://schemas.openxmlformats.org/presentationml/2006/ole">
            <mc:AlternateContent xmlns:mc="http://schemas.openxmlformats.org/markup-compatibility/2006">
              <mc:Choice xmlns:v="urn:schemas-microsoft-com:vml" Requires="v">
                <p:oleObj name="Equation" r:id="rId18" imgW="2527300" imgH="431800" progId="Equation.DSMT4">
                  <p:embed/>
                </p:oleObj>
              </mc:Choice>
              <mc:Fallback>
                <p:oleObj name="Equation" r:id="rId18" imgW="2527300" imgH="431800" progId="Equation.DSMT4">
                  <p:embed/>
                  <p:pic>
                    <p:nvPicPr>
                      <p:cNvPr id="0" name="对象 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08375" y="5075238"/>
                        <a:ext cx="5022850"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6D24BF4-CBA1-40BC-79E7-398B73044723}"/>
              </a:ext>
            </a:extLst>
          </p:cNvPr>
          <p:cNvSpPr>
            <a:spLocks noGrp="1"/>
          </p:cNvSpPr>
          <p:nvPr>
            <p:ph type="title"/>
          </p:nvPr>
        </p:nvSpPr>
        <p:spPr/>
        <p:txBody>
          <a:bodyPr/>
          <a:lstStyle/>
          <a:p>
            <a:pPr eaLnBrk="1" fontAlgn="auto" hangingPunct="1">
              <a:spcAft>
                <a:spcPts val="0"/>
              </a:spcAft>
              <a:defRPr/>
            </a:pPr>
            <a:r>
              <a:rPr lang="zh-CN" altLang="en-US" dirty="0">
                <a:latin typeface="+mj-ea"/>
                <a:ea typeface="+mj-ea"/>
                <a:cs typeface="Verdana" charset="0"/>
              </a:rPr>
              <a:t>朴素贝叶斯分类器</a:t>
            </a:r>
            <a:endParaRPr lang="zh-CN" altLang="en-US" dirty="0">
              <a:latin typeface="+mj-ea"/>
              <a:ea typeface="+mj-ea"/>
            </a:endParaRPr>
          </a:p>
        </p:txBody>
      </p:sp>
      <p:sp>
        <p:nvSpPr>
          <p:cNvPr id="3" name="内容占位符 2">
            <a:extLst>
              <a:ext uri="{FF2B5EF4-FFF2-40B4-BE49-F238E27FC236}">
                <a16:creationId xmlns:a16="http://schemas.microsoft.com/office/drawing/2014/main" id="{96568149-6D1E-261A-FDF4-F57BCF291897}"/>
              </a:ext>
            </a:extLst>
          </p:cNvPr>
          <p:cNvSpPr>
            <a:spLocks noGrp="1"/>
          </p:cNvSpPr>
          <p:nvPr>
            <p:ph sz="quarter" idx="14"/>
          </p:nvPr>
        </p:nvSpPr>
        <p:spPr>
          <a:xfrm>
            <a:off x="260350" y="1054100"/>
            <a:ext cx="8629650" cy="5086350"/>
          </a:xfrm>
        </p:spPr>
        <p:txBody>
          <a:bodyPr rtlCol="0">
            <a:normAutofit/>
          </a:bodyPr>
          <a:lstStyle/>
          <a:p>
            <a:pPr indent="-360000" eaLnBrk="1" fontAlgn="auto" hangingPunct="1">
              <a:spcAft>
                <a:spcPts val="0"/>
              </a:spcAft>
              <a:defRPr/>
            </a:pPr>
            <a:endParaRPr lang="en-US" altLang="zh-CN" dirty="0"/>
          </a:p>
          <a:p>
            <a:pPr indent="-360000" eaLnBrk="1" fontAlgn="auto" hangingPunct="1">
              <a:spcAft>
                <a:spcPts val="0"/>
              </a:spcAft>
              <a:defRPr/>
            </a:pPr>
            <a:endParaRPr kumimoji="1" lang="en-US" altLang="zh-CN" dirty="0"/>
          </a:p>
          <a:p>
            <a:pPr indent="-360000" eaLnBrk="1" fontAlgn="auto" hangingPunct="1">
              <a:spcAft>
                <a:spcPts val="0"/>
              </a:spcAft>
              <a:defRPr/>
            </a:pPr>
            <a:endParaRPr kumimoji="1" lang="zh-CN" altLang="en-US" dirty="0"/>
          </a:p>
          <a:p>
            <a:pPr marL="0" indent="0" eaLnBrk="1" fontAlgn="auto" hangingPunct="1">
              <a:spcAft>
                <a:spcPts val="0"/>
              </a:spcAft>
              <a:buFont typeface="Wingdings" panose="05000000000000000000" pitchFamily="2" charset="2"/>
              <a:buNone/>
              <a:defRPr/>
            </a:pPr>
            <a:r>
              <a:rPr lang="zh-CN" altLang="en-US" dirty="0"/>
              <a:t>      </a:t>
            </a:r>
          </a:p>
          <a:p>
            <a:pPr marL="0" indent="0" eaLnBrk="1" fontAlgn="auto" hangingPunct="1">
              <a:spcAft>
                <a:spcPts val="0"/>
              </a:spcAft>
              <a:buFont typeface="Wingdings" panose="05000000000000000000" pitchFamily="2" charset="2"/>
              <a:buNone/>
              <a:defRPr/>
            </a:pPr>
            <a:r>
              <a:rPr lang="zh-CN" altLang="en-US" dirty="0"/>
              <a:t>      </a:t>
            </a:r>
            <a:endParaRPr kumimoji="1" lang="zh-CN" altLang="en-US" dirty="0"/>
          </a:p>
        </p:txBody>
      </p:sp>
      <p:grpSp>
        <p:nvGrpSpPr>
          <p:cNvPr id="74756" name="组合 5">
            <a:extLst>
              <a:ext uri="{FF2B5EF4-FFF2-40B4-BE49-F238E27FC236}">
                <a16:creationId xmlns:a16="http://schemas.microsoft.com/office/drawing/2014/main" id="{8FFE3099-E87E-F888-1025-AA468E570614}"/>
              </a:ext>
            </a:extLst>
          </p:cNvPr>
          <p:cNvGrpSpPr>
            <a:grpSpLocks/>
          </p:cNvGrpSpPr>
          <p:nvPr/>
        </p:nvGrpSpPr>
        <p:grpSpPr bwMode="auto">
          <a:xfrm>
            <a:off x="1627188" y="1293813"/>
            <a:ext cx="6869112" cy="885825"/>
            <a:chOff x="1626615" y="1293740"/>
            <a:chExt cx="6869685" cy="885257"/>
          </a:xfrm>
        </p:grpSpPr>
        <p:graphicFrame>
          <p:nvGraphicFramePr>
            <p:cNvPr id="74757" name="Object 25">
              <a:extLst>
                <a:ext uri="{FF2B5EF4-FFF2-40B4-BE49-F238E27FC236}">
                  <a16:creationId xmlns:a16="http://schemas.microsoft.com/office/drawing/2014/main" id="{1D2692CC-9871-2263-3527-900FB07CE080}"/>
                </a:ext>
              </a:extLst>
            </p:cNvPr>
            <p:cNvGraphicFramePr>
              <a:graphicFrameLocks noChangeAspect="1"/>
            </p:cNvGraphicFramePr>
            <p:nvPr/>
          </p:nvGraphicFramePr>
          <p:xfrm>
            <a:off x="1626615" y="1293740"/>
            <a:ext cx="5561476" cy="885257"/>
          </p:xfrm>
          <a:graphic>
            <a:graphicData uri="http://schemas.openxmlformats.org/presentationml/2006/ole">
              <mc:AlternateContent xmlns:mc="http://schemas.openxmlformats.org/markup-compatibility/2006">
                <mc:Choice xmlns:v="urn:schemas-microsoft-com:vml" Requires="v">
                  <p:oleObj name="Formula" r:id="rId2" imgW="2890520" imgH="463550" progId="">
                    <p:embed/>
                  </p:oleObj>
                </mc:Choice>
                <mc:Fallback>
                  <p:oleObj name="Formula" r:id="rId2" imgW="2890520" imgH="463550" progId="">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6615" y="1293740"/>
                          <a:ext cx="5561476" cy="88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4758" name="图片 4">
              <a:extLst>
                <a:ext uri="{FF2B5EF4-FFF2-40B4-BE49-F238E27FC236}">
                  <a16:creationId xmlns:a16="http://schemas.microsoft.com/office/drawing/2014/main" id="{B29F4CBD-5482-D154-6597-6C5DC0C27B3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824787" y="1595858"/>
              <a:ext cx="671513" cy="28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0DF54D9-E716-E750-8444-0FEDEAA964D3}"/>
              </a:ext>
            </a:extLst>
          </p:cNvPr>
          <p:cNvSpPr>
            <a:spLocks noGrp="1"/>
          </p:cNvSpPr>
          <p:nvPr>
            <p:ph type="title"/>
          </p:nvPr>
        </p:nvSpPr>
        <p:spPr/>
        <p:txBody>
          <a:bodyPr/>
          <a:lstStyle/>
          <a:p>
            <a:pPr eaLnBrk="1" fontAlgn="auto" hangingPunct="1">
              <a:spcAft>
                <a:spcPts val="0"/>
              </a:spcAft>
              <a:defRPr/>
            </a:pPr>
            <a:r>
              <a:rPr lang="zh-CN" altLang="en-US" dirty="0">
                <a:latin typeface="+mj-ea"/>
                <a:ea typeface="+mj-ea"/>
                <a:cs typeface="Verdana" charset="0"/>
              </a:rPr>
              <a:t>朴素贝叶斯分类器</a:t>
            </a:r>
            <a:endParaRPr lang="zh-CN" altLang="en-US" dirty="0">
              <a:latin typeface="+mj-ea"/>
              <a:ea typeface="+mj-ea"/>
            </a:endParaRPr>
          </a:p>
        </p:txBody>
      </p:sp>
      <p:sp>
        <p:nvSpPr>
          <p:cNvPr id="3" name="内容占位符 2">
            <a:extLst>
              <a:ext uri="{FF2B5EF4-FFF2-40B4-BE49-F238E27FC236}">
                <a16:creationId xmlns:a16="http://schemas.microsoft.com/office/drawing/2014/main" id="{142C7D0A-C67A-B89E-1E41-4C413F103B69}"/>
              </a:ext>
            </a:extLst>
          </p:cNvPr>
          <p:cNvSpPr>
            <a:spLocks noGrp="1"/>
          </p:cNvSpPr>
          <p:nvPr>
            <p:ph sz="quarter" idx="14"/>
          </p:nvPr>
        </p:nvSpPr>
        <p:spPr>
          <a:xfrm>
            <a:off x="260350" y="1054100"/>
            <a:ext cx="8629650" cy="5086350"/>
          </a:xfrm>
        </p:spPr>
        <p:txBody>
          <a:bodyPr rtlCol="0">
            <a:normAutofit/>
          </a:bodyPr>
          <a:lstStyle/>
          <a:p>
            <a:pPr indent="-360000" eaLnBrk="1" fontAlgn="auto" hangingPunct="1">
              <a:spcAft>
                <a:spcPts val="0"/>
              </a:spcAft>
              <a:defRPr/>
            </a:pPr>
            <a:endParaRPr lang="en-US" altLang="zh-CN" dirty="0"/>
          </a:p>
          <a:p>
            <a:pPr indent="-360000" eaLnBrk="1" fontAlgn="auto" hangingPunct="1">
              <a:spcAft>
                <a:spcPts val="0"/>
              </a:spcAft>
              <a:defRPr/>
            </a:pPr>
            <a:endParaRPr kumimoji="1" lang="en-US" altLang="zh-CN" dirty="0"/>
          </a:p>
          <a:p>
            <a:pPr indent="-360000" eaLnBrk="1" fontAlgn="auto" hangingPunct="1">
              <a:spcAft>
                <a:spcPts val="0"/>
              </a:spcAft>
              <a:defRPr/>
            </a:pPr>
            <a:endParaRPr kumimoji="1" lang="zh-CN" altLang="en-US" dirty="0"/>
          </a:p>
          <a:p>
            <a:pPr marL="0" indent="0" eaLnBrk="1" fontAlgn="auto" hangingPunct="1">
              <a:spcAft>
                <a:spcPts val="0"/>
              </a:spcAft>
              <a:buFont typeface="Wingdings" panose="05000000000000000000" pitchFamily="2" charset="2"/>
              <a:buNone/>
              <a:defRPr/>
            </a:pPr>
            <a:r>
              <a:rPr lang="zh-CN" altLang="en-US" dirty="0"/>
              <a:t>      </a:t>
            </a:r>
          </a:p>
          <a:p>
            <a:pPr marL="0" indent="0" eaLnBrk="1" fontAlgn="auto" hangingPunct="1">
              <a:spcAft>
                <a:spcPts val="0"/>
              </a:spcAft>
              <a:buFont typeface="Wingdings" panose="05000000000000000000" pitchFamily="2" charset="2"/>
              <a:buNone/>
              <a:defRPr/>
            </a:pPr>
            <a:r>
              <a:rPr lang="zh-CN" altLang="en-US" dirty="0"/>
              <a:t>      由于对所有类别来说       相同，因此基于式</a:t>
            </a:r>
            <a:r>
              <a:rPr lang="en-US" altLang="zh-CN" dirty="0"/>
              <a:t> (7.6)</a:t>
            </a:r>
            <a:r>
              <a:rPr lang="zh-CN" altLang="en-US" dirty="0"/>
              <a:t>的贝叶斯判定准则有</a:t>
            </a:r>
            <a:endParaRPr kumimoji="1" lang="zh-CN" altLang="en-US" dirty="0"/>
          </a:p>
          <a:p>
            <a:pPr lvl="1" indent="-360000" eaLnBrk="1" fontAlgn="auto" hangingPunct="1">
              <a:spcAft>
                <a:spcPts val="0"/>
              </a:spcAft>
              <a:defRPr/>
            </a:pPr>
            <a:endParaRPr kumimoji="1" lang="zh-CN" altLang="en-US" sz="2200" dirty="0"/>
          </a:p>
          <a:p>
            <a:pPr lvl="1" indent="-360000" eaLnBrk="1" fontAlgn="auto" hangingPunct="1">
              <a:spcAft>
                <a:spcPts val="0"/>
              </a:spcAft>
              <a:defRPr/>
            </a:pPr>
            <a:endParaRPr kumimoji="1" lang="zh-CN" altLang="en-US" sz="2200" dirty="0"/>
          </a:p>
          <a:p>
            <a:pPr lvl="1" indent="-360000" eaLnBrk="1" fontAlgn="auto" hangingPunct="1">
              <a:spcAft>
                <a:spcPts val="0"/>
              </a:spcAft>
              <a:defRPr/>
            </a:pPr>
            <a:endParaRPr kumimoji="1" lang="zh-CN" altLang="en-US" sz="2200" dirty="0"/>
          </a:p>
          <a:p>
            <a:pPr lvl="1" indent="-360000" eaLnBrk="1" fontAlgn="auto" hangingPunct="1">
              <a:spcAft>
                <a:spcPts val="0"/>
              </a:spcAft>
              <a:defRPr/>
            </a:pPr>
            <a:endParaRPr kumimoji="1" lang="zh-CN" altLang="en-US" sz="2200" dirty="0"/>
          </a:p>
          <a:p>
            <a:pPr lvl="1" indent="-360000" eaLnBrk="1" fontAlgn="auto" hangingPunct="1">
              <a:spcAft>
                <a:spcPts val="0"/>
              </a:spcAft>
              <a:defRPr/>
            </a:pPr>
            <a:r>
              <a:rPr kumimoji="1" lang="zh-CN" altLang="en-US" sz="2200" dirty="0"/>
              <a:t>这就是朴素贝叶斯分类器的表达式</a:t>
            </a:r>
          </a:p>
          <a:p>
            <a:pPr lvl="1" indent="-360000" eaLnBrk="1" fontAlgn="auto" hangingPunct="1">
              <a:spcAft>
                <a:spcPts val="0"/>
              </a:spcAft>
              <a:defRPr/>
            </a:pPr>
            <a:endParaRPr kumimoji="1" lang="zh-CN" altLang="en-US" sz="2200" dirty="0"/>
          </a:p>
        </p:txBody>
      </p:sp>
      <p:pic>
        <p:nvPicPr>
          <p:cNvPr id="75780" name="图片 11">
            <a:extLst>
              <a:ext uri="{FF2B5EF4-FFF2-40B4-BE49-F238E27FC236}">
                <a16:creationId xmlns:a16="http://schemas.microsoft.com/office/drawing/2014/main" id="{3D3B6C6E-6900-4373-A005-E66EF38DC23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89338" y="2824163"/>
            <a:ext cx="5365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5781" name="组合 6">
            <a:extLst>
              <a:ext uri="{FF2B5EF4-FFF2-40B4-BE49-F238E27FC236}">
                <a16:creationId xmlns:a16="http://schemas.microsoft.com/office/drawing/2014/main" id="{350CCB12-F643-8CB3-701C-22BB95F63D41}"/>
              </a:ext>
            </a:extLst>
          </p:cNvPr>
          <p:cNvGrpSpPr>
            <a:grpSpLocks/>
          </p:cNvGrpSpPr>
          <p:nvPr/>
        </p:nvGrpSpPr>
        <p:grpSpPr bwMode="auto">
          <a:xfrm>
            <a:off x="2176463" y="3736975"/>
            <a:ext cx="6319837" cy="1017588"/>
            <a:chOff x="2175669" y="3736812"/>
            <a:chExt cx="6320631" cy="1018199"/>
          </a:xfrm>
        </p:grpSpPr>
        <p:graphicFrame>
          <p:nvGraphicFramePr>
            <p:cNvPr id="75785" name="Object 200">
              <a:extLst>
                <a:ext uri="{FF2B5EF4-FFF2-40B4-BE49-F238E27FC236}">
                  <a16:creationId xmlns:a16="http://schemas.microsoft.com/office/drawing/2014/main" id="{54876946-AC8E-EF11-842C-BCA0A10ABDBE}"/>
                </a:ext>
              </a:extLst>
            </p:cNvPr>
            <p:cNvGraphicFramePr>
              <a:graphicFrameLocks noChangeAspect="1"/>
            </p:cNvGraphicFramePr>
            <p:nvPr/>
          </p:nvGraphicFramePr>
          <p:xfrm>
            <a:off x="2175669" y="3736812"/>
            <a:ext cx="4799012" cy="1018199"/>
          </p:xfrm>
          <a:graphic>
            <a:graphicData uri="http://schemas.openxmlformats.org/presentationml/2006/ole">
              <mc:AlternateContent xmlns:mc="http://schemas.openxmlformats.org/markup-compatibility/2006">
                <mc:Choice xmlns:v="urn:schemas-microsoft-com:vml" Requires="v">
                  <p:oleObj name="Formula" r:id="rId3" imgW="2172970" imgH="463550" progId="">
                    <p:embed/>
                  </p:oleObj>
                </mc:Choice>
                <mc:Fallback>
                  <p:oleObj name="Formula" r:id="rId3" imgW="2172970" imgH="463550" progId="">
                    <p:embed/>
                    <p:pic>
                      <p:nvPicPr>
                        <p:cNvPr id="0" name="Object 2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5669" y="3736812"/>
                          <a:ext cx="4799012" cy="101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5786" name="图片 1">
              <a:extLst>
                <a:ext uri="{FF2B5EF4-FFF2-40B4-BE49-F238E27FC236}">
                  <a16:creationId xmlns:a16="http://schemas.microsoft.com/office/drawing/2014/main" id="{64AD80BD-EB60-450C-2604-D95C1B0DBBC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824787" y="4140928"/>
              <a:ext cx="671513" cy="28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5782" name="组合 5">
            <a:extLst>
              <a:ext uri="{FF2B5EF4-FFF2-40B4-BE49-F238E27FC236}">
                <a16:creationId xmlns:a16="http://schemas.microsoft.com/office/drawing/2014/main" id="{71A06572-578C-71C5-86A6-6F92AD6A0CA4}"/>
              </a:ext>
            </a:extLst>
          </p:cNvPr>
          <p:cNvGrpSpPr>
            <a:grpSpLocks/>
          </p:cNvGrpSpPr>
          <p:nvPr/>
        </p:nvGrpSpPr>
        <p:grpSpPr bwMode="auto">
          <a:xfrm>
            <a:off x="1627188" y="1293813"/>
            <a:ext cx="6869112" cy="885825"/>
            <a:chOff x="1626615" y="1293740"/>
            <a:chExt cx="6869685" cy="885257"/>
          </a:xfrm>
        </p:grpSpPr>
        <p:graphicFrame>
          <p:nvGraphicFramePr>
            <p:cNvPr id="75783" name="Object 201">
              <a:extLst>
                <a:ext uri="{FF2B5EF4-FFF2-40B4-BE49-F238E27FC236}">
                  <a16:creationId xmlns:a16="http://schemas.microsoft.com/office/drawing/2014/main" id="{95B1390B-FCA5-A4FF-DC32-83B6E93E3762}"/>
                </a:ext>
              </a:extLst>
            </p:cNvPr>
            <p:cNvGraphicFramePr>
              <a:graphicFrameLocks noChangeAspect="1"/>
            </p:cNvGraphicFramePr>
            <p:nvPr/>
          </p:nvGraphicFramePr>
          <p:xfrm>
            <a:off x="1626615" y="1293740"/>
            <a:ext cx="5561476" cy="885257"/>
          </p:xfrm>
          <a:graphic>
            <a:graphicData uri="http://schemas.openxmlformats.org/presentationml/2006/ole">
              <mc:AlternateContent xmlns:mc="http://schemas.openxmlformats.org/markup-compatibility/2006">
                <mc:Choice xmlns:v="urn:schemas-microsoft-com:vml" Requires="v">
                  <p:oleObj name="Formula" r:id="rId6" imgW="2890520" imgH="463550" progId="">
                    <p:embed/>
                  </p:oleObj>
                </mc:Choice>
                <mc:Fallback>
                  <p:oleObj name="Formula" r:id="rId6" imgW="2890520" imgH="463550" progId="">
                    <p:embed/>
                    <p:pic>
                      <p:nvPicPr>
                        <p:cNvPr id="0" name="Object 2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6615" y="1293740"/>
                          <a:ext cx="5561476" cy="88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5784" name="图片 4">
              <a:extLst>
                <a:ext uri="{FF2B5EF4-FFF2-40B4-BE49-F238E27FC236}">
                  <a16:creationId xmlns:a16="http://schemas.microsoft.com/office/drawing/2014/main" id="{E2A065A5-BB63-7DF1-1BE2-7AFCF2BEB28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824787" y="1595858"/>
              <a:ext cx="671513" cy="28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5C1AF1-183F-8000-6631-5DC5AACE677C}"/>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朴素贝叶斯分类器</a:t>
            </a:r>
          </a:p>
        </p:txBody>
      </p:sp>
      <p:sp>
        <p:nvSpPr>
          <p:cNvPr id="76803" name="内容占位符 2">
            <a:extLst>
              <a:ext uri="{FF2B5EF4-FFF2-40B4-BE49-F238E27FC236}">
                <a16:creationId xmlns:a16="http://schemas.microsoft.com/office/drawing/2014/main" id="{41A50CC1-CAE0-55E5-F62C-641A86F75074}"/>
              </a:ext>
            </a:extLst>
          </p:cNvPr>
          <p:cNvSpPr>
            <a:spLocks noGrp="1"/>
          </p:cNvSpPr>
          <p:nvPr>
            <p:ph idx="1"/>
          </p:nvPr>
        </p:nvSpPr>
        <p:spPr>
          <a:xfrm>
            <a:off x="260350" y="1158875"/>
            <a:ext cx="8616950" cy="4930775"/>
          </a:xfrm>
        </p:spPr>
        <p:txBody>
          <a:bodyPr/>
          <a:lstStyle/>
          <a:p>
            <a:pPr indent="-358775" eaLnBrk="1" hangingPunct="1"/>
            <a:r>
              <a:t>朴素贝叶斯分类器的训练器的训练过程就是基于训练集    估计类先验概率      并为每个属性估计条件概率          。</a:t>
            </a:r>
            <a:endParaRPr lang="en-US" altLang="zh-CN"/>
          </a:p>
          <a:p>
            <a:pPr lvl="1" indent="-358775" eaLnBrk="1" hangingPunct="1"/>
            <a:r>
              <a:rPr lang="zh-CN" altLang="en-US"/>
              <a:t>令     表示训练集    中第   类样本组合的集合，若有充足的独立同分布样本，则可容易地估计出类先验概率</a:t>
            </a:r>
            <a:endParaRPr lang="en-US" altLang="zh-CN"/>
          </a:p>
          <a:p>
            <a:pPr lvl="1" indent="-358775" eaLnBrk="1" hangingPunct="1"/>
            <a:endParaRPr lang="en-US" altLang="zh-CN"/>
          </a:p>
          <a:p>
            <a:pPr lvl="1" indent="-358775" eaLnBrk="1" hangingPunct="1"/>
            <a:endParaRPr lang="en-US" altLang="zh-CN"/>
          </a:p>
          <a:p>
            <a:pPr lvl="1" indent="-358775" eaLnBrk="1" hangingPunct="1"/>
            <a:r>
              <a:rPr lang="zh-CN" altLang="en-US"/>
              <a:t>对离散属性而言，令        表示     中在第   个属性上取值为     的样本组成的集合，则条件概率           可估计为</a:t>
            </a:r>
            <a:endParaRPr lang="en-US" altLang="zh-CN"/>
          </a:p>
          <a:p>
            <a:pPr lvl="1" indent="-358775" eaLnBrk="1" hangingPunct="1"/>
            <a:endParaRPr lang="en-US" altLang="zh-CN"/>
          </a:p>
          <a:p>
            <a:pPr lvl="1" indent="-358775" eaLnBrk="1" hangingPunct="1"/>
            <a:endParaRPr lang="en-US" altLang="zh-CN"/>
          </a:p>
          <a:p>
            <a:pPr lvl="1" indent="-358775" eaLnBrk="1" hangingPunct="1"/>
            <a:endParaRPr lang="en-US" altLang="zh-CN"/>
          </a:p>
          <a:p>
            <a:pPr lvl="1" indent="-358775" eaLnBrk="1" hangingPunct="1"/>
            <a:r>
              <a:rPr lang="zh-CN" altLang="en-US"/>
              <a:t>对连续属性而言可考虑概率密度函数，假定                           ，其中       和      分别是第  类样本在第  个属性上取值的均值和方差，则有</a:t>
            </a:r>
          </a:p>
        </p:txBody>
      </p:sp>
      <p:pic>
        <p:nvPicPr>
          <p:cNvPr id="76804" name="图片 19">
            <a:extLst>
              <a:ext uri="{FF2B5EF4-FFF2-40B4-BE49-F238E27FC236}">
                <a16:creationId xmlns:a16="http://schemas.microsoft.com/office/drawing/2014/main" id="{F138A0A2-7CC7-501A-1AF9-DD0E27466BF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63963" y="5160963"/>
            <a:ext cx="93662" cy="10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图片 22">
            <a:extLst>
              <a:ext uri="{FF2B5EF4-FFF2-40B4-BE49-F238E27FC236}">
                <a16:creationId xmlns:a16="http://schemas.microsoft.com/office/drawing/2014/main" id="{0FC03853-1715-DDD6-91CD-A1B386470F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24463" y="5092700"/>
            <a:ext cx="84137"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6806" name="Object 1568">
            <a:extLst>
              <a:ext uri="{FF2B5EF4-FFF2-40B4-BE49-F238E27FC236}">
                <a16:creationId xmlns:a16="http://schemas.microsoft.com/office/drawing/2014/main" id="{B7B81E83-227D-02DB-3349-AA24358AF22F}"/>
              </a:ext>
            </a:extLst>
          </p:cNvPr>
          <p:cNvGraphicFramePr>
            <a:graphicFrameLocks noChangeAspect="1"/>
          </p:cNvGraphicFramePr>
          <p:nvPr/>
        </p:nvGraphicFramePr>
        <p:xfrm>
          <a:off x="7481888" y="1247775"/>
          <a:ext cx="236537" cy="285750"/>
        </p:xfrm>
        <a:graphic>
          <a:graphicData uri="http://schemas.openxmlformats.org/presentationml/2006/ole">
            <mc:AlternateContent xmlns:mc="http://schemas.openxmlformats.org/markup-compatibility/2006">
              <mc:Choice xmlns:v="urn:schemas-microsoft-com:vml" Requires="v">
                <p:oleObj name="Formula" r:id="rId4" imgW="127177" imgH="155155" progId="">
                  <p:embed/>
                </p:oleObj>
              </mc:Choice>
              <mc:Fallback>
                <p:oleObj name="Formula" r:id="rId4" imgW="127177" imgH="155155" progId="">
                  <p:embed/>
                  <p:pic>
                    <p:nvPicPr>
                      <p:cNvPr id="0" name="Object 15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1888" y="1247775"/>
                        <a:ext cx="2365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7" name="Object 1569">
            <a:extLst>
              <a:ext uri="{FF2B5EF4-FFF2-40B4-BE49-F238E27FC236}">
                <a16:creationId xmlns:a16="http://schemas.microsoft.com/office/drawing/2014/main" id="{B0D8F582-78BE-42AA-9E3C-D6E2B58EED12}"/>
              </a:ext>
            </a:extLst>
          </p:cNvPr>
          <p:cNvGraphicFramePr>
            <a:graphicFrameLocks noChangeAspect="1"/>
          </p:cNvGraphicFramePr>
          <p:nvPr/>
        </p:nvGraphicFramePr>
        <p:xfrm>
          <a:off x="1793875" y="1533525"/>
          <a:ext cx="455613" cy="274638"/>
        </p:xfrm>
        <a:graphic>
          <a:graphicData uri="http://schemas.openxmlformats.org/presentationml/2006/ole">
            <mc:AlternateContent xmlns:mc="http://schemas.openxmlformats.org/markup-compatibility/2006">
              <mc:Choice xmlns:v="urn:schemas-microsoft-com:vml" Requires="v">
                <p:oleObj name="Formula" r:id="rId6" imgW="287419" imgH="176776" progId="">
                  <p:embed/>
                </p:oleObj>
              </mc:Choice>
              <mc:Fallback>
                <p:oleObj name="Formula" r:id="rId6" imgW="287419" imgH="176776" progId="">
                  <p:embed/>
                  <p:pic>
                    <p:nvPicPr>
                      <p:cNvPr id="0" name="Object 156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75" y="1533525"/>
                        <a:ext cx="4556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8" name="Object 1570">
            <a:extLst>
              <a:ext uri="{FF2B5EF4-FFF2-40B4-BE49-F238E27FC236}">
                <a16:creationId xmlns:a16="http://schemas.microsoft.com/office/drawing/2014/main" id="{12AD69C7-FC79-2FEE-32B0-F82D0766D4B3}"/>
              </a:ext>
            </a:extLst>
          </p:cNvPr>
          <p:cNvGraphicFramePr>
            <a:graphicFrameLocks noChangeAspect="1"/>
          </p:cNvGraphicFramePr>
          <p:nvPr/>
        </p:nvGraphicFramePr>
        <p:xfrm>
          <a:off x="5715000" y="1535113"/>
          <a:ext cx="839788" cy="273050"/>
        </p:xfrm>
        <a:graphic>
          <a:graphicData uri="http://schemas.openxmlformats.org/presentationml/2006/ole">
            <mc:AlternateContent xmlns:mc="http://schemas.openxmlformats.org/markup-compatibility/2006">
              <mc:Choice xmlns:v="urn:schemas-microsoft-com:vml" Requires="v">
                <p:oleObj name="Formula" r:id="rId8" imgW="541020" imgH="177800" progId="">
                  <p:embed/>
                </p:oleObj>
              </mc:Choice>
              <mc:Fallback>
                <p:oleObj name="Formula" r:id="rId8" imgW="541020" imgH="177800" progId="">
                  <p:embed/>
                  <p:pic>
                    <p:nvPicPr>
                      <p:cNvPr id="0" name="Object 157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0" y="1535113"/>
                        <a:ext cx="83978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9" name="Object 1571">
            <a:extLst>
              <a:ext uri="{FF2B5EF4-FFF2-40B4-BE49-F238E27FC236}">
                <a16:creationId xmlns:a16="http://schemas.microsoft.com/office/drawing/2014/main" id="{868EDDEA-3F59-8E61-6F5C-3C6478DF123A}"/>
              </a:ext>
            </a:extLst>
          </p:cNvPr>
          <p:cNvGraphicFramePr>
            <a:graphicFrameLocks noChangeAspect="1"/>
          </p:cNvGraphicFramePr>
          <p:nvPr/>
        </p:nvGraphicFramePr>
        <p:xfrm>
          <a:off x="3079750" y="1895475"/>
          <a:ext cx="236538" cy="285750"/>
        </p:xfrm>
        <a:graphic>
          <a:graphicData uri="http://schemas.openxmlformats.org/presentationml/2006/ole">
            <mc:AlternateContent xmlns:mc="http://schemas.openxmlformats.org/markup-compatibility/2006">
              <mc:Choice xmlns:v="urn:schemas-microsoft-com:vml" Requires="v">
                <p:oleObj name="Formula" r:id="rId10" imgW="127177" imgH="155155" progId="">
                  <p:embed/>
                </p:oleObj>
              </mc:Choice>
              <mc:Fallback>
                <p:oleObj name="Formula" r:id="rId10" imgW="127177" imgH="155155" progId="">
                  <p:embed/>
                  <p:pic>
                    <p:nvPicPr>
                      <p:cNvPr id="0" name="Object 15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750" y="1895475"/>
                        <a:ext cx="2365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0" name="Object 1572">
            <a:extLst>
              <a:ext uri="{FF2B5EF4-FFF2-40B4-BE49-F238E27FC236}">
                <a16:creationId xmlns:a16="http://schemas.microsoft.com/office/drawing/2014/main" id="{8141F806-F6AC-6802-D749-90E451ACBA04}"/>
              </a:ext>
            </a:extLst>
          </p:cNvPr>
          <p:cNvGraphicFramePr>
            <a:graphicFrameLocks noChangeAspect="1"/>
          </p:cNvGraphicFramePr>
          <p:nvPr/>
        </p:nvGraphicFramePr>
        <p:xfrm>
          <a:off x="1368425" y="1878013"/>
          <a:ext cx="320675" cy="280987"/>
        </p:xfrm>
        <a:graphic>
          <a:graphicData uri="http://schemas.openxmlformats.org/presentationml/2006/ole">
            <mc:AlternateContent xmlns:mc="http://schemas.openxmlformats.org/markup-compatibility/2006">
              <mc:Choice xmlns:v="urn:schemas-microsoft-com:vml" Requires="v">
                <p:oleObj name="Formula" r:id="rId11" imgW="176776" imgH="156427" progId="">
                  <p:embed/>
                </p:oleObj>
              </mc:Choice>
              <mc:Fallback>
                <p:oleObj name="Formula" r:id="rId11" imgW="176776" imgH="156427" progId="">
                  <p:embed/>
                  <p:pic>
                    <p:nvPicPr>
                      <p:cNvPr id="0" name="Object 157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68425" y="1878013"/>
                        <a:ext cx="320675"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1" name="Object 1573">
            <a:extLst>
              <a:ext uri="{FF2B5EF4-FFF2-40B4-BE49-F238E27FC236}">
                <a16:creationId xmlns:a16="http://schemas.microsoft.com/office/drawing/2014/main" id="{843ECAFE-2965-1295-DDB4-8EF8C8556BAC}"/>
              </a:ext>
            </a:extLst>
          </p:cNvPr>
          <p:cNvGraphicFramePr>
            <a:graphicFrameLocks noChangeAspect="1"/>
          </p:cNvGraphicFramePr>
          <p:nvPr/>
        </p:nvGraphicFramePr>
        <p:xfrm>
          <a:off x="3921125" y="1906588"/>
          <a:ext cx="160338" cy="263525"/>
        </p:xfrm>
        <a:graphic>
          <a:graphicData uri="http://schemas.openxmlformats.org/presentationml/2006/ole">
            <mc:AlternateContent xmlns:mc="http://schemas.openxmlformats.org/markup-compatibility/2006">
              <mc:Choice xmlns:v="urn:schemas-microsoft-com:vml" Requires="v">
                <p:oleObj name="Formula" r:id="rId13" imgW="71219" imgH="119546" progId="">
                  <p:embed/>
                </p:oleObj>
              </mc:Choice>
              <mc:Fallback>
                <p:oleObj name="Formula" r:id="rId13" imgW="71219" imgH="119546" progId="">
                  <p:embed/>
                  <p:pic>
                    <p:nvPicPr>
                      <p:cNvPr id="0" name="Object 157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21125" y="1906588"/>
                        <a:ext cx="160338"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2" name="Object 1574">
            <a:extLst>
              <a:ext uri="{FF2B5EF4-FFF2-40B4-BE49-F238E27FC236}">
                <a16:creationId xmlns:a16="http://schemas.microsoft.com/office/drawing/2014/main" id="{721FA3AE-90B5-D911-1249-3105C603D1B1}"/>
              </a:ext>
            </a:extLst>
          </p:cNvPr>
          <p:cNvGraphicFramePr>
            <a:graphicFrameLocks noChangeAspect="1"/>
          </p:cNvGraphicFramePr>
          <p:nvPr/>
        </p:nvGraphicFramePr>
        <p:xfrm>
          <a:off x="3427413" y="3175000"/>
          <a:ext cx="495300" cy="276225"/>
        </p:xfrm>
        <a:graphic>
          <a:graphicData uri="http://schemas.openxmlformats.org/presentationml/2006/ole">
            <mc:AlternateContent xmlns:mc="http://schemas.openxmlformats.org/markup-compatibility/2006">
              <mc:Choice xmlns:v="urn:schemas-microsoft-com:vml" Requires="v">
                <p:oleObj name="Formula" r:id="rId15" imgW="297593" imgH="169145" progId="">
                  <p:embed/>
                </p:oleObj>
              </mc:Choice>
              <mc:Fallback>
                <p:oleObj name="Formula" r:id="rId15" imgW="297593" imgH="169145" progId="">
                  <p:embed/>
                  <p:pic>
                    <p:nvPicPr>
                      <p:cNvPr id="0" name="Object 15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7413" y="3175000"/>
                        <a:ext cx="495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3" name="Object 1575">
            <a:extLst>
              <a:ext uri="{FF2B5EF4-FFF2-40B4-BE49-F238E27FC236}">
                <a16:creationId xmlns:a16="http://schemas.microsoft.com/office/drawing/2014/main" id="{4C441642-4E36-D8F7-DA4C-A99F614A6B03}"/>
              </a:ext>
            </a:extLst>
          </p:cNvPr>
          <p:cNvGraphicFramePr>
            <a:graphicFrameLocks noChangeAspect="1"/>
          </p:cNvGraphicFramePr>
          <p:nvPr/>
        </p:nvGraphicFramePr>
        <p:xfrm>
          <a:off x="4622800" y="3162300"/>
          <a:ext cx="293688" cy="254000"/>
        </p:xfrm>
        <a:graphic>
          <a:graphicData uri="http://schemas.openxmlformats.org/presentationml/2006/ole">
            <mc:AlternateContent xmlns:mc="http://schemas.openxmlformats.org/markup-compatibility/2006">
              <mc:Choice xmlns:v="urn:schemas-microsoft-com:vml" Requires="v">
                <p:oleObj name="Formula" r:id="rId17" imgW="176776" imgH="156427" progId="">
                  <p:embed/>
                </p:oleObj>
              </mc:Choice>
              <mc:Fallback>
                <p:oleObj name="Formula" r:id="rId17" imgW="176776" imgH="156427" progId="">
                  <p:embed/>
                  <p:pic>
                    <p:nvPicPr>
                      <p:cNvPr id="0" name="Object 15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22800" y="3162300"/>
                        <a:ext cx="2936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4" name="Object 1576">
            <a:extLst>
              <a:ext uri="{FF2B5EF4-FFF2-40B4-BE49-F238E27FC236}">
                <a16:creationId xmlns:a16="http://schemas.microsoft.com/office/drawing/2014/main" id="{983AF1BD-6A18-AD32-1D40-D84B2C48D005}"/>
              </a:ext>
            </a:extLst>
          </p:cNvPr>
          <p:cNvGraphicFramePr>
            <a:graphicFrameLocks noChangeAspect="1"/>
          </p:cNvGraphicFramePr>
          <p:nvPr/>
        </p:nvGraphicFramePr>
        <p:xfrm>
          <a:off x="5843588" y="3181350"/>
          <a:ext cx="87312" cy="249238"/>
        </p:xfrm>
        <a:graphic>
          <a:graphicData uri="http://schemas.openxmlformats.org/presentationml/2006/ole">
            <mc:AlternateContent xmlns:mc="http://schemas.openxmlformats.org/markup-compatibility/2006">
              <mc:Choice xmlns:v="urn:schemas-microsoft-com:vml" Requires="v">
                <p:oleObj name="Formula" r:id="rId18" imgW="52142" imgH="152612" progId="">
                  <p:embed/>
                </p:oleObj>
              </mc:Choice>
              <mc:Fallback>
                <p:oleObj name="Formula" r:id="rId18" imgW="52142" imgH="152612" progId="">
                  <p:embed/>
                  <p:pic>
                    <p:nvPicPr>
                      <p:cNvPr id="0" name="Object 157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43588" y="3181350"/>
                        <a:ext cx="87312"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5" name="Object 1577">
            <a:extLst>
              <a:ext uri="{FF2B5EF4-FFF2-40B4-BE49-F238E27FC236}">
                <a16:creationId xmlns:a16="http://schemas.microsoft.com/office/drawing/2014/main" id="{FAF82E2A-3197-67EA-279C-63DE10B644A9}"/>
              </a:ext>
            </a:extLst>
          </p:cNvPr>
          <p:cNvGraphicFramePr>
            <a:graphicFrameLocks noChangeAspect="1"/>
          </p:cNvGraphicFramePr>
          <p:nvPr/>
        </p:nvGraphicFramePr>
        <p:xfrm>
          <a:off x="7827963" y="3208338"/>
          <a:ext cx="211137" cy="195262"/>
        </p:xfrm>
        <a:graphic>
          <a:graphicData uri="http://schemas.openxmlformats.org/presentationml/2006/ole">
            <mc:AlternateContent xmlns:mc="http://schemas.openxmlformats.org/markup-compatibility/2006">
              <mc:Choice xmlns:v="urn:schemas-microsoft-com:vml" Requires="v">
                <p:oleObj name="Formula" r:id="rId20" imgW="127177" imgH="119546" progId="">
                  <p:embed/>
                </p:oleObj>
              </mc:Choice>
              <mc:Fallback>
                <p:oleObj name="Formula" r:id="rId20" imgW="127177" imgH="119546" progId="">
                  <p:embed/>
                  <p:pic>
                    <p:nvPicPr>
                      <p:cNvPr id="0" name="Object 157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827963" y="3208338"/>
                        <a:ext cx="211137" cy="19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6" name="Object 1578">
            <a:extLst>
              <a:ext uri="{FF2B5EF4-FFF2-40B4-BE49-F238E27FC236}">
                <a16:creationId xmlns:a16="http://schemas.microsoft.com/office/drawing/2014/main" id="{567C0A21-3E14-0BF9-32E1-9EC2CED61C9D}"/>
              </a:ext>
            </a:extLst>
          </p:cNvPr>
          <p:cNvGraphicFramePr>
            <a:graphicFrameLocks noChangeAspect="1"/>
          </p:cNvGraphicFramePr>
          <p:nvPr/>
        </p:nvGraphicFramePr>
        <p:xfrm>
          <a:off x="4116388" y="3446463"/>
          <a:ext cx="903287" cy="287337"/>
        </p:xfrm>
        <a:graphic>
          <a:graphicData uri="http://schemas.openxmlformats.org/presentationml/2006/ole">
            <mc:AlternateContent xmlns:mc="http://schemas.openxmlformats.org/markup-compatibility/2006">
              <mc:Choice xmlns:v="urn:schemas-microsoft-com:vml" Requires="v">
                <p:oleObj name="Formula" r:id="rId22" imgW="541020" imgH="177800" progId="">
                  <p:embed/>
                </p:oleObj>
              </mc:Choice>
              <mc:Fallback>
                <p:oleObj name="Formula" r:id="rId22" imgW="541020" imgH="177800" progId="">
                  <p:embed/>
                  <p:pic>
                    <p:nvPicPr>
                      <p:cNvPr id="0" name="Object 157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6388" y="3446463"/>
                        <a:ext cx="90328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7" name="Object 1579">
            <a:extLst>
              <a:ext uri="{FF2B5EF4-FFF2-40B4-BE49-F238E27FC236}">
                <a16:creationId xmlns:a16="http://schemas.microsoft.com/office/drawing/2014/main" id="{FD9BD549-B481-7FFE-391E-0B36DAE5E9F5}"/>
              </a:ext>
            </a:extLst>
          </p:cNvPr>
          <p:cNvGraphicFramePr>
            <a:graphicFrameLocks noChangeAspect="1"/>
          </p:cNvGraphicFramePr>
          <p:nvPr/>
        </p:nvGraphicFramePr>
        <p:xfrm>
          <a:off x="5975350" y="4764088"/>
          <a:ext cx="2127250" cy="301625"/>
        </p:xfrm>
        <a:graphic>
          <a:graphicData uri="http://schemas.openxmlformats.org/presentationml/2006/ole">
            <mc:AlternateContent xmlns:mc="http://schemas.openxmlformats.org/markup-compatibility/2006">
              <mc:Choice xmlns:v="urn:schemas-microsoft-com:vml" Requires="v">
                <p:oleObj name="Formula" r:id="rId23" imgW="1443990" imgH="208280" progId="">
                  <p:embed/>
                </p:oleObj>
              </mc:Choice>
              <mc:Fallback>
                <p:oleObj name="Formula" r:id="rId23" imgW="1443990" imgH="208280" progId="">
                  <p:embed/>
                  <p:pic>
                    <p:nvPicPr>
                      <p:cNvPr id="0" name="Object 157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75350" y="4764088"/>
                        <a:ext cx="21272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8" name="Object 1580">
            <a:extLst>
              <a:ext uri="{FF2B5EF4-FFF2-40B4-BE49-F238E27FC236}">
                <a16:creationId xmlns:a16="http://schemas.microsoft.com/office/drawing/2014/main" id="{4BC3C020-286B-8480-AE45-E0391E6141A4}"/>
              </a:ext>
            </a:extLst>
          </p:cNvPr>
          <p:cNvGraphicFramePr>
            <a:graphicFrameLocks noChangeAspect="1"/>
          </p:cNvGraphicFramePr>
          <p:nvPr/>
        </p:nvGraphicFramePr>
        <p:xfrm>
          <a:off x="1420813" y="5114925"/>
          <a:ext cx="373062" cy="233363"/>
        </p:xfrm>
        <a:graphic>
          <a:graphicData uri="http://schemas.openxmlformats.org/presentationml/2006/ole">
            <mc:AlternateContent xmlns:mc="http://schemas.openxmlformats.org/markup-compatibility/2006">
              <mc:Choice xmlns:v="urn:schemas-microsoft-com:vml" Requires="v">
                <p:oleObj name="Formula" r:id="rId25" imgW="208280" imgH="132080" progId="">
                  <p:embed/>
                </p:oleObj>
              </mc:Choice>
              <mc:Fallback>
                <p:oleObj name="Formula" r:id="rId25" imgW="208280" imgH="132080" progId="">
                  <p:embed/>
                  <p:pic>
                    <p:nvPicPr>
                      <p:cNvPr id="0" name="Object 158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20813" y="5114925"/>
                        <a:ext cx="373062"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9" name="Object 1581">
            <a:extLst>
              <a:ext uri="{FF2B5EF4-FFF2-40B4-BE49-F238E27FC236}">
                <a16:creationId xmlns:a16="http://schemas.microsoft.com/office/drawing/2014/main" id="{C50BECF8-2A32-5C14-F381-24D36968CA86}"/>
              </a:ext>
            </a:extLst>
          </p:cNvPr>
          <p:cNvGraphicFramePr>
            <a:graphicFrameLocks noChangeAspect="1"/>
          </p:cNvGraphicFramePr>
          <p:nvPr/>
        </p:nvGraphicFramePr>
        <p:xfrm>
          <a:off x="2249488" y="5076825"/>
          <a:ext cx="296862" cy="303213"/>
        </p:xfrm>
        <a:graphic>
          <a:graphicData uri="http://schemas.openxmlformats.org/presentationml/2006/ole">
            <mc:AlternateContent xmlns:mc="http://schemas.openxmlformats.org/markup-compatibility/2006">
              <mc:Choice xmlns:v="urn:schemas-microsoft-com:vml" Requires="v">
                <p:oleObj name="Formula" r:id="rId27" imgW="203483" imgH="208570" progId="">
                  <p:embed/>
                </p:oleObj>
              </mc:Choice>
              <mc:Fallback>
                <p:oleObj name="Formula" r:id="rId27" imgW="203483" imgH="208570" progId="">
                  <p:embed/>
                  <p:pic>
                    <p:nvPicPr>
                      <p:cNvPr id="0" name="Object 158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49488" y="5076825"/>
                        <a:ext cx="296862"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6820" name="组合 8">
            <a:extLst>
              <a:ext uri="{FF2B5EF4-FFF2-40B4-BE49-F238E27FC236}">
                <a16:creationId xmlns:a16="http://schemas.microsoft.com/office/drawing/2014/main" id="{3AD5FAA9-56DC-E6AB-5538-34164724224E}"/>
              </a:ext>
            </a:extLst>
          </p:cNvPr>
          <p:cNvGrpSpPr>
            <a:grpSpLocks/>
          </p:cNvGrpSpPr>
          <p:nvPr/>
        </p:nvGrpSpPr>
        <p:grpSpPr bwMode="auto">
          <a:xfrm>
            <a:off x="2065338" y="5399088"/>
            <a:ext cx="5768975" cy="776287"/>
            <a:chOff x="2064661" y="5399427"/>
            <a:chExt cx="5769586" cy="775591"/>
          </a:xfrm>
        </p:grpSpPr>
        <p:graphicFrame>
          <p:nvGraphicFramePr>
            <p:cNvPr id="76823" name="Object 1584">
              <a:extLst>
                <a:ext uri="{FF2B5EF4-FFF2-40B4-BE49-F238E27FC236}">
                  <a16:creationId xmlns:a16="http://schemas.microsoft.com/office/drawing/2014/main" id="{E4E892A5-891B-C395-6F24-CED848B90AAD}"/>
                </a:ext>
              </a:extLst>
            </p:cNvPr>
            <p:cNvGraphicFramePr>
              <a:graphicFrameLocks noChangeAspect="1"/>
            </p:cNvGraphicFramePr>
            <p:nvPr/>
          </p:nvGraphicFramePr>
          <p:xfrm>
            <a:off x="2064661" y="5399427"/>
            <a:ext cx="4681580" cy="775591"/>
          </p:xfrm>
          <a:graphic>
            <a:graphicData uri="http://schemas.openxmlformats.org/presentationml/2006/ole">
              <mc:AlternateContent xmlns:mc="http://schemas.openxmlformats.org/markup-compatibility/2006">
                <mc:Choice xmlns:v="urn:schemas-microsoft-com:vml" Requires="v">
                  <p:oleObj name="Formula" r:id="rId29" imgW="2481580" imgH="417830" progId="">
                    <p:embed/>
                  </p:oleObj>
                </mc:Choice>
                <mc:Fallback>
                  <p:oleObj name="Formula" r:id="rId29" imgW="2481580" imgH="417830" progId="">
                    <p:embed/>
                    <p:pic>
                      <p:nvPicPr>
                        <p:cNvPr id="0" name="Object 158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064661" y="5399427"/>
                          <a:ext cx="4681580" cy="775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6824" name="图片 7">
              <a:extLst>
                <a:ext uri="{FF2B5EF4-FFF2-40B4-BE49-F238E27FC236}">
                  <a16:creationId xmlns:a16="http://schemas.microsoft.com/office/drawing/2014/main" id="{00EF7593-6FE1-362A-6223-59486CEA8E44}"/>
                </a:ext>
              </a:extLst>
            </p:cNvPr>
            <p:cNvPicPr>
              <a:picLocks noChangeAspect="1"/>
            </p:cNvPicPr>
            <p:nvPr/>
          </p:nvPicPr>
          <p:blipFill>
            <a:blip r:embed="rId31">
              <a:extLst>
                <a:ext uri="{28A0092B-C50C-407E-A947-70E740481C1C}">
                  <a14:useLocalDpi xmlns:a14="http://schemas.microsoft.com/office/drawing/2010/main" val="0"/>
                </a:ext>
              </a:extLst>
            </a:blip>
            <a:srcRect/>
            <a:stretch>
              <a:fillRect/>
            </a:stretch>
          </p:blipFill>
          <p:spPr bwMode="auto">
            <a:xfrm>
              <a:off x="7129442" y="5634142"/>
              <a:ext cx="704805" cy="30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76821" name="对象 7">
            <a:extLst>
              <a:ext uri="{FF2B5EF4-FFF2-40B4-BE49-F238E27FC236}">
                <a16:creationId xmlns:a16="http://schemas.microsoft.com/office/drawing/2014/main" id="{B866686E-E280-04D0-AD7F-8477E329BE12}"/>
              </a:ext>
            </a:extLst>
          </p:cNvPr>
          <p:cNvGraphicFramePr>
            <a:graphicFrameLocks noChangeAspect="1"/>
          </p:cNvGraphicFramePr>
          <p:nvPr/>
        </p:nvGraphicFramePr>
        <p:xfrm>
          <a:off x="3259138" y="2406650"/>
          <a:ext cx="3022600" cy="839788"/>
        </p:xfrm>
        <a:graphic>
          <a:graphicData uri="http://schemas.openxmlformats.org/presentationml/2006/ole">
            <mc:AlternateContent xmlns:mc="http://schemas.openxmlformats.org/markup-compatibility/2006">
              <mc:Choice xmlns:v="urn:schemas-microsoft-com:vml" Requires="v">
                <p:oleObj name="Equation" r:id="rId32" imgW="1689100" imgH="469900" progId="Equation.DSMT4">
                  <p:embed/>
                </p:oleObj>
              </mc:Choice>
              <mc:Fallback>
                <p:oleObj name="Equation" r:id="rId32" imgW="1689100" imgH="469900" progId="Equation.DSMT4">
                  <p:embed/>
                  <p:pic>
                    <p:nvPicPr>
                      <p:cNvPr id="0" name="对象 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259138" y="2406650"/>
                        <a:ext cx="3022600"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22" name="对象 7">
            <a:extLst>
              <a:ext uri="{FF2B5EF4-FFF2-40B4-BE49-F238E27FC236}">
                <a16:creationId xmlns:a16="http://schemas.microsoft.com/office/drawing/2014/main" id="{C8F2D3C3-7B73-1B7E-EE21-FEBD09FD3985}"/>
              </a:ext>
            </a:extLst>
          </p:cNvPr>
          <p:cNvGraphicFramePr>
            <a:graphicFrameLocks noChangeAspect="1"/>
          </p:cNvGraphicFramePr>
          <p:nvPr/>
        </p:nvGraphicFramePr>
        <p:xfrm>
          <a:off x="2782888" y="3762375"/>
          <a:ext cx="3568700" cy="930275"/>
        </p:xfrm>
        <a:graphic>
          <a:graphicData uri="http://schemas.openxmlformats.org/presentationml/2006/ole">
            <mc:AlternateContent xmlns:mc="http://schemas.openxmlformats.org/markup-compatibility/2006">
              <mc:Choice xmlns:v="urn:schemas-microsoft-com:vml" Requires="v">
                <p:oleObj name="Equation" r:id="rId34" imgW="1993900" imgH="520700" progId="Equation.DSMT4">
                  <p:embed/>
                </p:oleObj>
              </mc:Choice>
              <mc:Fallback>
                <p:oleObj name="Equation" r:id="rId34" imgW="1993900" imgH="520700" progId="Equation.DSMT4">
                  <p:embed/>
                  <p:pic>
                    <p:nvPicPr>
                      <p:cNvPr id="0" name="对象 7"/>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782888" y="3762375"/>
                        <a:ext cx="35687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00ECF4C-97D1-8A11-7F39-57D42BFA806F}"/>
              </a:ext>
            </a:extLst>
          </p:cNvPr>
          <p:cNvSpPr>
            <a:spLocks noGrp="1"/>
          </p:cNvSpPr>
          <p:nvPr>
            <p:ph type="title"/>
          </p:nvPr>
        </p:nvSpPr>
        <p:spPr/>
        <p:txBody>
          <a:bodyPr/>
          <a:lstStyle/>
          <a:p>
            <a:pPr eaLnBrk="1" fontAlgn="auto" hangingPunct="1">
              <a:spcAft>
                <a:spcPts val="0"/>
              </a:spcAft>
              <a:defRPr/>
            </a:pPr>
            <a:r>
              <a:rPr lang="zh-CN" altLang="en-US" dirty="0">
                <a:latin typeface="+mn-ea"/>
                <a:ea typeface="+mn-ea"/>
                <a:cs typeface="Verdana" charset="0"/>
              </a:rPr>
              <a:t>朴素贝叶斯分类器</a:t>
            </a:r>
            <a:endParaRPr lang="zh-CN" altLang="en-US" dirty="0">
              <a:latin typeface="+mn-ea"/>
              <a:ea typeface="+mn-ea"/>
            </a:endParaRPr>
          </a:p>
        </p:txBody>
      </p:sp>
      <p:sp>
        <p:nvSpPr>
          <p:cNvPr id="2" name="内容占位符 1">
            <a:extLst>
              <a:ext uri="{FF2B5EF4-FFF2-40B4-BE49-F238E27FC236}">
                <a16:creationId xmlns:a16="http://schemas.microsoft.com/office/drawing/2014/main" id="{7A5BBAA8-8298-1C41-108A-762D8477720F}"/>
              </a:ext>
            </a:extLst>
          </p:cNvPr>
          <p:cNvSpPr>
            <a:spLocks noGrp="1"/>
          </p:cNvSpPr>
          <p:nvPr>
            <p:ph sz="quarter" idx="14"/>
          </p:nvPr>
        </p:nvSpPr>
        <p:spPr>
          <a:xfrm>
            <a:off x="174625" y="1654175"/>
            <a:ext cx="8969375" cy="4106863"/>
          </a:xfrm>
        </p:spPr>
        <p:txBody>
          <a:bodyPr rtlCol="0">
            <a:normAutofit/>
          </a:bodyPr>
          <a:lstStyle/>
          <a:p>
            <a:pPr indent="-360000" eaLnBrk="1" fontAlgn="auto" hangingPunct="1">
              <a:spcAft>
                <a:spcPts val="0"/>
              </a:spcAft>
              <a:defRPr/>
            </a:pPr>
            <a:r>
              <a:rPr lang="zh-CN" altLang="en-US" dirty="0">
                <a:latin typeface="+mn-ea"/>
                <a:ea typeface="+mn-ea"/>
              </a:rPr>
              <a:t>例子：用西瓜数据集</a:t>
            </a:r>
            <a:r>
              <a:rPr lang="en-US" altLang="zh-CN" dirty="0">
                <a:latin typeface="+mn-ea"/>
                <a:ea typeface="+mn-ea"/>
              </a:rPr>
              <a:t>3.0</a:t>
            </a:r>
            <a:r>
              <a:rPr lang="zh-CN" altLang="en-US" dirty="0">
                <a:latin typeface="+mn-ea"/>
                <a:ea typeface="+mn-ea"/>
              </a:rPr>
              <a:t>训练一个朴素贝叶斯分类器，对测试例“测</a:t>
            </a:r>
            <a:r>
              <a:rPr lang="en-US" altLang="zh-CN" dirty="0">
                <a:latin typeface="+mn-ea"/>
                <a:ea typeface="+mn-ea"/>
              </a:rPr>
              <a:t>1</a:t>
            </a:r>
            <a:r>
              <a:rPr lang="zh-CN" altLang="en-US" dirty="0">
                <a:latin typeface="+mn-ea"/>
                <a:ea typeface="+mn-ea"/>
              </a:rPr>
              <a:t>”进行分类</a:t>
            </a:r>
            <a:r>
              <a:rPr lang="en-US" altLang="zh-CN" dirty="0">
                <a:latin typeface="+mn-ea"/>
                <a:ea typeface="+mn-ea"/>
              </a:rPr>
              <a:t> (p151, </a:t>
            </a:r>
            <a:r>
              <a:rPr lang="zh-CN" altLang="en-US" dirty="0">
                <a:latin typeface="+mn-ea"/>
                <a:ea typeface="+mn-ea"/>
              </a:rPr>
              <a:t>西瓜数据集 </a:t>
            </a:r>
            <a:r>
              <a:rPr lang="en-US" altLang="zh-CN" dirty="0">
                <a:latin typeface="+mn-ea"/>
                <a:ea typeface="+mn-ea"/>
              </a:rPr>
              <a:t>p84</a:t>
            </a:r>
            <a:r>
              <a:rPr lang="zh-CN" altLang="en-US" dirty="0">
                <a:latin typeface="+mn-ea"/>
                <a:ea typeface="+mn-ea"/>
              </a:rPr>
              <a:t> 表</a:t>
            </a:r>
            <a:r>
              <a:rPr lang="en-US" altLang="zh-CN" dirty="0">
                <a:latin typeface="+mn-ea"/>
                <a:ea typeface="+mn-ea"/>
              </a:rPr>
              <a:t>4.3)</a:t>
            </a:r>
            <a:endParaRPr lang="zh-CN" altLang="en-US" dirty="0">
              <a:latin typeface="+mn-ea"/>
              <a:ea typeface="+mn-ea"/>
            </a:endParaRPr>
          </a:p>
          <a:p>
            <a:pPr lvl="1"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pic>
        <p:nvPicPr>
          <p:cNvPr id="77828" name="图片 2">
            <a:extLst>
              <a:ext uri="{FF2B5EF4-FFF2-40B4-BE49-F238E27FC236}">
                <a16:creationId xmlns:a16="http://schemas.microsoft.com/office/drawing/2014/main" id="{9F1A8407-F19C-0A1C-F69F-D22A2CBDF0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628900"/>
            <a:ext cx="91440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7829" name="组合 1">
            <a:extLst>
              <a:ext uri="{FF2B5EF4-FFF2-40B4-BE49-F238E27FC236}">
                <a16:creationId xmlns:a16="http://schemas.microsoft.com/office/drawing/2014/main" id="{E9B33026-BB31-2738-02D8-411B67348043}"/>
              </a:ext>
            </a:extLst>
          </p:cNvPr>
          <p:cNvGrpSpPr>
            <a:grpSpLocks/>
          </p:cNvGrpSpPr>
          <p:nvPr/>
        </p:nvGrpSpPr>
        <p:grpSpPr bwMode="auto">
          <a:xfrm>
            <a:off x="1468438" y="4337050"/>
            <a:ext cx="7246937" cy="884238"/>
            <a:chOff x="1469177" y="4336609"/>
            <a:chExt cx="7246198" cy="885257"/>
          </a:xfrm>
        </p:grpSpPr>
        <p:graphicFrame>
          <p:nvGraphicFramePr>
            <p:cNvPr id="77830" name="Object 721">
              <a:extLst>
                <a:ext uri="{FF2B5EF4-FFF2-40B4-BE49-F238E27FC236}">
                  <a16:creationId xmlns:a16="http://schemas.microsoft.com/office/drawing/2014/main" id="{621264A2-2F1D-A90C-F0EF-15E4EC51B2FD}"/>
                </a:ext>
              </a:extLst>
            </p:cNvPr>
            <p:cNvGraphicFramePr>
              <a:graphicFrameLocks noChangeAspect="1"/>
            </p:cNvGraphicFramePr>
            <p:nvPr/>
          </p:nvGraphicFramePr>
          <p:xfrm>
            <a:off x="1469177" y="4336609"/>
            <a:ext cx="5561882" cy="885257"/>
          </p:xfrm>
          <a:graphic>
            <a:graphicData uri="http://schemas.openxmlformats.org/presentationml/2006/ole">
              <mc:AlternateContent xmlns:mc="http://schemas.openxmlformats.org/markup-compatibility/2006">
                <mc:Choice xmlns:v="urn:schemas-microsoft-com:vml" Requires="v">
                  <p:oleObj name="Formula" r:id="rId3" imgW="2890520" imgH="463550" progId="">
                    <p:embed/>
                  </p:oleObj>
                </mc:Choice>
                <mc:Fallback>
                  <p:oleObj name="Formula" r:id="rId3" imgW="2890520" imgH="463550" progId="">
                    <p:embed/>
                    <p:pic>
                      <p:nvPicPr>
                        <p:cNvPr id="0" name="Object 7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9177" y="4336609"/>
                          <a:ext cx="5561882" cy="88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7831" name="图片 10">
              <a:extLst>
                <a:ext uri="{FF2B5EF4-FFF2-40B4-BE49-F238E27FC236}">
                  <a16:creationId xmlns:a16="http://schemas.microsoft.com/office/drawing/2014/main" id="{3610796D-551D-6F42-EC57-110FDC710C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43862" y="4638727"/>
              <a:ext cx="671513" cy="28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755B0F-BF51-FF2D-51DA-99138EA962AC}"/>
              </a:ext>
            </a:extLst>
          </p:cNvPr>
          <p:cNvSpPr>
            <a:spLocks noGrp="1"/>
          </p:cNvSpPr>
          <p:nvPr>
            <p:ph type="title"/>
          </p:nvPr>
        </p:nvSpPr>
        <p:spPr/>
        <p:txBody>
          <a:bodyPr/>
          <a:lstStyle/>
          <a:p>
            <a:pPr>
              <a:defRPr/>
            </a:pPr>
            <a:r>
              <a:rPr lang="zh-CN" altLang="en-US" dirty="0">
                <a:latin typeface="+mn-ea"/>
                <a:cs typeface="Verdana" charset="0"/>
              </a:rPr>
              <a:t>朴素贝叶斯分类器</a:t>
            </a:r>
            <a:endParaRPr lang="zh-CN" altLang="en-US" dirty="0"/>
          </a:p>
        </p:txBody>
      </p:sp>
      <p:pic>
        <p:nvPicPr>
          <p:cNvPr id="78851" name="Picture 2">
            <a:extLst>
              <a:ext uri="{FF2B5EF4-FFF2-40B4-BE49-F238E27FC236}">
                <a16:creationId xmlns:a16="http://schemas.microsoft.com/office/drawing/2014/main" id="{8F610479-0B21-68FC-B0C1-1540DBF82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913" y="804863"/>
            <a:ext cx="7748587" cy="525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E48E48D-4673-B64D-BBD5-A4383C1203BE}"/>
              </a:ext>
            </a:extLst>
          </p:cNvPr>
          <p:cNvSpPr>
            <a:spLocks noGrp="1"/>
          </p:cNvSpPr>
          <p:nvPr>
            <p:ph type="title"/>
          </p:nvPr>
        </p:nvSpPr>
        <p:spPr/>
        <p:txBody>
          <a:bodyPr/>
          <a:lstStyle/>
          <a:p>
            <a:pPr eaLnBrk="1" fontAlgn="auto" hangingPunct="1">
              <a:spcAft>
                <a:spcPts val="0"/>
              </a:spcAft>
              <a:defRPr/>
            </a:pPr>
            <a:r>
              <a:rPr lang="zh-CN" altLang="en-US" dirty="0">
                <a:latin typeface="+mn-ea"/>
                <a:ea typeface="+mn-ea"/>
                <a:cs typeface="Verdana" charset="0"/>
              </a:rPr>
              <a:t>朴素贝叶斯分类器</a:t>
            </a:r>
            <a:endParaRPr lang="zh-CN" altLang="en-US" dirty="0">
              <a:latin typeface="+mn-ea"/>
              <a:ea typeface="+mn-ea"/>
            </a:endParaRPr>
          </a:p>
        </p:txBody>
      </p:sp>
      <p:sp>
        <p:nvSpPr>
          <p:cNvPr id="2" name="内容占位符 1">
            <a:extLst>
              <a:ext uri="{FF2B5EF4-FFF2-40B4-BE49-F238E27FC236}">
                <a16:creationId xmlns:a16="http://schemas.microsoft.com/office/drawing/2014/main" id="{8E9B81AF-8389-07B3-EEFC-46AAC7FBAE90}"/>
              </a:ext>
            </a:extLst>
          </p:cNvPr>
          <p:cNvSpPr>
            <a:spLocks noGrp="1"/>
          </p:cNvSpPr>
          <p:nvPr>
            <p:ph sz="quarter" idx="14"/>
          </p:nvPr>
        </p:nvSpPr>
        <p:spPr>
          <a:xfrm>
            <a:off x="174625" y="1654175"/>
            <a:ext cx="8969375" cy="4106863"/>
          </a:xfrm>
        </p:spPr>
        <p:txBody>
          <a:bodyPr rtlCol="0">
            <a:normAutofit/>
          </a:bodyPr>
          <a:lstStyle/>
          <a:p>
            <a:pPr indent="-360000" eaLnBrk="1" fontAlgn="auto" hangingPunct="1">
              <a:spcAft>
                <a:spcPts val="0"/>
              </a:spcAft>
              <a:defRPr/>
            </a:pPr>
            <a:r>
              <a:rPr lang="zh-CN" altLang="en-US" dirty="0">
                <a:latin typeface="+mn-ea"/>
                <a:ea typeface="+mn-ea"/>
              </a:rPr>
              <a:t>例子：用西瓜数据集</a:t>
            </a:r>
            <a:r>
              <a:rPr lang="en-US" altLang="zh-CN" dirty="0">
                <a:latin typeface="+mn-ea"/>
                <a:ea typeface="+mn-ea"/>
              </a:rPr>
              <a:t>3.0</a:t>
            </a:r>
            <a:r>
              <a:rPr lang="zh-CN" altLang="en-US" dirty="0">
                <a:latin typeface="+mn-ea"/>
                <a:ea typeface="+mn-ea"/>
              </a:rPr>
              <a:t>训练一个朴素贝叶斯分类器，对测试例“测</a:t>
            </a:r>
            <a:r>
              <a:rPr lang="en-US" altLang="zh-CN" dirty="0">
                <a:latin typeface="+mn-ea"/>
                <a:ea typeface="+mn-ea"/>
              </a:rPr>
              <a:t>1</a:t>
            </a:r>
            <a:r>
              <a:rPr lang="zh-CN" altLang="en-US" dirty="0">
                <a:latin typeface="+mn-ea"/>
                <a:ea typeface="+mn-ea"/>
              </a:rPr>
              <a:t>”进行分类</a:t>
            </a:r>
            <a:r>
              <a:rPr lang="en-US" altLang="zh-CN" dirty="0">
                <a:latin typeface="+mn-ea"/>
                <a:ea typeface="+mn-ea"/>
              </a:rPr>
              <a:t> (p151, </a:t>
            </a:r>
            <a:r>
              <a:rPr lang="zh-CN" altLang="en-US" dirty="0">
                <a:latin typeface="+mn-ea"/>
                <a:ea typeface="+mn-ea"/>
              </a:rPr>
              <a:t>西瓜数据集 </a:t>
            </a:r>
            <a:r>
              <a:rPr lang="en-US" altLang="zh-CN" dirty="0">
                <a:latin typeface="+mn-ea"/>
                <a:ea typeface="+mn-ea"/>
              </a:rPr>
              <a:t>p84</a:t>
            </a:r>
            <a:r>
              <a:rPr lang="zh-CN" altLang="en-US" dirty="0">
                <a:latin typeface="+mn-ea"/>
                <a:ea typeface="+mn-ea"/>
              </a:rPr>
              <a:t> 表</a:t>
            </a:r>
            <a:r>
              <a:rPr lang="en-US" altLang="zh-CN" dirty="0">
                <a:latin typeface="+mn-ea"/>
                <a:ea typeface="+mn-ea"/>
              </a:rPr>
              <a:t>4.3)</a:t>
            </a:r>
            <a:endParaRPr lang="zh-CN" altLang="en-US" dirty="0">
              <a:latin typeface="+mn-ea"/>
              <a:ea typeface="+mn-ea"/>
            </a:endParaRPr>
          </a:p>
          <a:p>
            <a:pPr lvl="1"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pic>
        <p:nvPicPr>
          <p:cNvPr id="79876" name="图片 2">
            <a:extLst>
              <a:ext uri="{FF2B5EF4-FFF2-40B4-BE49-F238E27FC236}">
                <a16:creationId xmlns:a16="http://schemas.microsoft.com/office/drawing/2014/main" id="{F57A8B54-9B2B-B887-3F5C-E2728B731EE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628900"/>
            <a:ext cx="91440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9877" name="组合 1">
            <a:extLst>
              <a:ext uri="{FF2B5EF4-FFF2-40B4-BE49-F238E27FC236}">
                <a16:creationId xmlns:a16="http://schemas.microsoft.com/office/drawing/2014/main" id="{197C5613-533A-CC79-FB2A-61FF01186A6A}"/>
              </a:ext>
            </a:extLst>
          </p:cNvPr>
          <p:cNvGrpSpPr>
            <a:grpSpLocks/>
          </p:cNvGrpSpPr>
          <p:nvPr/>
        </p:nvGrpSpPr>
        <p:grpSpPr bwMode="auto">
          <a:xfrm>
            <a:off x="1468438" y="4897438"/>
            <a:ext cx="7246937" cy="884237"/>
            <a:chOff x="1469177" y="4336608"/>
            <a:chExt cx="7246198" cy="885257"/>
          </a:xfrm>
        </p:grpSpPr>
        <p:graphicFrame>
          <p:nvGraphicFramePr>
            <p:cNvPr id="79881" name="Object 721">
              <a:extLst>
                <a:ext uri="{FF2B5EF4-FFF2-40B4-BE49-F238E27FC236}">
                  <a16:creationId xmlns:a16="http://schemas.microsoft.com/office/drawing/2014/main" id="{9C349402-0F62-0022-A383-410DEBD4CA54}"/>
                </a:ext>
              </a:extLst>
            </p:cNvPr>
            <p:cNvGraphicFramePr>
              <a:graphicFrameLocks noChangeAspect="1"/>
            </p:cNvGraphicFramePr>
            <p:nvPr/>
          </p:nvGraphicFramePr>
          <p:xfrm>
            <a:off x="1469177" y="4336608"/>
            <a:ext cx="5561882" cy="885257"/>
          </p:xfrm>
          <a:graphic>
            <a:graphicData uri="http://schemas.openxmlformats.org/presentationml/2006/ole">
              <mc:AlternateContent xmlns:mc="http://schemas.openxmlformats.org/markup-compatibility/2006">
                <mc:Choice xmlns:v="urn:schemas-microsoft-com:vml" Requires="v">
                  <p:oleObj name="Formula" r:id="rId3" imgW="2890520" imgH="463550" progId="">
                    <p:embed/>
                  </p:oleObj>
                </mc:Choice>
                <mc:Fallback>
                  <p:oleObj name="Formula" r:id="rId3" imgW="2890520" imgH="463550" progId="">
                    <p:embed/>
                    <p:pic>
                      <p:nvPicPr>
                        <p:cNvPr id="0" name="Object 7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9177" y="4336608"/>
                          <a:ext cx="5561882" cy="88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9882" name="图片 10">
              <a:extLst>
                <a:ext uri="{FF2B5EF4-FFF2-40B4-BE49-F238E27FC236}">
                  <a16:creationId xmlns:a16="http://schemas.microsoft.com/office/drawing/2014/main" id="{E6264FD0-46C2-6739-FDDE-1E76D6B0327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43862" y="4638727"/>
              <a:ext cx="671513" cy="28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矩形 2">
            <a:extLst>
              <a:ext uri="{FF2B5EF4-FFF2-40B4-BE49-F238E27FC236}">
                <a16:creationId xmlns:a16="http://schemas.microsoft.com/office/drawing/2014/main" id="{BEC43CD0-B5F2-1FD3-B01D-F2F0D5C4BA60}"/>
              </a:ext>
            </a:extLst>
          </p:cNvPr>
          <p:cNvSpPr/>
          <p:nvPr/>
        </p:nvSpPr>
        <p:spPr>
          <a:xfrm>
            <a:off x="1008063" y="3122613"/>
            <a:ext cx="727075" cy="3206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9879" name="文本框 4">
            <a:extLst>
              <a:ext uri="{FF2B5EF4-FFF2-40B4-BE49-F238E27FC236}">
                <a16:creationId xmlns:a16="http://schemas.microsoft.com/office/drawing/2014/main" id="{23350AAA-C7EC-0310-DBC9-084E1C075920}"/>
              </a:ext>
            </a:extLst>
          </p:cNvPr>
          <p:cNvSpPr txBox="1">
            <a:spLocks noChangeArrowheads="1"/>
          </p:cNvSpPr>
          <p:nvPr/>
        </p:nvSpPr>
        <p:spPr bwMode="auto">
          <a:xfrm>
            <a:off x="0" y="3902075"/>
            <a:ext cx="4806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t>把第一个属性换成</a:t>
            </a:r>
            <a:r>
              <a:rPr lang="zh-CN" altLang="en-US" sz="2000" b="1">
                <a:solidFill>
                  <a:srgbClr val="FF0000"/>
                </a:solidFill>
              </a:rPr>
              <a:t>“乌黑”</a:t>
            </a:r>
            <a:r>
              <a:rPr lang="zh-CN" altLang="en-US" sz="2000"/>
              <a:t>呢？计算一下</a:t>
            </a:r>
          </a:p>
        </p:txBody>
      </p:sp>
      <p:cxnSp>
        <p:nvCxnSpPr>
          <p:cNvPr id="7" name="直接箭头连接符 6">
            <a:extLst>
              <a:ext uri="{FF2B5EF4-FFF2-40B4-BE49-F238E27FC236}">
                <a16:creationId xmlns:a16="http://schemas.microsoft.com/office/drawing/2014/main" id="{71847456-1988-20C5-765B-27CEA8721074}"/>
              </a:ext>
            </a:extLst>
          </p:cNvPr>
          <p:cNvCxnSpPr>
            <a:stCxn id="3" idx="2"/>
          </p:cNvCxnSpPr>
          <p:nvPr/>
        </p:nvCxnSpPr>
        <p:spPr>
          <a:xfrm>
            <a:off x="1371600" y="3443288"/>
            <a:ext cx="1277938" cy="493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56F5683-84DF-D59E-B466-2C0818578A71}"/>
              </a:ext>
            </a:extLst>
          </p:cNvPr>
          <p:cNvSpPr>
            <a:spLocks noGrp="1"/>
          </p:cNvSpPr>
          <p:nvPr>
            <p:ph type="title"/>
          </p:nvPr>
        </p:nvSpPr>
        <p:spPr/>
        <p:txBody>
          <a:bodyPr/>
          <a:lstStyle/>
          <a:p>
            <a:pPr eaLnBrk="1" fontAlgn="auto" hangingPunct="1">
              <a:spcAft>
                <a:spcPts val="0"/>
              </a:spcAft>
              <a:defRPr/>
            </a:pPr>
            <a:r>
              <a:rPr lang="zh-CN" altLang="en-US" dirty="0">
                <a:latin typeface="+mn-ea"/>
                <a:ea typeface="+mn-ea"/>
                <a:cs typeface="Verdana" charset="0"/>
              </a:rPr>
              <a:t>朴素贝叶斯分类器</a:t>
            </a:r>
            <a:endParaRPr lang="zh-CN" altLang="en-US" dirty="0">
              <a:latin typeface="+mn-ea"/>
              <a:ea typeface="+mn-ea"/>
            </a:endParaRPr>
          </a:p>
        </p:txBody>
      </p:sp>
      <p:sp>
        <p:nvSpPr>
          <p:cNvPr id="2" name="内容占位符 1">
            <a:extLst>
              <a:ext uri="{FF2B5EF4-FFF2-40B4-BE49-F238E27FC236}">
                <a16:creationId xmlns:a16="http://schemas.microsoft.com/office/drawing/2014/main" id="{D7CCEC58-3FEC-2DD7-5135-5A155D141EDB}"/>
              </a:ext>
            </a:extLst>
          </p:cNvPr>
          <p:cNvSpPr>
            <a:spLocks noGrp="1"/>
          </p:cNvSpPr>
          <p:nvPr>
            <p:ph sz="quarter" idx="14"/>
          </p:nvPr>
        </p:nvSpPr>
        <p:spPr>
          <a:xfrm>
            <a:off x="174625" y="1654175"/>
            <a:ext cx="8969375" cy="4106863"/>
          </a:xfrm>
        </p:spPr>
        <p:txBody>
          <a:bodyPr rtlCol="0">
            <a:normAutofit/>
          </a:bodyPr>
          <a:lstStyle/>
          <a:p>
            <a:pPr indent="-360000" eaLnBrk="1" fontAlgn="auto" hangingPunct="1">
              <a:spcAft>
                <a:spcPts val="0"/>
              </a:spcAft>
              <a:defRPr/>
            </a:pPr>
            <a:r>
              <a:rPr lang="zh-CN" altLang="en-US" dirty="0">
                <a:latin typeface="+mn-ea"/>
                <a:ea typeface="+mn-ea"/>
              </a:rPr>
              <a:t>例子：用西瓜数据集</a:t>
            </a:r>
            <a:r>
              <a:rPr lang="en-US" altLang="zh-CN" dirty="0">
                <a:latin typeface="+mn-ea"/>
                <a:ea typeface="+mn-ea"/>
              </a:rPr>
              <a:t>3.0</a:t>
            </a:r>
            <a:r>
              <a:rPr lang="zh-CN" altLang="en-US" dirty="0">
                <a:latin typeface="+mn-ea"/>
                <a:ea typeface="+mn-ea"/>
              </a:rPr>
              <a:t>训练一个朴素贝叶斯分类器，对测试例“测</a:t>
            </a:r>
            <a:r>
              <a:rPr lang="en-US" altLang="zh-CN" dirty="0">
                <a:latin typeface="+mn-ea"/>
                <a:ea typeface="+mn-ea"/>
              </a:rPr>
              <a:t>1</a:t>
            </a:r>
            <a:r>
              <a:rPr lang="zh-CN" altLang="en-US" dirty="0">
                <a:latin typeface="+mn-ea"/>
                <a:ea typeface="+mn-ea"/>
              </a:rPr>
              <a:t>”进行分类</a:t>
            </a:r>
            <a:r>
              <a:rPr lang="en-US" altLang="zh-CN" dirty="0">
                <a:latin typeface="+mn-ea"/>
                <a:ea typeface="+mn-ea"/>
              </a:rPr>
              <a:t> (p151, </a:t>
            </a:r>
            <a:r>
              <a:rPr lang="zh-CN" altLang="en-US" dirty="0">
                <a:latin typeface="+mn-ea"/>
                <a:ea typeface="+mn-ea"/>
              </a:rPr>
              <a:t>西瓜数据集 </a:t>
            </a:r>
            <a:r>
              <a:rPr lang="en-US" altLang="zh-CN" dirty="0">
                <a:latin typeface="+mn-ea"/>
                <a:ea typeface="+mn-ea"/>
              </a:rPr>
              <a:t>p84</a:t>
            </a:r>
            <a:r>
              <a:rPr lang="zh-CN" altLang="en-US" dirty="0">
                <a:latin typeface="+mn-ea"/>
                <a:ea typeface="+mn-ea"/>
              </a:rPr>
              <a:t> 表</a:t>
            </a:r>
            <a:r>
              <a:rPr lang="en-US" altLang="zh-CN" dirty="0">
                <a:latin typeface="+mn-ea"/>
                <a:ea typeface="+mn-ea"/>
              </a:rPr>
              <a:t>4.3)</a:t>
            </a:r>
            <a:endParaRPr lang="zh-CN" altLang="en-US" dirty="0">
              <a:latin typeface="+mn-ea"/>
              <a:ea typeface="+mn-ea"/>
            </a:endParaRPr>
          </a:p>
          <a:p>
            <a:pPr lvl="1"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pic>
        <p:nvPicPr>
          <p:cNvPr id="80900" name="图片 2">
            <a:extLst>
              <a:ext uri="{FF2B5EF4-FFF2-40B4-BE49-F238E27FC236}">
                <a16:creationId xmlns:a16="http://schemas.microsoft.com/office/drawing/2014/main" id="{69485D45-B778-C12E-AD48-FAEF2438DA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628900"/>
            <a:ext cx="91440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0901" name="组合 1">
            <a:extLst>
              <a:ext uri="{FF2B5EF4-FFF2-40B4-BE49-F238E27FC236}">
                <a16:creationId xmlns:a16="http://schemas.microsoft.com/office/drawing/2014/main" id="{D76103DC-8271-51C1-57EB-68B988737BF9}"/>
              </a:ext>
            </a:extLst>
          </p:cNvPr>
          <p:cNvGrpSpPr>
            <a:grpSpLocks/>
          </p:cNvGrpSpPr>
          <p:nvPr/>
        </p:nvGrpSpPr>
        <p:grpSpPr bwMode="auto">
          <a:xfrm>
            <a:off x="1468438" y="4897438"/>
            <a:ext cx="7246937" cy="884237"/>
            <a:chOff x="1469177" y="4336608"/>
            <a:chExt cx="7246198" cy="885257"/>
          </a:xfrm>
        </p:grpSpPr>
        <p:graphicFrame>
          <p:nvGraphicFramePr>
            <p:cNvPr id="80905" name="Object 721">
              <a:extLst>
                <a:ext uri="{FF2B5EF4-FFF2-40B4-BE49-F238E27FC236}">
                  <a16:creationId xmlns:a16="http://schemas.microsoft.com/office/drawing/2014/main" id="{2458D5F2-9A56-7A22-7C08-398634CD1E9F}"/>
                </a:ext>
              </a:extLst>
            </p:cNvPr>
            <p:cNvGraphicFramePr>
              <a:graphicFrameLocks noChangeAspect="1"/>
            </p:cNvGraphicFramePr>
            <p:nvPr/>
          </p:nvGraphicFramePr>
          <p:xfrm>
            <a:off x="1469177" y="4336608"/>
            <a:ext cx="5561882" cy="885257"/>
          </p:xfrm>
          <a:graphic>
            <a:graphicData uri="http://schemas.openxmlformats.org/presentationml/2006/ole">
              <mc:AlternateContent xmlns:mc="http://schemas.openxmlformats.org/markup-compatibility/2006">
                <mc:Choice xmlns:v="urn:schemas-microsoft-com:vml" Requires="v">
                  <p:oleObj name="Formula" r:id="rId3" imgW="2890520" imgH="463550" progId="">
                    <p:embed/>
                  </p:oleObj>
                </mc:Choice>
                <mc:Fallback>
                  <p:oleObj name="Formula" r:id="rId3" imgW="2890520" imgH="463550" progId="">
                    <p:embed/>
                    <p:pic>
                      <p:nvPicPr>
                        <p:cNvPr id="0" name="Object 7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9177" y="4336608"/>
                          <a:ext cx="5561882" cy="88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0906" name="图片 10">
              <a:extLst>
                <a:ext uri="{FF2B5EF4-FFF2-40B4-BE49-F238E27FC236}">
                  <a16:creationId xmlns:a16="http://schemas.microsoft.com/office/drawing/2014/main" id="{2629F41D-436B-9DF1-6BED-197E5140625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43862" y="4638727"/>
              <a:ext cx="671513" cy="281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矩形 2">
            <a:extLst>
              <a:ext uri="{FF2B5EF4-FFF2-40B4-BE49-F238E27FC236}">
                <a16:creationId xmlns:a16="http://schemas.microsoft.com/office/drawing/2014/main" id="{EA7C7F4B-AF7C-1C93-58AE-997C96702897}"/>
              </a:ext>
            </a:extLst>
          </p:cNvPr>
          <p:cNvSpPr/>
          <p:nvPr/>
        </p:nvSpPr>
        <p:spPr>
          <a:xfrm>
            <a:off x="2752725" y="3122613"/>
            <a:ext cx="727075" cy="3206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0903" name="文本框 4">
            <a:extLst>
              <a:ext uri="{FF2B5EF4-FFF2-40B4-BE49-F238E27FC236}">
                <a16:creationId xmlns:a16="http://schemas.microsoft.com/office/drawing/2014/main" id="{12542E46-9731-3846-02F9-A8D1CA3C4A30}"/>
              </a:ext>
            </a:extLst>
          </p:cNvPr>
          <p:cNvSpPr txBox="1">
            <a:spLocks noChangeArrowheads="1"/>
          </p:cNvSpPr>
          <p:nvPr/>
        </p:nvSpPr>
        <p:spPr bwMode="auto">
          <a:xfrm>
            <a:off x="1865313" y="3914775"/>
            <a:ext cx="3781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t>把第三个属性换成</a:t>
            </a:r>
            <a:r>
              <a:rPr lang="zh-CN" altLang="en-US" sz="2000" b="1">
                <a:solidFill>
                  <a:srgbClr val="FF0000"/>
                </a:solidFill>
              </a:rPr>
              <a:t>“清脆”</a:t>
            </a:r>
            <a:r>
              <a:rPr lang="zh-CN" altLang="en-US" sz="2000"/>
              <a:t>呢？</a:t>
            </a:r>
          </a:p>
        </p:txBody>
      </p:sp>
      <p:cxnSp>
        <p:nvCxnSpPr>
          <p:cNvPr id="7" name="直接箭头连接符 6">
            <a:extLst>
              <a:ext uri="{FF2B5EF4-FFF2-40B4-BE49-F238E27FC236}">
                <a16:creationId xmlns:a16="http://schemas.microsoft.com/office/drawing/2014/main" id="{0CCF12DE-943F-3FE1-6DF0-68198DE6DEA9}"/>
              </a:ext>
            </a:extLst>
          </p:cNvPr>
          <p:cNvCxnSpPr/>
          <p:nvPr/>
        </p:nvCxnSpPr>
        <p:spPr>
          <a:xfrm>
            <a:off x="3116263" y="3460750"/>
            <a:ext cx="1277937" cy="4937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8D3E418-6EBD-E153-9914-FF828FBEE322}"/>
              </a:ext>
            </a:extLst>
          </p:cNvPr>
          <p:cNvSpPr>
            <a:spLocks noGrp="1"/>
          </p:cNvSpPr>
          <p:nvPr>
            <p:ph type="title"/>
          </p:nvPr>
        </p:nvSpPr>
        <p:spPr/>
        <p:txBody>
          <a:bodyPr/>
          <a:lstStyle/>
          <a:p>
            <a:pPr eaLnBrk="1" fontAlgn="auto" hangingPunct="1">
              <a:spcAft>
                <a:spcPts val="0"/>
              </a:spcAft>
              <a:defRPr/>
            </a:pPr>
            <a:r>
              <a:rPr lang="zh-CN" altLang="en-US" dirty="0"/>
              <a:t>拉普拉斯修正</a:t>
            </a:r>
            <a:endParaRPr lang="zh-CN" altLang="en-US" dirty="0">
              <a:latin typeface="+mj-ea"/>
              <a:ea typeface="+mj-ea"/>
            </a:endParaRPr>
          </a:p>
        </p:txBody>
      </p:sp>
      <p:sp>
        <p:nvSpPr>
          <p:cNvPr id="2" name="内容占位符 1">
            <a:extLst>
              <a:ext uri="{FF2B5EF4-FFF2-40B4-BE49-F238E27FC236}">
                <a16:creationId xmlns:a16="http://schemas.microsoft.com/office/drawing/2014/main" id="{4E690E84-BC2E-E45B-DD95-860EDA19977C}"/>
              </a:ext>
            </a:extLst>
          </p:cNvPr>
          <p:cNvSpPr>
            <a:spLocks noGrp="1"/>
          </p:cNvSpPr>
          <p:nvPr>
            <p:ph sz="quarter" idx="14"/>
          </p:nvPr>
        </p:nvSpPr>
        <p:spPr>
          <a:xfrm>
            <a:off x="174625" y="927100"/>
            <a:ext cx="8969375" cy="5816600"/>
          </a:xfrm>
        </p:spPr>
        <p:txBody>
          <a:bodyPr rtlCol="0">
            <a:normAutofit/>
          </a:bodyPr>
          <a:lstStyle/>
          <a:p>
            <a:pPr indent="-360000" eaLnBrk="1" fontAlgn="auto" hangingPunct="1">
              <a:spcAft>
                <a:spcPts val="0"/>
              </a:spcAft>
              <a:defRPr/>
            </a:pPr>
            <a:r>
              <a:rPr lang="zh-CN" altLang="en-US" dirty="0"/>
              <a:t>若某个属性值在训练集中没有与某个类同时出现过，则直接计算会出现问题，</a:t>
            </a:r>
            <a:r>
              <a:rPr lang="en-US" altLang="zh-CN" dirty="0"/>
              <a:t>. </a:t>
            </a:r>
            <a:r>
              <a:rPr lang="zh-CN" altLang="en-US" dirty="0"/>
              <a:t>比如“敲声</a:t>
            </a:r>
            <a:r>
              <a:rPr lang="en-US" altLang="zh-CN" dirty="0"/>
              <a:t>=</a:t>
            </a:r>
            <a:r>
              <a:rPr lang="zh-CN" altLang="en-US" dirty="0"/>
              <a:t>清脆”测试例，训练集中没有该样例，因此连乘式计算的概率值为</a:t>
            </a:r>
            <a:r>
              <a:rPr lang="en-US" altLang="zh-CN" dirty="0"/>
              <a:t>0</a:t>
            </a:r>
            <a:r>
              <a:rPr lang="zh-CN" altLang="en-US" dirty="0"/>
              <a:t>，无论其他属性上明显像好瓜，分类结果都是“好瓜</a:t>
            </a:r>
            <a:r>
              <a:rPr lang="en-US" altLang="zh-CN" dirty="0"/>
              <a:t>=</a:t>
            </a:r>
            <a:r>
              <a:rPr lang="zh-CN" altLang="en-US" dirty="0"/>
              <a:t>否”，这显然不合理。</a:t>
            </a:r>
            <a:endParaRPr lang="en-US" altLang="zh-CN" dirty="0"/>
          </a:p>
          <a:p>
            <a:pPr lvl="1" indent="-360000" eaLnBrk="1" fontAlgn="auto" hangingPunct="1">
              <a:spcAft>
                <a:spcPts val="0"/>
              </a:spcAft>
              <a:defRPr/>
            </a:pPr>
            <a:endParaRPr lang="zh-CN" altLang="en-US" dirty="0"/>
          </a:p>
          <a:p>
            <a:pPr indent="-360000" eaLnBrk="1" fontAlgn="auto" hangingPunct="1">
              <a:spcAft>
                <a:spcPts val="0"/>
              </a:spcAft>
              <a:defRPr/>
            </a:pPr>
            <a:r>
              <a:rPr lang="zh-CN" altLang="en-US" dirty="0"/>
              <a:t>为了避免其他属性携带的信息被训练集中未出现的属性值“抹去”，在估计概率值时通常要进行“拉普拉斯修正”（</a:t>
            </a:r>
            <a:r>
              <a:rPr lang="en-US" altLang="zh-CN" dirty="0" err="1"/>
              <a:t>Laplacian</a:t>
            </a:r>
            <a:r>
              <a:rPr lang="en-US" altLang="zh-CN" dirty="0"/>
              <a:t> correction</a:t>
            </a:r>
            <a:r>
              <a:rPr lang="zh-CN" altLang="en-US" dirty="0"/>
              <a:t>）</a:t>
            </a:r>
            <a:endParaRPr lang="en-US" altLang="zh-CN" dirty="0"/>
          </a:p>
          <a:p>
            <a:pPr lvl="1" indent="-360000" eaLnBrk="1" fontAlgn="auto" hangingPunct="1">
              <a:spcAft>
                <a:spcPts val="0"/>
              </a:spcAft>
              <a:defRPr/>
            </a:pPr>
            <a:r>
              <a:rPr lang="zh-CN" altLang="en-US" dirty="0"/>
              <a:t>令    表示训练集    中可能的类别数，   表示第   个属性可能的取值数，则式</a:t>
            </a:r>
            <a:r>
              <a:rPr lang="en-US" altLang="zh-CN" dirty="0"/>
              <a:t> (</a:t>
            </a:r>
            <a:r>
              <a:rPr lang="en-US" altLang="zh-CN" dirty="0">
                <a:latin typeface="+mn-ea"/>
                <a:ea typeface="+mn-ea"/>
              </a:rPr>
              <a:t>7.16</a:t>
            </a:r>
            <a:r>
              <a:rPr lang="en-US" altLang="zh-CN" dirty="0"/>
              <a:t>)</a:t>
            </a:r>
            <a:r>
              <a:rPr lang="zh-CN" altLang="en-US" dirty="0"/>
              <a:t>和</a:t>
            </a:r>
            <a:r>
              <a:rPr lang="en-US" altLang="zh-CN" dirty="0"/>
              <a:t> (</a:t>
            </a:r>
            <a:r>
              <a:rPr lang="en-US" altLang="zh-CN" dirty="0">
                <a:latin typeface="+mj-ea"/>
                <a:ea typeface="+mj-ea"/>
              </a:rPr>
              <a:t>7.17</a:t>
            </a:r>
            <a:r>
              <a:rPr lang="en-US" altLang="zh-CN" dirty="0"/>
              <a:t>)</a:t>
            </a:r>
            <a:r>
              <a:rPr lang="zh-CN" altLang="en-US" dirty="0"/>
              <a:t>分别修正为</a:t>
            </a:r>
          </a:p>
          <a:p>
            <a:pPr lvl="1" indent="-360000" eaLnBrk="1" fontAlgn="auto" hangingPunct="1">
              <a:spcAft>
                <a:spcPts val="0"/>
              </a:spcAft>
              <a:defRPr/>
            </a:pPr>
            <a:endParaRPr lang="zh-CN" altLang="en-US" dirty="0"/>
          </a:p>
          <a:p>
            <a:pPr lvl="1" indent="-360000" eaLnBrk="1" fontAlgn="auto" hangingPunct="1">
              <a:spcAft>
                <a:spcPts val="0"/>
              </a:spcAft>
              <a:defRPr/>
            </a:pPr>
            <a:endParaRPr lang="zh-CN" altLang="en-US" dirty="0"/>
          </a:p>
          <a:p>
            <a:pPr marL="325800" lvl="1" indent="0" eaLnBrk="1" fontAlgn="auto" hangingPunct="1">
              <a:spcAft>
                <a:spcPts val="0"/>
              </a:spcAft>
              <a:buFont typeface="Wingdings" panose="05000000000000000000" pitchFamily="2" charset="2"/>
              <a:buNone/>
              <a:defRPr/>
            </a:pPr>
            <a:endParaRPr lang="zh-CN" altLang="en-US" dirty="0"/>
          </a:p>
          <a:p>
            <a:pPr indent="-360000" eaLnBrk="1" fontAlgn="auto" hangingPunct="1">
              <a:spcAft>
                <a:spcPts val="0"/>
              </a:spcAft>
              <a:defRPr/>
            </a:pPr>
            <a:r>
              <a:rPr lang="zh-CN" altLang="en-US" dirty="0"/>
              <a:t>现实任务中，朴素贝叶斯分类器的使用：速度要求高，“查表”；任务数据更替频繁，“懒惰学习”</a:t>
            </a:r>
            <a:r>
              <a:rPr lang="en-US" altLang="zh-CN" dirty="0"/>
              <a:t> (lazy learning)</a:t>
            </a:r>
            <a:r>
              <a:rPr lang="zh-CN" altLang="en-US" dirty="0"/>
              <a:t>；数据不断增加，增量学习等等。</a:t>
            </a:r>
            <a:endParaRPr lang="en-US" altLang="zh-CN" dirty="0"/>
          </a:p>
          <a:p>
            <a:pPr lvl="1"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graphicFrame>
        <p:nvGraphicFramePr>
          <p:cNvPr id="81924" name="Object 519">
            <a:extLst>
              <a:ext uri="{FF2B5EF4-FFF2-40B4-BE49-F238E27FC236}">
                <a16:creationId xmlns:a16="http://schemas.microsoft.com/office/drawing/2014/main" id="{F36D9059-3D8A-4B5D-0011-9AB4E5675E48}"/>
              </a:ext>
            </a:extLst>
          </p:cNvPr>
          <p:cNvGraphicFramePr>
            <a:graphicFrameLocks noChangeAspect="1"/>
          </p:cNvGraphicFramePr>
          <p:nvPr/>
        </p:nvGraphicFramePr>
        <p:xfrm>
          <a:off x="2889250" y="3621088"/>
          <a:ext cx="228600" cy="277812"/>
        </p:xfrm>
        <a:graphic>
          <a:graphicData uri="http://schemas.openxmlformats.org/presentationml/2006/ole">
            <mc:AlternateContent xmlns:mc="http://schemas.openxmlformats.org/markup-compatibility/2006">
              <mc:Choice xmlns:v="urn:schemas-microsoft-com:vml" Requires="v">
                <p:oleObj name="Formula" r:id="rId2" imgW="127177" imgH="155155" progId="">
                  <p:embed/>
                </p:oleObj>
              </mc:Choice>
              <mc:Fallback>
                <p:oleObj name="Formula" r:id="rId2" imgW="127177" imgH="155155" progId="">
                  <p:embed/>
                  <p:pic>
                    <p:nvPicPr>
                      <p:cNvPr id="0" name="Object 5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0" y="3621088"/>
                        <a:ext cx="2286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25" name="Object 520">
            <a:extLst>
              <a:ext uri="{FF2B5EF4-FFF2-40B4-BE49-F238E27FC236}">
                <a16:creationId xmlns:a16="http://schemas.microsoft.com/office/drawing/2014/main" id="{D16A54B4-6B87-447F-5B64-EC346EE7B010}"/>
              </a:ext>
            </a:extLst>
          </p:cNvPr>
          <p:cNvGraphicFramePr>
            <a:graphicFrameLocks noChangeAspect="1"/>
          </p:cNvGraphicFramePr>
          <p:nvPr/>
        </p:nvGraphicFramePr>
        <p:xfrm>
          <a:off x="1257300" y="3619500"/>
          <a:ext cx="246063" cy="277813"/>
        </p:xfrm>
        <a:graphic>
          <a:graphicData uri="http://schemas.openxmlformats.org/presentationml/2006/ole">
            <mc:AlternateContent xmlns:mc="http://schemas.openxmlformats.org/markup-compatibility/2006">
              <mc:Choice xmlns:v="urn:schemas-microsoft-com:vml" Requires="v">
                <p:oleObj name="Formula" r:id="rId4" imgW="137351" imgH="155155" progId="">
                  <p:embed/>
                </p:oleObj>
              </mc:Choice>
              <mc:Fallback>
                <p:oleObj name="Formula" r:id="rId4" imgW="137351" imgH="155155" progId="">
                  <p:embed/>
                  <p:pic>
                    <p:nvPicPr>
                      <p:cNvPr id="0" name="Object 5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7300" y="3619500"/>
                        <a:ext cx="24606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26" name="Object 521">
            <a:extLst>
              <a:ext uri="{FF2B5EF4-FFF2-40B4-BE49-F238E27FC236}">
                <a16:creationId xmlns:a16="http://schemas.microsoft.com/office/drawing/2014/main" id="{AFEFFB19-2C93-54DD-E4D4-E710C0C530B5}"/>
              </a:ext>
            </a:extLst>
          </p:cNvPr>
          <p:cNvGraphicFramePr>
            <a:graphicFrameLocks noChangeAspect="1"/>
          </p:cNvGraphicFramePr>
          <p:nvPr/>
        </p:nvGraphicFramePr>
        <p:xfrm>
          <a:off x="5126038" y="3619500"/>
          <a:ext cx="285750" cy="277813"/>
        </p:xfrm>
        <a:graphic>
          <a:graphicData uri="http://schemas.openxmlformats.org/presentationml/2006/ole">
            <mc:AlternateContent xmlns:mc="http://schemas.openxmlformats.org/markup-compatibility/2006">
              <mc:Choice xmlns:v="urn:schemas-microsoft-com:vml" Requires="v">
                <p:oleObj name="Formula" r:id="rId6" imgW="158750" imgH="156210" progId="">
                  <p:embed/>
                </p:oleObj>
              </mc:Choice>
              <mc:Fallback>
                <p:oleObj name="Formula" r:id="rId6" imgW="158750" imgH="156210" progId="">
                  <p:embed/>
                  <p:pic>
                    <p:nvPicPr>
                      <p:cNvPr id="0" name="Object 5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6038" y="3619500"/>
                        <a:ext cx="28575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27" name="Object 522">
            <a:extLst>
              <a:ext uri="{FF2B5EF4-FFF2-40B4-BE49-F238E27FC236}">
                <a16:creationId xmlns:a16="http://schemas.microsoft.com/office/drawing/2014/main" id="{C463687E-04E3-774B-DCFE-1E7DD5CD68C3}"/>
              </a:ext>
            </a:extLst>
          </p:cNvPr>
          <p:cNvGraphicFramePr>
            <a:graphicFrameLocks noChangeAspect="1"/>
          </p:cNvGraphicFramePr>
          <p:nvPr/>
        </p:nvGraphicFramePr>
        <p:xfrm>
          <a:off x="6334125" y="3619500"/>
          <a:ext cx="95250" cy="271463"/>
        </p:xfrm>
        <a:graphic>
          <a:graphicData uri="http://schemas.openxmlformats.org/presentationml/2006/ole">
            <mc:AlternateContent xmlns:mc="http://schemas.openxmlformats.org/markup-compatibility/2006">
              <mc:Choice xmlns:v="urn:schemas-microsoft-com:vml" Requires="v">
                <p:oleObj name="Formula" r:id="rId8" imgW="52142" imgH="152612" progId="">
                  <p:embed/>
                </p:oleObj>
              </mc:Choice>
              <mc:Fallback>
                <p:oleObj name="Formula" r:id="rId8" imgW="52142" imgH="152612" progId="">
                  <p:embed/>
                  <p:pic>
                    <p:nvPicPr>
                      <p:cNvPr id="0" name="Object 5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4125" y="3619500"/>
                        <a:ext cx="9525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1928" name="组合 4">
            <a:extLst>
              <a:ext uri="{FF2B5EF4-FFF2-40B4-BE49-F238E27FC236}">
                <a16:creationId xmlns:a16="http://schemas.microsoft.com/office/drawing/2014/main" id="{9E0F1C26-975B-72A2-EC23-7A47002D5F18}"/>
              </a:ext>
            </a:extLst>
          </p:cNvPr>
          <p:cNvGrpSpPr>
            <a:grpSpLocks/>
          </p:cNvGrpSpPr>
          <p:nvPr/>
        </p:nvGrpSpPr>
        <p:grpSpPr bwMode="auto">
          <a:xfrm>
            <a:off x="1277938" y="4481513"/>
            <a:ext cx="2851150" cy="682625"/>
            <a:chOff x="1277144" y="4482294"/>
            <a:chExt cx="2852137" cy="682625"/>
          </a:xfrm>
        </p:grpSpPr>
        <p:graphicFrame>
          <p:nvGraphicFramePr>
            <p:cNvPr id="81932" name="Object 523">
              <a:extLst>
                <a:ext uri="{FF2B5EF4-FFF2-40B4-BE49-F238E27FC236}">
                  <a16:creationId xmlns:a16="http://schemas.microsoft.com/office/drawing/2014/main" id="{01E72789-18A4-4E8A-9996-1CD315C816AE}"/>
                </a:ext>
              </a:extLst>
            </p:cNvPr>
            <p:cNvGraphicFramePr>
              <a:graphicFrameLocks noChangeAspect="1"/>
            </p:cNvGraphicFramePr>
            <p:nvPr/>
          </p:nvGraphicFramePr>
          <p:xfrm>
            <a:off x="1277144" y="4482294"/>
            <a:ext cx="1889779" cy="682625"/>
          </p:xfrm>
          <a:graphic>
            <a:graphicData uri="http://schemas.openxmlformats.org/presentationml/2006/ole">
              <mc:AlternateContent xmlns:mc="http://schemas.openxmlformats.org/markup-compatibility/2006">
                <mc:Choice xmlns:v="urn:schemas-microsoft-com:vml" Requires="v">
                  <p:oleObj name="Formula" r:id="rId10" imgW="1049020" imgH="382270" progId="">
                    <p:embed/>
                  </p:oleObj>
                </mc:Choice>
                <mc:Fallback>
                  <p:oleObj name="Formula" r:id="rId10" imgW="1049020" imgH="382270" progId="">
                    <p:embed/>
                    <p:pic>
                      <p:nvPicPr>
                        <p:cNvPr id="0" name="Object 5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7144" y="4482294"/>
                          <a:ext cx="1889779"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1933" name="图片 2">
              <a:extLst>
                <a:ext uri="{FF2B5EF4-FFF2-40B4-BE49-F238E27FC236}">
                  <a16:creationId xmlns:a16="http://schemas.microsoft.com/office/drawing/2014/main" id="{8A62A53D-E751-13D1-FC4B-90E63F0AAB77}"/>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3585821" y="4701829"/>
              <a:ext cx="543460" cy="243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文本框 2">
            <a:extLst>
              <a:ext uri="{FF2B5EF4-FFF2-40B4-BE49-F238E27FC236}">
                <a16:creationId xmlns:a16="http://schemas.microsoft.com/office/drawing/2014/main" id="{1EC278AC-1D20-5EE4-648A-09D0BEC0027C}"/>
              </a:ext>
            </a:extLst>
          </p:cNvPr>
          <p:cNvSpPr txBox="1">
            <a:spLocks noRot="1" noChangeAspect="1" noMove="1" noResize="1" noEditPoints="1" noAdjustHandles="1" noChangeArrowheads="1" noChangeShapeType="1" noTextEdit="1"/>
          </p:cNvSpPr>
          <p:nvPr/>
        </p:nvSpPr>
        <p:spPr>
          <a:xfrm>
            <a:off x="4079875" y="4360232"/>
            <a:ext cx="4698999" cy="699422"/>
          </a:xfrm>
          <a:prstGeom prst="rect">
            <a:avLst/>
          </a:prstGeom>
          <a:blipFill>
            <a:blip r:embed="rId13"/>
            <a:stretch>
              <a:fillRect/>
            </a:stretch>
          </a:blipFill>
        </p:spPr>
        <p:txBody>
          <a:bodyPr/>
          <a:lstStyle/>
          <a:p>
            <a:pPr>
              <a:defRPr/>
            </a:pPr>
            <a:r>
              <a:rPr lang="zh-CN" altLang="en-US">
                <a:noFill/>
              </a:rPr>
              <a:t> </a:t>
            </a:r>
          </a:p>
        </p:txBody>
      </p:sp>
      <p:pic>
        <p:nvPicPr>
          <p:cNvPr id="81930" name="图片 5">
            <a:extLst>
              <a:ext uri="{FF2B5EF4-FFF2-40B4-BE49-F238E27FC236}">
                <a16:creationId xmlns:a16="http://schemas.microsoft.com/office/drawing/2014/main" id="{E716A3CE-90B6-880A-E8B5-0ACD8F99391E}"/>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6596063" y="4795838"/>
            <a:ext cx="34131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1" name="文本框 4">
            <a:extLst>
              <a:ext uri="{FF2B5EF4-FFF2-40B4-BE49-F238E27FC236}">
                <a16:creationId xmlns:a16="http://schemas.microsoft.com/office/drawing/2014/main" id="{9A9FE9BD-B3D5-16C1-B6D4-E7ED7AB95D3F}"/>
              </a:ext>
            </a:extLst>
          </p:cNvPr>
          <p:cNvSpPr txBox="1">
            <a:spLocks noChangeArrowheads="1"/>
          </p:cNvSpPr>
          <p:nvPr/>
        </p:nvSpPr>
        <p:spPr bwMode="auto">
          <a:xfrm>
            <a:off x="6534150" y="4759325"/>
            <a:ext cx="403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i="1">
                <a:latin typeface="Times New Roman" panose="02020603050405020304" pitchFamily="18" charset="0"/>
                <a:cs typeface="Times New Roman" panose="02020603050405020304" pitchFamily="18" charset="0"/>
              </a:rPr>
              <a:t>Ni</a:t>
            </a:r>
            <a:endParaRPr lang="zh-CN" altLang="en-US" i="1">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F9A596B-2327-AB4A-7D65-74113B129218}"/>
              </a:ext>
            </a:extLst>
          </p:cNvPr>
          <p:cNvSpPr>
            <a:spLocks noGrp="1"/>
          </p:cNvSpPr>
          <p:nvPr>
            <p:ph type="title"/>
          </p:nvPr>
        </p:nvSpPr>
        <p:spPr/>
        <p:txBody>
          <a:bodyPr/>
          <a:lstStyle/>
          <a:p>
            <a:pPr eaLnBrk="1" fontAlgn="auto" hangingPunct="1">
              <a:spcAft>
                <a:spcPts val="0"/>
              </a:spcAft>
              <a:defRPr/>
            </a:pPr>
            <a:r>
              <a:rPr lang="zh-CN" altLang="en-US" dirty="0">
                <a:latin typeface="+mj-ea"/>
                <a:ea typeface="+mj-ea"/>
                <a:cs typeface="Verdana" charset="0"/>
              </a:rPr>
              <a:t>朴素贝叶斯分类器</a:t>
            </a:r>
            <a:endParaRPr lang="zh-CN" altLang="en-US" dirty="0">
              <a:latin typeface="+mj-ea"/>
              <a:ea typeface="+mj-ea"/>
            </a:endParaRPr>
          </a:p>
        </p:txBody>
      </p:sp>
      <p:sp>
        <p:nvSpPr>
          <p:cNvPr id="3" name="内容占位符 2">
            <a:extLst>
              <a:ext uri="{FF2B5EF4-FFF2-40B4-BE49-F238E27FC236}">
                <a16:creationId xmlns:a16="http://schemas.microsoft.com/office/drawing/2014/main" id="{607D4ACA-E4B5-6AE0-5AD8-9F3AB82531CA}"/>
              </a:ext>
            </a:extLst>
          </p:cNvPr>
          <p:cNvSpPr>
            <a:spLocks noGrp="1"/>
          </p:cNvSpPr>
          <p:nvPr>
            <p:ph sz="quarter" idx="14"/>
          </p:nvPr>
        </p:nvSpPr>
        <p:spPr>
          <a:xfrm>
            <a:off x="260350" y="857250"/>
            <a:ext cx="8629650" cy="2747963"/>
          </a:xfrm>
        </p:spPr>
        <p:txBody>
          <a:bodyPr rtlCol="0">
            <a:normAutofit/>
          </a:bodyPr>
          <a:lstStyle/>
          <a:p>
            <a:pPr indent="-360000" eaLnBrk="1" fontAlgn="auto" hangingPunct="1">
              <a:spcAft>
                <a:spcPts val="0"/>
              </a:spcAft>
              <a:defRPr/>
            </a:pPr>
            <a:endParaRPr lang="en-US" altLang="zh-CN" dirty="0"/>
          </a:p>
          <a:p>
            <a:pPr indent="-360000" eaLnBrk="1" fontAlgn="auto" hangingPunct="1">
              <a:spcAft>
                <a:spcPts val="0"/>
              </a:spcAft>
              <a:defRPr/>
            </a:pPr>
            <a:endParaRPr kumimoji="1" lang="en-US" altLang="zh-CN" dirty="0"/>
          </a:p>
          <a:p>
            <a:pPr indent="-360000" eaLnBrk="1" fontAlgn="auto" hangingPunct="1">
              <a:spcAft>
                <a:spcPts val="0"/>
              </a:spcAft>
              <a:defRPr/>
            </a:pPr>
            <a:endParaRPr kumimoji="1" lang="zh-CN" altLang="en-US" dirty="0"/>
          </a:p>
          <a:p>
            <a:pPr marL="0" indent="0" eaLnBrk="1" fontAlgn="auto" hangingPunct="1">
              <a:spcAft>
                <a:spcPts val="0"/>
              </a:spcAft>
              <a:buFont typeface="Wingdings" panose="05000000000000000000" pitchFamily="2" charset="2"/>
              <a:buNone/>
              <a:defRPr/>
            </a:pPr>
            <a:r>
              <a:rPr lang="zh-CN" altLang="en-US" dirty="0"/>
              <a:t>      </a:t>
            </a:r>
          </a:p>
          <a:p>
            <a:pPr marL="0" indent="0" eaLnBrk="1" fontAlgn="auto" hangingPunct="1">
              <a:spcAft>
                <a:spcPts val="0"/>
              </a:spcAft>
              <a:buFont typeface="Wingdings" panose="05000000000000000000" pitchFamily="2" charset="2"/>
              <a:buNone/>
              <a:defRPr/>
            </a:pPr>
            <a:endParaRPr kumimoji="1" lang="zh-CN" altLang="en-US" dirty="0"/>
          </a:p>
          <a:p>
            <a:pPr lvl="1" indent="-360000" eaLnBrk="1" fontAlgn="auto" hangingPunct="1">
              <a:spcAft>
                <a:spcPts val="0"/>
              </a:spcAft>
              <a:defRPr/>
            </a:pPr>
            <a:r>
              <a:rPr kumimoji="1" lang="zh-CN" altLang="en-US" sz="2200" dirty="0"/>
              <a:t>求</a:t>
            </a:r>
            <a:r>
              <a:rPr kumimoji="1" lang="en-US" altLang="zh-CN" sz="2200" dirty="0"/>
              <a:t>x=(2,S)</a:t>
            </a:r>
            <a:r>
              <a:rPr kumimoji="1" lang="en-US" altLang="zh-CN" sz="2400" baseline="30000" dirty="0"/>
              <a:t>T</a:t>
            </a:r>
            <a:r>
              <a:rPr kumimoji="1" lang="zh-CN" altLang="en-US" sz="2400" dirty="0"/>
              <a:t>的类标记</a:t>
            </a:r>
            <a:r>
              <a:rPr kumimoji="1" lang="en-US" altLang="zh-CN" sz="2400" dirty="0"/>
              <a:t>Y</a:t>
            </a:r>
            <a:r>
              <a:rPr kumimoji="1" lang="zh-CN" altLang="en-US" sz="2400" dirty="0"/>
              <a:t>；</a:t>
            </a:r>
            <a:endParaRPr kumimoji="1" lang="en-US" altLang="zh-CN" sz="2400" baseline="30000" dirty="0"/>
          </a:p>
        </p:txBody>
      </p:sp>
      <p:sp>
        <p:nvSpPr>
          <p:cNvPr id="13" name="文本框 12">
            <a:extLst>
              <a:ext uri="{FF2B5EF4-FFF2-40B4-BE49-F238E27FC236}">
                <a16:creationId xmlns:a16="http://schemas.microsoft.com/office/drawing/2014/main" id="{5E68E087-BEDE-D42E-3F47-44188D9862B1}"/>
              </a:ext>
            </a:extLst>
          </p:cNvPr>
          <p:cNvSpPr txBox="1">
            <a:spLocks noRot="1" noChangeAspect="1" noMove="1" noResize="1" noEditPoints="1" noAdjustHandles="1" noChangeArrowheads="1" noChangeShapeType="1" noTextEdit="1"/>
          </p:cNvSpPr>
          <p:nvPr/>
        </p:nvSpPr>
        <p:spPr>
          <a:xfrm>
            <a:off x="0" y="990829"/>
            <a:ext cx="6151563" cy="1661224"/>
          </a:xfrm>
          <a:prstGeom prst="rect">
            <a:avLst/>
          </a:prstGeom>
          <a:blipFill>
            <a:blip r:embed="rId2"/>
            <a:stretch>
              <a:fillRect/>
            </a:stretch>
          </a:blipFill>
        </p:spPr>
        <p:txBody>
          <a:bodyPr/>
          <a:lstStyle/>
          <a:p>
            <a:pPr>
              <a:defRPr/>
            </a:pPr>
            <a:r>
              <a:rPr lang="zh-CN" altLang="en-US" dirty="0">
                <a:noFill/>
              </a:rPr>
              <a:t> </a:t>
            </a:r>
          </a:p>
        </p:txBody>
      </p:sp>
      <p:pic>
        <p:nvPicPr>
          <p:cNvPr id="82949" name="图片 6">
            <a:extLst>
              <a:ext uri="{FF2B5EF4-FFF2-40B4-BE49-F238E27FC236}">
                <a16:creationId xmlns:a16="http://schemas.microsoft.com/office/drawing/2014/main" id="{C3E300F5-8DC5-E72B-2984-4F37709333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913" y="904875"/>
            <a:ext cx="2009775" cy="546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DCF030D-857B-C6DD-920C-191B233DF598}"/>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章节目录</a:t>
            </a:r>
          </a:p>
        </p:txBody>
      </p:sp>
      <p:sp>
        <p:nvSpPr>
          <p:cNvPr id="83971" name="内容占位符 3">
            <a:extLst>
              <a:ext uri="{FF2B5EF4-FFF2-40B4-BE49-F238E27FC236}">
                <a16:creationId xmlns:a16="http://schemas.microsoft.com/office/drawing/2014/main" id="{D47D4A8F-249E-FF8F-09D7-E428D439D481}"/>
              </a:ext>
            </a:extLst>
          </p:cNvPr>
          <p:cNvSpPr>
            <a:spLocks noGrp="1"/>
          </p:cNvSpPr>
          <p:nvPr>
            <p:ph idx="1"/>
          </p:nvPr>
        </p:nvSpPr>
        <p:spPr>
          <a:xfrm>
            <a:off x="260350" y="1243013"/>
            <a:ext cx="8616950" cy="3697287"/>
          </a:xfrm>
        </p:spPr>
        <p:txBody>
          <a:bodyPr/>
          <a:lstStyle/>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贝叶斯决策论</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极大似然估计</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latin typeface="幼圆" panose="02010509060101010101" pitchFamily="49" charset="-122"/>
                <a:ea typeface="宋体" panose="02010600030101010101" pitchFamily="2" charset="-122"/>
              </a:rPr>
              <a:t>半朴素贝叶斯分类器</a:t>
            </a:r>
            <a:endParaRPr lang="en-US" altLang="zh-CN" b="1">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贝叶斯网</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lang="en-US" altLang="zh-CN" b="1">
                <a:solidFill>
                  <a:srgbClr val="D9D9D9"/>
                </a:solidFill>
              </a:rPr>
              <a:t>EM</a:t>
            </a:r>
            <a:r>
              <a:rPr b="1">
                <a:solidFill>
                  <a:srgbClr val="D9D9D9"/>
                </a:solidFill>
                <a:latin typeface="幼圆" panose="02010509060101010101" pitchFamily="49" charset="-122"/>
                <a:ea typeface="宋体" panose="02010600030101010101" pitchFamily="2" charset="-122"/>
              </a:rPr>
              <a:t>算法</a:t>
            </a:r>
            <a:endParaRPr lang="en-US" altLang="zh-CN" b="1">
              <a:solidFill>
                <a:srgbClr val="D9D9D9"/>
              </a:solidFill>
              <a:latin typeface="幼圆" panose="02010509060101010101" pitchFamily="49" charset="-122"/>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B2E087F-F3C1-5EFB-1959-C0DF7966BE5C}"/>
              </a:ext>
            </a:extLst>
          </p:cNvPr>
          <p:cNvSpPr>
            <a:spLocks noGrp="1"/>
          </p:cNvSpPr>
          <p:nvPr>
            <p:ph type="title"/>
          </p:nvPr>
        </p:nvSpPr>
        <p:spPr/>
        <p:txBody>
          <a:bodyPr wrap="square" numCol="1" anchorCtr="0" compatLnSpc="1">
            <a:prstTxWarp prst="textNoShape">
              <a:avLst/>
            </a:prstTxWarp>
          </a:bodyPr>
          <a:lstStyle/>
          <a:p>
            <a:pPr eaLnBrk="1" hangingPunct="1">
              <a:defRPr/>
            </a:pPr>
            <a:r>
              <a:rPr lang="zh-CN" altLang="en-US">
                <a:effectLst>
                  <a:outerShdw blurRad="38100" dist="38100" dir="2700000" algn="tl">
                    <a:srgbClr val="C0C0C0"/>
                  </a:outerShdw>
                </a:effectLst>
              </a:rPr>
              <a:t>半朴素贝叶斯分类器</a:t>
            </a:r>
            <a:endParaRPr lang="zh-CN" altLang="en-US">
              <a:effectLst>
                <a:outerShdw blurRad="38100" dist="38100" dir="2700000" algn="tl">
                  <a:srgbClr val="C0C0C0"/>
                </a:outerShdw>
              </a:effectLst>
              <a:latin typeface="幼圆" pitchFamily="49" charset="-122"/>
            </a:endParaRPr>
          </a:p>
        </p:txBody>
      </p:sp>
      <p:sp>
        <p:nvSpPr>
          <p:cNvPr id="2" name="内容占位符 1">
            <a:extLst>
              <a:ext uri="{FF2B5EF4-FFF2-40B4-BE49-F238E27FC236}">
                <a16:creationId xmlns:a16="http://schemas.microsoft.com/office/drawing/2014/main" id="{4243CBC5-8C2A-EFC0-B485-F7B159D7D92A}"/>
              </a:ext>
            </a:extLst>
          </p:cNvPr>
          <p:cNvSpPr>
            <a:spLocks noGrp="1"/>
          </p:cNvSpPr>
          <p:nvPr>
            <p:ph sz="quarter" idx="14"/>
          </p:nvPr>
        </p:nvSpPr>
        <p:spPr>
          <a:xfrm>
            <a:off x="174625" y="1041400"/>
            <a:ext cx="8969375" cy="5173663"/>
          </a:xfrm>
        </p:spPr>
        <p:txBody>
          <a:bodyPr rtlCol="0">
            <a:normAutofit/>
          </a:bodyPr>
          <a:lstStyle/>
          <a:p>
            <a:pPr indent="-360000" eaLnBrk="1" fontAlgn="auto" hangingPunct="1">
              <a:spcAft>
                <a:spcPts val="0"/>
              </a:spcAft>
              <a:defRPr/>
            </a:pPr>
            <a:r>
              <a:rPr lang="zh-CN" altLang="en-US" dirty="0">
                <a:latin typeface="+mn-ea"/>
                <a:ea typeface="+mn-ea"/>
              </a:rPr>
              <a:t>为了降低贝叶斯公式中估计后验概率的困难，朴素贝叶斯分类器采用了属性条件独立性假设，但是现实中这个假设往往很难成立；于是，可尝试对属性条件独立性</a:t>
            </a:r>
            <a:r>
              <a:rPr lang="zh-CN" altLang="en-US" dirty="0">
                <a:latin typeface="+mn-ea"/>
              </a:rPr>
              <a:t>假设进行</a:t>
            </a:r>
            <a:r>
              <a:rPr lang="zh-CN" altLang="en-US" dirty="0">
                <a:latin typeface="+mn-ea"/>
                <a:ea typeface="+mn-ea"/>
              </a:rPr>
              <a:t>一定程度的放松，由此产生了一类称为“半朴素贝叶斯分类器”</a:t>
            </a:r>
            <a:r>
              <a:rPr lang="en-US" altLang="zh-CN" dirty="0">
                <a:latin typeface="+mn-ea"/>
                <a:ea typeface="+mn-ea"/>
              </a:rPr>
              <a:t> (</a:t>
            </a:r>
            <a:r>
              <a:rPr lang="en-US" altLang="zh-CN" dirty="0">
                <a:latin typeface="Verdana" charset="0"/>
                <a:ea typeface="Verdana" charset="0"/>
                <a:cs typeface="Verdana" charset="0"/>
              </a:rPr>
              <a:t>semi-naïve Bayes classifiers</a:t>
            </a:r>
            <a:r>
              <a:rPr lang="en-US" altLang="zh-CN" dirty="0">
                <a:latin typeface="+mn-ea"/>
                <a:ea typeface="+mn-ea"/>
              </a:rPr>
              <a:t>)</a:t>
            </a:r>
            <a:endParaRPr lang="zh-CN" altLang="en-US" dirty="0"/>
          </a:p>
          <a:p>
            <a:pPr lvl="1"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graphicFrame>
        <p:nvGraphicFramePr>
          <p:cNvPr id="84996" name="Object 62">
            <a:extLst>
              <a:ext uri="{FF2B5EF4-FFF2-40B4-BE49-F238E27FC236}">
                <a16:creationId xmlns:a16="http://schemas.microsoft.com/office/drawing/2014/main" id="{98D90E99-CF8B-439C-3CC2-C3F0D0B9F44D}"/>
              </a:ext>
            </a:extLst>
          </p:cNvPr>
          <p:cNvGraphicFramePr>
            <a:graphicFrameLocks noChangeAspect="1"/>
          </p:cNvGraphicFramePr>
          <p:nvPr/>
        </p:nvGraphicFramePr>
        <p:xfrm>
          <a:off x="2836863" y="2932113"/>
          <a:ext cx="3209925" cy="790575"/>
        </p:xfrm>
        <a:graphic>
          <a:graphicData uri="http://schemas.openxmlformats.org/presentationml/2006/ole">
            <mc:AlternateContent xmlns:mc="http://schemas.openxmlformats.org/markup-compatibility/2006">
              <mc:Choice xmlns:v="urn:schemas-microsoft-com:vml" Requires="v">
                <p:oleObj name="Formula" r:id="rId3" imgW="1543050" imgH="382270" progId="">
                  <p:embed/>
                </p:oleObj>
              </mc:Choice>
              <mc:Fallback>
                <p:oleObj name="Formula" r:id="rId3" imgW="1543050" imgH="382270" progId="">
                  <p:embed/>
                  <p:pic>
                    <p:nvPicPr>
                      <p:cNvPr id="0"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63" y="2932113"/>
                        <a:ext cx="320992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8D32EC2-C185-177F-8275-09D4AAA610CB}"/>
              </a:ext>
            </a:extLst>
          </p:cNvPr>
          <p:cNvSpPr>
            <a:spLocks noGrp="1"/>
          </p:cNvSpPr>
          <p:nvPr>
            <p:ph type="title"/>
          </p:nvPr>
        </p:nvSpPr>
        <p:spPr/>
        <p:txBody>
          <a:bodyPr wrap="square" numCol="1" anchorCtr="0" compatLnSpc="1">
            <a:prstTxWarp prst="textNoShape">
              <a:avLst/>
            </a:prstTxWarp>
          </a:bodyPr>
          <a:lstStyle/>
          <a:p>
            <a:pPr eaLnBrk="1" hangingPunct="1">
              <a:defRPr/>
            </a:pPr>
            <a:r>
              <a:rPr lang="zh-CN" altLang="en-US">
                <a:effectLst>
                  <a:outerShdw blurRad="38100" dist="38100" dir="2700000" algn="tl">
                    <a:srgbClr val="C0C0C0"/>
                  </a:outerShdw>
                </a:effectLst>
              </a:rPr>
              <a:t>半朴素贝叶斯分类器</a:t>
            </a:r>
            <a:endParaRPr lang="zh-CN" altLang="en-US">
              <a:effectLst>
                <a:outerShdw blurRad="38100" dist="38100" dir="2700000" algn="tl">
                  <a:srgbClr val="C0C0C0"/>
                </a:outerShdw>
              </a:effectLst>
              <a:latin typeface="幼圆" pitchFamily="49" charset="-122"/>
            </a:endParaRPr>
          </a:p>
        </p:txBody>
      </p:sp>
      <p:sp>
        <p:nvSpPr>
          <p:cNvPr id="2" name="内容占位符 1">
            <a:extLst>
              <a:ext uri="{FF2B5EF4-FFF2-40B4-BE49-F238E27FC236}">
                <a16:creationId xmlns:a16="http://schemas.microsoft.com/office/drawing/2014/main" id="{A467A01C-D4FA-A9B2-67B6-840DC256178D}"/>
              </a:ext>
            </a:extLst>
          </p:cNvPr>
          <p:cNvSpPr>
            <a:spLocks noGrp="1"/>
          </p:cNvSpPr>
          <p:nvPr>
            <p:ph sz="quarter" idx="14"/>
          </p:nvPr>
        </p:nvSpPr>
        <p:spPr>
          <a:xfrm>
            <a:off x="174625" y="1041400"/>
            <a:ext cx="8969375" cy="5173663"/>
          </a:xfrm>
        </p:spPr>
        <p:txBody>
          <a:bodyPr rtlCol="0">
            <a:normAutofit/>
          </a:bodyPr>
          <a:lstStyle/>
          <a:p>
            <a:pPr indent="-360000" eaLnBrk="1" fontAlgn="auto" hangingPunct="1">
              <a:spcAft>
                <a:spcPts val="0"/>
              </a:spcAft>
              <a:defRPr/>
            </a:pPr>
            <a:r>
              <a:rPr lang="zh-CN" altLang="en-US" dirty="0">
                <a:latin typeface="+mn-ea"/>
                <a:ea typeface="+mn-ea"/>
              </a:rPr>
              <a:t>为了降低贝叶斯公式中估计后验概率的困难，朴素贝叶斯分类器采用的属性条件独立性假设；对属性条件独立性</a:t>
            </a:r>
            <a:r>
              <a:rPr lang="zh-CN" altLang="en-US" dirty="0">
                <a:latin typeface="+mn-ea"/>
              </a:rPr>
              <a:t>假设进行</a:t>
            </a:r>
            <a:r>
              <a:rPr lang="zh-CN" altLang="en-US" dirty="0">
                <a:latin typeface="+mn-ea"/>
                <a:ea typeface="+mn-ea"/>
              </a:rPr>
              <a:t>一定程度的放松，由此产生了一类称为“半朴素贝叶斯分类器”</a:t>
            </a:r>
            <a:r>
              <a:rPr lang="en-US" altLang="zh-CN" dirty="0">
                <a:latin typeface="+mn-ea"/>
                <a:ea typeface="+mn-ea"/>
              </a:rPr>
              <a:t> (</a:t>
            </a:r>
            <a:r>
              <a:rPr lang="en-US" altLang="zh-CN" dirty="0">
                <a:latin typeface="Verdana" charset="0"/>
                <a:ea typeface="Verdana" charset="0"/>
                <a:cs typeface="Verdana" charset="0"/>
              </a:rPr>
              <a:t>semi-naïve Bayes classifiers</a:t>
            </a:r>
            <a:r>
              <a:rPr lang="en-US" altLang="zh-CN" dirty="0">
                <a:latin typeface="+mn-ea"/>
                <a:ea typeface="+mn-ea"/>
              </a:rPr>
              <a:t>)</a:t>
            </a:r>
            <a:endParaRPr lang="zh-CN" altLang="en-US" dirty="0"/>
          </a:p>
          <a:p>
            <a:pPr indent="-360000" eaLnBrk="1" fontAlgn="auto" hangingPunct="1">
              <a:spcAft>
                <a:spcPts val="0"/>
              </a:spcAft>
              <a:defRPr/>
            </a:pPr>
            <a:r>
              <a:rPr lang="zh-CN" altLang="en-US" dirty="0"/>
              <a:t>半朴素贝叶斯分类器最常用的一种策略：“独依赖估计”</a:t>
            </a:r>
            <a:r>
              <a:rPr lang="en-US" altLang="zh-CN" dirty="0"/>
              <a:t>(One-Dependent Estimator,</a:t>
            </a:r>
            <a:r>
              <a:rPr lang="zh-CN" altLang="en-US" dirty="0"/>
              <a:t>简称</a:t>
            </a:r>
            <a:r>
              <a:rPr lang="en-US" altLang="zh-CN" dirty="0"/>
              <a:t>ODE)</a:t>
            </a:r>
            <a:r>
              <a:rPr lang="zh-CN" altLang="en-US" dirty="0"/>
              <a:t>，假设每个属性在类别之外最多仅依赖一个其他属性，即</a:t>
            </a:r>
          </a:p>
          <a:p>
            <a:pPr indent="-360000" eaLnBrk="1" fontAlgn="auto" hangingPunct="1">
              <a:spcAft>
                <a:spcPts val="0"/>
              </a:spcAft>
              <a:defRPr/>
            </a:pPr>
            <a:endParaRPr lang="zh-CN" altLang="en-US" dirty="0"/>
          </a:p>
          <a:p>
            <a:pPr indent="-360000" eaLnBrk="1" fontAlgn="auto" hangingPunct="1">
              <a:spcAft>
                <a:spcPts val="0"/>
              </a:spcAft>
              <a:defRPr/>
            </a:pPr>
            <a:endParaRPr lang="zh-CN" altLang="en-US" dirty="0"/>
          </a:p>
          <a:p>
            <a:pPr lvl="1" indent="-360000" eaLnBrk="1" fontAlgn="auto" hangingPunct="1">
              <a:spcAft>
                <a:spcPts val="0"/>
              </a:spcAft>
              <a:defRPr/>
            </a:pPr>
            <a:endParaRPr lang="zh-CN" altLang="en-US" dirty="0"/>
          </a:p>
          <a:p>
            <a:pPr lvl="1" indent="-360000" eaLnBrk="1" fontAlgn="auto" hangingPunct="1">
              <a:spcAft>
                <a:spcPts val="0"/>
              </a:spcAft>
              <a:defRPr/>
            </a:pPr>
            <a:r>
              <a:rPr lang="zh-CN" altLang="en-US" dirty="0"/>
              <a:t>其中      为属性     所依赖的属性，称为     的父属性</a:t>
            </a:r>
            <a:endParaRPr lang="en-US" altLang="zh-CN" dirty="0"/>
          </a:p>
          <a:p>
            <a:pPr lvl="1" indent="-360000" eaLnBrk="1" fontAlgn="auto" hangingPunct="1">
              <a:spcAft>
                <a:spcPts val="0"/>
              </a:spcAft>
              <a:defRPr/>
            </a:pPr>
            <a:endParaRPr lang="zh-CN" altLang="en-US" dirty="0"/>
          </a:p>
          <a:p>
            <a:pPr indent="-360000" eaLnBrk="1" fontAlgn="auto" hangingPunct="1">
              <a:spcAft>
                <a:spcPts val="0"/>
              </a:spcAft>
              <a:defRPr/>
            </a:pPr>
            <a:r>
              <a:rPr lang="zh-CN" altLang="en-US" dirty="0"/>
              <a:t>对每个属性     ，若其父属性      已知，则可估计概值                 ，于是问题的关键转化为如何确定每个属性的父属性</a:t>
            </a:r>
            <a:endParaRPr lang="en-US" altLang="zh-CN" dirty="0"/>
          </a:p>
          <a:p>
            <a:pPr lvl="1" indent="-360000" eaLnBrk="1" fontAlgn="auto" hangingPunct="1">
              <a:spcAft>
                <a:spcPts val="0"/>
              </a:spcAft>
              <a:defRPr/>
            </a:pPr>
            <a:endParaRPr lang="en-US" altLang="zh-CN" dirty="0"/>
          </a:p>
          <a:p>
            <a:pPr indent="-360000" eaLnBrk="1" fontAlgn="auto" hangingPunct="1">
              <a:spcAft>
                <a:spcPts val="0"/>
              </a:spcAft>
              <a:defRPr/>
            </a:pPr>
            <a:endParaRPr lang="en-US" altLang="zh-CN" dirty="0"/>
          </a:p>
        </p:txBody>
      </p:sp>
      <p:graphicFrame>
        <p:nvGraphicFramePr>
          <p:cNvPr id="87044" name="Object 184">
            <a:extLst>
              <a:ext uri="{FF2B5EF4-FFF2-40B4-BE49-F238E27FC236}">
                <a16:creationId xmlns:a16="http://schemas.microsoft.com/office/drawing/2014/main" id="{5A09633F-FBB3-5535-CB73-344789586E64}"/>
              </a:ext>
            </a:extLst>
          </p:cNvPr>
          <p:cNvGraphicFramePr>
            <a:graphicFrameLocks noChangeAspect="1"/>
          </p:cNvGraphicFramePr>
          <p:nvPr/>
        </p:nvGraphicFramePr>
        <p:xfrm>
          <a:off x="2503488" y="3521075"/>
          <a:ext cx="3843337" cy="857250"/>
        </p:xfrm>
        <a:graphic>
          <a:graphicData uri="http://schemas.openxmlformats.org/presentationml/2006/ole">
            <mc:AlternateContent xmlns:mc="http://schemas.openxmlformats.org/markup-compatibility/2006">
              <mc:Choice xmlns:v="urn:schemas-microsoft-com:vml" Requires="v">
                <p:oleObj name="Formula" r:id="rId2" imgW="2054860" imgH="463550" progId="">
                  <p:embed/>
                </p:oleObj>
              </mc:Choice>
              <mc:Fallback>
                <p:oleObj name="Formula" r:id="rId2" imgW="2054860" imgH="463550" progId="">
                  <p:embed/>
                  <p:pic>
                    <p:nvPicPr>
                      <p:cNvPr id="0" name="Object 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488" y="3521075"/>
                        <a:ext cx="384333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5" name="Object 185">
            <a:extLst>
              <a:ext uri="{FF2B5EF4-FFF2-40B4-BE49-F238E27FC236}">
                <a16:creationId xmlns:a16="http://schemas.microsoft.com/office/drawing/2014/main" id="{9CF7768F-0FA7-BA32-8B90-BAA98A1971A8}"/>
              </a:ext>
            </a:extLst>
          </p:cNvPr>
          <p:cNvGraphicFramePr>
            <a:graphicFrameLocks noChangeAspect="1"/>
          </p:cNvGraphicFramePr>
          <p:nvPr/>
        </p:nvGraphicFramePr>
        <p:xfrm>
          <a:off x="1546225" y="4627563"/>
          <a:ext cx="379413" cy="220662"/>
        </p:xfrm>
        <a:graphic>
          <a:graphicData uri="http://schemas.openxmlformats.org/presentationml/2006/ole">
            <mc:AlternateContent xmlns:mc="http://schemas.openxmlformats.org/markup-compatibility/2006">
              <mc:Choice xmlns:v="urn:schemas-microsoft-com:vml" Requires="v">
                <p:oleObj name="Formula" r:id="rId4" imgW="203483" imgH="118274" progId="">
                  <p:embed/>
                </p:oleObj>
              </mc:Choice>
              <mc:Fallback>
                <p:oleObj name="Formula" r:id="rId4" imgW="203483" imgH="118274" progId="">
                  <p:embed/>
                  <p:pic>
                    <p:nvPicPr>
                      <p:cNvPr id="0" name="Object 1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6225" y="4627563"/>
                        <a:ext cx="3794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6" name="Object 186">
            <a:extLst>
              <a:ext uri="{FF2B5EF4-FFF2-40B4-BE49-F238E27FC236}">
                <a16:creationId xmlns:a16="http://schemas.microsoft.com/office/drawing/2014/main" id="{24B3FEE7-D454-71D0-D659-B037A191285E}"/>
              </a:ext>
            </a:extLst>
          </p:cNvPr>
          <p:cNvGraphicFramePr>
            <a:graphicFrameLocks noChangeAspect="1"/>
          </p:cNvGraphicFramePr>
          <p:nvPr/>
        </p:nvGraphicFramePr>
        <p:xfrm>
          <a:off x="2860675" y="4622800"/>
          <a:ext cx="250825" cy="233363"/>
        </p:xfrm>
        <a:graphic>
          <a:graphicData uri="http://schemas.openxmlformats.org/presentationml/2006/ole">
            <mc:AlternateContent xmlns:mc="http://schemas.openxmlformats.org/markup-compatibility/2006">
              <mc:Choice xmlns:v="urn:schemas-microsoft-com:vml" Requires="v">
                <p:oleObj name="Formula" r:id="rId6" imgW="127177" imgH="119546" progId="">
                  <p:embed/>
                </p:oleObj>
              </mc:Choice>
              <mc:Fallback>
                <p:oleObj name="Formula" r:id="rId6" imgW="127177" imgH="119546" progId="">
                  <p:embed/>
                  <p:pic>
                    <p:nvPicPr>
                      <p:cNvPr id="0" name="Object 1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0675" y="4622800"/>
                        <a:ext cx="25082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7" name="Object 187">
            <a:extLst>
              <a:ext uri="{FF2B5EF4-FFF2-40B4-BE49-F238E27FC236}">
                <a16:creationId xmlns:a16="http://schemas.microsoft.com/office/drawing/2014/main" id="{FBB65016-4715-74E7-D406-7394972A8D21}"/>
              </a:ext>
            </a:extLst>
          </p:cNvPr>
          <p:cNvGraphicFramePr>
            <a:graphicFrameLocks noChangeAspect="1"/>
          </p:cNvGraphicFramePr>
          <p:nvPr/>
        </p:nvGraphicFramePr>
        <p:xfrm>
          <a:off x="5575300" y="4635500"/>
          <a:ext cx="236538" cy="220663"/>
        </p:xfrm>
        <a:graphic>
          <a:graphicData uri="http://schemas.openxmlformats.org/presentationml/2006/ole">
            <mc:AlternateContent xmlns:mc="http://schemas.openxmlformats.org/markup-compatibility/2006">
              <mc:Choice xmlns:v="urn:schemas-microsoft-com:vml" Requires="v">
                <p:oleObj name="Formula" r:id="rId8" imgW="127177" imgH="119546" progId="">
                  <p:embed/>
                </p:oleObj>
              </mc:Choice>
              <mc:Fallback>
                <p:oleObj name="Formula" r:id="rId8" imgW="127177" imgH="119546" progId="">
                  <p:embed/>
                  <p:pic>
                    <p:nvPicPr>
                      <p:cNvPr id="0" name="Object 18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5300" y="4635500"/>
                        <a:ext cx="236538"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8" name="Object 188">
            <a:extLst>
              <a:ext uri="{FF2B5EF4-FFF2-40B4-BE49-F238E27FC236}">
                <a16:creationId xmlns:a16="http://schemas.microsoft.com/office/drawing/2014/main" id="{EEA43CF2-DEA2-076B-CE77-B450BC601E8C}"/>
              </a:ext>
            </a:extLst>
          </p:cNvPr>
          <p:cNvGraphicFramePr>
            <a:graphicFrameLocks noChangeAspect="1"/>
          </p:cNvGraphicFramePr>
          <p:nvPr/>
        </p:nvGraphicFramePr>
        <p:xfrm>
          <a:off x="2122488" y="5364163"/>
          <a:ext cx="279400" cy="260350"/>
        </p:xfrm>
        <a:graphic>
          <a:graphicData uri="http://schemas.openxmlformats.org/presentationml/2006/ole">
            <mc:AlternateContent xmlns:mc="http://schemas.openxmlformats.org/markup-compatibility/2006">
              <mc:Choice xmlns:v="urn:schemas-microsoft-com:vml" Requires="v">
                <p:oleObj name="Formula" r:id="rId9" imgW="127177" imgH="119546" progId="">
                  <p:embed/>
                </p:oleObj>
              </mc:Choice>
              <mc:Fallback>
                <p:oleObj name="Formula" r:id="rId9" imgW="127177" imgH="119546" progId="">
                  <p:embed/>
                  <p:pic>
                    <p:nvPicPr>
                      <p:cNvPr id="0" name="Object 1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2488" y="5364163"/>
                        <a:ext cx="2794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9" name="Object 189">
            <a:extLst>
              <a:ext uri="{FF2B5EF4-FFF2-40B4-BE49-F238E27FC236}">
                <a16:creationId xmlns:a16="http://schemas.microsoft.com/office/drawing/2014/main" id="{5785168A-EEF4-4F91-7412-3F4C84964A41}"/>
              </a:ext>
            </a:extLst>
          </p:cNvPr>
          <p:cNvGraphicFramePr>
            <a:graphicFrameLocks noChangeAspect="1"/>
          </p:cNvGraphicFramePr>
          <p:nvPr/>
        </p:nvGraphicFramePr>
        <p:xfrm>
          <a:off x="4279900" y="5383213"/>
          <a:ext cx="379413" cy="220662"/>
        </p:xfrm>
        <a:graphic>
          <a:graphicData uri="http://schemas.openxmlformats.org/presentationml/2006/ole">
            <mc:AlternateContent xmlns:mc="http://schemas.openxmlformats.org/markup-compatibility/2006">
              <mc:Choice xmlns:v="urn:schemas-microsoft-com:vml" Requires="v">
                <p:oleObj name="Formula" r:id="rId10" imgW="203483" imgH="118274" progId="">
                  <p:embed/>
                </p:oleObj>
              </mc:Choice>
              <mc:Fallback>
                <p:oleObj name="Formula" r:id="rId10" imgW="203483" imgH="118274" progId="">
                  <p:embed/>
                  <p:pic>
                    <p:nvPicPr>
                      <p:cNvPr id="0" name="Object 1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9900" y="5383213"/>
                        <a:ext cx="3794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0" name="Object 190">
            <a:extLst>
              <a:ext uri="{FF2B5EF4-FFF2-40B4-BE49-F238E27FC236}">
                <a16:creationId xmlns:a16="http://schemas.microsoft.com/office/drawing/2014/main" id="{71D11ED1-5135-855B-0715-8E3E41FDDEE5}"/>
              </a:ext>
            </a:extLst>
          </p:cNvPr>
          <p:cNvGraphicFramePr>
            <a:graphicFrameLocks noChangeAspect="1"/>
          </p:cNvGraphicFramePr>
          <p:nvPr/>
        </p:nvGraphicFramePr>
        <p:xfrm>
          <a:off x="7392988" y="5324475"/>
          <a:ext cx="1501775" cy="328613"/>
        </p:xfrm>
        <a:graphic>
          <a:graphicData uri="http://schemas.openxmlformats.org/presentationml/2006/ole">
            <mc:AlternateContent xmlns:mc="http://schemas.openxmlformats.org/markup-compatibility/2006">
              <mc:Choice xmlns:v="urn:schemas-microsoft-com:vml" Requires="v">
                <p:oleObj name="Formula" r:id="rId11" imgW="805180" imgH="177800" progId="">
                  <p:embed/>
                </p:oleObj>
              </mc:Choice>
              <mc:Fallback>
                <p:oleObj name="Formula" r:id="rId11" imgW="805180" imgH="177800" progId="">
                  <p:embed/>
                  <p:pic>
                    <p:nvPicPr>
                      <p:cNvPr id="0" name="Object 19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92988" y="5324475"/>
                        <a:ext cx="15017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D916863-2710-380B-6673-B22A38BF35BE}"/>
              </a:ext>
            </a:extLst>
          </p:cNvPr>
          <p:cNvSpPr>
            <a:spLocks noGrp="1"/>
          </p:cNvSpPr>
          <p:nvPr>
            <p:ph type="title"/>
          </p:nvPr>
        </p:nvSpPr>
        <p:spPr/>
        <p:txBody>
          <a:bodyPr wrap="square" numCol="1" anchorCtr="0" compatLnSpc="1">
            <a:prstTxWarp prst="textNoShape">
              <a:avLst/>
            </a:prstTxWarp>
          </a:bodyPr>
          <a:lstStyle/>
          <a:p>
            <a:pPr eaLnBrk="1" hangingPunct="1">
              <a:defRPr/>
            </a:pPr>
            <a:r>
              <a:rPr lang="en-US" altLang="zh-CN">
                <a:effectLst>
                  <a:outerShdw blurRad="38100" dist="38100" dir="2700000" algn="tl">
                    <a:srgbClr val="C0C0C0"/>
                  </a:outerShdw>
                </a:effectLst>
              </a:rPr>
              <a:t>SPODE</a:t>
            </a:r>
            <a:endParaRPr lang="zh-CN" altLang="en-US">
              <a:effectLst>
                <a:outerShdw blurRad="38100" dist="38100" dir="2700000" algn="tl">
                  <a:srgbClr val="C0C0C0"/>
                </a:outerShdw>
              </a:effectLst>
            </a:endParaRPr>
          </a:p>
        </p:txBody>
      </p:sp>
      <p:sp>
        <p:nvSpPr>
          <p:cNvPr id="88067" name="内容占位符 1">
            <a:extLst>
              <a:ext uri="{FF2B5EF4-FFF2-40B4-BE49-F238E27FC236}">
                <a16:creationId xmlns:a16="http://schemas.microsoft.com/office/drawing/2014/main" id="{D0F53530-AE37-DFBD-EAEE-3EDD18D04B54}"/>
              </a:ext>
            </a:extLst>
          </p:cNvPr>
          <p:cNvSpPr>
            <a:spLocks noGrp="1"/>
          </p:cNvSpPr>
          <p:nvPr>
            <p:ph sz="quarter" idx="14"/>
          </p:nvPr>
        </p:nvSpPr>
        <p:spPr>
          <a:xfrm>
            <a:off x="174625" y="1041400"/>
            <a:ext cx="8721725" cy="5173663"/>
          </a:xfrm>
        </p:spPr>
        <p:txBody>
          <a:bodyPr/>
          <a:lstStyle/>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Times" panose="02020603050405020304" pitchFamily="18" charset="0"/>
                <a:cs typeface="Times" panose="02020603050405020304" pitchFamily="18" charset="0"/>
              </a:rPr>
              <a:t>最直接的做法是假设所有属性都依赖于同一属性，称为“超父” </a:t>
            </a:r>
            <a:r>
              <a:rPr lang="en-US" altLang="zh-CN" sz="2200">
                <a:latin typeface="幼圆" panose="02010509060101010101" pitchFamily="49" charset="-122"/>
                <a:ea typeface="Times" panose="02020603050405020304" pitchFamily="18" charset="0"/>
                <a:cs typeface="Times" panose="02020603050405020304" pitchFamily="18" charset="0"/>
              </a:rPr>
              <a:t>(super-parenet)</a:t>
            </a:r>
            <a:r>
              <a:rPr lang="zh-CN" altLang="en-US" sz="2200">
                <a:latin typeface="幼圆" panose="02010509060101010101" pitchFamily="49" charset="-122"/>
                <a:ea typeface="Times" panose="02020603050405020304" pitchFamily="18" charset="0"/>
                <a:cs typeface="Times" panose="02020603050405020304" pitchFamily="18" charset="0"/>
              </a:rPr>
              <a:t>，然后通过交叉验证等模型选择方法来确定超父属性，由此形成了</a:t>
            </a:r>
            <a:r>
              <a:rPr lang="en-US" altLang="zh-CN" sz="2200">
                <a:latin typeface="幼圆" panose="02010509060101010101" pitchFamily="49" charset="-122"/>
                <a:ea typeface="Times" panose="02020603050405020304" pitchFamily="18" charset="0"/>
                <a:cs typeface="Times" panose="02020603050405020304" pitchFamily="18" charset="0"/>
              </a:rPr>
              <a:t>SPODE</a:t>
            </a:r>
            <a:r>
              <a:rPr lang="zh-CN" altLang="en-US" sz="2200">
                <a:latin typeface="幼圆" panose="02010509060101010101" pitchFamily="49" charset="-122"/>
                <a:ea typeface="Times" panose="02020603050405020304" pitchFamily="18" charset="0"/>
                <a:cs typeface="Times" panose="02020603050405020304" pitchFamily="18" charset="0"/>
              </a:rPr>
              <a:t> </a:t>
            </a:r>
            <a:r>
              <a:rPr lang="en-US" altLang="zh-CN" sz="2200">
                <a:latin typeface="幼圆" panose="02010509060101010101" pitchFamily="49" charset="-122"/>
                <a:ea typeface="Times" panose="02020603050405020304" pitchFamily="18" charset="0"/>
                <a:cs typeface="Times" panose="02020603050405020304" pitchFamily="18" charset="0"/>
              </a:rPr>
              <a:t>(Super-Parent ODE)</a:t>
            </a:r>
            <a:r>
              <a:rPr lang="zh-CN" altLang="en-US" sz="2200">
                <a:latin typeface="幼圆" panose="02010509060101010101" pitchFamily="49" charset="-122"/>
                <a:ea typeface="Times" panose="02020603050405020304" pitchFamily="18" charset="0"/>
                <a:cs typeface="Times" panose="02020603050405020304" pitchFamily="18" charset="0"/>
              </a:rPr>
              <a:t>方法。</a:t>
            </a: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algn="ctr" eaLnBrk="1" hangingPunct="1">
              <a:spcBef>
                <a:spcPts val="1000"/>
              </a:spcBef>
              <a:buSzPct val="120000"/>
              <a:buFont typeface="Wingdings" panose="05000000000000000000" pitchFamily="2" charset="2"/>
              <a:buNone/>
            </a:pPr>
            <a:r>
              <a:rPr lang="zh-CN" altLang="en-US">
                <a:latin typeface="幼圆" panose="02010509060101010101" pitchFamily="49" charset="-122"/>
                <a:ea typeface="宋体" panose="02010600030101010101" pitchFamily="2" charset="-122"/>
              </a:rPr>
              <a:t>图</a:t>
            </a:r>
            <a:r>
              <a:rPr lang="en-US" altLang="zh-CN">
                <a:latin typeface="幼圆" panose="02010509060101010101" pitchFamily="49" charset="-122"/>
                <a:ea typeface="宋体" panose="02010600030101010101" pitchFamily="2" charset="-122"/>
              </a:rPr>
              <a:t>7.1 </a:t>
            </a:r>
            <a:r>
              <a:rPr lang="zh-CN" altLang="en-US">
                <a:latin typeface="幼圆" panose="02010509060101010101" pitchFamily="49" charset="-122"/>
                <a:ea typeface="宋体" panose="02010600030101010101" pitchFamily="2" charset="-122"/>
              </a:rPr>
              <a:t>朴素贝叶斯分类器与两种半朴素分类器所考虑的属性依赖关系</a:t>
            </a:r>
          </a:p>
          <a:p>
            <a:pPr marL="685800" lvl="2" algn="ctr" eaLnBrk="1" hangingPunct="1">
              <a:spcBef>
                <a:spcPts val="1000"/>
              </a:spcBef>
              <a:buSzPct val="120000"/>
              <a:buFont typeface="Wingdings" panose="05000000000000000000" pitchFamily="2" charset="2"/>
              <a:buNone/>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r>
              <a:rPr lang="zh-CN" altLang="en-US">
                <a:latin typeface="幼圆" panose="02010509060101010101" pitchFamily="49" charset="-122"/>
                <a:ea typeface="Times" panose="02020603050405020304" pitchFamily="18" charset="0"/>
                <a:cs typeface="Times" panose="02020603050405020304" pitchFamily="18" charset="0"/>
              </a:rPr>
              <a:t>在图</a:t>
            </a:r>
            <a:r>
              <a:rPr lang="en-US" altLang="zh-CN">
                <a:latin typeface="幼圆" panose="02010509060101010101" pitchFamily="49" charset="-122"/>
                <a:ea typeface="Times" panose="02020603050405020304" pitchFamily="18" charset="0"/>
                <a:cs typeface="Times" panose="02020603050405020304" pitchFamily="18" charset="0"/>
              </a:rPr>
              <a:t>7.1 (b)</a:t>
            </a:r>
            <a:r>
              <a:rPr lang="zh-CN" altLang="en-US">
                <a:latin typeface="幼圆" panose="02010509060101010101" pitchFamily="49" charset="-122"/>
                <a:ea typeface="Times" panose="02020603050405020304" pitchFamily="18" charset="0"/>
                <a:cs typeface="Times" panose="02020603050405020304" pitchFamily="18" charset="0"/>
              </a:rPr>
              <a:t>中，</a:t>
            </a:r>
            <a:r>
              <a:rPr lang="en-US" altLang="zh-CN">
                <a:latin typeface="幼圆" panose="02010509060101010101" pitchFamily="49" charset="-122"/>
                <a:ea typeface="Times" panose="02020603050405020304" pitchFamily="18" charset="0"/>
                <a:cs typeface="Times" panose="02020603050405020304" pitchFamily="18" charset="0"/>
              </a:rPr>
              <a:t>   </a:t>
            </a:r>
            <a:r>
              <a:rPr lang="zh-CN" altLang="en-US">
                <a:latin typeface="幼圆" panose="02010509060101010101" pitchFamily="49" charset="-122"/>
                <a:ea typeface="Times" panose="02020603050405020304" pitchFamily="18" charset="0"/>
                <a:cs typeface="Times" panose="02020603050405020304" pitchFamily="18" charset="0"/>
              </a:rPr>
              <a:t>是超父属性。</a:t>
            </a: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Char char="p"/>
            </a:pPr>
            <a:endParaRPr lang="zh-CN" altLang="en-US">
              <a:latin typeface="幼圆" panose="02010509060101010101" pitchFamily="49" charset="-122"/>
              <a:ea typeface="Times" panose="02020603050405020304" pitchFamily="18" charset="0"/>
              <a:cs typeface="Times" panose="02020603050405020304" pitchFamily="18" charset="0"/>
            </a:endParaRPr>
          </a:p>
          <a:p>
            <a:pPr marL="685800" lvl="2" eaLnBrk="1" hangingPunct="1">
              <a:spcBef>
                <a:spcPts val="1000"/>
              </a:spcBef>
              <a:buSzPct val="120000"/>
              <a:buFont typeface="Wingdings" panose="05000000000000000000" pitchFamily="2" charset="2"/>
              <a:buNone/>
            </a:pPr>
            <a:endParaRPr lang="zh-CN" altLang="en-US">
              <a:latin typeface="幼圆" panose="02010509060101010101" pitchFamily="49" charset="-122"/>
              <a:ea typeface="Times" panose="02020603050405020304" pitchFamily="18" charset="0"/>
              <a:cs typeface="Times" panose="02020603050405020304" pitchFamily="18" charset="0"/>
            </a:endParaRPr>
          </a:p>
          <a:p>
            <a:pPr eaLnBrk="1" hangingPunct="1"/>
            <a:endParaRPr kumimoji="1" lang="zh-CN" altLang="en-US">
              <a:latin typeface="幼圆" panose="02010509060101010101" pitchFamily="49" charset="-122"/>
            </a:endParaRPr>
          </a:p>
        </p:txBody>
      </p:sp>
      <p:pic>
        <p:nvPicPr>
          <p:cNvPr id="88068" name="图片 4">
            <a:extLst>
              <a:ext uri="{FF2B5EF4-FFF2-40B4-BE49-F238E27FC236}">
                <a16:creationId xmlns:a16="http://schemas.microsoft.com/office/drawing/2014/main" id="{12B333C1-099D-550D-3E08-ED5E348718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7425" y="2206625"/>
            <a:ext cx="7383463"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8069" name="Object 84">
            <a:extLst>
              <a:ext uri="{FF2B5EF4-FFF2-40B4-BE49-F238E27FC236}">
                <a16:creationId xmlns:a16="http://schemas.microsoft.com/office/drawing/2014/main" id="{6C9B801B-0C34-274E-3168-2FA261336426}"/>
              </a:ext>
            </a:extLst>
          </p:cNvPr>
          <p:cNvGraphicFramePr>
            <a:graphicFrameLocks noChangeAspect="1"/>
          </p:cNvGraphicFramePr>
          <p:nvPr/>
        </p:nvGraphicFramePr>
        <p:xfrm>
          <a:off x="2678113" y="5149850"/>
          <a:ext cx="260350" cy="220663"/>
        </p:xfrm>
        <a:graphic>
          <a:graphicData uri="http://schemas.openxmlformats.org/presentationml/2006/ole">
            <mc:AlternateContent xmlns:mc="http://schemas.openxmlformats.org/markup-compatibility/2006">
              <mc:Choice xmlns:v="urn:schemas-microsoft-com:vml" Requires="v">
                <p:oleObj name="Formula" r:id="rId3" imgW="139894" imgH="119546" progId="">
                  <p:embed/>
                </p:oleObj>
              </mc:Choice>
              <mc:Fallback>
                <p:oleObj name="Formula" r:id="rId3" imgW="139894" imgH="119546" progId="">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8113" y="5149850"/>
                        <a:ext cx="260350"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E56C23C-6FD7-794E-3C82-673EF2D1EEE4}"/>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章节目录</a:t>
            </a:r>
          </a:p>
        </p:txBody>
      </p:sp>
      <p:sp>
        <p:nvSpPr>
          <p:cNvPr id="89091" name="内容占位符 3">
            <a:extLst>
              <a:ext uri="{FF2B5EF4-FFF2-40B4-BE49-F238E27FC236}">
                <a16:creationId xmlns:a16="http://schemas.microsoft.com/office/drawing/2014/main" id="{782C3BAE-03E2-842E-C226-37935BEE7138}"/>
              </a:ext>
            </a:extLst>
          </p:cNvPr>
          <p:cNvSpPr>
            <a:spLocks noGrp="1"/>
          </p:cNvSpPr>
          <p:nvPr>
            <p:ph idx="1"/>
          </p:nvPr>
        </p:nvSpPr>
        <p:spPr>
          <a:xfrm>
            <a:off x="260350" y="1243013"/>
            <a:ext cx="8616950" cy="3697287"/>
          </a:xfrm>
        </p:spPr>
        <p:txBody>
          <a:bodyPr/>
          <a:lstStyle/>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贝叶斯决策论</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极大似然估计</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半朴素贝叶斯分类器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latin typeface="幼圆" panose="02010509060101010101" pitchFamily="49" charset="-122"/>
                <a:ea typeface="宋体" panose="02010600030101010101" pitchFamily="2" charset="-122"/>
              </a:rPr>
              <a:t>贝叶斯网</a:t>
            </a:r>
            <a:endParaRPr lang="en-US" altLang="zh-CN" b="1">
              <a:latin typeface="幼圆" panose="02010509060101010101" pitchFamily="49" charset="-122"/>
              <a:ea typeface="宋体" panose="02010600030101010101" pitchFamily="2" charset="-122"/>
            </a:endParaRPr>
          </a:p>
          <a:p>
            <a:pPr indent="-358775" eaLnBrk="1" hangingPunct="1">
              <a:lnSpc>
                <a:spcPct val="150000"/>
              </a:lnSpc>
            </a:pPr>
            <a:r>
              <a:rPr lang="en-US" altLang="zh-CN" b="1">
                <a:solidFill>
                  <a:srgbClr val="D9D9D9"/>
                </a:solidFill>
              </a:rPr>
              <a:t>EM</a:t>
            </a:r>
            <a:r>
              <a:rPr b="1">
                <a:solidFill>
                  <a:srgbClr val="D9D9D9"/>
                </a:solidFill>
                <a:latin typeface="幼圆" panose="02010509060101010101" pitchFamily="49" charset="-122"/>
                <a:ea typeface="宋体" panose="02010600030101010101" pitchFamily="2" charset="-122"/>
              </a:rPr>
              <a:t>算法</a:t>
            </a:r>
            <a:endParaRPr lang="en-US" altLang="zh-CN" b="1">
              <a:solidFill>
                <a:srgbClr val="D9D9D9"/>
              </a:solidFill>
              <a:latin typeface="幼圆" panose="02010509060101010101" pitchFamily="49" charset="-122"/>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6B04AF4-C520-926C-4B12-7863D2D01E0E}"/>
              </a:ext>
            </a:extLst>
          </p:cNvPr>
          <p:cNvSpPr>
            <a:spLocks noGrp="1"/>
          </p:cNvSpPr>
          <p:nvPr>
            <p:ph type="title"/>
          </p:nvPr>
        </p:nvSpPr>
        <p:spPr/>
        <p:txBody>
          <a:bodyPr/>
          <a:lstStyle/>
          <a:p>
            <a:pPr eaLnBrk="1" fontAlgn="auto" hangingPunct="1">
              <a:spcAft>
                <a:spcPts val="0"/>
              </a:spcAft>
              <a:defRPr/>
            </a:pPr>
            <a:r>
              <a:rPr lang="zh-CN" altLang="en-US" dirty="0"/>
              <a:t>贝叶斯网</a:t>
            </a:r>
            <a:endParaRPr lang="zh-CN" altLang="en-US" dirty="0">
              <a:latin typeface="+mj-ea"/>
              <a:ea typeface="+mj-ea"/>
            </a:endParaRPr>
          </a:p>
        </p:txBody>
      </p:sp>
      <p:sp>
        <p:nvSpPr>
          <p:cNvPr id="97283" name="内容占位符 1">
            <a:extLst>
              <a:ext uri="{FF2B5EF4-FFF2-40B4-BE49-F238E27FC236}">
                <a16:creationId xmlns:a16="http://schemas.microsoft.com/office/drawing/2014/main" id="{911F2DD3-F6A7-4E24-F2BA-EE42FDAECEAA}"/>
              </a:ext>
            </a:extLst>
          </p:cNvPr>
          <p:cNvSpPr>
            <a:spLocks noGrp="1"/>
          </p:cNvSpPr>
          <p:nvPr>
            <p:ph sz="quarter" idx="14"/>
          </p:nvPr>
        </p:nvSpPr>
        <p:spPr>
          <a:xfrm>
            <a:off x="174625" y="1041400"/>
            <a:ext cx="8721725" cy="5407025"/>
          </a:xfrm>
        </p:spPr>
        <p:txBody>
          <a:bodyPr/>
          <a:lstStyle/>
          <a:p>
            <a:pPr eaLnBrk="1" hangingPunct="1"/>
            <a:r>
              <a:rPr lang="zh-CN" altLang="en-US">
                <a:latin typeface="幼圆" panose="02010509060101010101" pitchFamily="49" charset="-122"/>
                <a:ea typeface="宋体" panose="02010600030101010101" pitchFamily="2" charset="-122"/>
              </a:rPr>
              <a:t>贝叶斯网 </a:t>
            </a:r>
            <a:r>
              <a:rPr lang="en-US" altLang="zh-CN">
                <a:latin typeface="幼圆" panose="02010509060101010101" pitchFamily="49" charset="-122"/>
                <a:ea typeface="宋体" panose="02010600030101010101" pitchFamily="2" charset="-122"/>
              </a:rPr>
              <a:t>(</a:t>
            </a:r>
            <a:r>
              <a:rPr lang="en-US" altLang="zh-CN"/>
              <a:t>Bayesian network</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亦称“信念网”</a:t>
            </a:r>
            <a:r>
              <a:rPr lang="en-US" altLang="zh-CN">
                <a:latin typeface="幼圆" panose="02010509060101010101" pitchFamily="49" charset="-122"/>
                <a:ea typeface="宋体" panose="02010600030101010101" pitchFamily="2" charset="-122"/>
              </a:rPr>
              <a:t>(</a:t>
            </a:r>
            <a:r>
              <a:rPr lang="en-US" altLang="zh-CN"/>
              <a:t>brief network</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，它借助有向无环图 </a:t>
            </a:r>
            <a:r>
              <a:rPr lang="en-US" altLang="zh-CN">
                <a:latin typeface="幼圆" panose="02010509060101010101" pitchFamily="49" charset="-122"/>
                <a:ea typeface="宋体" panose="02010600030101010101" pitchFamily="2" charset="-122"/>
              </a:rPr>
              <a:t>(</a:t>
            </a:r>
            <a:r>
              <a:rPr lang="en-US" altLang="zh-CN"/>
              <a:t>Directed Acyclic Graph, DAG</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来刻画属性间的依赖关系，并使用条件概率表 </a:t>
            </a:r>
            <a:r>
              <a:rPr lang="en-US" altLang="zh-CN">
                <a:latin typeface="幼圆" panose="02010509060101010101" pitchFamily="49" charset="-122"/>
                <a:ea typeface="宋体" panose="02010600030101010101" pitchFamily="2" charset="-122"/>
              </a:rPr>
              <a:t>(</a:t>
            </a:r>
            <a:r>
              <a:rPr lang="en-US" altLang="zh-CN"/>
              <a:t>Conditional Probability Table, CPT</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来表述属性的联合概率分布。</a:t>
            </a:r>
          </a:p>
          <a:p>
            <a:pPr eaLnBrk="1" hangingPunct="1"/>
            <a:endParaRPr lang="zh-CN" altLang="en-US">
              <a:latin typeface="幼圆" panose="02010509060101010101" pitchFamily="49" charset="-122"/>
              <a:ea typeface="宋体" panose="02010600030101010101" pitchFamily="2" charset="-122"/>
            </a:endParaRPr>
          </a:p>
          <a:p>
            <a:pPr eaLnBrk="1" hangingPunct="1"/>
            <a:endParaRPr lang="zh-CN" altLang="en-US">
              <a:latin typeface="幼圆" panose="02010509060101010101" pitchFamily="49" charset="-122"/>
              <a:ea typeface="宋体" panose="02010600030101010101" pitchFamily="2" charset="-122"/>
            </a:endParaRPr>
          </a:p>
          <a:p>
            <a:pPr eaLnBrk="1" hangingPunct="1"/>
            <a:endParaRPr lang="zh-CN" altLang="en-US">
              <a:latin typeface="幼圆" panose="02010509060101010101" pitchFamily="49" charset="-122"/>
              <a:ea typeface="宋体" panose="02010600030101010101" pitchFamily="2" charset="-122"/>
            </a:endParaRPr>
          </a:p>
          <a:p>
            <a:pPr eaLnBrk="1" hangingPunct="1">
              <a:buFont typeface="Wingdings" panose="05000000000000000000" pitchFamily="2" charset="2"/>
              <a:buNone/>
            </a:pPr>
            <a:r>
              <a:rPr lang="zh-CN" altLang="en-US">
                <a:latin typeface="幼圆" panose="02010509060101010101" pitchFamily="49" charset="-122"/>
                <a:ea typeface="宋体" panose="02010600030101010101" pitchFamily="2" charset="-122"/>
              </a:rPr>
              <a:t>		</a:t>
            </a:r>
          </a:p>
          <a:p>
            <a:pPr algn="ctr" eaLnBrk="1" hangingPunct="1">
              <a:buFont typeface="Wingdings" panose="05000000000000000000" pitchFamily="2" charset="2"/>
              <a:buNone/>
            </a:pPr>
            <a:r>
              <a:rPr lang="zh-CN" altLang="en-US" sz="1800">
                <a:latin typeface="幼圆" panose="02010509060101010101" pitchFamily="49" charset="-122"/>
                <a:ea typeface="宋体" panose="02010600030101010101" pitchFamily="2" charset="-122"/>
              </a:rPr>
              <a:t>图</a:t>
            </a:r>
            <a:r>
              <a:rPr lang="en-US" altLang="zh-CN" sz="1800">
                <a:latin typeface="幼圆" panose="02010509060101010101" pitchFamily="49" charset="-122"/>
                <a:ea typeface="宋体" panose="02010600030101010101" pitchFamily="2" charset="-122"/>
              </a:rPr>
              <a:t>7.2 </a:t>
            </a:r>
            <a:r>
              <a:rPr lang="zh-CN" altLang="en-US" sz="1800">
                <a:latin typeface="幼圆" panose="02010509060101010101" pitchFamily="49" charset="-122"/>
                <a:ea typeface="宋体" panose="02010600030101010101" pitchFamily="2" charset="-122"/>
              </a:rPr>
              <a:t>西瓜问题的一种贝叶斯网结构以及属性“根蒂”的条件概率表</a:t>
            </a:r>
          </a:p>
          <a:p>
            <a:pPr eaLnBrk="1" hangingPunct="1"/>
            <a:endParaRPr lang="zh-CN" altLang="en-US">
              <a:latin typeface="宋体" panose="02010600030101010101" pitchFamily="2" charset="-122"/>
              <a:ea typeface="宋体" panose="02010600030101010101" pitchFamily="2" charset="-122"/>
            </a:endParaRPr>
          </a:p>
          <a:p>
            <a:pPr eaLnBrk="1" hangingPunct="1"/>
            <a:r>
              <a:rPr lang="zh-CN" altLang="en-US">
                <a:latin typeface="幼圆" panose="02010509060101010101" pitchFamily="49" charset="-122"/>
                <a:ea typeface="宋体" panose="02010600030101010101" pitchFamily="2" charset="-122"/>
              </a:rPr>
              <a:t>从网络图结构可以看出</a:t>
            </a:r>
            <a:r>
              <a:rPr lang="en-US" altLang="zh-CN">
                <a:latin typeface="幼圆" panose="02010509060101010101" pitchFamily="49" charset="-122"/>
                <a:ea typeface="宋体" panose="02010600030101010101" pitchFamily="2" charset="-122"/>
              </a:rPr>
              <a:t> -&gt; </a:t>
            </a:r>
            <a:r>
              <a:rPr lang="zh-CN" altLang="en-US">
                <a:latin typeface="幼圆" panose="02010509060101010101" pitchFamily="49" charset="-122"/>
                <a:ea typeface="宋体" panose="02010600030101010101" pitchFamily="2" charset="-122"/>
              </a:rPr>
              <a:t>“色泽”直接依赖于“好瓜”和“甜度”</a:t>
            </a:r>
          </a:p>
          <a:p>
            <a:pPr eaLnBrk="1" hangingPunct="1"/>
            <a:r>
              <a:rPr lang="zh-CN" altLang="en-US">
                <a:latin typeface="幼圆" panose="02010509060101010101" pitchFamily="49" charset="-122"/>
                <a:ea typeface="宋体" panose="02010600030101010101" pitchFamily="2" charset="-122"/>
              </a:rPr>
              <a:t>从条件概率表可以得到</a:t>
            </a:r>
            <a:r>
              <a:rPr lang="en-US" altLang="zh-CN">
                <a:latin typeface="幼圆" panose="02010509060101010101" pitchFamily="49" charset="-122"/>
                <a:ea typeface="宋体" panose="02010600030101010101" pitchFamily="2" charset="-122"/>
              </a:rPr>
              <a:t> -&gt; </a:t>
            </a:r>
            <a:r>
              <a:rPr lang="zh-CN" altLang="en-US">
                <a:latin typeface="幼圆" panose="02010509060101010101" pitchFamily="49" charset="-122"/>
                <a:ea typeface="宋体" panose="02010600030101010101" pitchFamily="2" charset="-122"/>
              </a:rPr>
              <a:t>“根蒂”对“甜度”的量化依赖关系</a:t>
            </a:r>
            <a:r>
              <a:rPr lang="en-US" altLang="zh-CN">
                <a:latin typeface="幼圆" panose="02010509060101010101" pitchFamily="49" charset="-122"/>
                <a:ea typeface="宋体" panose="02010600030101010101" pitchFamily="2" charset="-122"/>
              </a:rPr>
              <a:t> </a:t>
            </a:r>
            <a:r>
              <a:rPr lang="en-US" altLang="zh-CN">
                <a:latin typeface="幼圆" panose="02010509060101010101" pitchFamily="49" charset="-122"/>
                <a:ea typeface="Times" panose="02020603050405020304" pitchFamily="18" charset="0"/>
                <a:cs typeface="Times" panose="02020603050405020304" pitchFamily="18" charset="0"/>
              </a:rPr>
              <a:t>P</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根蒂＝硬挺</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甜度＝高</a:t>
            </a:r>
            <a:r>
              <a:rPr lang="en-US" altLang="zh-CN">
                <a:latin typeface="幼圆" panose="02010509060101010101" pitchFamily="49" charset="-122"/>
                <a:ea typeface="宋体" panose="02010600030101010101" pitchFamily="2" charset="-122"/>
              </a:rPr>
              <a:t>)</a:t>
            </a:r>
            <a:r>
              <a:rPr lang="zh-CN" altLang="en-US">
                <a:latin typeface="幼圆" panose="02010509060101010101" pitchFamily="49" charset="-122"/>
                <a:ea typeface="宋体" panose="02010600030101010101" pitchFamily="2" charset="-122"/>
              </a:rPr>
              <a:t>＝</a:t>
            </a:r>
            <a:r>
              <a:rPr lang="en-US" altLang="zh-CN">
                <a:latin typeface="幼圆" panose="02010509060101010101" pitchFamily="49" charset="-122"/>
                <a:ea typeface="宋体" panose="02010600030101010101" pitchFamily="2" charset="-122"/>
              </a:rPr>
              <a:t>0.1</a:t>
            </a:r>
          </a:p>
          <a:p>
            <a:pPr eaLnBrk="1" hangingPunct="1">
              <a:buFont typeface="Wingdings" panose="05000000000000000000" pitchFamily="2" charset="2"/>
              <a:buNone/>
            </a:pPr>
            <a:endParaRPr lang="en-US" altLang="zh-CN">
              <a:latin typeface="宋体" panose="02010600030101010101" pitchFamily="2" charset="-122"/>
              <a:ea typeface="宋体" panose="02010600030101010101" pitchFamily="2" charset="-122"/>
            </a:endParaRPr>
          </a:p>
          <a:p>
            <a:pPr eaLnBrk="1" hangingPunct="1"/>
            <a:endParaRPr lang="en-US" altLang="zh-CN">
              <a:latin typeface="幼圆" panose="02010509060101010101" pitchFamily="49" charset="-122"/>
              <a:ea typeface="宋体" panose="02010600030101010101" pitchFamily="2" charset="-122"/>
            </a:endParaRPr>
          </a:p>
          <a:p>
            <a:pPr eaLnBrk="1" hangingPunct="1"/>
            <a:endParaRPr kumimoji="1" lang="zh-CN" altLang="en-US">
              <a:latin typeface="幼圆" panose="02010509060101010101" pitchFamily="49" charset="-122"/>
            </a:endParaRPr>
          </a:p>
        </p:txBody>
      </p:sp>
      <p:pic>
        <p:nvPicPr>
          <p:cNvPr id="91140" name="Picture 3">
            <a:extLst>
              <a:ext uri="{FF2B5EF4-FFF2-40B4-BE49-F238E27FC236}">
                <a16:creationId xmlns:a16="http://schemas.microsoft.com/office/drawing/2014/main" id="{4B7D8F09-0B3E-1728-10D1-CF87F675D6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31925" y="2384425"/>
            <a:ext cx="6665913"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7283">
                                            <p:txEl>
                                              <p:pRg st="7" end="7"/>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72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2FE5623-DDBC-6C90-4A37-4F30D927188D}"/>
              </a:ext>
            </a:extLst>
          </p:cNvPr>
          <p:cNvSpPr>
            <a:spLocks noGrp="1"/>
          </p:cNvSpPr>
          <p:nvPr>
            <p:ph type="title"/>
          </p:nvPr>
        </p:nvSpPr>
        <p:spPr>
          <a:xfrm>
            <a:off x="260350" y="42863"/>
            <a:ext cx="7886700" cy="777875"/>
          </a:xfrm>
        </p:spPr>
        <p:txBody>
          <a:bodyPr/>
          <a:lstStyle/>
          <a:p>
            <a:pPr eaLnBrk="1" fontAlgn="auto" hangingPunct="1">
              <a:spcAft>
                <a:spcPts val="0"/>
              </a:spcAft>
              <a:defRPr/>
            </a:pPr>
            <a:r>
              <a:rPr lang="zh-CN" altLang="en-US" dirty="0"/>
              <a:t>章节目录</a:t>
            </a:r>
          </a:p>
        </p:txBody>
      </p:sp>
      <p:sp>
        <p:nvSpPr>
          <p:cNvPr id="93187" name="内容占位符 3">
            <a:extLst>
              <a:ext uri="{FF2B5EF4-FFF2-40B4-BE49-F238E27FC236}">
                <a16:creationId xmlns:a16="http://schemas.microsoft.com/office/drawing/2014/main" id="{96595D23-2EE4-FC04-6164-F03DF5AE8A12}"/>
              </a:ext>
            </a:extLst>
          </p:cNvPr>
          <p:cNvSpPr>
            <a:spLocks noGrp="1"/>
          </p:cNvSpPr>
          <p:nvPr>
            <p:ph idx="1"/>
          </p:nvPr>
        </p:nvSpPr>
        <p:spPr>
          <a:xfrm>
            <a:off x="260350" y="1243013"/>
            <a:ext cx="8616950" cy="3697287"/>
          </a:xfrm>
        </p:spPr>
        <p:txBody>
          <a:bodyPr/>
          <a:lstStyle/>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贝叶斯决策论</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极大似然估计</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半朴素贝叶斯分类器</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b="1">
                <a:solidFill>
                  <a:srgbClr val="D9D9D9"/>
                </a:solidFill>
                <a:latin typeface="幼圆" panose="02010509060101010101" pitchFamily="49" charset="-122"/>
                <a:ea typeface="宋体" panose="02010600030101010101" pitchFamily="2" charset="-122"/>
              </a:rPr>
              <a:t>贝叶斯网</a:t>
            </a:r>
            <a:endParaRPr lang="en-US" altLang="zh-CN" b="1">
              <a:solidFill>
                <a:srgbClr val="D9D9D9"/>
              </a:solidFill>
              <a:latin typeface="幼圆" panose="02010509060101010101" pitchFamily="49" charset="-122"/>
              <a:ea typeface="宋体" panose="02010600030101010101" pitchFamily="2" charset="-122"/>
            </a:endParaRPr>
          </a:p>
          <a:p>
            <a:pPr indent="-358775" eaLnBrk="1" hangingPunct="1">
              <a:lnSpc>
                <a:spcPct val="150000"/>
              </a:lnSpc>
            </a:pPr>
            <a:r>
              <a:rPr lang="en-US" altLang="zh-CN" b="1"/>
              <a:t>EM</a:t>
            </a:r>
            <a:r>
              <a:rPr b="1">
                <a:latin typeface="幼圆" panose="02010509060101010101" pitchFamily="49" charset="-122"/>
                <a:ea typeface="宋体" panose="02010600030101010101" pitchFamily="2" charset="-122"/>
              </a:rPr>
              <a:t>算法</a:t>
            </a:r>
            <a:endParaRPr lang="en-US" altLang="zh-CN" b="1">
              <a:latin typeface="幼圆" panose="02010509060101010101" pitchFamily="49" charset="-122"/>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307EC9F-B3DB-22F6-639F-1DAA7F322485}"/>
              </a:ext>
            </a:extLst>
          </p:cNvPr>
          <p:cNvSpPr>
            <a:spLocks noGrp="1"/>
          </p:cNvSpPr>
          <p:nvPr>
            <p:ph type="title"/>
          </p:nvPr>
        </p:nvSpPr>
        <p:spPr/>
        <p:txBody>
          <a:bodyPr wrap="square" numCol="1" anchorCtr="0" compatLnSpc="1">
            <a:prstTxWarp prst="textNoShape">
              <a:avLst/>
            </a:prstTxWarp>
          </a:bodyPr>
          <a:lstStyle/>
          <a:p>
            <a:pPr eaLnBrk="1" hangingPunct="1">
              <a:defRPr/>
            </a:pPr>
            <a:r>
              <a:rPr lang="en-US" altLang="zh-CN">
                <a:effectLst>
                  <a:outerShdw blurRad="38100" dist="38100" dir="2700000" algn="tl">
                    <a:srgbClr val="C0C0C0"/>
                  </a:outerShdw>
                </a:effectLst>
              </a:rPr>
              <a:t>EM</a:t>
            </a:r>
            <a:r>
              <a:rPr lang="zh-CN" altLang="en-US">
                <a:effectLst>
                  <a:outerShdw blurRad="38100" dist="38100" dir="2700000" algn="tl">
                    <a:srgbClr val="C0C0C0"/>
                  </a:outerShdw>
                </a:effectLst>
                <a:latin typeface="幼圆" pitchFamily="49" charset="-122"/>
                <a:ea typeface="黑体" pitchFamily="49" charset="-122"/>
              </a:rPr>
              <a:t>算法</a:t>
            </a:r>
            <a:endParaRPr lang="zh-CN" altLang="en-US">
              <a:effectLst>
                <a:outerShdw blurRad="38100" dist="38100" dir="2700000" algn="tl">
                  <a:srgbClr val="C0C0C0"/>
                </a:outerShdw>
              </a:effectLst>
              <a:latin typeface="幼圆" pitchFamily="49" charset="-122"/>
            </a:endParaRPr>
          </a:p>
        </p:txBody>
      </p:sp>
      <p:sp>
        <p:nvSpPr>
          <p:cNvPr id="94211" name="内容占位符 1">
            <a:extLst>
              <a:ext uri="{FF2B5EF4-FFF2-40B4-BE49-F238E27FC236}">
                <a16:creationId xmlns:a16="http://schemas.microsoft.com/office/drawing/2014/main" id="{A0F973A4-5AC8-D4AF-A084-2F2BCA42BAC7}"/>
              </a:ext>
            </a:extLst>
          </p:cNvPr>
          <p:cNvSpPr>
            <a:spLocks noGrp="1"/>
          </p:cNvSpPr>
          <p:nvPr>
            <p:ph sz="quarter" idx="14"/>
          </p:nvPr>
        </p:nvSpPr>
        <p:spPr>
          <a:xfrm>
            <a:off x="174625" y="1041400"/>
            <a:ext cx="8721725" cy="977900"/>
          </a:xfrm>
        </p:spPr>
        <p:txBody>
          <a:bodyPr/>
          <a:lstStyle/>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Times" panose="02020603050405020304" pitchFamily="18" charset="0"/>
                <a:cs typeface="Times" panose="02020603050405020304" pitchFamily="18" charset="0"/>
              </a:rPr>
              <a:t>“不完整”的样本：西瓜已经脱落的根蒂，无法看出是“蜷缩”还是“坚挺”</a:t>
            </a:r>
            <a:r>
              <a:rPr lang="en-US" altLang="zh-CN" sz="2200">
                <a:latin typeface="幼圆" panose="02010509060101010101" pitchFamily="49" charset="-122"/>
                <a:ea typeface="Times" panose="02020603050405020304" pitchFamily="18" charset="0"/>
                <a:cs typeface="Times" panose="02020603050405020304" pitchFamily="18" charset="0"/>
              </a:rPr>
              <a:t>,</a:t>
            </a:r>
            <a:r>
              <a:rPr lang="zh-CN" altLang="en-US" sz="2200">
                <a:latin typeface="幼圆" panose="02010509060101010101" pitchFamily="49" charset="-122"/>
                <a:ea typeface="Times" panose="02020603050405020304" pitchFamily="18" charset="0"/>
                <a:cs typeface="Times" panose="02020603050405020304" pitchFamily="18" charset="0"/>
              </a:rPr>
              <a:t>则训练样本的“根蒂”属性变量值未知。在这种存在未观测变量的情形下，如何对模型参数进行估计？</a:t>
            </a:r>
          </a:p>
          <a:p>
            <a:pPr marL="228600" lvl="1" eaLnBrk="1" hangingPunct="1">
              <a:spcBef>
                <a:spcPts val="1000"/>
              </a:spcBef>
              <a:buSzPct val="120000"/>
              <a:buFont typeface="Wingdings" panose="05000000000000000000" pitchFamily="2" charset="2"/>
              <a:buNone/>
            </a:pPr>
            <a:endParaRPr lang="en-US" altLang="zh-CN"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endParaRPr lang="en-US" altLang="zh-CN" sz="2200">
              <a:latin typeface="幼圆" panose="02010509060101010101" pitchFamily="49" charset="-122"/>
              <a:ea typeface="宋体" panose="02010600030101010101" pitchFamily="2" charset="-122"/>
            </a:endParaRPr>
          </a:p>
          <a:p>
            <a:pPr eaLnBrk="1" hangingPunct="1"/>
            <a:endParaRPr kumimoji="1" lang="zh-CN" altLang="en-US">
              <a:latin typeface="幼圆" panose="02010509060101010101" pitchFamily="49" charset="-122"/>
            </a:endParaRPr>
          </a:p>
        </p:txBody>
      </p:sp>
      <p:sp>
        <p:nvSpPr>
          <p:cNvPr id="94212" name="内容占位符 1">
            <a:extLst>
              <a:ext uri="{FF2B5EF4-FFF2-40B4-BE49-F238E27FC236}">
                <a16:creationId xmlns:a16="http://schemas.microsoft.com/office/drawing/2014/main" id="{79677D18-DF8B-CC23-FACA-7A16E5B5BDF0}"/>
              </a:ext>
            </a:extLst>
          </p:cNvPr>
          <p:cNvSpPr txBox="1">
            <a:spLocks/>
          </p:cNvSpPr>
          <p:nvPr/>
        </p:nvSpPr>
        <p:spPr bwMode="auto">
          <a:xfrm>
            <a:off x="174625" y="2565400"/>
            <a:ext cx="872172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358775">
              <a:lnSpc>
                <a:spcPct val="90000"/>
              </a:lnSpc>
              <a:spcBef>
                <a:spcPts val="1000"/>
              </a:spcBef>
              <a:buClr>
                <a:schemeClr val="tx2"/>
              </a:buClr>
              <a:buSzPct val="120000"/>
              <a:buFont typeface="Wingdings" panose="05000000000000000000" pitchFamily="2" charset="2"/>
              <a:buChar char="p"/>
              <a:defRPr sz="2200">
                <a:solidFill>
                  <a:schemeClr val="tx1"/>
                </a:solidFill>
                <a:latin typeface="Verdana" panose="020B0604030504040204" pitchFamily="34" charset="0"/>
                <a:ea typeface="幼圆" panose="02010509060101010101" pitchFamily="49" charset="-122"/>
              </a:defRPr>
            </a:lvl1pPr>
            <a:lvl2pPr marL="228600" indent="-358775">
              <a:lnSpc>
                <a:spcPct val="90000"/>
              </a:lnSpc>
              <a:spcBef>
                <a:spcPts val="500"/>
              </a:spcBef>
              <a:buClr>
                <a:schemeClr val="tx2"/>
              </a:buClr>
              <a:buFont typeface="Wingdings" panose="05000000000000000000" pitchFamily="2" charset="2"/>
              <a:buChar char="l"/>
              <a:defRPr sz="2000">
                <a:solidFill>
                  <a:schemeClr val="tx1"/>
                </a:solidFill>
                <a:latin typeface="Verdana" panose="020B0604030504040204" pitchFamily="34" charset="0"/>
                <a:ea typeface="幼圆" panose="02010509060101010101" pitchFamily="49" charset="-122"/>
              </a:defRPr>
            </a:lvl2pPr>
            <a:lvl3pPr marL="1143000" indent="-358775">
              <a:lnSpc>
                <a:spcPct val="90000"/>
              </a:lnSpc>
              <a:spcBef>
                <a:spcPts val="500"/>
              </a:spcBef>
              <a:buClr>
                <a:schemeClr val="tx2"/>
              </a:buClr>
              <a:buFont typeface="Wingdings" panose="05000000000000000000" pitchFamily="2" charset="2"/>
              <a:buChar char="l"/>
              <a:defRPr>
                <a:solidFill>
                  <a:schemeClr val="tx1"/>
                </a:solidFill>
                <a:latin typeface="Verdana" panose="020B0604030504040204" pitchFamily="34" charset="0"/>
                <a:ea typeface="幼圆" panose="02010509060101010101" pitchFamily="49" charset="-122"/>
              </a:defRPr>
            </a:lvl3pPr>
            <a:lvl4pPr marL="16002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4pPr>
            <a:lvl5pPr marL="2057400" indent="-358775">
              <a:lnSpc>
                <a:spcPct val="90000"/>
              </a:lnSpc>
              <a:spcBef>
                <a:spcPts val="500"/>
              </a:spcBef>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5pPr>
            <a:lvl6pPr marL="25146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6pPr>
            <a:lvl7pPr marL="29718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7pPr>
            <a:lvl8pPr marL="34290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8pPr>
            <a:lvl9pPr marL="3886200" indent="-358775" eaLnBrk="0" fontAlgn="base" hangingPunct="0">
              <a:lnSpc>
                <a:spcPct val="90000"/>
              </a:lnSpc>
              <a:spcBef>
                <a:spcPts val="500"/>
              </a:spcBef>
              <a:spcAft>
                <a:spcPct val="0"/>
              </a:spcAft>
              <a:buClr>
                <a:schemeClr val="tx2"/>
              </a:buClr>
              <a:buFont typeface="Wingdings" panose="05000000000000000000" pitchFamily="2" charset="2"/>
              <a:buChar char="l"/>
              <a:defRPr sz="1600">
                <a:solidFill>
                  <a:schemeClr val="tx1"/>
                </a:solidFill>
                <a:latin typeface="Verdana" panose="020B0604030504040204" pitchFamily="34" charset="0"/>
                <a:ea typeface="幼圆" panose="02010509060101010101" pitchFamily="49" charset="-122"/>
              </a:defRPr>
            </a:lvl9pPr>
          </a:lstStyle>
          <a:p>
            <a:pPr lvl="1" eaLnBrk="1" hangingPunct="1">
              <a:spcBef>
                <a:spcPts val="1000"/>
              </a:spcBef>
              <a:buClr>
                <a:schemeClr val="accent1"/>
              </a:buClr>
              <a:buSzPct val="120000"/>
              <a:buFont typeface="Wingdings" panose="05000000000000000000" pitchFamily="2" charset="2"/>
              <a:buChar char="p"/>
            </a:pPr>
            <a:r>
              <a:rPr lang="zh-CN" altLang="en-US" sz="2200">
                <a:latin typeface="幼圆" panose="02010509060101010101" pitchFamily="49" charset="-122"/>
                <a:ea typeface="Times" panose="02020603050405020304" pitchFamily="18" charset="0"/>
                <a:cs typeface="Times" panose="02020603050405020304" pitchFamily="18" charset="0"/>
              </a:rPr>
              <a:t>为什么需要</a:t>
            </a:r>
            <a:r>
              <a:rPr lang="en-US" altLang="zh-CN" sz="2200">
                <a:latin typeface="幼圆" panose="02010509060101010101" pitchFamily="49" charset="-122"/>
                <a:ea typeface="Times" panose="02020603050405020304" pitchFamily="18" charset="0"/>
                <a:cs typeface="Times" panose="02020603050405020304" pitchFamily="18" charset="0"/>
              </a:rPr>
              <a:t>EM</a:t>
            </a:r>
            <a:r>
              <a:rPr lang="zh-CN" altLang="en-US" sz="2200">
                <a:latin typeface="幼圆" panose="02010509060101010101" pitchFamily="49" charset="-122"/>
                <a:ea typeface="Times" panose="02020603050405020304" pitchFamily="18" charset="0"/>
                <a:cs typeface="Times" panose="02020603050405020304" pitchFamily="18" charset="0"/>
              </a:rPr>
              <a:t>算法：概率模型有时既含有观测变量，又含有隐变量或者潜在变量。</a:t>
            </a:r>
            <a:endParaRPr lang="en-US" altLang="zh-CN" sz="2200">
              <a:latin typeface="幼圆" panose="02010509060101010101" pitchFamily="49" charset="-122"/>
              <a:ea typeface="Times" panose="02020603050405020304" pitchFamily="18" charset="0"/>
              <a:cs typeface="Times" panose="02020603050405020304" pitchFamily="18" charset="0"/>
            </a:endParaRPr>
          </a:p>
          <a:p>
            <a:pPr lvl="1" eaLnBrk="1" hangingPunct="1">
              <a:spcBef>
                <a:spcPts val="1000"/>
              </a:spcBef>
              <a:buClr>
                <a:schemeClr val="accent1"/>
              </a:buClr>
              <a:buSzPct val="120000"/>
              <a:buFont typeface="Wingdings" panose="05000000000000000000" pitchFamily="2" charset="2"/>
              <a:buChar char="p"/>
            </a:pPr>
            <a:r>
              <a:rPr lang="zh-CN" altLang="en-US" sz="2200">
                <a:latin typeface="幼圆" panose="02010509060101010101" pitchFamily="49" charset="-122"/>
                <a:ea typeface="Times" panose="02020603050405020304" pitchFamily="18" charset="0"/>
                <a:cs typeface="Times" panose="02020603050405020304" pitchFamily="18" charset="0"/>
              </a:rPr>
              <a:t>如果概率模型的变量都是观测变量，那么给定数据， 可以直接用极大似然估计法，或者贝叶斯估计法估计模型参数。但是，当模型含有隐变量时，就不能简单地使用这些估计方法。 </a:t>
            </a:r>
            <a:r>
              <a:rPr lang="en-US" altLang="zh-CN" sz="2200">
                <a:latin typeface="幼圆" panose="02010509060101010101" pitchFamily="49" charset="-122"/>
                <a:ea typeface="Times" panose="02020603050405020304" pitchFamily="18" charset="0"/>
                <a:cs typeface="Times" panose="02020603050405020304" pitchFamily="18" charset="0"/>
              </a:rPr>
              <a:t>EM</a:t>
            </a:r>
            <a:r>
              <a:rPr lang="zh-CN" altLang="en-US" sz="2200">
                <a:latin typeface="幼圆" panose="02010509060101010101" pitchFamily="49" charset="-122"/>
                <a:ea typeface="Times" panose="02020603050405020304" pitchFamily="18" charset="0"/>
                <a:cs typeface="Times" panose="02020603050405020304" pitchFamily="18" charset="0"/>
              </a:rPr>
              <a:t>算法就是含有隐变量的概率模型参数的极大似然估计法。</a:t>
            </a:r>
          </a:p>
          <a:p>
            <a:pPr lvl="1" eaLnBrk="1" hangingPunct="1">
              <a:spcBef>
                <a:spcPts val="1000"/>
              </a:spcBef>
              <a:buClr>
                <a:schemeClr val="accent1"/>
              </a:buClr>
              <a:buSzPct val="120000"/>
              <a:buFont typeface="Wingdings" panose="05000000000000000000" pitchFamily="2" charset="2"/>
              <a:buNone/>
            </a:pPr>
            <a:endParaRPr lang="en-US" altLang="zh-CN" sz="2200">
              <a:latin typeface="幼圆" panose="02010509060101010101" pitchFamily="49" charset="-122"/>
              <a:ea typeface="Times" panose="02020603050405020304" pitchFamily="18" charset="0"/>
              <a:cs typeface="Times" panose="02020603050405020304" pitchFamily="18" charset="0"/>
            </a:endParaRPr>
          </a:p>
          <a:p>
            <a:pPr lvl="1" eaLnBrk="1" hangingPunct="1">
              <a:spcBef>
                <a:spcPts val="1000"/>
              </a:spcBef>
              <a:buClr>
                <a:schemeClr val="accent1"/>
              </a:buClr>
              <a:buSzPct val="120000"/>
              <a:buFont typeface="Wingdings" panose="05000000000000000000" pitchFamily="2" charset="2"/>
              <a:buChar char="p"/>
            </a:pPr>
            <a:endParaRPr lang="en-US" altLang="zh-CN" sz="2200">
              <a:latin typeface="幼圆" panose="02010509060101010101" pitchFamily="49" charset="-122"/>
              <a:ea typeface="宋体" panose="02010600030101010101" pitchFamily="2" charset="-122"/>
            </a:endParaRPr>
          </a:p>
          <a:p>
            <a:pPr eaLnBrk="1" hangingPunct="1">
              <a:buClr>
                <a:schemeClr val="accent1"/>
              </a:buClr>
            </a:pPr>
            <a:endParaRPr kumimoji="1" lang="zh-CN" altLang="en-US">
              <a:latin typeface="幼圆" panose="020105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22DDEC9-CABC-92CE-C365-11D31F8F83CF}"/>
              </a:ext>
            </a:extLst>
          </p:cNvPr>
          <p:cNvSpPr>
            <a:spLocks noGrp="1"/>
          </p:cNvSpPr>
          <p:nvPr>
            <p:ph type="title"/>
          </p:nvPr>
        </p:nvSpPr>
        <p:spPr/>
        <p:txBody>
          <a:bodyPr wrap="square" numCol="1" anchorCtr="0" compatLnSpc="1">
            <a:prstTxWarp prst="textNoShape">
              <a:avLst/>
            </a:prstTxWarp>
          </a:bodyPr>
          <a:lstStyle/>
          <a:p>
            <a:pPr eaLnBrk="1" hangingPunct="1">
              <a:defRPr/>
            </a:pPr>
            <a:r>
              <a:rPr lang="en-US" altLang="zh-CN">
                <a:effectLst>
                  <a:outerShdw blurRad="38100" dist="38100" dir="2700000" algn="tl">
                    <a:srgbClr val="C0C0C0"/>
                  </a:outerShdw>
                </a:effectLst>
              </a:rPr>
              <a:t>EM</a:t>
            </a:r>
            <a:r>
              <a:rPr lang="zh-CN" altLang="en-US">
                <a:effectLst>
                  <a:outerShdw blurRad="38100" dist="38100" dir="2700000" algn="tl">
                    <a:srgbClr val="C0C0C0"/>
                  </a:outerShdw>
                </a:effectLst>
                <a:latin typeface="幼圆" pitchFamily="49" charset="-122"/>
                <a:ea typeface="黑体" pitchFamily="49" charset="-122"/>
              </a:rPr>
              <a:t>算法</a:t>
            </a:r>
            <a:endParaRPr lang="zh-CN" altLang="en-US">
              <a:effectLst>
                <a:outerShdw blurRad="38100" dist="38100" dir="2700000" algn="tl">
                  <a:srgbClr val="C0C0C0"/>
                </a:outerShdw>
              </a:effectLst>
              <a:latin typeface="幼圆" pitchFamily="49" charset="-122"/>
            </a:endParaRPr>
          </a:p>
        </p:txBody>
      </p:sp>
      <p:sp>
        <p:nvSpPr>
          <p:cNvPr id="96259" name="内容占位符 1">
            <a:extLst>
              <a:ext uri="{FF2B5EF4-FFF2-40B4-BE49-F238E27FC236}">
                <a16:creationId xmlns:a16="http://schemas.microsoft.com/office/drawing/2014/main" id="{188FF720-5CE1-B89B-93BF-7FEC2BFA90F6}"/>
              </a:ext>
            </a:extLst>
          </p:cNvPr>
          <p:cNvSpPr>
            <a:spLocks noGrp="1"/>
          </p:cNvSpPr>
          <p:nvPr>
            <p:ph sz="quarter" idx="14"/>
          </p:nvPr>
        </p:nvSpPr>
        <p:spPr>
          <a:xfrm>
            <a:off x="174625" y="1041400"/>
            <a:ext cx="8721725" cy="5173663"/>
          </a:xfrm>
        </p:spPr>
        <p:txBody>
          <a:bodyPr/>
          <a:lstStyle/>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Times" panose="02020603050405020304" pitchFamily="18" charset="0"/>
                <a:cs typeface="Times" panose="02020603050405020304" pitchFamily="18" charset="0"/>
              </a:rPr>
              <a:t>“不完整”的样本：西瓜已经脱落的根蒂，无法看出是“蜷缩”还是“坚挺”</a:t>
            </a:r>
            <a:r>
              <a:rPr lang="en-US" altLang="zh-CN" sz="2200">
                <a:latin typeface="幼圆" panose="02010509060101010101" pitchFamily="49" charset="-122"/>
                <a:ea typeface="Times" panose="02020603050405020304" pitchFamily="18" charset="0"/>
                <a:cs typeface="Times" panose="02020603050405020304" pitchFamily="18" charset="0"/>
              </a:rPr>
              <a:t>,</a:t>
            </a:r>
            <a:r>
              <a:rPr lang="zh-CN" altLang="en-US" sz="2200">
                <a:latin typeface="幼圆" panose="02010509060101010101" pitchFamily="49" charset="-122"/>
                <a:ea typeface="Times" panose="02020603050405020304" pitchFamily="18" charset="0"/>
                <a:cs typeface="Times" panose="02020603050405020304" pitchFamily="18" charset="0"/>
              </a:rPr>
              <a:t>则训练样本的“根蒂”属性变量值未知，如何计算？</a:t>
            </a:r>
          </a:p>
          <a:p>
            <a:pPr marL="228600" lvl="1" eaLnBrk="1" hangingPunct="1">
              <a:spcBef>
                <a:spcPts val="1000"/>
              </a:spcBef>
              <a:buSzPct val="120000"/>
              <a:buFont typeface="Wingdings" panose="05000000000000000000" pitchFamily="2" charset="2"/>
              <a:buNone/>
            </a:pPr>
            <a:endParaRPr lang="en-US" altLang="zh-CN"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宋体" panose="02010600030101010101" pitchFamily="2" charset="-122"/>
              </a:rPr>
              <a:t>未观测的变量称为“隐变量”</a:t>
            </a:r>
            <a:r>
              <a:rPr lang="en-US" altLang="zh-CN" sz="2200">
                <a:latin typeface="幼圆" panose="02010509060101010101" pitchFamily="49" charset="-122"/>
                <a:ea typeface="宋体" panose="02010600030101010101" pitchFamily="2" charset="-122"/>
              </a:rPr>
              <a:t>(</a:t>
            </a:r>
            <a:r>
              <a:rPr lang="en-US" altLang="zh-CN" sz="2200">
                <a:ea typeface="Times" panose="02020603050405020304" pitchFamily="18" charset="0"/>
                <a:cs typeface="Times" panose="02020603050405020304" pitchFamily="18" charset="0"/>
              </a:rPr>
              <a:t>latent variable</a:t>
            </a:r>
            <a:r>
              <a:rPr lang="en-US" altLang="zh-CN" sz="2200">
                <a:latin typeface="幼圆" panose="02010509060101010101" pitchFamily="49" charset="-122"/>
                <a:ea typeface="宋体" panose="02010600030101010101" pitchFamily="2" charset="-122"/>
              </a:rPr>
              <a:t>)</a:t>
            </a:r>
            <a:r>
              <a:rPr lang="zh-CN" altLang="en-US" sz="2200">
                <a:latin typeface="幼圆" panose="02010509060101010101" pitchFamily="49" charset="-122"/>
                <a:ea typeface="宋体" panose="02010600030101010101" pitchFamily="2" charset="-122"/>
              </a:rPr>
              <a:t>。令</a:t>
            </a:r>
            <a:r>
              <a:rPr lang="en-US" altLang="zh-CN" sz="2200">
                <a:latin typeface="Times" panose="02020603050405020304" pitchFamily="18" charset="0"/>
                <a:ea typeface="Times" panose="02020603050405020304" pitchFamily="18" charset="0"/>
                <a:cs typeface="Times" panose="02020603050405020304" pitchFamily="18" charset="0"/>
              </a:rPr>
              <a:t>     </a:t>
            </a:r>
            <a:r>
              <a:rPr lang="zh-CN" altLang="en-US" sz="2200">
                <a:latin typeface="幼圆" panose="02010509060101010101" pitchFamily="49" charset="-122"/>
                <a:ea typeface="Times" panose="02020603050405020304" pitchFamily="18" charset="0"/>
                <a:cs typeface="Times" panose="02020603050405020304" pitchFamily="18" charset="0"/>
              </a:rPr>
              <a:t>表示已观测变量集，</a:t>
            </a:r>
            <a:r>
              <a:rPr lang="en-US" altLang="zh-CN" sz="2200">
                <a:latin typeface="Times" panose="02020603050405020304" pitchFamily="18" charset="0"/>
                <a:ea typeface="Times" panose="02020603050405020304" pitchFamily="18" charset="0"/>
                <a:cs typeface="Times" panose="02020603050405020304" pitchFamily="18" charset="0"/>
              </a:rPr>
              <a:t>   </a:t>
            </a:r>
            <a:r>
              <a:rPr lang="zh-CN" altLang="en-US" sz="2200">
                <a:latin typeface="幼圆" panose="02010509060101010101" pitchFamily="49" charset="-122"/>
                <a:ea typeface="Times" panose="02020603050405020304" pitchFamily="18" charset="0"/>
                <a:cs typeface="Times" panose="02020603050405020304" pitchFamily="18" charset="0"/>
              </a:rPr>
              <a:t>表示隐变量集，若预对模型参数</a:t>
            </a:r>
            <a:r>
              <a:rPr lang="en-US" altLang="zh-CN" sz="2200">
                <a:latin typeface="幼圆" panose="02010509060101010101" pitchFamily="49" charset="-122"/>
                <a:ea typeface="Times" panose="02020603050405020304" pitchFamily="18" charset="0"/>
                <a:cs typeface="Times" panose="02020603050405020304" pitchFamily="18" charset="0"/>
              </a:rPr>
              <a:t>  </a:t>
            </a:r>
            <a:r>
              <a:rPr lang="zh-CN" altLang="en-US" sz="2200">
                <a:latin typeface="幼圆" panose="02010509060101010101" pitchFamily="49" charset="-122"/>
                <a:ea typeface="Times" panose="02020603050405020304" pitchFamily="18" charset="0"/>
                <a:cs typeface="Times" panose="02020603050405020304" pitchFamily="18" charset="0"/>
              </a:rPr>
              <a:t> 做极大似然估计，</a:t>
            </a:r>
            <a:r>
              <a:rPr lang="zh-CN" altLang="en-US" sz="2200">
                <a:latin typeface="幼圆" panose="02010509060101010101" pitchFamily="49" charset="-122"/>
                <a:ea typeface="宋体" panose="02010600030101010101" pitchFamily="2" charset="-122"/>
              </a:rPr>
              <a:t>则应最大化对数似然函数</a:t>
            </a: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宋体" panose="02010600030101010101" pitchFamily="2" charset="-122"/>
            </a:endParaRP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宋体" panose="02010600030101010101" pitchFamily="2" charset="-122"/>
            </a:endParaRPr>
          </a:p>
          <a:p>
            <a:pPr marL="228600" lvl="1" eaLnBrk="1" hangingPunct="1">
              <a:spcBef>
                <a:spcPts val="1000"/>
              </a:spcBef>
              <a:buSzPct val="120000"/>
              <a:buFont typeface="Wingdings" panose="05000000000000000000" pitchFamily="2" charset="2"/>
              <a:buChar char="p"/>
            </a:pPr>
            <a:endParaRPr lang="en-US" altLang="zh-CN" sz="2200">
              <a:latin typeface="幼圆" panose="02010509060101010101" pitchFamily="49" charset="-122"/>
              <a:ea typeface="宋体" panose="02010600030101010101" pitchFamily="2" charset="-122"/>
            </a:endParaRPr>
          </a:p>
          <a:p>
            <a:pPr eaLnBrk="1" hangingPunct="1"/>
            <a:endParaRPr kumimoji="1" lang="zh-CN" altLang="en-US">
              <a:latin typeface="幼圆" panose="02010509060101010101" pitchFamily="49" charset="-122"/>
            </a:endParaRPr>
          </a:p>
        </p:txBody>
      </p:sp>
      <p:grpSp>
        <p:nvGrpSpPr>
          <p:cNvPr id="96260" name="组合 2">
            <a:extLst>
              <a:ext uri="{FF2B5EF4-FFF2-40B4-BE49-F238E27FC236}">
                <a16:creationId xmlns:a16="http://schemas.microsoft.com/office/drawing/2014/main" id="{9E506F3E-CF37-2FD9-85FE-25D52CCC0149}"/>
              </a:ext>
            </a:extLst>
          </p:cNvPr>
          <p:cNvGrpSpPr>
            <a:grpSpLocks/>
          </p:cNvGrpSpPr>
          <p:nvPr/>
        </p:nvGrpSpPr>
        <p:grpSpPr bwMode="auto">
          <a:xfrm>
            <a:off x="1927225" y="3460750"/>
            <a:ext cx="6203950" cy="404813"/>
            <a:chOff x="1927225" y="3461005"/>
            <a:chExt cx="6204405" cy="404558"/>
          </a:xfrm>
        </p:grpSpPr>
        <p:pic>
          <p:nvPicPr>
            <p:cNvPr id="96264" name="Picture 2">
              <a:extLst>
                <a:ext uri="{FF2B5EF4-FFF2-40B4-BE49-F238E27FC236}">
                  <a16:creationId xmlns:a16="http://schemas.microsoft.com/office/drawing/2014/main" id="{8E8B429D-A669-149E-B4AC-F2A7DA0CE7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80900" y="3461005"/>
              <a:ext cx="750730" cy="33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6265" name="Object 141">
              <a:extLst>
                <a:ext uri="{FF2B5EF4-FFF2-40B4-BE49-F238E27FC236}">
                  <a16:creationId xmlns:a16="http://schemas.microsoft.com/office/drawing/2014/main" id="{4CFCA5B1-B4E7-F414-7E69-EFD9DB6D13B1}"/>
                </a:ext>
              </a:extLst>
            </p:cNvPr>
            <p:cNvGraphicFramePr>
              <a:graphicFrameLocks noChangeAspect="1"/>
            </p:cNvGraphicFramePr>
            <p:nvPr/>
          </p:nvGraphicFramePr>
          <p:xfrm>
            <a:off x="1927225" y="3476625"/>
            <a:ext cx="4416425" cy="388938"/>
          </p:xfrm>
          <a:graphic>
            <a:graphicData uri="http://schemas.openxmlformats.org/presentationml/2006/ole">
              <mc:AlternateContent xmlns:mc="http://schemas.openxmlformats.org/markup-compatibility/2006">
                <mc:Choice xmlns:v="urn:schemas-microsoft-com:vml" Requires="v">
                  <p:oleObj name="Formula" r:id="rId3" imgW="2010410" imgH="177800" progId="">
                    <p:embed/>
                  </p:oleObj>
                </mc:Choice>
                <mc:Fallback>
                  <p:oleObj name="Formula" r:id="rId3" imgW="2010410" imgH="177800" progId="">
                    <p:embed/>
                    <p:pic>
                      <p:nvPicPr>
                        <p:cNvPr id="0" name="Object 1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225" y="3476625"/>
                          <a:ext cx="441642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6261" name="Object 142">
            <a:extLst>
              <a:ext uri="{FF2B5EF4-FFF2-40B4-BE49-F238E27FC236}">
                <a16:creationId xmlns:a16="http://schemas.microsoft.com/office/drawing/2014/main" id="{BC2120EA-14F9-B407-ABD1-AAE2EFE6A3A6}"/>
              </a:ext>
            </a:extLst>
          </p:cNvPr>
          <p:cNvGraphicFramePr>
            <a:graphicFrameLocks noChangeAspect="1"/>
          </p:cNvGraphicFramePr>
          <p:nvPr/>
        </p:nvGraphicFramePr>
        <p:xfrm>
          <a:off x="6105525" y="2574925"/>
          <a:ext cx="238125" cy="338138"/>
        </p:xfrm>
        <a:graphic>
          <a:graphicData uri="http://schemas.openxmlformats.org/presentationml/2006/ole">
            <mc:AlternateContent xmlns:mc="http://schemas.openxmlformats.org/markup-compatibility/2006">
              <mc:Choice xmlns:v="urn:schemas-microsoft-com:vml" Requires="v">
                <p:oleObj name="Formula" r:id="rId5" imgW="113187" imgH="160243" progId="">
                  <p:embed/>
                </p:oleObj>
              </mc:Choice>
              <mc:Fallback>
                <p:oleObj name="Formula" r:id="rId5" imgW="113187" imgH="160243" progId="">
                  <p:embed/>
                  <p:pic>
                    <p:nvPicPr>
                      <p:cNvPr id="0" name="Object 1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5525" y="2574925"/>
                        <a:ext cx="238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6262" name="Object 143">
            <a:extLst>
              <a:ext uri="{FF2B5EF4-FFF2-40B4-BE49-F238E27FC236}">
                <a16:creationId xmlns:a16="http://schemas.microsoft.com/office/drawing/2014/main" id="{627A3F5B-6D6E-99E7-A160-ADDA466DADF6}"/>
              </a:ext>
            </a:extLst>
          </p:cNvPr>
          <p:cNvGraphicFramePr>
            <a:graphicFrameLocks noChangeAspect="1"/>
          </p:cNvGraphicFramePr>
          <p:nvPr/>
        </p:nvGraphicFramePr>
        <p:xfrm>
          <a:off x="1827213" y="2570163"/>
          <a:ext cx="200025" cy="312737"/>
        </p:xfrm>
        <a:graphic>
          <a:graphicData uri="http://schemas.openxmlformats.org/presentationml/2006/ole">
            <mc:AlternateContent xmlns:mc="http://schemas.openxmlformats.org/markup-compatibility/2006">
              <mc:Choice xmlns:v="urn:schemas-microsoft-com:vml" Requires="v">
                <p:oleObj name="Formula" r:id="rId7" imgW="100470" imgH="155155" progId="">
                  <p:embed/>
                </p:oleObj>
              </mc:Choice>
              <mc:Fallback>
                <p:oleObj name="Formula" r:id="rId7" imgW="100470" imgH="155155" progId="">
                  <p:embed/>
                  <p:pic>
                    <p:nvPicPr>
                      <p:cNvPr id="0" name="Object 1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7213" y="2570163"/>
                        <a:ext cx="20002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6263" name="Object 144">
            <a:extLst>
              <a:ext uri="{FF2B5EF4-FFF2-40B4-BE49-F238E27FC236}">
                <a16:creationId xmlns:a16="http://schemas.microsoft.com/office/drawing/2014/main" id="{04AEA362-02F5-3197-53D5-611462F2E115}"/>
              </a:ext>
            </a:extLst>
          </p:cNvPr>
          <p:cNvGraphicFramePr>
            <a:graphicFrameLocks noChangeAspect="1"/>
          </p:cNvGraphicFramePr>
          <p:nvPr/>
        </p:nvGraphicFramePr>
        <p:xfrm>
          <a:off x="7165975" y="2271713"/>
          <a:ext cx="268288" cy="312737"/>
        </p:xfrm>
        <a:graphic>
          <a:graphicData uri="http://schemas.openxmlformats.org/presentationml/2006/ole">
            <mc:AlternateContent xmlns:mc="http://schemas.openxmlformats.org/markup-compatibility/2006">
              <mc:Choice xmlns:v="urn:schemas-microsoft-com:vml" Requires="v">
                <p:oleObj name="Formula" r:id="rId9" imgW="133535" imgH="156427" progId="">
                  <p:embed/>
                </p:oleObj>
              </mc:Choice>
              <mc:Fallback>
                <p:oleObj name="Formula" r:id="rId9" imgW="133535" imgH="156427" progId="">
                  <p:embed/>
                  <p:pic>
                    <p:nvPicPr>
                      <p:cNvPr id="0" name="Object 1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5975" y="2271713"/>
                        <a:ext cx="2682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26A627F-4E32-65DE-8A9B-3767D2C7BD70}"/>
              </a:ext>
            </a:extLst>
          </p:cNvPr>
          <p:cNvSpPr>
            <a:spLocks noGrp="1"/>
          </p:cNvSpPr>
          <p:nvPr>
            <p:ph type="title"/>
          </p:nvPr>
        </p:nvSpPr>
        <p:spPr/>
        <p:txBody>
          <a:bodyPr wrap="square" numCol="1" anchorCtr="0" compatLnSpc="1">
            <a:prstTxWarp prst="textNoShape">
              <a:avLst/>
            </a:prstTxWarp>
          </a:bodyPr>
          <a:lstStyle/>
          <a:p>
            <a:pPr eaLnBrk="1" hangingPunct="1">
              <a:defRPr/>
            </a:pPr>
            <a:r>
              <a:rPr lang="en-US" altLang="zh-CN">
                <a:effectLst>
                  <a:outerShdw blurRad="38100" dist="38100" dir="2700000" algn="tl">
                    <a:srgbClr val="C0C0C0"/>
                  </a:outerShdw>
                </a:effectLst>
              </a:rPr>
              <a:t>EM</a:t>
            </a:r>
            <a:r>
              <a:rPr lang="zh-CN" altLang="en-US">
                <a:effectLst>
                  <a:outerShdw blurRad="38100" dist="38100" dir="2700000" algn="tl">
                    <a:srgbClr val="C0C0C0"/>
                  </a:outerShdw>
                </a:effectLst>
                <a:latin typeface="幼圆" pitchFamily="49" charset="-122"/>
                <a:ea typeface="黑体" pitchFamily="49" charset="-122"/>
              </a:rPr>
              <a:t>算法</a:t>
            </a:r>
            <a:endParaRPr lang="zh-CN" altLang="en-US">
              <a:effectLst>
                <a:outerShdw blurRad="38100" dist="38100" dir="2700000" algn="tl">
                  <a:srgbClr val="C0C0C0"/>
                </a:outerShdw>
              </a:effectLst>
              <a:latin typeface="幼圆" pitchFamily="49" charset="-122"/>
            </a:endParaRPr>
          </a:p>
        </p:txBody>
      </p:sp>
      <p:sp>
        <p:nvSpPr>
          <p:cNvPr id="97283" name="内容占位符 1">
            <a:extLst>
              <a:ext uri="{FF2B5EF4-FFF2-40B4-BE49-F238E27FC236}">
                <a16:creationId xmlns:a16="http://schemas.microsoft.com/office/drawing/2014/main" id="{8538799E-6E1F-1CB2-B972-369A7AA69DA0}"/>
              </a:ext>
            </a:extLst>
          </p:cNvPr>
          <p:cNvSpPr>
            <a:spLocks noGrp="1"/>
          </p:cNvSpPr>
          <p:nvPr>
            <p:ph sz="quarter" idx="14"/>
          </p:nvPr>
        </p:nvSpPr>
        <p:spPr>
          <a:xfrm>
            <a:off x="174625" y="1041400"/>
            <a:ext cx="8721725" cy="3924300"/>
          </a:xfrm>
        </p:spPr>
        <p:txBody>
          <a:bodyPr/>
          <a:lstStyle/>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Times" panose="02020603050405020304" pitchFamily="18" charset="0"/>
                <a:cs typeface="Times" panose="02020603050405020304" pitchFamily="18" charset="0"/>
              </a:rPr>
              <a:t>“不完整”的样本：西瓜已经脱落的根蒂，无法看出是“蜷缩”还是“坚挺”</a:t>
            </a:r>
            <a:r>
              <a:rPr lang="en-US" altLang="zh-CN" sz="2200">
                <a:latin typeface="幼圆" panose="02010509060101010101" pitchFamily="49" charset="-122"/>
                <a:ea typeface="Times" panose="02020603050405020304" pitchFamily="18" charset="0"/>
                <a:cs typeface="Times" panose="02020603050405020304" pitchFamily="18" charset="0"/>
              </a:rPr>
              <a:t>,</a:t>
            </a:r>
            <a:r>
              <a:rPr lang="zh-CN" altLang="en-US" sz="2200">
                <a:latin typeface="幼圆" panose="02010509060101010101" pitchFamily="49" charset="-122"/>
                <a:ea typeface="Times" panose="02020603050405020304" pitchFamily="18" charset="0"/>
                <a:cs typeface="Times" panose="02020603050405020304" pitchFamily="18" charset="0"/>
              </a:rPr>
              <a:t>则训练样本的“根蒂”属性变量值未知，如何计算？</a:t>
            </a:r>
          </a:p>
          <a:p>
            <a:pPr marL="228600" lvl="1" eaLnBrk="1" hangingPunct="1">
              <a:spcBef>
                <a:spcPts val="1000"/>
              </a:spcBef>
              <a:buSzPct val="120000"/>
              <a:buFont typeface="Wingdings" panose="05000000000000000000" pitchFamily="2" charset="2"/>
              <a:buNone/>
            </a:pPr>
            <a:endParaRPr lang="en-US" altLang="zh-CN" sz="2200">
              <a:latin typeface="幼圆" panose="02010509060101010101" pitchFamily="49" charset="-122"/>
              <a:ea typeface="Times" panose="02020603050405020304" pitchFamily="18" charset="0"/>
              <a:cs typeface="Times" panose="02020603050405020304" pitchFamily="18" charset="0"/>
            </a:endParaRPr>
          </a:p>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宋体" panose="02010600030101010101" pitchFamily="2" charset="-122"/>
              </a:rPr>
              <a:t>未观测的变量称为“隐变量”</a:t>
            </a:r>
            <a:r>
              <a:rPr lang="en-US" altLang="zh-CN" sz="2200">
                <a:latin typeface="幼圆" panose="02010509060101010101" pitchFamily="49" charset="-122"/>
                <a:ea typeface="宋体" panose="02010600030101010101" pitchFamily="2" charset="-122"/>
              </a:rPr>
              <a:t>(</a:t>
            </a:r>
            <a:r>
              <a:rPr lang="en-US" altLang="zh-CN" sz="2200">
                <a:ea typeface="Times" panose="02020603050405020304" pitchFamily="18" charset="0"/>
                <a:cs typeface="Times" panose="02020603050405020304" pitchFamily="18" charset="0"/>
              </a:rPr>
              <a:t>latent variable</a:t>
            </a:r>
            <a:r>
              <a:rPr lang="en-US" altLang="zh-CN" sz="2200">
                <a:latin typeface="幼圆" panose="02010509060101010101" pitchFamily="49" charset="-122"/>
                <a:ea typeface="宋体" panose="02010600030101010101" pitchFamily="2" charset="-122"/>
              </a:rPr>
              <a:t>)</a:t>
            </a:r>
            <a:r>
              <a:rPr lang="zh-CN" altLang="en-US" sz="2200">
                <a:latin typeface="幼圆" panose="02010509060101010101" pitchFamily="49" charset="-122"/>
                <a:ea typeface="宋体" panose="02010600030101010101" pitchFamily="2" charset="-122"/>
              </a:rPr>
              <a:t>。令</a:t>
            </a:r>
            <a:r>
              <a:rPr lang="en-US" altLang="zh-CN" sz="2200">
                <a:latin typeface="Times" panose="02020603050405020304" pitchFamily="18" charset="0"/>
                <a:ea typeface="Times" panose="02020603050405020304" pitchFamily="18" charset="0"/>
                <a:cs typeface="Times" panose="02020603050405020304" pitchFamily="18" charset="0"/>
              </a:rPr>
              <a:t>Y</a:t>
            </a:r>
            <a:r>
              <a:rPr lang="zh-CN" altLang="en-US" sz="2200">
                <a:latin typeface="幼圆" panose="02010509060101010101" pitchFamily="49" charset="-122"/>
                <a:ea typeface="Times" panose="02020603050405020304" pitchFamily="18" charset="0"/>
                <a:cs typeface="Times" panose="02020603050405020304" pitchFamily="18" charset="0"/>
              </a:rPr>
              <a:t>表示已观测变量集，</a:t>
            </a:r>
            <a:r>
              <a:rPr lang="en-US" altLang="zh-CN" sz="2200">
                <a:latin typeface="Times" panose="02020603050405020304" pitchFamily="18" charset="0"/>
                <a:ea typeface="Times" panose="02020603050405020304" pitchFamily="18" charset="0"/>
                <a:cs typeface="Times" panose="02020603050405020304" pitchFamily="18" charset="0"/>
              </a:rPr>
              <a:t>Z</a:t>
            </a:r>
            <a:r>
              <a:rPr lang="zh-CN" altLang="en-US" sz="2200">
                <a:latin typeface="幼圆" panose="02010509060101010101" pitchFamily="49" charset="-122"/>
                <a:ea typeface="Times" panose="02020603050405020304" pitchFamily="18" charset="0"/>
                <a:cs typeface="Times" panose="02020603050405020304" pitchFamily="18" charset="0"/>
              </a:rPr>
              <a:t>表示隐变量集，若预对模型参数</a:t>
            </a:r>
            <a:r>
              <a:rPr lang="en-US" altLang="zh-CN" sz="2200">
                <a:latin typeface="幼圆" panose="02010509060101010101" pitchFamily="49" charset="-122"/>
                <a:ea typeface="Times" panose="02020603050405020304" pitchFamily="18" charset="0"/>
                <a:cs typeface="Times" panose="02020603050405020304" pitchFamily="18" charset="0"/>
              </a:rPr>
              <a:t>  </a:t>
            </a:r>
            <a:r>
              <a:rPr lang="zh-CN" altLang="en-US" sz="2200">
                <a:latin typeface="幼圆" panose="02010509060101010101" pitchFamily="49" charset="-122"/>
                <a:ea typeface="Times" panose="02020603050405020304" pitchFamily="18" charset="0"/>
                <a:cs typeface="Times" panose="02020603050405020304" pitchFamily="18" charset="0"/>
              </a:rPr>
              <a:t> 做极大似然估计，</a:t>
            </a:r>
            <a:r>
              <a:rPr lang="zh-CN" altLang="en-US" sz="2200">
                <a:latin typeface="幼圆" panose="02010509060101010101" pitchFamily="49" charset="-122"/>
                <a:ea typeface="宋体" panose="02010600030101010101" pitchFamily="2" charset="-122"/>
              </a:rPr>
              <a:t>则应最大化对数似然函数</a:t>
            </a: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宋体" panose="02010600030101010101" pitchFamily="2" charset="-122"/>
            </a:endParaRPr>
          </a:p>
          <a:p>
            <a:pPr marL="228600" lvl="1" eaLnBrk="1" hangingPunct="1">
              <a:spcBef>
                <a:spcPts val="1000"/>
              </a:spcBef>
              <a:buSzPct val="120000"/>
              <a:buFont typeface="Wingdings" panose="05000000000000000000" pitchFamily="2" charset="2"/>
              <a:buChar char="p"/>
            </a:pPr>
            <a:endParaRPr lang="zh-CN" altLang="en-US" sz="2200">
              <a:latin typeface="幼圆" panose="02010509060101010101" pitchFamily="49" charset="-122"/>
              <a:ea typeface="宋体" panose="02010600030101010101" pitchFamily="2" charset="-122"/>
            </a:endParaRPr>
          </a:p>
          <a:p>
            <a:pPr marL="228600" lvl="1" eaLnBrk="1" hangingPunct="1">
              <a:spcBef>
                <a:spcPts val="1000"/>
              </a:spcBef>
              <a:buSzPct val="120000"/>
              <a:buFont typeface="Wingdings" panose="05000000000000000000" pitchFamily="2" charset="2"/>
              <a:buChar char="p"/>
            </a:pPr>
            <a:r>
              <a:rPr lang="zh-CN" altLang="en-US" sz="2200">
                <a:latin typeface="幼圆" panose="02010509060101010101" pitchFamily="49" charset="-122"/>
                <a:ea typeface="宋体" panose="02010600030101010101" pitchFamily="2" charset="-122"/>
              </a:rPr>
              <a:t>由于 </a:t>
            </a:r>
            <a:r>
              <a:rPr lang="en-US" altLang="zh-CN" sz="2200">
                <a:latin typeface="Times" panose="02020603050405020304" pitchFamily="18" charset="0"/>
                <a:ea typeface="Times" panose="02020603050405020304" pitchFamily="18" charset="0"/>
                <a:cs typeface="Times" panose="02020603050405020304" pitchFamily="18" charset="0"/>
              </a:rPr>
              <a:t>   </a:t>
            </a:r>
            <a:r>
              <a:rPr lang="zh-CN" altLang="en-US" sz="2200">
                <a:latin typeface="幼圆" panose="02010509060101010101" pitchFamily="49" charset="-122"/>
                <a:ea typeface="宋体" panose="02010600030101010101" pitchFamily="2" charset="-122"/>
              </a:rPr>
              <a:t>是隐变量，上式无法直接求解。</a:t>
            </a:r>
            <a:endParaRPr lang="en-US" altLang="zh-CN" sz="2200">
              <a:latin typeface="幼圆" panose="02010509060101010101" pitchFamily="49" charset="-122"/>
              <a:ea typeface="宋体" panose="02010600030101010101" pitchFamily="2" charset="-122"/>
            </a:endParaRPr>
          </a:p>
          <a:p>
            <a:pPr eaLnBrk="1" hangingPunct="1"/>
            <a:endParaRPr kumimoji="1" lang="zh-CN" altLang="en-US">
              <a:latin typeface="幼圆" panose="02010509060101010101" pitchFamily="49" charset="-122"/>
            </a:endParaRPr>
          </a:p>
        </p:txBody>
      </p:sp>
      <p:graphicFrame>
        <p:nvGraphicFramePr>
          <p:cNvPr id="97284" name="Object 242">
            <a:extLst>
              <a:ext uri="{FF2B5EF4-FFF2-40B4-BE49-F238E27FC236}">
                <a16:creationId xmlns:a16="http://schemas.microsoft.com/office/drawing/2014/main" id="{2AAAA060-2FA0-C2A1-5F73-4A9B48DE24A4}"/>
              </a:ext>
            </a:extLst>
          </p:cNvPr>
          <p:cNvGraphicFramePr>
            <a:graphicFrameLocks noChangeAspect="1"/>
          </p:cNvGraphicFramePr>
          <p:nvPr/>
        </p:nvGraphicFramePr>
        <p:xfrm>
          <a:off x="5788025" y="2574925"/>
          <a:ext cx="238125" cy="338138"/>
        </p:xfrm>
        <a:graphic>
          <a:graphicData uri="http://schemas.openxmlformats.org/presentationml/2006/ole">
            <mc:AlternateContent xmlns:mc="http://schemas.openxmlformats.org/markup-compatibility/2006">
              <mc:Choice xmlns:v="urn:schemas-microsoft-com:vml" Requires="v">
                <p:oleObj name="Formula" r:id="rId2" imgW="113187" imgH="160243" progId="">
                  <p:embed/>
                </p:oleObj>
              </mc:Choice>
              <mc:Fallback>
                <p:oleObj name="Formula" r:id="rId2" imgW="113187" imgH="160243" progId="">
                  <p:embed/>
                  <p:pic>
                    <p:nvPicPr>
                      <p:cNvPr id="0" name="Object 2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025" y="2574925"/>
                        <a:ext cx="238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5" name="Object 245">
            <a:extLst>
              <a:ext uri="{FF2B5EF4-FFF2-40B4-BE49-F238E27FC236}">
                <a16:creationId xmlns:a16="http://schemas.microsoft.com/office/drawing/2014/main" id="{28F23977-46E8-A1A1-BDD3-6CC046666178}"/>
              </a:ext>
            </a:extLst>
          </p:cNvPr>
          <p:cNvGraphicFramePr>
            <a:graphicFrameLocks noChangeAspect="1"/>
          </p:cNvGraphicFramePr>
          <p:nvPr/>
        </p:nvGraphicFramePr>
        <p:xfrm>
          <a:off x="1231900" y="4168775"/>
          <a:ext cx="201613" cy="312738"/>
        </p:xfrm>
        <a:graphic>
          <a:graphicData uri="http://schemas.openxmlformats.org/presentationml/2006/ole">
            <mc:AlternateContent xmlns:mc="http://schemas.openxmlformats.org/markup-compatibility/2006">
              <mc:Choice xmlns:v="urn:schemas-microsoft-com:vml" Requires="v">
                <p:oleObj name="Formula" r:id="rId4" imgW="100470" imgH="155155" progId="">
                  <p:embed/>
                </p:oleObj>
              </mc:Choice>
              <mc:Fallback>
                <p:oleObj name="Formula" r:id="rId4" imgW="100470" imgH="155155" progId="">
                  <p:embed/>
                  <p:pic>
                    <p:nvPicPr>
                      <p:cNvPr id="0" name="Object 2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1900" y="4168775"/>
                        <a:ext cx="2016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文本框 15">
            <a:extLst>
              <a:ext uri="{FF2B5EF4-FFF2-40B4-BE49-F238E27FC236}">
                <a16:creationId xmlns:a16="http://schemas.microsoft.com/office/drawing/2014/main" id="{59E2D5DE-AC2A-9B08-2882-6B4037F4E18A}"/>
              </a:ext>
            </a:extLst>
          </p:cNvPr>
          <p:cNvSpPr txBox="1">
            <a:spLocks noRot="1" noChangeAspect="1" noMove="1" noResize="1" noEditPoints="1" noAdjustHandles="1" noChangeArrowheads="1" noChangeShapeType="1" noTextEdit="1"/>
          </p:cNvSpPr>
          <p:nvPr/>
        </p:nvSpPr>
        <p:spPr>
          <a:xfrm>
            <a:off x="1231900" y="3350349"/>
            <a:ext cx="6565900" cy="461665"/>
          </a:xfrm>
          <a:prstGeom prst="rect">
            <a:avLst/>
          </a:prstGeom>
          <a:blipFill>
            <a:blip r:embed="rId6"/>
            <a:stretch>
              <a:fillRect b="-5333"/>
            </a:stretch>
          </a:blipFill>
        </p:spPr>
        <p:txBody>
          <a:bodyPr/>
          <a:lstStyle/>
          <a:p>
            <a:pPr>
              <a:defRPr/>
            </a:pPr>
            <a:r>
              <a:rPr lang="zh-CN" altLang="en-US">
                <a:noFill/>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AC36ED-1E01-4953-F613-D7D302D2D0BE}"/>
              </a:ext>
            </a:extLst>
          </p:cNvPr>
          <p:cNvSpPr>
            <a:spLocks noGrp="1"/>
          </p:cNvSpPr>
          <p:nvPr>
            <p:ph type="title"/>
          </p:nvPr>
        </p:nvSpPr>
        <p:spPr/>
        <p:txBody>
          <a:bodyPr wrap="square" numCol="1" anchorCtr="0" compatLnSpc="1">
            <a:prstTxWarp prst="textNoShape">
              <a:avLst/>
            </a:prstTxWarp>
          </a:bodyPr>
          <a:lstStyle/>
          <a:p>
            <a:pPr eaLnBrk="1" hangingPunct="1">
              <a:defRPr/>
            </a:pPr>
            <a:r>
              <a:rPr lang="en-US" altLang="zh-CN" dirty="0">
                <a:effectLst>
                  <a:outerShdw blurRad="38100" dist="38100" dir="2700000" algn="tl">
                    <a:srgbClr val="C0C0C0"/>
                  </a:outerShdw>
                </a:effectLst>
              </a:rPr>
              <a:t>EM</a:t>
            </a:r>
            <a:r>
              <a:rPr lang="zh-CN" altLang="en-US" dirty="0">
                <a:effectLst>
                  <a:outerShdw blurRad="38100" dist="38100" dir="2700000" algn="tl">
                    <a:srgbClr val="C0C0C0"/>
                  </a:outerShdw>
                </a:effectLst>
                <a:latin typeface="幼圆" pitchFamily="49" charset="-122"/>
                <a:ea typeface="黑体" pitchFamily="49" charset="-122"/>
              </a:rPr>
              <a:t>算法</a:t>
            </a:r>
            <a:endParaRPr kumimoji="1" lang="zh-CN" altLang="en-US" dirty="0">
              <a:effectLst>
                <a:outerShdw blurRad="38100" dist="38100" dir="2700000" algn="tl">
                  <a:srgbClr val="C0C0C0"/>
                </a:outerShdw>
              </a:effectLst>
            </a:endParaRPr>
          </a:p>
        </p:txBody>
      </p:sp>
      <p:sp>
        <p:nvSpPr>
          <p:cNvPr id="98307" name="矩形 4">
            <a:extLst>
              <a:ext uri="{FF2B5EF4-FFF2-40B4-BE49-F238E27FC236}">
                <a16:creationId xmlns:a16="http://schemas.microsoft.com/office/drawing/2014/main" id="{562CC6F8-A187-B3AB-B587-7279F411555C}"/>
              </a:ext>
            </a:extLst>
          </p:cNvPr>
          <p:cNvSpPr>
            <a:spLocks noChangeArrowheads="1"/>
          </p:cNvSpPr>
          <p:nvPr/>
        </p:nvSpPr>
        <p:spPr bwMode="auto">
          <a:xfrm>
            <a:off x="173038" y="1085850"/>
            <a:ext cx="3759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325438">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buFont typeface="Wingdings" panose="05000000000000000000" pitchFamily="2" charset="2"/>
              <a:buNone/>
            </a:pPr>
            <a:r>
              <a:rPr lang="zh-CN" altLang="en-US" sz="2200">
                <a:latin typeface="幼圆" panose="02010509060101010101" pitchFamily="49" charset="-122"/>
                <a:ea typeface="Times" panose="02020603050405020304" pitchFamily="18" charset="0"/>
                <a:cs typeface="Times" panose="02020603050405020304" pitchFamily="18" charset="0"/>
              </a:rPr>
              <a:t>则</a:t>
            </a:r>
            <a:r>
              <a:rPr lang="en-US" altLang="zh-CN" sz="2200">
                <a:ea typeface="Times" panose="02020603050405020304" pitchFamily="18" charset="0"/>
                <a:cs typeface="Times" panose="02020603050405020304" pitchFamily="18" charset="0"/>
              </a:rPr>
              <a:t>EM</a:t>
            </a:r>
            <a:r>
              <a:rPr lang="zh-CN" altLang="en-US" sz="2200">
                <a:latin typeface="幼圆" panose="02010509060101010101" pitchFamily="49" charset="-122"/>
                <a:ea typeface="Times" panose="02020603050405020304" pitchFamily="18" charset="0"/>
                <a:cs typeface="Times" panose="02020603050405020304" pitchFamily="18" charset="0"/>
              </a:rPr>
              <a:t>算法的两个步骤是：</a:t>
            </a:r>
            <a:endParaRPr lang="en-US" altLang="zh-CN" sz="2200">
              <a:latin typeface="幼圆" panose="02010509060101010101" pitchFamily="49" charset="-122"/>
              <a:ea typeface="Times" panose="02020603050405020304" pitchFamily="18" charset="0"/>
              <a:cs typeface="Times" panose="02020603050405020304" pitchFamily="18" charset="0"/>
            </a:endParaRPr>
          </a:p>
        </p:txBody>
      </p:sp>
      <p:sp>
        <p:nvSpPr>
          <p:cNvPr id="17" name="矩形 16">
            <a:extLst>
              <a:ext uri="{FF2B5EF4-FFF2-40B4-BE49-F238E27FC236}">
                <a16:creationId xmlns:a16="http://schemas.microsoft.com/office/drawing/2014/main" id="{1571DFED-117E-AF34-742A-7AC45C7CEE9E}"/>
              </a:ext>
            </a:extLst>
          </p:cNvPr>
          <p:cNvSpPr>
            <a:spLocks noRot="1" noChangeAspect="1" noMove="1" noResize="1" noEditPoints="1" noAdjustHandles="1" noChangeArrowheads="1" noChangeShapeType="1" noTextEdit="1"/>
          </p:cNvSpPr>
          <p:nvPr/>
        </p:nvSpPr>
        <p:spPr>
          <a:xfrm>
            <a:off x="689989" y="1824013"/>
            <a:ext cx="7567603" cy="808555"/>
          </a:xfrm>
          <a:prstGeom prst="rect">
            <a:avLst/>
          </a:prstGeom>
          <a:blipFill>
            <a:blip r:embed="rId2"/>
            <a:stretch>
              <a:fillRect t="-3759" b="-14286"/>
            </a:stretch>
          </a:blipFill>
        </p:spPr>
        <p:txBody>
          <a:bodyPr/>
          <a:lstStyle/>
          <a:p>
            <a:pPr>
              <a:defRPr/>
            </a:pPr>
            <a:r>
              <a:rPr lang="zh-CN" altLang="en-US">
                <a:noFill/>
              </a:rPr>
              <a:t> </a:t>
            </a:r>
          </a:p>
        </p:txBody>
      </p:sp>
      <p:sp>
        <p:nvSpPr>
          <p:cNvPr id="18" name="矩形 17">
            <a:extLst>
              <a:ext uri="{FF2B5EF4-FFF2-40B4-BE49-F238E27FC236}">
                <a16:creationId xmlns:a16="http://schemas.microsoft.com/office/drawing/2014/main" id="{F6E9A76F-C36E-619C-43D9-CEA0C0D16ABA}"/>
              </a:ext>
            </a:extLst>
          </p:cNvPr>
          <p:cNvSpPr>
            <a:spLocks noRot="1" noChangeAspect="1" noMove="1" noResize="1" noEditPoints="1" noAdjustHandles="1" noChangeArrowheads="1" noChangeShapeType="1" noTextEdit="1"/>
          </p:cNvSpPr>
          <p:nvPr/>
        </p:nvSpPr>
        <p:spPr>
          <a:xfrm>
            <a:off x="689989" y="2809826"/>
            <a:ext cx="7567603" cy="461665"/>
          </a:xfrm>
          <a:prstGeom prst="rect">
            <a:avLst/>
          </a:prstGeom>
          <a:blipFill>
            <a:blip r:embed="rId3"/>
            <a:stretch>
              <a:fillRect t="-9211" b="-19737"/>
            </a:stretch>
          </a:blipFill>
        </p:spPr>
        <p:txBody>
          <a:bodyPr/>
          <a:lstStyle/>
          <a:p>
            <a:pPr>
              <a:defRPr/>
            </a:pPr>
            <a:r>
              <a:rPr lang="zh-CN" altLang="en-US">
                <a:noFill/>
              </a:rPr>
              <a:t> </a:t>
            </a:r>
          </a:p>
        </p:txBody>
      </p:sp>
      <p:sp>
        <p:nvSpPr>
          <p:cNvPr id="19" name="矩形 18">
            <a:extLst>
              <a:ext uri="{FF2B5EF4-FFF2-40B4-BE49-F238E27FC236}">
                <a16:creationId xmlns:a16="http://schemas.microsoft.com/office/drawing/2014/main" id="{AF59D717-D9C5-79FB-5902-AEAA7B25CF69}"/>
              </a:ext>
            </a:extLst>
          </p:cNvPr>
          <p:cNvSpPr>
            <a:spLocks noRot="1" noChangeAspect="1" noMove="1" noResize="1" noEditPoints="1" noAdjustHandles="1" noChangeArrowheads="1" noChangeShapeType="1" noTextEdit="1"/>
          </p:cNvSpPr>
          <p:nvPr/>
        </p:nvSpPr>
        <p:spPr>
          <a:xfrm>
            <a:off x="689988" y="3461843"/>
            <a:ext cx="7922167" cy="470000"/>
          </a:xfrm>
          <a:prstGeom prst="rect">
            <a:avLst/>
          </a:prstGeom>
          <a:blipFill>
            <a:blip r:embed="rId4"/>
            <a:stretch>
              <a:fillRect t="-12987" r="-3154" b="-24675"/>
            </a:stretch>
          </a:blipFill>
        </p:spPr>
        <p:txBody>
          <a:bodyPr/>
          <a:lstStyle/>
          <a:p>
            <a:pPr>
              <a:defRPr/>
            </a:pPr>
            <a:r>
              <a:rPr lang="zh-CN" altLang="en-US">
                <a:noFill/>
              </a:rPr>
              <a:t> </a:t>
            </a:r>
          </a:p>
        </p:txBody>
      </p:sp>
      <p:graphicFrame>
        <p:nvGraphicFramePr>
          <p:cNvPr id="98311" name="Object 552">
            <a:extLst>
              <a:ext uri="{FF2B5EF4-FFF2-40B4-BE49-F238E27FC236}">
                <a16:creationId xmlns:a16="http://schemas.microsoft.com/office/drawing/2014/main" id="{8576142A-72A9-0685-97FF-DE225E1BC8A9}"/>
              </a:ext>
            </a:extLst>
          </p:cNvPr>
          <p:cNvGraphicFramePr>
            <a:graphicFrameLocks noChangeAspect="1"/>
          </p:cNvGraphicFramePr>
          <p:nvPr/>
        </p:nvGraphicFramePr>
        <p:xfrm>
          <a:off x="4029075" y="2938463"/>
          <a:ext cx="174625" cy="244475"/>
        </p:xfrm>
        <a:graphic>
          <a:graphicData uri="http://schemas.openxmlformats.org/presentationml/2006/ole">
            <mc:AlternateContent xmlns:mc="http://schemas.openxmlformats.org/markup-compatibility/2006">
              <mc:Choice xmlns:v="urn:schemas-microsoft-com:vml" Requires="v">
                <p:oleObj name="Formula" r:id="rId5" imgW="100470" imgH="155155" progId="">
                  <p:embed/>
                </p:oleObj>
              </mc:Choice>
              <mc:Fallback>
                <p:oleObj name="Formula" r:id="rId5" imgW="100470" imgH="155155" progId="">
                  <p:embed/>
                  <p:pic>
                    <p:nvPicPr>
                      <p:cNvPr id="0" name="Object 5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9075" y="2938463"/>
                        <a:ext cx="1746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E5C463-B8C7-28D2-6346-17D679A8B3CF}"/>
              </a:ext>
            </a:extLst>
          </p:cNvPr>
          <p:cNvSpPr>
            <a:spLocks noGrp="1"/>
          </p:cNvSpPr>
          <p:nvPr>
            <p:ph type="title"/>
          </p:nvPr>
        </p:nvSpPr>
        <p:spPr>
          <a:xfrm>
            <a:off x="260350" y="42863"/>
            <a:ext cx="7886700" cy="777875"/>
          </a:xfrm>
        </p:spPr>
        <p:txBody>
          <a:bodyPr/>
          <a:lstStyle/>
          <a:p>
            <a:pPr>
              <a:defRPr/>
            </a:pPr>
            <a:r>
              <a:rPr kumimoji="1" lang="en-US" altLang="zh-CN" dirty="0"/>
              <a:t>EM</a:t>
            </a:r>
            <a:r>
              <a:rPr kumimoji="1" lang="zh-CN" altLang="en-US" dirty="0"/>
              <a:t>算法的收敛性</a:t>
            </a:r>
          </a:p>
        </p:txBody>
      </p:sp>
      <p:sp>
        <p:nvSpPr>
          <p:cNvPr id="99331" name="内容占位符 2">
            <a:extLst>
              <a:ext uri="{FF2B5EF4-FFF2-40B4-BE49-F238E27FC236}">
                <a16:creationId xmlns:a16="http://schemas.microsoft.com/office/drawing/2014/main" id="{47046BFD-7E8A-0403-3CD2-30C3FD87A7FA}"/>
              </a:ext>
            </a:extLst>
          </p:cNvPr>
          <p:cNvSpPr>
            <a:spLocks noGrp="1"/>
          </p:cNvSpPr>
          <p:nvPr>
            <p:ph idx="1"/>
          </p:nvPr>
        </p:nvSpPr>
        <p:spPr>
          <a:xfrm>
            <a:off x="260350" y="1447800"/>
            <a:ext cx="8616950" cy="2638425"/>
          </a:xfrm>
        </p:spPr>
        <p:txBody>
          <a:bodyPr/>
          <a:lstStyle/>
          <a:p>
            <a:pPr indent="-358775"/>
            <a:r>
              <a:rPr kumimoji="1" lang="en-US" altLang="zh-CN"/>
              <a:t>EM</a:t>
            </a:r>
            <a:r>
              <a:rPr kumimoji="1"/>
              <a:t>，提供一种近似计算含有隐变量概率模型的极大似然估计的方法；</a:t>
            </a:r>
            <a:endParaRPr kumimoji="1" lang="en-US" altLang="zh-CN"/>
          </a:p>
          <a:p>
            <a:pPr indent="-358775"/>
            <a:r>
              <a:rPr kumimoji="1" lang="en-US" altLang="zh-CN"/>
              <a:t>EM</a:t>
            </a:r>
            <a:r>
              <a:rPr kumimoji="1"/>
              <a:t>，最大优点：简单性和普适性；</a:t>
            </a:r>
            <a:endParaRPr kumimoji="1" lang="en-US" altLang="zh-CN"/>
          </a:p>
        </p:txBody>
      </p:sp>
    </p:spTree>
  </p:cSld>
  <p:clrMapOvr>
    <a:masterClrMapping/>
  </p:clrMapOvr>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机器学习v2.1rgb" id="{EEBC26C2-D188-4AC0-8846-32FF974952E7}" vid="{5872C309-9AD6-4384-AB1E-DDF89DAEFE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机器学习v2.1rgb</Template>
  <TotalTime>29352</TotalTime>
  <Words>3103</Words>
  <Application>Microsoft Office PowerPoint</Application>
  <PresentationFormat>全屏显示(4:3)</PresentationFormat>
  <Paragraphs>412</Paragraphs>
  <Slides>58</Slides>
  <Notes>36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58</vt:i4>
      </vt:variant>
    </vt:vector>
  </HeadingPairs>
  <TitlesOfParts>
    <vt:vector size="73" baseType="lpstr">
      <vt:lpstr>Arial</vt:lpstr>
      <vt:lpstr>宋体</vt:lpstr>
      <vt:lpstr>Verdana</vt:lpstr>
      <vt:lpstr>幼圆</vt:lpstr>
      <vt:lpstr>Wingdings</vt:lpstr>
      <vt:lpstr>等线</vt:lpstr>
      <vt:lpstr>微软雅黑</vt:lpstr>
      <vt:lpstr>Times New Roman</vt:lpstr>
      <vt:lpstr>Times</vt:lpstr>
      <vt:lpstr>黑体</vt:lpstr>
      <vt:lpstr>机器学习v2.1rgb</vt:lpstr>
      <vt:lpstr>MathType 6.0 Equation</vt:lpstr>
      <vt:lpstr>Formula</vt:lpstr>
      <vt:lpstr>MathType 7.0 Equation</vt:lpstr>
      <vt:lpstr>Equation</vt:lpstr>
      <vt:lpstr>第七章：贝叶斯分类器</vt:lpstr>
      <vt:lpstr>章节目录</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章节目录</vt:lpstr>
      <vt:lpstr>极大似然估计</vt:lpstr>
      <vt:lpstr>极大似然估计</vt:lpstr>
      <vt:lpstr>PowerPoint 演示文稿</vt:lpstr>
      <vt:lpstr>PowerPoint 演示文稿</vt:lpstr>
      <vt:lpstr>极大似然估计</vt:lpstr>
      <vt:lpstr>极大似然估计</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极大似然估计</vt:lpstr>
      <vt:lpstr>章节目录</vt:lpstr>
      <vt:lpstr>朴素贝叶斯分类器</vt:lpstr>
      <vt:lpstr>朴素贝叶斯分类器</vt:lpstr>
      <vt:lpstr>朴素贝叶斯分类器</vt:lpstr>
      <vt:lpstr>朴素贝叶斯分类器</vt:lpstr>
      <vt:lpstr>朴素贝叶斯分类器</vt:lpstr>
      <vt:lpstr>朴素贝叶斯分类器</vt:lpstr>
      <vt:lpstr>朴素贝叶斯分类器</vt:lpstr>
      <vt:lpstr>朴素贝叶斯分类器</vt:lpstr>
      <vt:lpstr>朴素贝叶斯分类器</vt:lpstr>
      <vt:lpstr>拉普拉斯修正</vt:lpstr>
      <vt:lpstr>朴素贝叶斯分类器</vt:lpstr>
      <vt:lpstr>章节目录</vt:lpstr>
      <vt:lpstr>半朴素贝叶斯分类器</vt:lpstr>
      <vt:lpstr>半朴素贝叶斯分类器</vt:lpstr>
      <vt:lpstr>SPODE</vt:lpstr>
      <vt:lpstr>章节目录</vt:lpstr>
      <vt:lpstr>贝叶斯网</vt:lpstr>
      <vt:lpstr>章节目录</vt:lpstr>
      <vt:lpstr>EM算法</vt:lpstr>
      <vt:lpstr>EM算法</vt:lpstr>
      <vt:lpstr>EM算法</vt:lpstr>
      <vt:lpstr>EM算法</vt:lpstr>
      <vt:lpstr>EM算法的收敛性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机器学习-第七章</dc:title>
  <dc:creator>Administrator</dc:creator>
  <cp:lastModifiedBy>Sonder Utopia</cp:lastModifiedBy>
  <cp:revision>557</cp:revision>
  <dcterms:created xsi:type="dcterms:W3CDTF">2016-01-02T06:13:38Z</dcterms:created>
  <dcterms:modified xsi:type="dcterms:W3CDTF">2026-01-06T15:09:51Z</dcterms:modified>
</cp:coreProperties>
</file>