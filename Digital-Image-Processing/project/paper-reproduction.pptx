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4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C2CC-9E83-461C-A283-BEF1E06AAC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A0D7-CB0C-42F5-A5E3-8DE3880AB0C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C2CC-9E83-461C-A283-BEF1E06AAC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A0D7-CB0C-42F5-A5E3-8DE3880AB0C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C2CC-9E83-461C-A283-BEF1E06AAC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A0D7-CB0C-42F5-A5E3-8DE3880AB0C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C2CC-9E83-461C-A283-BEF1E06AAC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A0D7-CB0C-42F5-A5E3-8DE3880AB0C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C2CC-9E83-461C-A283-BEF1E06AAC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A0D7-CB0C-42F5-A5E3-8DE3880AB0C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C2CC-9E83-461C-A283-BEF1E06AAC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A0D7-CB0C-42F5-A5E3-8DE3880AB0C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C2CC-9E83-461C-A283-BEF1E06AAC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A0D7-CB0C-42F5-A5E3-8DE3880AB0C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C2CC-9E83-461C-A283-BEF1E06AAC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A0D7-CB0C-42F5-A5E3-8DE3880AB0C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C2CC-9E83-461C-A283-BEF1E06AAC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A0D7-CB0C-42F5-A5E3-8DE3880AB0C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C2CC-9E83-461C-A283-BEF1E06AAC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A0D7-CB0C-42F5-A5E3-8DE3880AB0C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AC2CC-9E83-461C-A283-BEF1E06AAC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A0D7-CB0C-42F5-A5E3-8DE3880AB0C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AC2CC-9E83-461C-A283-BEF1E06AACF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AA0D7-CB0C-42F5-A5E3-8DE3880AB0C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9478" y="1294214"/>
            <a:ext cx="9737582" cy="4799246"/>
          </a:xfrm>
        </p:spPr>
        <p:txBody>
          <a:bodyPr>
            <a:normAutofit fontScale="62500" lnSpcReduction="20000"/>
          </a:bodyPr>
          <a:lstStyle/>
          <a:p>
            <a:pPr algn="l">
              <a:lnSpc>
                <a:spcPct val="16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参考涉及</a:t>
            </a:r>
            <a:r>
              <a:rPr lang="zh-CN" altLang="en-US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数字图像处理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的文章（已发表，可从知网或其他数据库下载），完成以下内容（不同内容由不同学生讲解）：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）介绍该研究方向已存在的方法，以及此文章使用此方法（文章所使用的方法）的原因（可从绪论里面查找）（提交文字部分）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）复现其算法（提交代码，可用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matlab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，提交的程序文件格式为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.m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或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py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）处理后的结果图（提交结果图，以及对结果图的分析）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提交时，文件名为 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组长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组员（第一位为组长）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，该文件里面包括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个文件夹、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word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文档和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excel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，其中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个文件夹分别存放输入数据（文件名为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data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）和代码（格式为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.m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py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，文件名为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code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word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文档（内容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的文字部分、方法、结果图、以及对结果图的分析，文档名为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manuscript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excel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中列入组员信息（学号，姓名）。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</a:pPr>
            <a:r>
              <a:rPr lang="en-US" altLang="zh-CN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3-5</a:t>
            </a:r>
            <a:r>
              <a:rPr lang="zh-CN" altLang="en-US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人一组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，第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16-18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周各组开始以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ppt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的形式展示。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6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、河南大学图书馆，资源</a:t>
            </a:r>
            <a:r>
              <a:rPr lang="en-US" altLang="zh-CN"/>
              <a:t>-</a:t>
            </a:r>
            <a:r>
              <a:rPr lang="zh-CN" altLang="en-US"/>
              <a:t>数据库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57655"/>
            <a:ext cx="10945495" cy="38950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1280"/>
            <a:ext cx="8466455" cy="43516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190" y="2289175"/>
            <a:ext cx="8623300" cy="4011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620" y="196850"/>
            <a:ext cx="8153400" cy="43516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520" y="2449830"/>
            <a:ext cx="8475980" cy="42760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390" y="994410"/>
            <a:ext cx="10268585" cy="48691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google </a:t>
            </a:r>
            <a:r>
              <a:rPr lang="zh-CN" altLang="en-US"/>
              <a:t>学术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060" y="1920240"/>
            <a:ext cx="11838940" cy="442404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EwNTM5NzYwMDRjMzkwZTVkZjY2ODkwMGIxNGU0OT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236</Words>
  <Application>Microsoft Office PowerPoint</Application>
  <PresentationFormat>宽屏</PresentationFormat>
  <Paragraphs>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宋体</vt:lpstr>
      <vt:lpstr>Arial</vt:lpstr>
      <vt:lpstr>Office 主题​​</vt:lpstr>
      <vt:lpstr>PowerPoint 演示文稿</vt:lpstr>
      <vt:lpstr>1、河南大学图书馆，资源-数据库</vt:lpstr>
      <vt:lpstr>PowerPoint 演示文稿</vt:lpstr>
      <vt:lpstr>PowerPoint 演示文稿</vt:lpstr>
      <vt:lpstr>PowerPoint 演示文稿</vt:lpstr>
      <vt:lpstr>google 学术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huijiny</dc:creator>
  <cp:lastModifiedBy>Sonder Utopia</cp:lastModifiedBy>
  <cp:revision>17</cp:revision>
  <dcterms:created xsi:type="dcterms:W3CDTF">2022-11-14T14:21:00Z</dcterms:created>
  <dcterms:modified xsi:type="dcterms:W3CDTF">2025-04-29T12:49:54Z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24188775C66A42B2856EE326CDD24884_13</vt:lpwstr>
  </property>
  <property fmtid="{D5CDD505-2E9C-101B-9397-08002B2CF9AE}" pid="3" name="KSOProductBuildVer">
    <vt:lpwstr>2052-12.1.0.18608</vt:lpwstr>
  </property>
</Properties>
</file>